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599442b34f44c6" /><Relationship Type="http://schemas.openxmlformats.org/officeDocument/2006/relationships/extended-properties" Target="/docProps/app.xml" Id="R2d0c926e3262407a" /><Relationship Type="http://schemas.openxmlformats.org/officeDocument/2006/relationships/officeDocument" Target="/ppt/presentation.xml" Id="R61b6f5162ff34a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6d146c1ca141dd"/>
  </p:sldMasterIdLst>
  <p:notesMasterIdLst>
    <p:notesMasterId xmlns:r="http://schemas.openxmlformats.org/officeDocument/2006/relationships" r:id="R62987d11e6fe47e5"/>
  </p:notesMasterIdLst>
  <p:sldIdLst>
    <p:sldId xmlns:r="http://schemas.openxmlformats.org/officeDocument/2006/relationships" id="256" r:id="Rd76a3b83bf124687"/>
    <p:sldId xmlns:r="http://schemas.openxmlformats.org/officeDocument/2006/relationships" id="257" r:id="Reabf34248edb46e8"/>
    <p:sldId xmlns:r="http://schemas.openxmlformats.org/officeDocument/2006/relationships" id="258" r:id="R21f65f7286114f3f"/>
  </p:sldIdLst>
  <p:sldSz cx="15240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03c2cbaaaf45bd" /><Relationship Type="http://schemas.openxmlformats.org/officeDocument/2006/relationships/slideMaster" Target="/ppt/slideMasters/slideMaster1.xml" Id="R1e6d146c1ca141dd" /><Relationship Type="http://schemas.openxmlformats.org/officeDocument/2006/relationships/notesMaster" Target="/ppt/notesMasters/notesMaster1.xml" Id="R62987d11e6fe47e5" /><Relationship Type="http://schemas.openxmlformats.org/officeDocument/2006/relationships/presProps" Target="/ppt/presProps.xml" Id="R4cdec34b73e54e44" /><Relationship Type="http://schemas.openxmlformats.org/officeDocument/2006/relationships/tableStyles" Target="/ppt/tableStyles.xml" Id="Rda2cd79a56d645cd" /><Relationship Type="http://schemas.openxmlformats.org/officeDocument/2006/relationships/slide" Target="/ppt/slides/slide1.xml" Id="Rd76a3b83bf124687" /><Relationship Type="http://schemas.openxmlformats.org/officeDocument/2006/relationships/slide" Target="/ppt/slides/slide2.xml" Id="Reabf34248edb46e8" /><Relationship Type="http://schemas.openxmlformats.org/officeDocument/2006/relationships/slide" Target="/ppt/slides/slide3.xml" Id="R21f65f7286114f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40a3bc7d6746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05c8472872472f" /><Relationship Type="http://schemas.openxmlformats.org/officeDocument/2006/relationships/notesMaster" Target="/ppt/notesMasters/notesMaster1.xml" Id="R0f350e7aa5ff4f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eddf2dc9c043e7" /><Relationship Type="http://schemas.openxmlformats.org/officeDocument/2006/relationships/notesMaster" Target="/ppt/notesMasters/notesMaster1.xml" Id="Re1d5f0656d5249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d54cf3a45541bd" /><Relationship Type="http://schemas.openxmlformats.org/officeDocument/2006/relationships/notesMaster" Target="/ppt/notesMasters/notesMaster1.xml" Id="R633c98c64f104a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Evolution paradigms</a:t>
            </a:r>
          </a:p>
          <a:p xmlns:a="http://schemas.openxmlformats.org/drawingml/2006/main">
            <a:r>
              <a:t>Source: https://arxiv.org/abs/2610.15389v1</a:t>
            </a:r>
          </a:p>
          <a:p xmlns:a="http://schemas.openxmlformats.org/drawingml/2006/main">
            <a:r>
              <a:t>Approved image: fig1_evolution_paradigms.png; SHA-256: 9d38ce3852ce2e29860b5c54c8e9f6948f19ac2d1a71393fd83085c2ec32a60b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(38), whose internal pixels are not editable.</a:t>
            </a:r>
          </a:p>
          <a:p xmlns:a="http://schemas.openxmlformats.org/drawingml/2006/main">
            <a:r>
              <a:t>Font substitution: source PDF families mapped to Comic Sans MS, Cambria Math, Times New Roman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VideoEvoHarness framework</a:t>
            </a:r>
          </a:p>
          <a:p xmlns:a="http://schemas.openxmlformats.org/drawingml/2006/main">
            <a:r>
              <a:t>Source: https://arxiv.org/abs/2610.15389v1</a:t>
            </a:r>
          </a:p>
          <a:p xmlns:a="http://schemas.openxmlformats.org/drawingml/2006/main">
            <a:r>
              <a:t>Approved image: fig2_framework_overview.png; SHA-256: 9d536236b1f9c0c92474ee8a18a68c2673a7f69a4112c7b3578256b168f47f15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(61), whose internal pixels are not editable.</a:t>
            </a:r>
          </a:p>
          <a:p xmlns:a="http://schemas.openxmlformats.org/drawingml/2006/main">
            <a:r>
              <a:t>Font substitution: source PDF families mapped to Comic Sans MS, Arial, Cambria Math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Evidence-based reasoning: retained qualitative case</a:t>
            </a:r>
          </a:p>
          <a:p xmlns:a="http://schemas.openxmlformats.org/drawingml/2006/main">
            <a:r>
              <a:t>Source: https://arxiv.org/abs/2610.15389v1</a:t>
            </a:r>
          </a:p>
          <a:p xmlns:a="http://schemas.openxmlformats.org/drawingml/2006/main">
            <a:r>
              <a:t>Approved image: fig7 2026-10-15 152632.png; SHA-256: a54ed644b6994e9bb22aff88323044971608f3d2b609554ff9d0d507aa394864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(31), whose internal pixels are not editable.</a:t>
            </a:r>
          </a:p>
          <a:p xmlns:a="http://schemas.openxmlformats.org/drawingml/2006/main">
            <a:r>
              <a:t>Font substitution: source PDF families mapped to Comic Sans MS, Arial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1ab0562bb4f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78de96c65642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bda36fc8674e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0261db086141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7c06c8d17c41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39e27db0bc4c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A37125-DCB1-4E2E-99B6-531FE72140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98333"/>
            <a:ext cx="12192000" cy="1375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594D5F-FC7A-4C99-BB52-D1703320C7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5238750"/>
            <a:ext cx="10668000" cy="1058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BF9F7F7-AD66-4148-89D5-BAF94DE19B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968750"/>
            <a:ext cx="12192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4DFE62-8156-4C26-B744-5299B48392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40833"/>
            <a:ext cx="1352550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7DF649-5E6E-4E37-BC73-7277BB3693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645833"/>
            <a:ext cx="13525500" cy="592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5485091-36EE-4726-A48E-BBED1595C8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40833"/>
            <a:ext cx="1352550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E1B46B-7A6F-4742-A6C8-1001BA77C1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645833"/>
            <a:ext cx="6286500" cy="592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91E98E-2DE5-4CD4-B8FA-0762087D7A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645833"/>
            <a:ext cx="6286500" cy="592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1951AE-B23C-4571-9C03-A2E0361B5E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40833"/>
            <a:ext cx="1352550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E5B143-9BB5-4E36-93F0-1E799253BB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645833"/>
            <a:ext cx="6286500" cy="592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07c080c76140b1" /><Relationship Type="http://schemas.openxmlformats.org/officeDocument/2006/relationships/slideLayout" Target="/ppt/slideLayouts/slideLayout1.xml" Id="Ref4ae8f1950d4b75" /><Relationship Type="http://schemas.openxmlformats.org/officeDocument/2006/relationships/slideLayout" Target="/ppt/slideLayouts/slideLayout2.xml" Id="R7b5c6eabb54d485e" /><Relationship Type="http://schemas.openxmlformats.org/officeDocument/2006/relationships/slideLayout" Target="/ppt/slideLayouts/slideLayout3.xml" Id="Rd66679db15d24677" /><Relationship Type="http://schemas.openxmlformats.org/officeDocument/2006/relationships/slideLayout" Target="/ppt/slideLayouts/slideLayout4.xml" Id="Rcb21c40dbd704c53" /><Relationship Type="http://schemas.openxmlformats.org/officeDocument/2006/relationships/slideLayout" Target="/ppt/slideLayouts/slideLayout5.xml" Id="Rb5c57f8d103b4f75" /><Relationship Type="http://schemas.openxmlformats.org/officeDocument/2006/relationships/slideLayout" Target="/ppt/slideLayouts/slideLayout6.xml" Id="Rb6d41537499344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4ae8f1950d4b75"/>
    <p:sldLayoutId xmlns:r="http://schemas.openxmlformats.org/officeDocument/2006/relationships" id="2147483650" r:id="R7b5c6eabb54d485e"/>
    <p:sldLayoutId xmlns:r="http://schemas.openxmlformats.org/officeDocument/2006/relationships" id="2147483651" r:id="Rd66679db15d24677"/>
    <p:sldLayoutId xmlns:r="http://schemas.openxmlformats.org/officeDocument/2006/relationships" id="2147483652" r:id="Rcb21c40dbd704c53"/>
    <p:sldLayoutId xmlns:r="http://schemas.openxmlformats.org/officeDocument/2006/relationships" id="2147483653" r:id="Rb5c57f8d103b4f75"/>
    <p:sldLayoutId xmlns:r="http://schemas.openxmlformats.org/officeDocument/2006/relationships" id="2147483654" r:id="Rb6d41537499344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8de45b6d844c84" /><Relationship Type="http://schemas.openxmlformats.org/officeDocument/2006/relationships/image" Target="/ppt/media/image.png" Id="R9d793e2af1a24d26" /><Relationship Type="http://schemas.openxmlformats.org/officeDocument/2006/relationships/image" Target="/ppt/media/image2.png" Id="R4a9300b5b94845c7" /><Relationship Type="http://schemas.openxmlformats.org/officeDocument/2006/relationships/image" Target="/ppt/media/image3.png" Id="R7baec7c98d984552" /><Relationship Type="http://schemas.openxmlformats.org/officeDocument/2006/relationships/image" Target="/ppt/media/image4.png" Id="Rffc2c76dcb9d4e64" /><Relationship Type="http://schemas.openxmlformats.org/officeDocument/2006/relationships/image" Target="/ppt/media/image5.png" Id="R3c5aa7c7de284cdc" /><Relationship Type="http://schemas.openxmlformats.org/officeDocument/2006/relationships/image" Target="/ppt/media/image6.png" Id="Rbacc8a2484e346fc" /><Relationship Type="http://schemas.openxmlformats.org/officeDocument/2006/relationships/image" Target="/ppt/media/image7.png" Id="R36ba5aad8bff4f34" /><Relationship Type="http://schemas.openxmlformats.org/officeDocument/2006/relationships/image" Target="/ppt/media/image8.png" Id="Ra3cf206e2d8c4e8d" /><Relationship Type="http://schemas.openxmlformats.org/officeDocument/2006/relationships/image" Target="/ppt/media/image9.png" Id="Rfd10651914c347a3" /><Relationship Type="http://schemas.openxmlformats.org/officeDocument/2006/relationships/image" Target="/ppt/media/image10.png" Id="R1dee9abb9b6d449c" /><Relationship Type="http://schemas.openxmlformats.org/officeDocument/2006/relationships/image" Target="/ppt/media/image11.png" Id="R5eca06ec63384b62" /><Relationship Type="http://schemas.openxmlformats.org/officeDocument/2006/relationships/image" Target="/ppt/media/image12.png" Id="R9e5780d417df4773" /><Relationship Type="http://schemas.openxmlformats.org/officeDocument/2006/relationships/image" Target="/ppt/media/image13.png" Id="R13d8e43c181c4393" /><Relationship Type="http://schemas.openxmlformats.org/officeDocument/2006/relationships/image" Target="/ppt/media/image14.png" Id="R5f5a4700c32c4fe3" /><Relationship Type="http://schemas.openxmlformats.org/officeDocument/2006/relationships/image" Target="/ppt/media/image15.png" Id="R3eb9d985144d498c" /><Relationship Type="http://schemas.openxmlformats.org/officeDocument/2006/relationships/image" Target="/ppt/media/image16.png" Id="R9418e9a793044e57" /><Relationship Type="http://schemas.openxmlformats.org/officeDocument/2006/relationships/image" Target="/ppt/media/image17.png" Id="R9e562f8f070d4706" /><Relationship Type="http://schemas.openxmlformats.org/officeDocument/2006/relationships/image" Target="/ppt/media/image18.png" Id="Reeb0fd6d6bdf4f24" /><Relationship Type="http://schemas.openxmlformats.org/officeDocument/2006/relationships/image" Target="/ppt/media/image19.png" Id="Ra7fadf5116774cb3" /><Relationship Type="http://schemas.openxmlformats.org/officeDocument/2006/relationships/image" Target="/ppt/media/image20.png" Id="Rc8dc99035687466c" /><Relationship Type="http://schemas.openxmlformats.org/officeDocument/2006/relationships/image" Target="/ppt/media/image21.png" Id="Rdd77a532875a4d8c" /><Relationship Type="http://schemas.openxmlformats.org/officeDocument/2006/relationships/image" Target="/ppt/media/image22.png" Id="Rc483124b776c40aa" /><Relationship Type="http://schemas.openxmlformats.org/officeDocument/2006/relationships/image" Target="/ppt/media/image23.png" Id="Re7d9fb061feb4396" /><Relationship Type="http://schemas.openxmlformats.org/officeDocument/2006/relationships/image" Target="/ppt/media/image24.png" Id="R2029516c84244d4f" /><Relationship Type="http://schemas.openxmlformats.org/officeDocument/2006/relationships/image" Target="/ppt/media/image25.png" Id="R1e8a12a85d1f4366" /><Relationship Type="http://schemas.openxmlformats.org/officeDocument/2006/relationships/image" Target="/ppt/media/image26.png" Id="R181265a3495647e6" /><Relationship Type="http://schemas.openxmlformats.org/officeDocument/2006/relationships/image" Target="/ppt/media/image27.png" Id="R4ebdecf7ff6142de" /><Relationship Type="http://schemas.openxmlformats.org/officeDocument/2006/relationships/image" Target="/ppt/media/image28.png" Id="R066ac5ef5f264e63" /><Relationship Type="http://schemas.openxmlformats.org/officeDocument/2006/relationships/image" Target="/ppt/media/image29.png" Id="R103ca508cd0c45e0" /><Relationship Type="http://schemas.openxmlformats.org/officeDocument/2006/relationships/image" Target="/ppt/media/image30.png" Id="Ra4c1859906954d4b" /><Relationship Type="http://schemas.openxmlformats.org/officeDocument/2006/relationships/image" Target="/ppt/media/image31.png" Id="R636d3ebd4043423f" /><Relationship Type="http://schemas.openxmlformats.org/officeDocument/2006/relationships/image" Target="/ppt/media/image32.png" Id="Rd4114cb36c64414c" /><Relationship Type="http://schemas.openxmlformats.org/officeDocument/2006/relationships/image" Target="/ppt/media/image33.png" Id="R722c67527473479f" /><Relationship Type="http://schemas.openxmlformats.org/officeDocument/2006/relationships/image" Target="/ppt/media/image34.png" Id="Rfd9e651207c24123" /><Relationship Type="http://schemas.openxmlformats.org/officeDocument/2006/relationships/image" Target="/ppt/media/image35.png" Id="R70e8aa5c608740f5" /><Relationship Type="http://schemas.openxmlformats.org/officeDocument/2006/relationships/image" Target="/ppt/media/image36.png" Id="R65fb5cfc467b4be8" /><Relationship Type="http://schemas.openxmlformats.org/officeDocument/2006/relationships/image" Target="/ppt/media/image37.png" Id="R4098091a291d49d9" /><Relationship Type="http://schemas.openxmlformats.org/officeDocument/2006/relationships/image" Target="/ppt/media/image38.png" Id="R7c91d7f36b7f45bd" /><Relationship Type="http://schemas.openxmlformats.org/officeDocument/2006/relationships/notesSlide" Target="/ppt/notesSlides/notesSlide1.xml" Id="R7552a559c20740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d4642056a14b0f" /><Relationship Type="http://schemas.openxmlformats.org/officeDocument/2006/relationships/image" Target="/ppt/media/image39.png" Id="R95422a75df5d49a5" /><Relationship Type="http://schemas.openxmlformats.org/officeDocument/2006/relationships/image" Target="/ppt/media/image40.png" Id="Rb9f3e383c1d848bf" /><Relationship Type="http://schemas.openxmlformats.org/officeDocument/2006/relationships/image" Target="/ppt/media/image41.png" Id="R0f11727946014b40" /><Relationship Type="http://schemas.openxmlformats.org/officeDocument/2006/relationships/image" Target="/ppt/media/image42.png" Id="R8c9af264f378482d" /><Relationship Type="http://schemas.openxmlformats.org/officeDocument/2006/relationships/image" Target="/ppt/media/image43.png" Id="Rdf31ec3fcce54d11" /><Relationship Type="http://schemas.openxmlformats.org/officeDocument/2006/relationships/image" Target="/ppt/media/image44.png" Id="Rc3e32de684ab442a" /><Relationship Type="http://schemas.openxmlformats.org/officeDocument/2006/relationships/image" Target="/ppt/media/image45.png" Id="R7f48cde8121f4c13" /><Relationship Type="http://schemas.openxmlformats.org/officeDocument/2006/relationships/image" Target="/ppt/media/image46.png" Id="R6e98e59be76846e9" /><Relationship Type="http://schemas.openxmlformats.org/officeDocument/2006/relationships/image" Target="/ppt/media/image47.png" Id="Rd6741d86c1f84bd0" /><Relationship Type="http://schemas.openxmlformats.org/officeDocument/2006/relationships/image" Target="/ppt/media/image48.png" Id="R432a90f85bd14c34" /><Relationship Type="http://schemas.openxmlformats.org/officeDocument/2006/relationships/image" Target="/ppt/media/image49.png" Id="R40630a11a87a4149" /><Relationship Type="http://schemas.openxmlformats.org/officeDocument/2006/relationships/image" Target="/ppt/media/image50.png" Id="R5592611dd8ce4871" /><Relationship Type="http://schemas.openxmlformats.org/officeDocument/2006/relationships/image" Target="/ppt/media/image51.png" Id="Ra72a0ec676e64aca" /><Relationship Type="http://schemas.openxmlformats.org/officeDocument/2006/relationships/image" Target="/ppt/media/image52.png" Id="Ra08a73e9ba9f4f90" /><Relationship Type="http://schemas.openxmlformats.org/officeDocument/2006/relationships/image" Target="/ppt/media/image53.png" Id="Redb11a85564b4252" /><Relationship Type="http://schemas.openxmlformats.org/officeDocument/2006/relationships/image" Target="/ppt/media/image54.png" Id="Rc415a07904ee46cf" /><Relationship Type="http://schemas.openxmlformats.org/officeDocument/2006/relationships/image" Target="/ppt/media/image55.png" Id="Rd38515b594f0478a" /><Relationship Type="http://schemas.openxmlformats.org/officeDocument/2006/relationships/image" Target="/ppt/media/image56.png" Id="Ra24009b9df254790" /><Relationship Type="http://schemas.openxmlformats.org/officeDocument/2006/relationships/image" Target="/ppt/media/image57.png" Id="R496f33aca9d34682" /><Relationship Type="http://schemas.openxmlformats.org/officeDocument/2006/relationships/image" Target="/ppt/media/image58.png" Id="R6a030f038d3144eb" /><Relationship Type="http://schemas.openxmlformats.org/officeDocument/2006/relationships/image" Target="/ppt/media/image59.png" Id="R78919cb8175b437e" /><Relationship Type="http://schemas.openxmlformats.org/officeDocument/2006/relationships/image" Target="/ppt/media/image60.png" Id="Rb1609a0969d24b9e" /><Relationship Type="http://schemas.openxmlformats.org/officeDocument/2006/relationships/image" Target="/ppt/media/image61.png" Id="R6daf7990acaa4891" /><Relationship Type="http://schemas.openxmlformats.org/officeDocument/2006/relationships/image" Target="/ppt/media/image62.png" Id="Rc0d1f48c5ad44568" /><Relationship Type="http://schemas.openxmlformats.org/officeDocument/2006/relationships/image" Target="/ppt/media/image63.png" Id="R946fd13979a84732" /><Relationship Type="http://schemas.openxmlformats.org/officeDocument/2006/relationships/image" Target="/ppt/media/image64.png" Id="R73bb86aae412418f" /><Relationship Type="http://schemas.openxmlformats.org/officeDocument/2006/relationships/image" Target="/ppt/media/image65.png" Id="R1076d5a969fa4925" /><Relationship Type="http://schemas.openxmlformats.org/officeDocument/2006/relationships/image" Target="/ppt/media/image66.png" Id="R1bfb80dfebbb42f9" /><Relationship Type="http://schemas.openxmlformats.org/officeDocument/2006/relationships/image" Target="/ppt/media/image67.png" Id="Rdb88d72eb1e84f31" /><Relationship Type="http://schemas.openxmlformats.org/officeDocument/2006/relationships/image" Target="/ppt/media/image68.png" Id="R10297ace4df34427" /><Relationship Type="http://schemas.openxmlformats.org/officeDocument/2006/relationships/image" Target="/ppt/media/image69.png" Id="R8a0bdad6ec2d47cd" /><Relationship Type="http://schemas.openxmlformats.org/officeDocument/2006/relationships/image" Target="/ppt/media/image70.png" Id="Race172c5e2b741af" /><Relationship Type="http://schemas.openxmlformats.org/officeDocument/2006/relationships/image" Target="/ppt/media/image71.png" Id="Re4ba32a5b9954441" /><Relationship Type="http://schemas.openxmlformats.org/officeDocument/2006/relationships/image" Target="/ppt/media/image72.png" Id="Rdae9f9394f094e97" /><Relationship Type="http://schemas.openxmlformats.org/officeDocument/2006/relationships/image" Target="/ppt/media/image73.png" Id="R1a954985e5d64b5a" /><Relationship Type="http://schemas.openxmlformats.org/officeDocument/2006/relationships/image" Target="/ppt/media/image74.png" Id="R04a20cb9b0f24016" /><Relationship Type="http://schemas.openxmlformats.org/officeDocument/2006/relationships/image" Target="/ppt/media/image75.png" Id="R73b22e8be21f443d" /><Relationship Type="http://schemas.openxmlformats.org/officeDocument/2006/relationships/image" Target="/ppt/media/image76.png" Id="Ra343ee32466c40d2" /><Relationship Type="http://schemas.openxmlformats.org/officeDocument/2006/relationships/image" Target="/ppt/media/image77.png" Id="Rae1546e994a8412b" /><Relationship Type="http://schemas.openxmlformats.org/officeDocument/2006/relationships/image" Target="/ppt/media/image78.png" Id="R4241aae2f4944b77" /><Relationship Type="http://schemas.openxmlformats.org/officeDocument/2006/relationships/image" Target="/ppt/media/image79.png" Id="Rbf156b0e2c3f45a9" /><Relationship Type="http://schemas.openxmlformats.org/officeDocument/2006/relationships/image" Target="/ppt/media/image80.png" Id="Rf4b559c969b74726" /><Relationship Type="http://schemas.openxmlformats.org/officeDocument/2006/relationships/image" Target="/ppt/media/image81.png" Id="R3fb276b615c04631" /><Relationship Type="http://schemas.openxmlformats.org/officeDocument/2006/relationships/image" Target="/ppt/media/image82.png" Id="Rb681aaa9677f49e9" /><Relationship Type="http://schemas.openxmlformats.org/officeDocument/2006/relationships/image" Target="/ppt/media/image83.png" Id="Rde7f2f1efe914f44" /><Relationship Type="http://schemas.openxmlformats.org/officeDocument/2006/relationships/image" Target="/ppt/media/image84.png" Id="Rcc732bc09e2240ce" /><Relationship Type="http://schemas.openxmlformats.org/officeDocument/2006/relationships/image" Target="/ppt/media/image85.png" Id="Rb0eaa0f276434bb4" /><Relationship Type="http://schemas.openxmlformats.org/officeDocument/2006/relationships/image" Target="/ppt/media/image86.png" Id="R9dab636f703f4713" /><Relationship Type="http://schemas.openxmlformats.org/officeDocument/2006/relationships/image" Target="/ppt/media/image87.png" Id="Rb46da0e8a1114c30" /><Relationship Type="http://schemas.openxmlformats.org/officeDocument/2006/relationships/image" Target="/ppt/media/image88.png" Id="R31ae616c227d430d" /><Relationship Type="http://schemas.openxmlformats.org/officeDocument/2006/relationships/image" Target="/ppt/media/image89.png" Id="R66e996071e644835" /><Relationship Type="http://schemas.openxmlformats.org/officeDocument/2006/relationships/image" Target="/ppt/media/image90.png" Id="R0459cdb3c678482f" /><Relationship Type="http://schemas.openxmlformats.org/officeDocument/2006/relationships/image" Target="/ppt/media/image91.png" Id="R77186a7063fb4945" /><Relationship Type="http://schemas.openxmlformats.org/officeDocument/2006/relationships/image" Target="/ppt/media/image92.png" Id="Reca89a7258784142" /><Relationship Type="http://schemas.openxmlformats.org/officeDocument/2006/relationships/image" Target="/ppt/media/image93.png" Id="Ra51e235dd45b4769" /><Relationship Type="http://schemas.openxmlformats.org/officeDocument/2006/relationships/image" Target="/ppt/media/image94.png" Id="Rc9c0f40f92b14a17" /><Relationship Type="http://schemas.openxmlformats.org/officeDocument/2006/relationships/image" Target="/ppt/media/image95.png" Id="R08d9900b43c14d8b" /><Relationship Type="http://schemas.openxmlformats.org/officeDocument/2006/relationships/image" Target="/ppt/media/image96.png" Id="R21a30beb3b274ed8" /><Relationship Type="http://schemas.openxmlformats.org/officeDocument/2006/relationships/image" Target="/ppt/media/image97.png" Id="Rd0627001bf0642db" /><Relationship Type="http://schemas.openxmlformats.org/officeDocument/2006/relationships/image" Target="/ppt/media/image98.png" Id="Ra086a602219e445c" /><Relationship Type="http://schemas.openxmlformats.org/officeDocument/2006/relationships/image" Target="/ppt/media/image99.png" Id="R3a0f5b085c0e4870" /><Relationship Type="http://schemas.openxmlformats.org/officeDocument/2006/relationships/notesSlide" Target="/ppt/notesSlides/notesSlide2.xml" Id="R66b2d4d0047843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94898cdc114725" /><Relationship Type="http://schemas.openxmlformats.org/officeDocument/2006/relationships/image" Target="/ppt/media/image100.png" Id="R06bd72ad23b74c2c" /><Relationship Type="http://schemas.openxmlformats.org/officeDocument/2006/relationships/image" Target="/ppt/media/image101.png" Id="R6ec8e1c7851a44cd" /><Relationship Type="http://schemas.openxmlformats.org/officeDocument/2006/relationships/image" Target="/ppt/media/image102.png" Id="Re8e7b02e6d1240f8" /><Relationship Type="http://schemas.openxmlformats.org/officeDocument/2006/relationships/image" Target="/ppt/media/image103.png" Id="R387d2580989c4c3f" /><Relationship Type="http://schemas.openxmlformats.org/officeDocument/2006/relationships/image" Target="/ppt/media/image104.png" Id="R38fc133cd71f4f6a" /><Relationship Type="http://schemas.openxmlformats.org/officeDocument/2006/relationships/image" Target="/ppt/media/image105.png" Id="R1b40e032c2554dcb" /><Relationship Type="http://schemas.openxmlformats.org/officeDocument/2006/relationships/image" Target="/ppt/media/image106.png" Id="Rf01a2bb45ddb4ae8" /><Relationship Type="http://schemas.openxmlformats.org/officeDocument/2006/relationships/image" Target="/ppt/media/image107.png" Id="Rae3d82c591154e11" /><Relationship Type="http://schemas.openxmlformats.org/officeDocument/2006/relationships/image" Target="/ppt/media/image108.png" Id="Rddd542f5e3e143ce" /><Relationship Type="http://schemas.openxmlformats.org/officeDocument/2006/relationships/image" Target="/ppt/media/image109.png" Id="R8460dbbe692246f2" /><Relationship Type="http://schemas.openxmlformats.org/officeDocument/2006/relationships/image" Target="/ppt/media/image110.png" Id="R569dfa9fefb840f4" /><Relationship Type="http://schemas.openxmlformats.org/officeDocument/2006/relationships/image" Target="/ppt/media/image111.png" Id="R0501e369ca9c4f60" /><Relationship Type="http://schemas.openxmlformats.org/officeDocument/2006/relationships/image" Target="/ppt/media/image112.png" Id="R262ce71031b34cbf" /><Relationship Type="http://schemas.openxmlformats.org/officeDocument/2006/relationships/image" Target="/ppt/media/image113.png" Id="Rb826d92fdb504551" /><Relationship Type="http://schemas.openxmlformats.org/officeDocument/2006/relationships/image" Target="/ppt/media/image114.png" Id="R299f8bf81fed4037" /><Relationship Type="http://schemas.openxmlformats.org/officeDocument/2006/relationships/image" Target="/ppt/media/image115.png" Id="R26ca0bdc622b4cb4" /><Relationship Type="http://schemas.openxmlformats.org/officeDocument/2006/relationships/image" Target="/ppt/media/image116.png" Id="R5ca99910e8104c1b" /><Relationship Type="http://schemas.openxmlformats.org/officeDocument/2006/relationships/image" Target="/ppt/media/image117.png" Id="Rf4c19b1f40f34d5a" /><Relationship Type="http://schemas.openxmlformats.org/officeDocument/2006/relationships/image" Target="/ppt/media/image118.png" Id="R2d2bc493c1754769" /><Relationship Type="http://schemas.openxmlformats.org/officeDocument/2006/relationships/image" Target="/ppt/media/image119.png" Id="Ra71c96a6f5d249a4" /><Relationship Type="http://schemas.openxmlformats.org/officeDocument/2006/relationships/image" Target="/ppt/media/image120.png" Id="Rf26ec57689d64cb1" /><Relationship Type="http://schemas.openxmlformats.org/officeDocument/2006/relationships/image" Target="/ppt/media/image121.png" Id="R3ed91f3afdb54485" /><Relationship Type="http://schemas.openxmlformats.org/officeDocument/2006/relationships/image" Target="/ppt/media/image122.png" Id="R462430ba69544d4c" /><Relationship Type="http://schemas.openxmlformats.org/officeDocument/2006/relationships/image" Target="/ppt/media/image123.png" Id="R68efdc2449144403" /><Relationship Type="http://schemas.openxmlformats.org/officeDocument/2006/relationships/image" Target="/ppt/media/image124.png" Id="R8702520a66794fa0" /><Relationship Type="http://schemas.openxmlformats.org/officeDocument/2006/relationships/image" Target="/ppt/media/image125.png" Id="R27878f183cf44ce7" /><Relationship Type="http://schemas.openxmlformats.org/officeDocument/2006/relationships/image" Target="/ppt/media/image126.png" Id="Reece8eac64c64991" /><Relationship Type="http://schemas.openxmlformats.org/officeDocument/2006/relationships/image" Target="/ppt/media/image127.png" Id="R6f466980ac1d42f0" /><Relationship Type="http://schemas.openxmlformats.org/officeDocument/2006/relationships/image" Target="/ppt/media/image128.png" Id="Rbb256729a7a64f13" /><Relationship Type="http://schemas.openxmlformats.org/officeDocument/2006/relationships/image" Target="/ppt/media/image129.png" Id="Ra3f53a2cb2124f6c" /><Relationship Type="http://schemas.openxmlformats.org/officeDocument/2006/relationships/image" Target="/ppt/media/image130.png" Id="Rdb4b1e8007104b6c" /><Relationship Type="http://schemas.openxmlformats.org/officeDocument/2006/relationships/notesSlide" Target="/ppt/notesSlides/notesSlide3.xml" Id="Rb7c78672e42244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3" name="path-1">
            <a:extLst xmlns:a="http://schemas.openxmlformats.org/drawingml/2006/main">
              <a:ext uri="{FF2B5EF4-FFF2-40B4-BE49-F238E27FC236}">
                <a16:creationId xmlns:a16="http://schemas.microsoft.com/office/drawing/2014/main" id="{B29F9FCF-FE9D-4097-BFF5-B958BF1A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91" y="1831443"/>
            <a:ext cx="14938113" cy="5816339"/>
          </a:xfrm>
          <a:custGeom xmlns:a="http://schemas.openxmlformats.org/drawingml/2006/main">
            <a:pathLst>
              <a:path w="14938113" h="5816339">
                <a:moveTo>
                  <a:pt x="14938113" y="0"/>
                </a:moveTo>
                <a:lnTo>
                  <a:pt x="0" y="0"/>
                </a:lnTo>
                <a:lnTo>
                  <a:pt x="0" y="5816339"/>
                </a:lnTo>
                <a:lnTo>
                  <a:pt x="14938113" y="5816339"/>
                </a:lnTo>
                <a:lnTo>
                  <a:pt x="1493811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9A460736-C681-4617-970D-38CF1EF2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5904" y="1872188"/>
            <a:ext cx="6671984" cy="5736509"/>
          </a:xfrm>
          <a:custGeom xmlns:a="http://schemas.openxmlformats.org/drawingml/2006/main">
            <a:pathLst>
              <a:path w="6671984" h="5736509">
                <a:moveTo>
                  <a:pt x="0" y="324191"/>
                </a:moveTo>
                <a:cubicBezTo>
                  <a:pt x="0" y="145153"/>
                  <a:pt x="145083" y="0"/>
                  <a:pt x="324049" y="0"/>
                </a:cubicBezTo>
                <a:lnTo>
                  <a:pt x="6347934" y="0"/>
                </a:lnTo>
                <a:cubicBezTo>
                  <a:pt x="6526901" y="0"/>
                  <a:pt x="6671984" y="145153"/>
                  <a:pt x="6671984" y="324191"/>
                </a:cubicBezTo>
                <a:lnTo>
                  <a:pt x="6671984" y="5412335"/>
                </a:lnTo>
                <a:cubicBezTo>
                  <a:pt x="6671984" y="5591373"/>
                  <a:pt x="6526901" y="5736509"/>
                  <a:pt x="6347934" y="5736509"/>
                </a:cubicBezTo>
                <a:lnTo>
                  <a:pt x="324049" y="5736509"/>
                </a:lnTo>
                <a:cubicBezTo>
                  <a:pt x="145083" y="5736509"/>
                  <a:pt x="0" y="5591373"/>
                  <a:pt x="0" y="5412335"/>
                </a:cubicBezTo>
                <a:lnTo>
                  <a:pt x="0" y="324191"/>
                </a:lnTo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text-3 (c)">
            <a:extLst xmlns:a="http://schemas.openxmlformats.org/drawingml/2006/main">
              <a:ext uri="{FF2B5EF4-FFF2-40B4-BE49-F238E27FC236}">
                <a16:creationId xmlns:a16="http://schemas.microsoft.com/office/drawing/2014/main" id="{502F24FB-26EF-4E28-96C8-8422F07B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9008" y="1914996"/>
            <a:ext cx="363170" cy="35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pPr>
            <a:r>
              <a:rPr sz="200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rPr>
              <a:t>(c)</a:t>
            </a:r>
          </a:p>
        </p:txBody>
      </p:sp>
      <p:sp>
        <p:nvSpPr>
          <p:cNvPr id="4" name="text-4 VideoEvoHarness">
            <a:extLst xmlns:a="http://schemas.openxmlformats.org/drawingml/2006/main">
              <a:ext uri="{FF2B5EF4-FFF2-40B4-BE49-F238E27FC236}">
                <a16:creationId xmlns:a16="http://schemas.microsoft.com/office/drawing/2014/main" id="{2D0F0B35-9A13-47F7-B386-1C77F927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6194" y="1914798"/>
            <a:ext cx="2116606" cy="356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7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7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pPr>
            <a:r>
              <a:rPr sz="2007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rPr>
              <a:t>VideoEvoHarness</a:t>
            </a:r>
          </a:p>
        </p:txBody>
      </p:sp>
      <p:sp>
        <p:nvSpPr>
          <p:cNvPr id="5" name="text-6 (Ours)">
            <a:extLst xmlns:a="http://schemas.openxmlformats.org/drawingml/2006/main">
              <a:ext uri="{FF2B5EF4-FFF2-40B4-BE49-F238E27FC236}">
                <a16:creationId xmlns:a16="http://schemas.microsoft.com/office/drawing/2014/main" id="{2D934980-5B1D-4CBB-AEA7-A2C17AE5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4773" y="1915914"/>
            <a:ext cx="811510" cy="35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8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8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pPr>
            <a:r>
              <a:rPr sz="1998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rPr>
              <a:t>(Ours)</a:t>
            </a:r>
          </a:p>
        </p:txBody>
      </p:sp>
      <p:sp>
        <p:nvSpPr>
          <p:cNvPr id="6" name="text-7 Unlabeled">
            <a:extLst xmlns:a="http://schemas.openxmlformats.org/drawingml/2006/main">
              <a:ext uri="{FF2B5EF4-FFF2-40B4-BE49-F238E27FC236}">
                <a16:creationId xmlns:a16="http://schemas.microsoft.com/office/drawing/2014/main" id="{4CE8C013-BE44-4AEE-BBC4-4F348BE2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7887" y="2319331"/>
            <a:ext cx="864267" cy="250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0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Unlabeled</a:t>
            </a:r>
          </a:p>
        </p:txBody>
      </p:sp>
      <p:sp>
        <p:nvSpPr>
          <p:cNvPr id="7" name="text-7 videos">
            <a:extLst xmlns:a="http://schemas.openxmlformats.org/drawingml/2006/main">
              <a:ext uri="{FF2B5EF4-FFF2-40B4-BE49-F238E27FC236}">
                <a16:creationId xmlns:a16="http://schemas.microsoft.com/office/drawing/2014/main" id="{E499A610-97B8-4819-9959-BB92DDF5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8267" y="2320220"/>
            <a:ext cx="551562" cy="24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39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videos</a:t>
            </a:r>
          </a:p>
        </p:txBody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196560D3-D99F-4F73-A049-938EA2FB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641" y="2598169"/>
            <a:ext cx="2704445" cy="937417"/>
          </a:xfrm>
          <a:custGeom xmlns:a="http://schemas.openxmlformats.org/drawingml/2006/main">
            <a:pathLst>
              <a:path w="2704445" h="937417">
                <a:moveTo>
                  <a:pt x="0" y="0"/>
                </a:moveTo>
                <a:lnTo>
                  <a:pt x="2704445" y="0"/>
                </a:lnTo>
                <a:lnTo>
                  <a:pt x="2704445" y="937417"/>
                </a:lnTo>
                <a:lnTo>
                  <a:pt x="0" y="937417"/>
                </a:lnTo>
                <a:close/>
              </a:path>
            </a:pathLst>
          </a:custGeom>
          <a:solidFill xmlns:a="http://schemas.openxmlformats.org/drawingml/2006/main">
            <a:srgbClr val="172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7BA4789C-4CC7-4A04-9C8C-1EAFD0FB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641" y="2598169"/>
            <a:ext cx="2704445" cy="937417"/>
          </a:xfrm>
          <a:custGeom xmlns:a="http://schemas.openxmlformats.org/drawingml/2006/main">
            <a:pathLst>
              <a:path w="2704445" h="937417">
                <a:moveTo>
                  <a:pt x="0" y="0"/>
                </a:moveTo>
                <a:lnTo>
                  <a:pt x="2704445" y="0"/>
                </a:lnTo>
                <a:lnTo>
                  <a:pt x="2704445" y="937417"/>
                </a:lnTo>
                <a:lnTo>
                  <a:pt x="0" y="9374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17212E"/>
            </a:solidFill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AB951998-928F-4DF6-8FD7-67CE7B07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944" y="2654248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8F69DEBD-00A4-47F5-A558-9427BCC9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944" y="2654248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54E03890-1015-4F37-A5E9-9D8D1425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944" y="3423521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42610D78-4675-4EBB-8F0A-D97C7938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944" y="3423521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8C9F84C6-F847-4F9E-ABEB-289C964A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458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CBD10EF9-DB8F-4FAE-9679-F9A43B7F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458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9798558E-BB3F-4A77-9212-B5BC4937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458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017A57CB-DB5C-44F6-B9F9-EB538DB4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458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7819A955-BB5D-40FF-BEF2-23E60EEC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065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1B4ABBB7-374B-4431-B7F8-2609786A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065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53E71A45-9CE7-4C5A-9335-9B8C7363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065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A9438978-5390-445A-891F-85957549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065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DAC58476-AFDE-4CC2-9916-113A3876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6579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7E4C73F1-6CB9-4C54-A1D8-7DBD9F8D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6579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4881E953-643E-4CCE-8F1C-BD76713C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6579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5A188CFA-DF0E-44E5-A29A-203D340D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6579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7B53CB1F-0211-4CAB-AA7A-52A71B3A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86" y="2654248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0802AB6C-16DB-4DBD-BB81-04B393F3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86" y="2654248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E31A9724-9B1F-4646-AB98-0BFA5FE4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86" y="3423521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71E06632-F5B7-49E4-BBF2-770BE695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86" y="3423521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DB2A69AB-CD30-42CF-840E-8AFB5491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700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D9086E11-7512-4AFE-808D-03715A69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700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37E72CF8-72ED-4317-98FF-89800A63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700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8AF54F97-17B3-47D6-A042-9CCB4526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700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27262CED-54B7-4D56-A470-F89E0526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308" y="2654248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D64DBD23-C28C-40E8-9BB8-24F4587F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308" y="2654248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34FD27F4-DA03-4475-AE56-D9EB0917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308" y="3423521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82C5E0A3-E78E-4000-9EB5-F4B469ED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308" y="3423521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8911C33A-2155-4574-8ED2-D8222EB4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821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B730B7B4-DC1B-42F8-972A-32EE5447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821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27EF6273-CC3A-40B4-9AA9-C496D601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821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D1D7BACC-B10D-4BEC-9414-94F6C972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821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330B066F-1E80-41FA-BD39-AEB5D42B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430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C067B82B-8948-4CA6-851A-B927A75F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430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3320D0D9-036A-4150-B94D-62978F95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430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2C94C95B-4046-4991-B10F-79581545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430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2BB8DD02-AEF2-4380-AAD9-7D113F95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944" y="2654248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56FEBBCF-893C-4597-9BE0-B8746C0D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944" y="2654248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DCDB8A42-039C-4F1A-BFF4-AF236EF3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944" y="3423521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DCD062A0-92AB-4816-917F-B9F5B129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944" y="3423521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717E6D54-D67C-42C9-9347-AC1F51C5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551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CC3EEC4B-3049-4271-B12D-83B35C15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551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C7DFAC78-971D-4A9A-9EF2-C2D1C889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551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BB943B79-9B26-4861-AAF6-323F88EF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551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3217AD27-44A1-4DAC-ADD5-7ED7F0F3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065" y="2654248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D5C5C4F4-A9B0-46B1-932B-9F541C35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065" y="2654248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61010DEE-B911-4AC6-830F-5510C676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065" y="3423521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94AFE706-B0D4-49D4-8864-55325968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065" y="3423521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58" name="path-58">
            <a:extLst xmlns:a="http://schemas.openxmlformats.org/drawingml/2006/main">
              <a:ext uri="{FF2B5EF4-FFF2-40B4-BE49-F238E27FC236}">
                <a16:creationId xmlns:a16="http://schemas.microsoft.com/office/drawing/2014/main" id="{57608D97-C8B8-4BA9-954F-70D47761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9673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A92B23BE-67BC-4D69-BA16-FC2FD528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9673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4B2BBE23-778F-482B-B70D-8FF20C4C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9673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36EBF97F-4947-41D4-97B8-3A4F11F1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9673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75577CF1-C0F8-47FF-839F-868231AC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187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427E726F-2739-4EC1-BE84-2871BC53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187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4" name="path-64">
            <a:extLst xmlns:a="http://schemas.openxmlformats.org/drawingml/2006/main">
              <a:ext uri="{FF2B5EF4-FFF2-40B4-BE49-F238E27FC236}">
                <a16:creationId xmlns:a16="http://schemas.microsoft.com/office/drawing/2014/main" id="{8D444970-B32F-436F-BC11-94F86599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187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65">
            <a:extLst xmlns:a="http://schemas.openxmlformats.org/drawingml/2006/main">
              <a:ext uri="{FF2B5EF4-FFF2-40B4-BE49-F238E27FC236}">
                <a16:creationId xmlns:a16="http://schemas.microsoft.com/office/drawing/2014/main" id="{86AC6AAC-9C00-4EA1-99A7-512347EB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187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7FEF71AF-DC44-4A14-B045-169F435C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794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71FA6F51-FC36-4391-B8A3-336CE717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794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9967C41F-743C-4FBB-8C05-23C09B02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794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AACFCFA0-6BA1-4B60-AD9B-B1BD997B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794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7A852998-BF4C-4F3A-8624-B5EE60FE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7308" y="2654248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A5490276-4F3D-422A-8800-95859262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7308" y="2654248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3CDD6471-A61C-4D69-8173-68F2D34C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7308" y="3423521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199E7C85-02BF-4805-B9D1-24EB10D1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7308" y="3423521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807C0B18-8F1D-4A60-8137-32D01AFC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916" y="2654248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95D2E5BF-3245-4A8A-9263-EED04320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916" y="2654248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6" name="path-76">
            <a:extLst xmlns:a="http://schemas.openxmlformats.org/drawingml/2006/main">
              <a:ext uri="{FF2B5EF4-FFF2-40B4-BE49-F238E27FC236}">
                <a16:creationId xmlns:a16="http://schemas.microsoft.com/office/drawing/2014/main" id="{17809007-5B46-4342-9C3D-DD69B55D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916" y="3423521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50C53D63-C904-4364-B533-7A92B01F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916" y="3423521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C56D60EB-801F-461E-B7B0-A5A8C042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429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1097A9EF-2608-4237-9880-84BB1F52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429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26413AD3-8CD2-4C7E-A34D-97141644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429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AC6B50B3-9A36-4F38-9D82-5D5EE077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429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82" name="path-82">
            <a:extLst xmlns:a="http://schemas.openxmlformats.org/drawingml/2006/main">
              <a:ext uri="{FF2B5EF4-FFF2-40B4-BE49-F238E27FC236}">
                <a16:creationId xmlns:a16="http://schemas.microsoft.com/office/drawing/2014/main" id="{7E3041E5-FE06-4749-BB6D-285EEC39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037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F7853317-7D5A-4D4A-8518-8AE77E74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037" y="2654248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84" name="path-84">
            <a:extLst xmlns:a="http://schemas.openxmlformats.org/drawingml/2006/main">
              <a:ext uri="{FF2B5EF4-FFF2-40B4-BE49-F238E27FC236}">
                <a16:creationId xmlns:a16="http://schemas.microsoft.com/office/drawing/2014/main" id="{C8EB0DAE-1BB0-4455-8C72-F4938ED7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037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5">
            <a:extLst xmlns:a="http://schemas.openxmlformats.org/drawingml/2006/main">
              <a:ext uri="{FF2B5EF4-FFF2-40B4-BE49-F238E27FC236}">
                <a16:creationId xmlns:a16="http://schemas.microsoft.com/office/drawing/2014/main" id="{7EB1AA3F-814A-465D-BA0D-0DAEC848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037" y="3423521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86" name="path-86">
            <a:extLst xmlns:a="http://schemas.openxmlformats.org/drawingml/2006/main">
              <a:ext uri="{FF2B5EF4-FFF2-40B4-BE49-F238E27FC236}">
                <a16:creationId xmlns:a16="http://schemas.microsoft.com/office/drawing/2014/main" id="{E6FF5FEB-AE70-430D-9453-DF140AB5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5499" y="3089797"/>
            <a:ext cx="244469" cy="5093"/>
          </a:xfrm>
          <a:custGeom xmlns:a="http://schemas.openxmlformats.org/drawingml/2006/main">
            <a:pathLst>
              <a:path w="244469" h="5093">
                <a:moveTo>
                  <a:pt x="0" y="0"/>
                </a:moveTo>
                <a:lnTo>
                  <a:pt x="244469" y="5093"/>
                </a:lnTo>
              </a:path>
            </a:pathLst>
          </a:custGeom>
          <a:noFill xmlns:a="http://schemas.openxmlformats.org/drawingml/2006/main"/>
          <a:ln xmlns:a="http://schemas.openxmlformats.org/drawingml/2006/main" w="31045">
            <a:solidFill>
              <a:srgbClr val="008D72"/>
            </a:solidFill>
            <a:prstDash val="solid"/>
          </a:ln>
        </p:spPr>
      </p:sp>
      <p:sp>
        <p:nvSpPr>
          <p:cNvPr id="87" name="path-87">
            <a:extLst xmlns:a="http://schemas.openxmlformats.org/drawingml/2006/main">
              <a:ext uri="{FF2B5EF4-FFF2-40B4-BE49-F238E27FC236}">
                <a16:creationId xmlns:a16="http://schemas.microsoft.com/office/drawing/2014/main" id="{4D2ABAF0-CC56-47BF-88CD-5F113427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2514" y="3026133"/>
            <a:ext cx="122235" cy="127328"/>
          </a:xfrm>
          <a:custGeom xmlns:a="http://schemas.openxmlformats.org/drawingml/2006/main">
            <a:pathLst>
              <a:path w="122235" h="127328">
                <a:moveTo>
                  <a:pt x="0" y="0"/>
                </a:moveTo>
                <a:lnTo>
                  <a:pt x="122235" y="63664"/>
                </a:lnTo>
                <a:lnTo>
                  <a:pt x="0" y="12732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8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8">
            <a:extLst xmlns:a="http://schemas.openxmlformats.org/drawingml/2006/main">
              <a:ext uri="{FF2B5EF4-FFF2-40B4-BE49-F238E27FC236}">
                <a16:creationId xmlns:a16="http://schemas.microsoft.com/office/drawing/2014/main" id="{9A3A0A2A-E13F-4D4B-929A-5215FDEC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2514" y="3026133"/>
            <a:ext cx="122235" cy="127328"/>
          </a:xfrm>
          <a:custGeom xmlns:a="http://schemas.openxmlformats.org/drawingml/2006/main">
            <a:pathLst>
              <a:path w="122235" h="127328">
                <a:moveTo>
                  <a:pt x="0" y="0"/>
                </a:moveTo>
                <a:lnTo>
                  <a:pt x="122235" y="63664"/>
                </a:lnTo>
                <a:lnTo>
                  <a:pt x="0" y="12732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008D72"/>
            </a:solidFill>
            <a:prstDash val="solid"/>
          </a:ln>
        </p:spPr>
      </p:sp>
      <p:sp>
        <p:nvSpPr>
          <p:cNvPr id="89" name="text-89 Vi">
            <a:extLst xmlns:a="http://schemas.openxmlformats.org/drawingml/2006/main">
              <a:ext uri="{FF2B5EF4-FFF2-40B4-BE49-F238E27FC236}">
                <a16:creationId xmlns:a16="http://schemas.microsoft.com/office/drawing/2014/main" id="{5578451C-57BF-4D05-B89B-81DA0363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2976" y="3685225"/>
            <a:ext cx="196979" cy="243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36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Vi</a:t>
            </a:r>
          </a:p>
        </p:txBody>
      </p:sp>
      <p:sp>
        <p:nvSpPr>
          <p:cNvPr id="90" name="text-90 deo">
            <a:extLst xmlns:a="http://schemas.openxmlformats.org/drawingml/2006/main">
              <a:ext uri="{FF2B5EF4-FFF2-40B4-BE49-F238E27FC236}">
                <a16:creationId xmlns:a16="http://schemas.microsoft.com/office/drawing/2014/main" id="{57744334-BFD8-43C8-93B2-79B225AE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5601" y="3688487"/>
            <a:ext cx="315448" cy="238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34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deo</a:t>
            </a:r>
          </a:p>
        </p:txBody>
      </p:sp>
      <p:sp>
        <p:nvSpPr>
          <p:cNvPr id="91" name="text-91 memory">
            <a:extLst xmlns:a="http://schemas.openxmlformats.org/drawingml/2006/main">
              <a:ext uri="{FF2B5EF4-FFF2-40B4-BE49-F238E27FC236}">
                <a16:creationId xmlns:a16="http://schemas.microsoft.com/office/drawing/2014/main" id="{0793DAD0-6002-42A9-B51F-808BE8A1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5586" y="3687014"/>
            <a:ext cx="661507" cy="240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3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3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353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memory</a:t>
            </a:r>
          </a:p>
        </p:txBody>
      </p:sp>
      <p:sp>
        <p:nvSpPr>
          <p:cNvPr id="92" name="path-92">
            <a:extLst xmlns:a="http://schemas.openxmlformats.org/drawingml/2006/main">
              <a:ext uri="{FF2B5EF4-FFF2-40B4-BE49-F238E27FC236}">
                <a16:creationId xmlns:a16="http://schemas.microsoft.com/office/drawing/2014/main" id="{B1AA6377-8BF1-4FB9-8506-847B13CA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587" y="2261953"/>
            <a:ext cx="2505814" cy="1375496"/>
          </a:xfrm>
          <a:custGeom xmlns:a="http://schemas.openxmlformats.org/drawingml/2006/main">
            <a:pathLst>
              <a:path w="2505814" h="1375496">
                <a:moveTo>
                  <a:pt x="0" y="54043"/>
                </a:moveTo>
                <a:cubicBezTo>
                  <a:pt x="0" y="24192"/>
                  <a:pt x="24191" y="0"/>
                  <a:pt x="54043" y="0"/>
                </a:cubicBezTo>
                <a:lnTo>
                  <a:pt x="2451771" y="0"/>
                </a:lnTo>
                <a:cubicBezTo>
                  <a:pt x="2481621" y="0"/>
                  <a:pt x="2505814" y="24192"/>
                  <a:pt x="2505814" y="54043"/>
                </a:cubicBezTo>
                <a:lnTo>
                  <a:pt x="2505814" y="1321451"/>
                </a:lnTo>
                <a:cubicBezTo>
                  <a:pt x="2505814" y="1351303"/>
                  <a:pt x="2481621" y="1375496"/>
                  <a:pt x="2451771" y="1375496"/>
                </a:cubicBezTo>
                <a:lnTo>
                  <a:pt x="54043" y="1375496"/>
                </a:lnTo>
                <a:cubicBezTo>
                  <a:pt x="24191" y="1375496"/>
                  <a:pt x="0" y="1351303"/>
                  <a:pt x="0" y="1321451"/>
                </a:cubicBezTo>
                <a:lnTo>
                  <a:pt x="0" y="54043"/>
                </a:lnTo>
              </a:path>
            </a:pathLst>
          </a:custGeom>
          <a:solidFill xmlns:a="http://schemas.openxmlformats.org/drawingml/2006/main">
            <a:srgbClr val="F9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93">
            <a:extLst xmlns:a="http://schemas.openxmlformats.org/drawingml/2006/main">
              <a:ext uri="{FF2B5EF4-FFF2-40B4-BE49-F238E27FC236}">
                <a16:creationId xmlns:a16="http://schemas.microsoft.com/office/drawing/2014/main" id="{99D0E962-3A1E-4F03-9710-CF12C4D1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587" y="2261953"/>
            <a:ext cx="2505814" cy="1375496"/>
          </a:xfrm>
          <a:custGeom xmlns:a="http://schemas.openxmlformats.org/drawingml/2006/main">
            <a:pathLst>
              <a:path w="2505814" h="1375496">
                <a:moveTo>
                  <a:pt x="0" y="54043"/>
                </a:moveTo>
                <a:cubicBezTo>
                  <a:pt x="0" y="24192"/>
                  <a:pt x="24191" y="0"/>
                  <a:pt x="54043" y="0"/>
                </a:cubicBezTo>
                <a:lnTo>
                  <a:pt x="2451771" y="0"/>
                </a:lnTo>
                <a:cubicBezTo>
                  <a:pt x="2481621" y="0"/>
                  <a:pt x="2505814" y="24192"/>
                  <a:pt x="2505814" y="54043"/>
                </a:cubicBezTo>
                <a:lnTo>
                  <a:pt x="2505814" y="1321451"/>
                </a:lnTo>
                <a:cubicBezTo>
                  <a:pt x="2505814" y="1351303"/>
                  <a:pt x="2481621" y="1375496"/>
                  <a:pt x="2451771" y="1375496"/>
                </a:cubicBezTo>
                <a:lnTo>
                  <a:pt x="54043" y="1375496"/>
                </a:lnTo>
                <a:cubicBezTo>
                  <a:pt x="24191" y="1375496"/>
                  <a:pt x="0" y="1351303"/>
                  <a:pt x="0" y="1321451"/>
                </a:cubicBezTo>
                <a:lnTo>
                  <a:pt x="0" y="54043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94" name="path-94">
            <a:extLst xmlns:a="http://schemas.openxmlformats.org/drawingml/2006/main">
              <a:ext uri="{FF2B5EF4-FFF2-40B4-BE49-F238E27FC236}">
                <a16:creationId xmlns:a16="http://schemas.microsoft.com/office/drawing/2014/main" id="{04CE5837-F8BB-4BB1-9FAF-2DD5074B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401" y="2317977"/>
            <a:ext cx="2505813" cy="1319472"/>
          </a:xfrm>
          <a:custGeom xmlns:a="http://schemas.openxmlformats.org/drawingml/2006/main">
            <a:pathLst>
              <a:path w="2505813" h="1319472">
                <a:moveTo>
                  <a:pt x="0" y="51851"/>
                </a:moveTo>
                <a:cubicBezTo>
                  <a:pt x="0" y="23202"/>
                  <a:pt x="23201" y="0"/>
                  <a:pt x="51850" y="0"/>
                </a:cubicBezTo>
                <a:lnTo>
                  <a:pt x="2453963" y="0"/>
                </a:lnTo>
                <a:cubicBezTo>
                  <a:pt x="2482612" y="0"/>
                  <a:pt x="2505813" y="23202"/>
                  <a:pt x="2505813" y="51851"/>
                </a:cubicBezTo>
                <a:lnTo>
                  <a:pt x="2505813" y="1267620"/>
                </a:lnTo>
                <a:cubicBezTo>
                  <a:pt x="2505813" y="1296269"/>
                  <a:pt x="2482612" y="1319472"/>
                  <a:pt x="2453963" y="1319472"/>
                </a:cubicBezTo>
                <a:lnTo>
                  <a:pt x="51850" y="1319472"/>
                </a:lnTo>
                <a:cubicBezTo>
                  <a:pt x="23201" y="1319472"/>
                  <a:pt x="0" y="1296269"/>
                  <a:pt x="0" y="1267620"/>
                </a:cubicBezTo>
                <a:lnTo>
                  <a:pt x="0" y="51851"/>
                </a:lnTo>
              </a:path>
            </a:pathLst>
          </a:custGeom>
          <a:solidFill xmlns:a="http://schemas.openxmlformats.org/drawingml/2006/main">
            <a:srgbClr val="F9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5">
            <a:extLst xmlns:a="http://schemas.openxmlformats.org/drawingml/2006/main">
              <a:ext uri="{FF2B5EF4-FFF2-40B4-BE49-F238E27FC236}">
                <a16:creationId xmlns:a16="http://schemas.microsoft.com/office/drawing/2014/main" id="{931F91EE-4EFD-4AA1-8696-5F97FE8E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401" y="2317977"/>
            <a:ext cx="2505813" cy="1319472"/>
          </a:xfrm>
          <a:custGeom xmlns:a="http://schemas.openxmlformats.org/drawingml/2006/main">
            <a:pathLst>
              <a:path w="2505813" h="1319472">
                <a:moveTo>
                  <a:pt x="0" y="51851"/>
                </a:moveTo>
                <a:cubicBezTo>
                  <a:pt x="0" y="23202"/>
                  <a:pt x="23201" y="0"/>
                  <a:pt x="51850" y="0"/>
                </a:cubicBezTo>
                <a:lnTo>
                  <a:pt x="2453963" y="0"/>
                </a:lnTo>
                <a:cubicBezTo>
                  <a:pt x="2482612" y="0"/>
                  <a:pt x="2505813" y="23202"/>
                  <a:pt x="2505813" y="51851"/>
                </a:cubicBezTo>
                <a:lnTo>
                  <a:pt x="2505813" y="1267620"/>
                </a:lnTo>
                <a:cubicBezTo>
                  <a:pt x="2505813" y="1296269"/>
                  <a:pt x="2482612" y="1319472"/>
                  <a:pt x="2453963" y="1319472"/>
                </a:cubicBezTo>
                <a:lnTo>
                  <a:pt x="51850" y="1319472"/>
                </a:lnTo>
                <a:cubicBezTo>
                  <a:pt x="23201" y="1319472"/>
                  <a:pt x="0" y="1296269"/>
                  <a:pt x="0" y="1267620"/>
                </a:cubicBezTo>
                <a:lnTo>
                  <a:pt x="0" y="51851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96" name="path-96">
            <a:extLst xmlns:a="http://schemas.openxmlformats.org/drawingml/2006/main">
              <a:ext uri="{FF2B5EF4-FFF2-40B4-BE49-F238E27FC236}">
                <a16:creationId xmlns:a16="http://schemas.microsoft.com/office/drawing/2014/main" id="{C44186CE-E324-41F5-AE28-8D76B078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0216" y="2368908"/>
            <a:ext cx="2505813" cy="1268540"/>
          </a:xfrm>
          <a:custGeom xmlns:a="http://schemas.openxmlformats.org/drawingml/2006/main">
            <a:pathLst>
              <a:path w="2505813" h="1268540">
                <a:moveTo>
                  <a:pt x="0" y="49870"/>
                </a:moveTo>
                <a:cubicBezTo>
                  <a:pt x="0" y="22354"/>
                  <a:pt x="22353" y="0"/>
                  <a:pt x="49869" y="0"/>
                </a:cubicBezTo>
                <a:lnTo>
                  <a:pt x="2455943" y="0"/>
                </a:lnTo>
                <a:cubicBezTo>
                  <a:pt x="2483460" y="0"/>
                  <a:pt x="2505813" y="22354"/>
                  <a:pt x="2505813" y="49870"/>
                </a:cubicBezTo>
                <a:lnTo>
                  <a:pt x="2505813" y="1218670"/>
                </a:lnTo>
                <a:cubicBezTo>
                  <a:pt x="2505813" y="1246258"/>
                  <a:pt x="2483460" y="1268540"/>
                  <a:pt x="2455943" y="1268540"/>
                </a:cubicBezTo>
                <a:lnTo>
                  <a:pt x="49869" y="1268540"/>
                </a:lnTo>
                <a:cubicBezTo>
                  <a:pt x="22353" y="1268540"/>
                  <a:pt x="0" y="1246258"/>
                  <a:pt x="0" y="1218670"/>
                </a:cubicBezTo>
                <a:lnTo>
                  <a:pt x="0" y="49870"/>
                </a:lnTo>
              </a:path>
            </a:pathLst>
          </a:custGeom>
          <a:solidFill xmlns:a="http://schemas.openxmlformats.org/drawingml/2006/main">
            <a:srgbClr val="F9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97">
            <a:extLst xmlns:a="http://schemas.openxmlformats.org/drawingml/2006/main">
              <a:ext uri="{FF2B5EF4-FFF2-40B4-BE49-F238E27FC236}">
                <a16:creationId xmlns:a16="http://schemas.microsoft.com/office/drawing/2014/main" id="{ADC700C2-3A8F-4E6A-B6B0-B1590FB9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0216" y="2368908"/>
            <a:ext cx="2505813" cy="1268540"/>
          </a:xfrm>
          <a:custGeom xmlns:a="http://schemas.openxmlformats.org/drawingml/2006/main">
            <a:pathLst>
              <a:path w="2505813" h="1268540">
                <a:moveTo>
                  <a:pt x="0" y="49870"/>
                </a:moveTo>
                <a:cubicBezTo>
                  <a:pt x="0" y="22354"/>
                  <a:pt x="22353" y="0"/>
                  <a:pt x="49869" y="0"/>
                </a:cubicBezTo>
                <a:lnTo>
                  <a:pt x="2455943" y="0"/>
                </a:lnTo>
                <a:cubicBezTo>
                  <a:pt x="2483460" y="0"/>
                  <a:pt x="2505813" y="22354"/>
                  <a:pt x="2505813" y="49870"/>
                </a:cubicBezTo>
                <a:lnTo>
                  <a:pt x="2505813" y="1218670"/>
                </a:lnTo>
                <a:cubicBezTo>
                  <a:pt x="2505813" y="1246258"/>
                  <a:pt x="2483460" y="1268540"/>
                  <a:pt x="2455943" y="1268540"/>
                </a:cubicBezTo>
                <a:lnTo>
                  <a:pt x="49869" y="1268540"/>
                </a:lnTo>
                <a:cubicBezTo>
                  <a:pt x="22353" y="1268540"/>
                  <a:pt x="0" y="1246258"/>
                  <a:pt x="0" y="1218670"/>
                </a:cubicBezTo>
                <a:lnTo>
                  <a:pt x="0" y="49870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pic>
        <p:nvPic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59A697D-E6F1-49B1-976D-7BA455FC2C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93e2af1a24d26"/>
          <a:stretch xmlns:a="http://schemas.openxmlformats.org/drawingml/2006/main"/>
        </p:blipFill>
        <p:spPr>
          <a:xfrm xmlns:a="http://schemas.openxmlformats.org/drawingml/2006/main">
            <a:off x="12135982" y="2439249"/>
            <a:ext cx="533400" cy="361950"/>
          </a:xfrm>
          <a:prstGeom xmlns:a="http://schemas.openxmlformats.org/drawingml/2006/main" prst="rect">
            <a:avLst/>
          </a:prstGeom>
        </p:spPr>
      </p:pic>
      <p:sp>
        <p:nvSpPr>
          <p:cNvPr id="99" name="text-99 Event:">
            <a:extLst xmlns:a="http://schemas.openxmlformats.org/drawingml/2006/main">
              <a:ext uri="{FF2B5EF4-FFF2-40B4-BE49-F238E27FC236}">
                <a16:creationId xmlns:a16="http://schemas.microsoft.com/office/drawing/2014/main" id="{D8CA5C5F-BA45-4A4E-B4E2-B2153037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45110" y="2435021"/>
            <a:ext cx="405947" cy="173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Event:</a:t>
            </a:r>
          </a:p>
        </p:txBody>
      </p:sp>
      <p:sp>
        <p:nvSpPr>
          <p:cNvPr id="100" name="text-99 cutting">
            <a:extLst xmlns:a="http://schemas.openxmlformats.org/drawingml/2006/main">
              <a:ext uri="{FF2B5EF4-FFF2-40B4-BE49-F238E27FC236}">
                <a16:creationId xmlns:a16="http://schemas.microsoft.com/office/drawing/2014/main" id="{734E3FF7-3CDD-4BCD-86B0-1AC0D162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2589" y="2436293"/>
            <a:ext cx="427863" cy="171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96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cutting</a:t>
            </a:r>
          </a:p>
        </p:txBody>
      </p:sp>
      <p:sp>
        <p:nvSpPr>
          <p:cNvPr id="101" name="path-100">
            <a:extLst xmlns:a="http://schemas.openxmlformats.org/drawingml/2006/main">
              <a:ext uri="{FF2B5EF4-FFF2-40B4-BE49-F238E27FC236}">
                <a16:creationId xmlns:a16="http://schemas.microsoft.com/office/drawing/2014/main" id="{ED16839A-80A0-4791-8C69-B095AE25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2644002"/>
            <a:ext cx="590802" cy="20378"/>
          </a:xfrm>
          <a:custGeom xmlns:a="http://schemas.openxmlformats.org/drawingml/2006/main">
            <a:pathLst>
              <a:path w="590802" h="20378">
                <a:moveTo>
                  <a:pt x="0" y="0"/>
                </a:moveTo>
                <a:lnTo>
                  <a:pt x="590802" y="0"/>
                </a:lnTo>
                <a:lnTo>
                  <a:pt x="590802" y="20378"/>
                </a:lnTo>
                <a:lnTo>
                  <a:pt x="0" y="20378"/>
                </a:lnTo>
                <a:close/>
              </a:path>
            </a:pathLst>
          </a:custGeom>
          <a:solidFill xmlns:a="http://schemas.openxmlformats.org/drawingml/2006/main">
            <a:srgbClr val="9AA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th-101">
            <a:extLst xmlns:a="http://schemas.openxmlformats.org/drawingml/2006/main">
              <a:ext uri="{FF2B5EF4-FFF2-40B4-BE49-F238E27FC236}">
                <a16:creationId xmlns:a16="http://schemas.microsoft.com/office/drawing/2014/main" id="{D8E0B705-D8EF-4898-A059-D74669F4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2644002"/>
            <a:ext cx="590802" cy="20378"/>
          </a:xfrm>
          <a:custGeom xmlns:a="http://schemas.openxmlformats.org/drawingml/2006/main">
            <a:pathLst>
              <a:path w="590802" h="20378">
                <a:moveTo>
                  <a:pt x="0" y="0"/>
                </a:moveTo>
                <a:lnTo>
                  <a:pt x="590802" y="0"/>
                </a:lnTo>
                <a:lnTo>
                  <a:pt x="590802" y="20378"/>
                </a:lnTo>
                <a:lnTo>
                  <a:pt x="0" y="203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9AAEC3"/>
            </a:solidFill>
            <a:prstDash val="solid"/>
          </a:ln>
        </p:spPr>
      </p:sp>
      <p:sp>
        <p:nvSpPr>
          <p:cNvPr id="103" name="path-102">
            <a:extLst xmlns:a="http://schemas.openxmlformats.org/drawingml/2006/main">
              <a:ext uri="{FF2B5EF4-FFF2-40B4-BE49-F238E27FC236}">
                <a16:creationId xmlns:a16="http://schemas.microsoft.com/office/drawing/2014/main" id="{66EBB777-0D52-497A-9474-911BD79D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2720469"/>
            <a:ext cx="519497" cy="20378"/>
          </a:xfrm>
          <a:custGeom xmlns:a="http://schemas.openxmlformats.org/drawingml/2006/main">
            <a:pathLst>
              <a:path w="519497" h="20378">
                <a:moveTo>
                  <a:pt x="0" y="0"/>
                </a:moveTo>
                <a:lnTo>
                  <a:pt x="519497" y="0"/>
                </a:lnTo>
                <a:lnTo>
                  <a:pt x="519497" y="20378"/>
                </a:lnTo>
                <a:lnTo>
                  <a:pt x="0" y="20378"/>
                </a:lnTo>
                <a:close/>
              </a:path>
            </a:pathLst>
          </a:custGeom>
          <a:solidFill xmlns:a="http://schemas.openxmlformats.org/drawingml/2006/main">
            <a:srgbClr val="9AA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ath-103">
            <a:extLst xmlns:a="http://schemas.openxmlformats.org/drawingml/2006/main">
              <a:ext uri="{FF2B5EF4-FFF2-40B4-BE49-F238E27FC236}">
                <a16:creationId xmlns:a16="http://schemas.microsoft.com/office/drawing/2014/main" id="{358F6815-0EC2-403E-ADEE-8DAB76E0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2720469"/>
            <a:ext cx="519497" cy="20378"/>
          </a:xfrm>
          <a:custGeom xmlns:a="http://schemas.openxmlformats.org/drawingml/2006/main">
            <a:pathLst>
              <a:path w="519497" h="20378">
                <a:moveTo>
                  <a:pt x="0" y="0"/>
                </a:moveTo>
                <a:lnTo>
                  <a:pt x="519497" y="0"/>
                </a:lnTo>
                <a:lnTo>
                  <a:pt x="519497" y="20378"/>
                </a:lnTo>
                <a:lnTo>
                  <a:pt x="0" y="203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9AAEC3"/>
            </a:solidFill>
            <a:prstDash val="solid"/>
          </a:ln>
        </p:spPr>
      </p:sp>
      <p:sp>
        <p:nvSpPr>
          <p:cNvPr id="105" name="path-104">
            <a:extLst xmlns:a="http://schemas.openxmlformats.org/drawingml/2006/main">
              <a:ext uri="{FF2B5EF4-FFF2-40B4-BE49-F238E27FC236}">
                <a16:creationId xmlns:a16="http://schemas.microsoft.com/office/drawing/2014/main" id="{5A04536D-349F-4B33-8CB0-8AF5131F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8709" y="2618521"/>
            <a:ext cx="876016" cy="71325"/>
          </a:xfrm>
          <a:custGeom xmlns:a="http://schemas.openxmlformats.org/drawingml/2006/main">
            <a:pathLst>
              <a:path w="876016" h="71325">
                <a:moveTo>
                  <a:pt x="0" y="0"/>
                </a:moveTo>
                <a:lnTo>
                  <a:pt x="876016" y="0"/>
                </a:lnTo>
                <a:lnTo>
                  <a:pt x="876016" y="71325"/>
                </a:lnTo>
                <a:lnTo>
                  <a:pt x="0" y="71325"/>
                </a:lnTo>
                <a:close/>
              </a:path>
            </a:pathLst>
          </a:cu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ath-105">
            <a:extLst xmlns:a="http://schemas.openxmlformats.org/drawingml/2006/main">
              <a:ext uri="{FF2B5EF4-FFF2-40B4-BE49-F238E27FC236}">
                <a16:creationId xmlns:a16="http://schemas.microsoft.com/office/drawing/2014/main" id="{380465BD-7EB7-4477-82E2-60D353A0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8709" y="2618521"/>
            <a:ext cx="876016" cy="71325"/>
          </a:xfrm>
          <a:custGeom xmlns:a="http://schemas.openxmlformats.org/drawingml/2006/main">
            <a:pathLst>
              <a:path w="876016" h="71325">
                <a:moveTo>
                  <a:pt x="0" y="0"/>
                </a:moveTo>
                <a:lnTo>
                  <a:pt x="876016" y="0"/>
                </a:lnTo>
                <a:lnTo>
                  <a:pt x="876016" y="71325"/>
                </a:lnTo>
                <a:lnTo>
                  <a:pt x="0" y="713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CAD5E2"/>
            </a:solidFill>
            <a:prstDash val="solid"/>
          </a:ln>
        </p:spPr>
      </p:sp>
      <p:sp>
        <p:nvSpPr>
          <p:cNvPr id="107" name="path-106">
            <a:extLst xmlns:a="http://schemas.openxmlformats.org/drawingml/2006/main">
              <a:ext uri="{FF2B5EF4-FFF2-40B4-BE49-F238E27FC236}">
                <a16:creationId xmlns:a16="http://schemas.microsoft.com/office/drawing/2014/main" id="{E41EC9EA-6102-4034-A333-25932710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7714" y="2572704"/>
            <a:ext cx="5093" cy="178330"/>
          </a:xfrm>
          <a:custGeom xmlns:a="http://schemas.openxmlformats.org/drawingml/2006/main">
            <a:pathLst>
              <a:path w="5093" h="178330">
                <a:moveTo>
                  <a:pt x="0" y="0"/>
                </a:moveTo>
                <a:lnTo>
                  <a:pt x="5093" y="178330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91A6BE"/>
            </a:solidFill>
            <a:prstDash val="solid"/>
          </a:ln>
        </p:spPr>
      </p:sp>
      <p:sp>
        <p:nvSpPr>
          <p:cNvPr id="108" name="path-107">
            <a:extLst xmlns:a="http://schemas.openxmlformats.org/drawingml/2006/main">
              <a:ext uri="{FF2B5EF4-FFF2-40B4-BE49-F238E27FC236}">
                <a16:creationId xmlns:a16="http://schemas.microsoft.com/office/drawing/2014/main" id="{CF696ACF-4C64-4CF5-9AB3-A18DC6EB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810" y="2572704"/>
            <a:ext cx="5093" cy="178330"/>
          </a:xfrm>
          <a:custGeom xmlns:a="http://schemas.openxmlformats.org/drawingml/2006/main">
            <a:pathLst>
              <a:path w="5093" h="178330">
                <a:moveTo>
                  <a:pt x="0" y="0"/>
                </a:moveTo>
                <a:lnTo>
                  <a:pt x="5093" y="178330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91A6BE"/>
            </a:solidFill>
            <a:prstDash val="solid"/>
          </a:ln>
        </p:spPr>
      </p:sp>
      <p:sp>
        <p:nvSpPr>
          <p:cNvPr id="109" name="path-108">
            <a:extLst xmlns:a="http://schemas.openxmlformats.org/drawingml/2006/main">
              <a:ext uri="{FF2B5EF4-FFF2-40B4-BE49-F238E27FC236}">
                <a16:creationId xmlns:a16="http://schemas.microsoft.com/office/drawing/2014/main" id="{5E804EB4-D18B-4752-A959-F1A16126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5907" y="2572704"/>
            <a:ext cx="5093" cy="178330"/>
          </a:xfrm>
          <a:custGeom xmlns:a="http://schemas.openxmlformats.org/drawingml/2006/main">
            <a:pathLst>
              <a:path w="5093" h="178330">
                <a:moveTo>
                  <a:pt x="0" y="0"/>
                </a:moveTo>
                <a:lnTo>
                  <a:pt x="5093" y="178330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91A6BE"/>
            </a:solidFill>
            <a:prstDash val="solid"/>
          </a:ln>
        </p:spPr>
      </p:sp>
      <p:sp>
        <p:nvSpPr>
          <p:cNvPr id="110" name="path-109">
            <a:extLst xmlns:a="http://schemas.openxmlformats.org/drawingml/2006/main">
              <a:ext uri="{FF2B5EF4-FFF2-40B4-BE49-F238E27FC236}">
                <a16:creationId xmlns:a16="http://schemas.microsoft.com/office/drawing/2014/main" id="{71FCEA02-A091-46A1-996B-6DB518BB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3924" y="2603305"/>
            <a:ext cx="213910" cy="101891"/>
          </a:xfrm>
          <a:custGeom xmlns:a="http://schemas.openxmlformats.org/drawingml/2006/main">
            <a:pathLst>
              <a:path w="213910" h="101891">
                <a:moveTo>
                  <a:pt x="0" y="0"/>
                </a:moveTo>
                <a:lnTo>
                  <a:pt x="213910" y="0"/>
                </a:lnTo>
                <a:lnTo>
                  <a:pt x="213910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110">
            <a:extLst xmlns:a="http://schemas.openxmlformats.org/drawingml/2006/main">
              <a:ext uri="{FF2B5EF4-FFF2-40B4-BE49-F238E27FC236}">
                <a16:creationId xmlns:a16="http://schemas.microsoft.com/office/drawing/2014/main" id="{D30C9BE1-A300-4943-B01B-95BFA4C7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3924" y="2603305"/>
            <a:ext cx="213910" cy="101891"/>
          </a:xfrm>
          <a:custGeom xmlns:a="http://schemas.openxmlformats.org/drawingml/2006/main">
            <a:pathLst>
              <a:path w="213910" h="101891">
                <a:moveTo>
                  <a:pt x="0" y="0"/>
                </a:moveTo>
                <a:lnTo>
                  <a:pt x="213910" y="0"/>
                </a:lnTo>
                <a:lnTo>
                  <a:pt x="213910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8A00"/>
            </a:solidFill>
            <a:prstDash val="solid"/>
          </a:ln>
        </p:spPr>
      </p:sp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0AD6821-9541-41C1-B35D-C51A4A2956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300b5b94845c7"/>
          <a:stretch xmlns:a="http://schemas.openxmlformats.org/drawingml/2006/main"/>
        </p:blipFill>
        <p:spPr>
          <a:xfrm xmlns:a="http://schemas.openxmlformats.org/drawingml/2006/main">
            <a:off x="12135982" y="2829774"/>
            <a:ext cx="533400" cy="361950"/>
          </a:xfrm>
          <a:prstGeom xmlns:a="http://schemas.openxmlformats.org/drawingml/2006/main" prst="rect">
            <a:avLst/>
          </a:prstGeom>
        </p:spPr>
      </p:pic>
      <p:sp>
        <p:nvSpPr>
          <p:cNvPr id="113" name="text-112 Event:">
            <a:extLst xmlns:a="http://schemas.openxmlformats.org/drawingml/2006/main">
              <a:ext uri="{FF2B5EF4-FFF2-40B4-BE49-F238E27FC236}">
                <a16:creationId xmlns:a16="http://schemas.microsoft.com/office/drawing/2014/main" id="{53E80D25-10A2-48FA-8C75-415DD1FF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45110" y="2819617"/>
            <a:ext cx="405890" cy="1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Event:</a:t>
            </a:r>
          </a:p>
        </p:txBody>
      </p:sp>
      <p:sp>
        <p:nvSpPr>
          <p:cNvPr id="114" name="text-112 cooking">
            <a:extLst xmlns:a="http://schemas.openxmlformats.org/drawingml/2006/main">
              <a:ext uri="{FF2B5EF4-FFF2-40B4-BE49-F238E27FC236}">
                <a16:creationId xmlns:a16="http://schemas.microsoft.com/office/drawing/2014/main" id="{668371BD-5DBB-499E-8B2D-9F0729CC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2488" y="2819565"/>
            <a:ext cx="448397" cy="173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cooking</a:t>
            </a:r>
          </a:p>
        </p:txBody>
      </p:sp>
      <p:sp>
        <p:nvSpPr>
          <p:cNvPr id="115" name="path-113">
            <a:extLst xmlns:a="http://schemas.openxmlformats.org/drawingml/2006/main">
              <a:ext uri="{FF2B5EF4-FFF2-40B4-BE49-F238E27FC236}">
                <a16:creationId xmlns:a16="http://schemas.microsoft.com/office/drawing/2014/main" id="{770BFFAD-4EEC-446C-8ECA-3F73B3B0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3026126"/>
            <a:ext cx="590802" cy="25473"/>
          </a:xfrm>
          <a:custGeom xmlns:a="http://schemas.openxmlformats.org/drawingml/2006/main">
            <a:pathLst>
              <a:path w="590802" h="25473">
                <a:moveTo>
                  <a:pt x="0" y="0"/>
                </a:moveTo>
                <a:lnTo>
                  <a:pt x="590802" y="0"/>
                </a:lnTo>
                <a:lnTo>
                  <a:pt x="590802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9AA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ath-114">
            <a:extLst xmlns:a="http://schemas.openxmlformats.org/drawingml/2006/main">
              <a:ext uri="{FF2B5EF4-FFF2-40B4-BE49-F238E27FC236}">
                <a16:creationId xmlns:a16="http://schemas.microsoft.com/office/drawing/2014/main" id="{F70CC5EE-43D0-46E1-908C-AFD39B63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3026126"/>
            <a:ext cx="590802" cy="25473"/>
          </a:xfrm>
          <a:custGeom xmlns:a="http://schemas.openxmlformats.org/drawingml/2006/main">
            <a:pathLst>
              <a:path w="590802" h="25473">
                <a:moveTo>
                  <a:pt x="0" y="0"/>
                </a:moveTo>
                <a:lnTo>
                  <a:pt x="590802" y="0"/>
                </a:lnTo>
                <a:lnTo>
                  <a:pt x="590802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9AAEC3"/>
            </a:solidFill>
            <a:prstDash val="solid"/>
          </a:ln>
        </p:spPr>
      </p:sp>
      <p:sp>
        <p:nvSpPr>
          <p:cNvPr id="117" name="path-115">
            <a:extLst xmlns:a="http://schemas.openxmlformats.org/drawingml/2006/main">
              <a:ext uri="{FF2B5EF4-FFF2-40B4-BE49-F238E27FC236}">
                <a16:creationId xmlns:a16="http://schemas.microsoft.com/office/drawing/2014/main" id="{91B99722-FC17-4533-97E0-1A18A6AB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3102522"/>
            <a:ext cx="519497" cy="25473"/>
          </a:xfrm>
          <a:custGeom xmlns:a="http://schemas.openxmlformats.org/drawingml/2006/main">
            <a:pathLst>
              <a:path w="519497" h="25473">
                <a:moveTo>
                  <a:pt x="0" y="0"/>
                </a:moveTo>
                <a:lnTo>
                  <a:pt x="519497" y="0"/>
                </a:lnTo>
                <a:lnTo>
                  <a:pt x="519497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9AA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ath-116">
            <a:extLst xmlns:a="http://schemas.openxmlformats.org/drawingml/2006/main">
              <a:ext uri="{FF2B5EF4-FFF2-40B4-BE49-F238E27FC236}">
                <a16:creationId xmlns:a16="http://schemas.microsoft.com/office/drawing/2014/main" id="{15F510EA-2F51-4E59-86AB-25D2F121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3102522"/>
            <a:ext cx="519497" cy="25473"/>
          </a:xfrm>
          <a:custGeom xmlns:a="http://schemas.openxmlformats.org/drawingml/2006/main">
            <a:pathLst>
              <a:path w="519497" h="25473">
                <a:moveTo>
                  <a:pt x="0" y="0"/>
                </a:moveTo>
                <a:lnTo>
                  <a:pt x="519497" y="0"/>
                </a:lnTo>
                <a:lnTo>
                  <a:pt x="519497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9AAEC3"/>
            </a:solidFill>
            <a:prstDash val="solid"/>
          </a:ln>
        </p:spPr>
      </p:sp>
      <p:sp>
        <p:nvSpPr>
          <p:cNvPr id="119" name="path-117">
            <a:extLst xmlns:a="http://schemas.openxmlformats.org/drawingml/2006/main">
              <a:ext uri="{FF2B5EF4-FFF2-40B4-BE49-F238E27FC236}">
                <a16:creationId xmlns:a16="http://schemas.microsoft.com/office/drawing/2014/main" id="{7698C31A-58D4-4748-9301-9E203217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8709" y="3000646"/>
            <a:ext cx="876016" cy="71325"/>
          </a:xfrm>
          <a:custGeom xmlns:a="http://schemas.openxmlformats.org/drawingml/2006/main">
            <a:pathLst>
              <a:path w="876016" h="71325">
                <a:moveTo>
                  <a:pt x="0" y="0"/>
                </a:moveTo>
                <a:lnTo>
                  <a:pt x="876016" y="0"/>
                </a:lnTo>
                <a:lnTo>
                  <a:pt x="876016" y="71325"/>
                </a:lnTo>
                <a:lnTo>
                  <a:pt x="0" y="71325"/>
                </a:lnTo>
                <a:close/>
              </a:path>
            </a:pathLst>
          </a:cu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118">
            <a:extLst xmlns:a="http://schemas.openxmlformats.org/drawingml/2006/main">
              <a:ext uri="{FF2B5EF4-FFF2-40B4-BE49-F238E27FC236}">
                <a16:creationId xmlns:a16="http://schemas.microsoft.com/office/drawing/2014/main" id="{4DAB675F-FBBA-4530-9B6E-10BC4E6C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8709" y="3000646"/>
            <a:ext cx="876016" cy="71325"/>
          </a:xfrm>
          <a:custGeom xmlns:a="http://schemas.openxmlformats.org/drawingml/2006/main">
            <a:pathLst>
              <a:path w="876016" h="71325">
                <a:moveTo>
                  <a:pt x="0" y="0"/>
                </a:moveTo>
                <a:lnTo>
                  <a:pt x="876016" y="0"/>
                </a:lnTo>
                <a:lnTo>
                  <a:pt x="876016" y="71325"/>
                </a:lnTo>
                <a:lnTo>
                  <a:pt x="0" y="713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CAD5E2"/>
            </a:solidFill>
            <a:prstDash val="solid"/>
          </a:ln>
        </p:spPr>
      </p:sp>
      <p:sp>
        <p:nvSpPr>
          <p:cNvPr id="121" name="path-119">
            <a:extLst xmlns:a="http://schemas.openxmlformats.org/drawingml/2006/main">
              <a:ext uri="{FF2B5EF4-FFF2-40B4-BE49-F238E27FC236}">
                <a16:creationId xmlns:a16="http://schemas.microsoft.com/office/drawing/2014/main" id="{A3A82120-C143-43B3-A1A8-F48D452D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7714" y="2954829"/>
            <a:ext cx="5093" cy="178259"/>
          </a:xfrm>
          <a:custGeom xmlns:a="http://schemas.openxmlformats.org/drawingml/2006/main">
            <a:pathLst>
              <a:path w="5093" h="178259">
                <a:moveTo>
                  <a:pt x="0" y="0"/>
                </a:moveTo>
                <a:lnTo>
                  <a:pt x="5093" y="178259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91A6BE"/>
            </a:solidFill>
            <a:prstDash val="solid"/>
          </a:ln>
        </p:spPr>
      </p:sp>
      <p:sp>
        <p:nvSpPr>
          <p:cNvPr id="122" name="path-120">
            <a:extLst xmlns:a="http://schemas.openxmlformats.org/drawingml/2006/main">
              <a:ext uri="{FF2B5EF4-FFF2-40B4-BE49-F238E27FC236}">
                <a16:creationId xmlns:a16="http://schemas.microsoft.com/office/drawing/2014/main" id="{02CC30BA-E890-4921-B6E7-4E1C6A89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810" y="2954829"/>
            <a:ext cx="5093" cy="178259"/>
          </a:xfrm>
          <a:custGeom xmlns:a="http://schemas.openxmlformats.org/drawingml/2006/main">
            <a:pathLst>
              <a:path w="5093" h="178259">
                <a:moveTo>
                  <a:pt x="0" y="0"/>
                </a:moveTo>
                <a:lnTo>
                  <a:pt x="5093" y="178259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91A6BE"/>
            </a:solidFill>
            <a:prstDash val="solid"/>
          </a:ln>
        </p:spPr>
      </p:sp>
      <p:sp>
        <p:nvSpPr>
          <p:cNvPr id="123" name="path-121">
            <a:extLst xmlns:a="http://schemas.openxmlformats.org/drawingml/2006/main">
              <a:ext uri="{FF2B5EF4-FFF2-40B4-BE49-F238E27FC236}">
                <a16:creationId xmlns:a16="http://schemas.microsoft.com/office/drawing/2014/main" id="{256CFEED-654A-416E-AFED-78C1C3E5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5907" y="2954829"/>
            <a:ext cx="5093" cy="178259"/>
          </a:xfrm>
          <a:custGeom xmlns:a="http://schemas.openxmlformats.org/drawingml/2006/main">
            <a:pathLst>
              <a:path w="5093" h="178259">
                <a:moveTo>
                  <a:pt x="0" y="0"/>
                </a:moveTo>
                <a:lnTo>
                  <a:pt x="5093" y="178259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91A6BE"/>
            </a:solidFill>
            <a:prstDash val="solid"/>
          </a:ln>
        </p:spPr>
      </p:sp>
      <p:sp>
        <p:nvSpPr>
          <p:cNvPr id="124" name="path-122">
            <a:extLst xmlns:a="http://schemas.openxmlformats.org/drawingml/2006/main">
              <a:ext uri="{FF2B5EF4-FFF2-40B4-BE49-F238E27FC236}">
                <a16:creationId xmlns:a16="http://schemas.microsoft.com/office/drawing/2014/main" id="{5FC4A8F0-57BA-40A5-9919-DE9162F5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530" y="2985359"/>
            <a:ext cx="208819" cy="101891"/>
          </a:xfrm>
          <a:custGeom xmlns:a="http://schemas.openxmlformats.org/drawingml/2006/main">
            <a:pathLst>
              <a:path w="208819" h="101891">
                <a:moveTo>
                  <a:pt x="0" y="0"/>
                </a:moveTo>
                <a:lnTo>
                  <a:pt x="208819" y="0"/>
                </a:lnTo>
                <a:lnTo>
                  <a:pt x="208819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159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ath-123">
            <a:extLst xmlns:a="http://schemas.openxmlformats.org/drawingml/2006/main">
              <a:ext uri="{FF2B5EF4-FFF2-40B4-BE49-F238E27FC236}">
                <a16:creationId xmlns:a16="http://schemas.microsoft.com/office/drawing/2014/main" id="{8A2D94EF-2F61-4710-93A3-1799B7ED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530" y="2985359"/>
            <a:ext cx="208819" cy="101891"/>
          </a:xfrm>
          <a:custGeom xmlns:a="http://schemas.openxmlformats.org/drawingml/2006/main">
            <a:pathLst>
              <a:path w="208819" h="101891">
                <a:moveTo>
                  <a:pt x="0" y="0"/>
                </a:moveTo>
                <a:lnTo>
                  <a:pt x="208819" y="0"/>
                </a:lnTo>
                <a:lnTo>
                  <a:pt x="208819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1592E6"/>
            </a:solidFill>
            <a:prstDash val="solid"/>
          </a:ln>
        </p:spPr>
      </p:sp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7C9838B-C8EF-4C60-9D75-4E7EEAF507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ec7c98d984552"/>
          <a:stretch xmlns:a="http://schemas.openxmlformats.org/drawingml/2006/main"/>
        </p:blipFill>
        <p:spPr>
          <a:xfrm xmlns:a="http://schemas.openxmlformats.org/drawingml/2006/main">
            <a:off x="12135982" y="3229824"/>
            <a:ext cx="533400" cy="361950"/>
          </a:xfrm>
          <a:prstGeom xmlns:a="http://schemas.openxmlformats.org/drawingml/2006/main" prst="rect">
            <a:avLst/>
          </a:prstGeom>
        </p:spPr>
      </p:pic>
      <p:sp>
        <p:nvSpPr>
          <p:cNvPr id="127" name="text-125 Event:">
            <a:extLst xmlns:a="http://schemas.openxmlformats.org/drawingml/2006/main">
              <a:ext uri="{FF2B5EF4-FFF2-40B4-BE49-F238E27FC236}">
                <a16:creationId xmlns:a16="http://schemas.microsoft.com/office/drawing/2014/main" id="{0632DE0B-0D72-474C-B1F3-C254E3F7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45110" y="3224803"/>
            <a:ext cx="405890" cy="1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97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Event:</a:t>
            </a:r>
          </a:p>
        </p:txBody>
      </p:sp>
      <p:sp>
        <p:nvSpPr>
          <p:cNvPr id="128" name="text-125 serving">
            <a:extLst xmlns:a="http://schemas.openxmlformats.org/drawingml/2006/main">
              <a:ext uri="{FF2B5EF4-FFF2-40B4-BE49-F238E27FC236}">
                <a16:creationId xmlns:a16="http://schemas.microsoft.com/office/drawing/2014/main" id="{5F114ECD-94D5-4B73-9ACD-4819CF5A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2488" y="3225895"/>
            <a:ext cx="432889" cy="171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96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serving</a:t>
            </a:r>
          </a:p>
        </p:txBody>
      </p:sp>
      <p:sp>
        <p:nvSpPr>
          <p:cNvPr id="129" name="path-126">
            <a:extLst xmlns:a="http://schemas.openxmlformats.org/drawingml/2006/main">
              <a:ext uri="{FF2B5EF4-FFF2-40B4-BE49-F238E27FC236}">
                <a16:creationId xmlns:a16="http://schemas.microsoft.com/office/drawing/2014/main" id="{429C1AE4-BEE4-48AD-A664-941946FB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3428623"/>
            <a:ext cx="590802" cy="25473"/>
          </a:xfrm>
          <a:custGeom xmlns:a="http://schemas.openxmlformats.org/drawingml/2006/main">
            <a:pathLst>
              <a:path w="590802" h="25473">
                <a:moveTo>
                  <a:pt x="0" y="0"/>
                </a:moveTo>
                <a:lnTo>
                  <a:pt x="590802" y="0"/>
                </a:lnTo>
                <a:lnTo>
                  <a:pt x="590802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9AA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ath-127">
            <a:extLst xmlns:a="http://schemas.openxmlformats.org/drawingml/2006/main">
              <a:ext uri="{FF2B5EF4-FFF2-40B4-BE49-F238E27FC236}">
                <a16:creationId xmlns:a16="http://schemas.microsoft.com/office/drawing/2014/main" id="{36F3D7EB-C3F6-4AB1-8FF7-D72126BC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3428623"/>
            <a:ext cx="590802" cy="25473"/>
          </a:xfrm>
          <a:custGeom xmlns:a="http://schemas.openxmlformats.org/drawingml/2006/main">
            <a:pathLst>
              <a:path w="590802" h="25473">
                <a:moveTo>
                  <a:pt x="0" y="0"/>
                </a:moveTo>
                <a:lnTo>
                  <a:pt x="590802" y="0"/>
                </a:lnTo>
                <a:lnTo>
                  <a:pt x="590802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9AAEC3"/>
            </a:solidFill>
            <a:prstDash val="solid"/>
          </a:ln>
        </p:spPr>
      </p:sp>
      <p:sp>
        <p:nvSpPr>
          <p:cNvPr id="131" name="path-128">
            <a:extLst xmlns:a="http://schemas.openxmlformats.org/drawingml/2006/main">
              <a:ext uri="{FF2B5EF4-FFF2-40B4-BE49-F238E27FC236}">
                <a16:creationId xmlns:a16="http://schemas.microsoft.com/office/drawing/2014/main" id="{B2B04609-BE61-4A7D-9BCC-01212928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3510115"/>
            <a:ext cx="519497" cy="20378"/>
          </a:xfrm>
          <a:custGeom xmlns:a="http://schemas.openxmlformats.org/drawingml/2006/main">
            <a:pathLst>
              <a:path w="519497" h="20378">
                <a:moveTo>
                  <a:pt x="0" y="0"/>
                </a:moveTo>
                <a:lnTo>
                  <a:pt x="519497" y="0"/>
                </a:lnTo>
                <a:lnTo>
                  <a:pt x="519497" y="20378"/>
                </a:lnTo>
                <a:lnTo>
                  <a:pt x="0" y="20378"/>
                </a:lnTo>
                <a:close/>
              </a:path>
            </a:pathLst>
          </a:custGeom>
          <a:solidFill xmlns:a="http://schemas.openxmlformats.org/drawingml/2006/main">
            <a:srgbClr val="9AA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ath-129">
            <a:extLst xmlns:a="http://schemas.openxmlformats.org/drawingml/2006/main">
              <a:ext uri="{FF2B5EF4-FFF2-40B4-BE49-F238E27FC236}">
                <a16:creationId xmlns:a16="http://schemas.microsoft.com/office/drawing/2014/main" id="{8C77188E-CF91-4872-83B0-79CE704B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23" y="3510115"/>
            <a:ext cx="519497" cy="20378"/>
          </a:xfrm>
          <a:custGeom xmlns:a="http://schemas.openxmlformats.org/drawingml/2006/main">
            <a:pathLst>
              <a:path w="519497" h="20378">
                <a:moveTo>
                  <a:pt x="0" y="0"/>
                </a:moveTo>
                <a:lnTo>
                  <a:pt x="519497" y="0"/>
                </a:lnTo>
                <a:lnTo>
                  <a:pt x="519497" y="20378"/>
                </a:lnTo>
                <a:lnTo>
                  <a:pt x="0" y="203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9AAEC3"/>
            </a:solidFill>
            <a:prstDash val="solid"/>
          </a:ln>
        </p:spPr>
      </p:sp>
      <p:sp>
        <p:nvSpPr>
          <p:cNvPr id="133" name="path-130">
            <a:extLst xmlns:a="http://schemas.openxmlformats.org/drawingml/2006/main">
              <a:ext uri="{FF2B5EF4-FFF2-40B4-BE49-F238E27FC236}">
                <a16:creationId xmlns:a16="http://schemas.microsoft.com/office/drawing/2014/main" id="{645284B5-E5DE-462A-8984-4E66C837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8709" y="3408239"/>
            <a:ext cx="876016" cy="66230"/>
          </a:xfrm>
          <a:custGeom xmlns:a="http://schemas.openxmlformats.org/drawingml/2006/main">
            <a:pathLst>
              <a:path w="876016" h="66230">
                <a:moveTo>
                  <a:pt x="0" y="0"/>
                </a:moveTo>
                <a:lnTo>
                  <a:pt x="876016" y="0"/>
                </a:lnTo>
                <a:lnTo>
                  <a:pt x="876016" y="66230"/>
                </a:lnTo>
                <a:lnTo>
                  <a:pt x="0" y="66230"/>
                </a:lnTo>
                <a:close/>
              </a:path>
            </a:pathLst>
          </a:custGeom>
          <a:solidFill xmlns:a="http://schemas.openxmlformats.org/drawingml/2006/main">
            <a:srgbClr val="CA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ath-131">
            <a:extLst xmlns:a="http://schemas.openxmlformats.org/drawingml/2006/main">
              <a:ext uri="{FF2B5EF4-FFF2-40B4-BE49-F238E27FC236}">
                <a16:creationId xmlns:a16="http://schemas.microsoft.com/office/drawing/2014/main" id="{C1E97AA5-A2A8-4152-8E81-9AC6DC83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8709" y="3408239"/>
            <a:ext cx="876016" cy="66230"/>
          </a:xfrm>
          <a:custGeom xmlns:a="http://schemas.openxmlformats.org/drawingml/2006/main">
            <a:pathLst>
              <a:path w="876016" h="66230">
                <a:moveTo>
                  <a:pt x="0" y="0"/>
                </a:moveTo>
                <a:lnTo>
                  <a:pt x="876016" y="0"/>
                </a:lnTo>
                <a:lnTo>
                  <a:pt x="876016" y="66230"/>
                </a:lnTo>
                <a:lnTo>
                  <a:pt x="0" y="662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CAD5E2"/>
            </a:solidFill>
            <a:prstDash val="solid"/>
          </a:ln>
        </p:spPr>
      </p:sp>
      <p:sp>
        <p:nvSpPr>
          <p:cNvPr id="135" name="path-132">
            <a:extLst xmlns:a="http://schemas.openxmlformats.org/drawingml/2006/main">
              <a:ext uri="{FF2B5EF4-FFF2-40B4-BE49-F238E27FC236}">
                <a16:creationId xmlns:a16="http://schemas.microsoft.com/office/drawing/2014/main" id="{CA3622D5-695F-482B-8FEA-514E1D16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7714" y="3362349"/>
            <a:ext cx="5093" cy="178330"/>
          </a:xfrm>
          <a:custGeom xmlns:a="http://schemas.openxmlformats.org/drawingml/2006/main">
            <a:pathLst>
              <a:path w="5093" h="178330">
                <a:moveTo>
                  <a:pt x="0" y="0"/>
                </a:moveTo>
                <a:lnTo>
                  <a:pt x="5093" y="178330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91A6BE"/>
            </a:solidFill>
            <a:prstDash val="solid"/>
          </a:ln>
        </p:spPr>
      </p:sp>
      <p:sp>
        <p:nvSpPr>
          <p:cNvPr id="136" name="path-133">
            <a:extLst xmlns:a="http://schemas.openxmlformats.org/drawingml/2006/main">
              <a:ext uri="{FF2B5EF4-FFF2-40B4-BE49-F238E27FC236}">
                <a16:creationId xmlns:a16="http://schemas.microsoft.com/office/drawing/2014/main" id="{F0C8BD88-9BFC-4351-9D0A-8BBAC4D1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810" y="3362349"/>
            <a:ext cx="5093" cy="178330"/>
          </a:xfrm>
          <a:custGeom xmlns:a="http://schemas.openxmlformats.org/drawingml/2006/main">
            <a:pathLst>
              <a:path w="5093" h="178330">
                <a:moveTo>
                  <a:pt x="0" y="0"/>
                </a:moveTo>
                <a:lnTo>
                  <a:pt x="5093" y="178330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91A6BE"/>
            </a:solidFill>
            <a:prstDash val="solid"/>
          </a:ln>
        </p:spPr>
      </p:sp>
      <p:sp>
        <p:nvSpPr>
          <p:cNvPr id="137" name="path-134">
            <a:extLst xmlns:a="http://schemas.openxmlformats.org/drawingml/2006/main">
              <a:ext uri="{FF2B5EF4-FFF2-40B4-BE49-F238E27FC236}">
                <a16:creationId xmlns:a16="http://schemas.microsoft.com/office/drawing/2014/main" id="{1F8E18EE-083C-4911-B43D-F927A977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5907" y="3362349"/>
            <a:ext cx="5093" cy="178330"/>
          </a:xfrm>
          <a:custGeom xmlns:a="http://schemas.openxmlformats.org/drawingml/2006/main">
            <a:pathLst>
              <a:path w="5093" h="178330">
                <a:moveTo>
                  <a:pt x="0" y="0"/>
                </a:moveTo>
                <a:lnTo>
                  <a:pt x="5093" y="178330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91A6BE"/>
            </a:solidFill>
            <a:prstDash val="solid"/>
          </a:ln>
        </p:spPr>
      </p:sp>
      <p:sp>
        <p:nvSpPr>
          <p:cNvPr id="138" name="path-135">
            <a:extLst xmlns:a="http://schemas.openxmlformats.org/drawingml/2006/main">
              <a:ext uri="{FF2B5EF4-FFF2-40B4-BE49-F238E27FC236}">
                <a16:creationId xmlns:a16="http://schemas.microsoft.com/office/drawing/2014/main" id="{7CAC60D4-ED9C-4C11-9147-2CDF846B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4045" y="3392950"/>
            <a:ext cx="213910" cy="101891"/>
          </a:xfrm>
          <a:custGeom xmlns:a="http://schemas.openxmlformats.org/drawingml/2006/main">
            <a:pathLst>
              <a:path w="213910" h="101891">
                <a:moveTo>
                  <a:pt x="0" y="0"/>
                </a:moveTo>
                <a:lnTo>
                  <a:pt x="213910" y="0"/>
                </a:lnTo>
                <a:lnTo>
                  <a:pt x="213910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85AF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ath-136">
            <a:extLst xmlns:a="http://schemas.openxmlformats.org/drawingml/2006/main">
              <a:ext uri="{FF2B5EF4-FFF2-40B4-BE49-F238E27FC236}">
                <a16:creationId xmlns:a16="http://schemas.microsoft.com/office/drawing/2014/main" id="{2D5EDF9A-A0C6-4400-BE27-5131AF8A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4045" y="3392950"/>
            <a:ext cx="213910" cy="101891"/>
          </a:xfrm>
          <a:custGeom xmlns:a="http://schemas.openxmlformats.org/drawingml/2006/main">
            <a:pathLst>
              <a:path w="213910" h="101891">
                <a:moveTo>
                  <a:pt x="0" y="0"/>
                </a:moveTo>
                <a:lnTo>
                  <a:pt x="213910" y="0"/>
                </a:lnTo>
                <a:lnTo>
                  <a:pt x="213910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85AF46"/>
            </a:solidFill>
            <a:prstDash val="solid"/>
          </a:ln>
        </p:spPr>
      </p:sp>
      <p:sp>
        <p:nvSpPr>
          <p:cNvPr id="140" name="text-137 …">
            <a:extLst xmlns:a="http://schemas.openxmlformats.org/drawingml/2006/main">
              <a:ext uri="{FF2B5EF4-FFF2-40B4-BE49-F238E27FC236}">
                <a16:creationId xmlns:a16="http://schemas.microsoft.com/office/drawing/2014/main" id="{FAD40C6B-5343-44D7-AF7E-285CC112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1523" y="2887895"/>
            <a:ext cx="205056" cy="335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8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8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pPr>
            <a:r>
              <a:rPr sz="1888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rPr>
              <a:t>…</a:t>
            </a:r>
          </a:p>
        </p:txBody>
      </p:sp>
      <p:sp>
        <p:nvSpPr>
          <p:cNvPr id="141" name="path-138">
            <a:extLst xmlns:a="http://schemas.openxmlformats.org/drawingml/2006/main">
              <a:ext uri="{FF2B5EF4-FFF2-40B4-BE49-F238E27FC236}">
                <a16:creationId xmlns:a16="http://schemas.microsoft.com/office/drawing/2014/main" id="{F6855E06-9382-4A3B-AE62-CEFB28B1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4029" y="3795406"/>
            <a:ext cx="977878" cy="5093"/>
          </a:xfrm>
          <a:custGeom xmlns:a="http://schemas.openxmlformats.org/drawingml/2006/main">
            <a:pathLst>
              <a:path w="977878" h="5093">
                <a:moveTo>
                  <a:pt x="0" y="0"/>
                </a:moveTo>
                <a:lnTo>
                  <a:pt x="977878" y="5093"/>
                </a:lnTo>
              </a:path>
            </a:pathLst>
          </a:custGeom>
          <a:noFill xmlns:a="http://schemas.openxmlformats.org/drawingml/2006/main"/>
          <a:ln xmlns:a="http://schemas.openxmlformats.org/drawingml/2006/main" w="23283">
            <a:solidFill>
              <a:srgbClr val="4D668A"/>
            </a:solidFill>
            <a:prstDash val="solid"/>
          </a:ln>
        </p:spPr>
      </p:sp>
      <p:sp>
        <p:nvSpPr>
          <p:cNvPr id="142" name="path-139">
            <a:extLst xmlns:a="http://schemas.openxmlformats.org/drawingml/2006/main">
              <a:ext uri="{FF2B5EF4-FFF2-40B4-BE49-F238E27FC236}">
                <a16:creationId xmlns:a16="http://schemas.microsoft.com/office/drawing/2014/main" id="{C653B37F-044F-4023-AC3B-E4F4CE7B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0085" y="3795406"/>
            <a:ext cx="657013" cy="5093"/>
          </a:xfrm>
          <a:custGeom xmlns:a="http://schemas.openxmlformats.org/drawingml/2006/main">
            <a:pathLst>
              <a:path w="657013" h="5093">
                <a:moveTo>
                  <a:pt x="0" y="0"/>
                </a:moveTo>
                <a:lnTo>
                  <a:pt x="657013" y="5093"/>
                </a:lnTo>
              </a:path>
            </a:pathLst>
          </a:custGeom>
          <a:noFill xmlns:a="http://schemas.openxmlformats.org/drawingml/2006/main"/>
          <a:ln xmlns:a="http://schemas.openxmlformats.org/drawingml/2006/main" w="23283">
            <a:solidFill>
              <a:srgbClr val="4D668A"/>
            </a:solidFill>
            <a:prstDash val="solid"/>
          </a:ln>
        </p:spPr>
      </p:sp>
      <p:sp>
        <p:nvSpPr>
          <p:cNvPr id="143" name="text-140 Video">
            <a:extLst xmlns:a="http://schemas.openxmlformats.org/drawingml/2006/main">
              <a:ext uri="{FF2B5EF4-FFF2-40B4-BE49-F238E27FC236}">
                <a16:creationId xmlns:a16="http://schemas.microsoft.com/office/drawing/2014/main" id="{558A8470-D63E-4DBA-9E31-38EF2799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7314" y="3668844"/>
            <a:ext cx="451042" cy="227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2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2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82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144" name="text-141 and">
            <a:extLst xmlns:a="http://schemas.openxmlformats.org/drawingml/2006/main">
              <a:ext uri="{FF2B5EF4-FFF2-40B4-BE49-F238E27FC236}">
                <a16:creationId xmlns:a16="http://schemas.microsoft.com/office/drawing/2014/main" id="{B93C7809-5D4A-4D11-92BA-499D5A95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8710" y="3668765"/>
            <a:ext cx="293530" cy="22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2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2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82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145" name="text-142 memory">
            <a:extLst xmlns:a="http://schemas.openxmlformats.org/drawingml/2006/main">
              <a:ext uri="{FF2B5EF4-FFF2-40B4-BE49-F238E27FC236}">
                <a16:creationId xmlns:a16="http://schemas.microsoft.com/office/drawing/2014/main" id="{93CE6231-971D-4BEC-9FC5-D472E36C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0946" y="3669195"/>
            <a:ext cx="618479" cy="22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9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9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79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memory</a:t>
            </a:r>
          </a:p>
        </p:txBody>
      </p:sp>
      <p:sp>
        <p:nvSpPr>
          <p:cNvPr id="146" name="text-142 access">
            <a:extLst xmlns:a="http://schemas.openxmlformats.org/drawingml/2006/main">
              <a:ext uri="{FF2B5EF4-FFF2-40B4-BE49-F238E27FC236}">
                <a16:creationId xmlns:a16="http://schemas.microsoft.com/office/drawing/2014/main" id="{2D5A81C5-310E-4D7A-82E7-D2A123C9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2642" y="3668885"/>
            <a:ext cx="527219" cy="227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1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1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81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access</a:t>
            </a:r>
          </a:p>
        </p:txBody>
      </p:sp>
      <p:sp>
        <p:nvSpPr>
          <p:cNvPr id="147" name="text-143 Questioner">
            <a:extLst xmlns:a="http://schemas.openxmlformats.org/drawingml/2006/main">
              <a:ext uri="{FF2B5EF4-FFF2-40B4-BE49-F238E27FC236}">
                <a16:creationId xmlns:a16="http://schemas.microsoft.com/office/drawing/2014/main" id="{B94C2DB2-611C-4EED-947A-5129DC70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1940" y="4084686"/>
            <a:ext cx="1102209" cy="282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58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Questioner</a:t>
            </a:r>
          </a:p>
        </p:txBody>
      </p:sp>
      <p:sp>
        <p:nvSpPr>
          <p:cNvPr id="148" name="path-144">
            <a:extLst xmlns:a="http://schemas.openxmlformats.org/drawingml/2006/main">
              <a:ext uri="{FF2B5EF4-FFF2-40B4-BE49-F238E27FC236}">
                <a16:creationId xmlns:a16="http://schemas.microsoft.com/office/drawing/2014/main" id="{9A2A6F6A-EDCD-4BC8-A09A-9C49FB4E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502" y="4391442"/>
            <a:ext cx="1466818" cy="866113"/>
          </a:xfrm>
          <a:custGeom xmlns:a="http://schemas.openxmlformats.org/drawingml/2006/main">
            <a:pathLst>
              <a:path w="1466818" h="866113">
                <a:moveTo>
                  <a:pt x="0" y="62037"/>
                </a:moveTo>
                <a:cubicBezTo>
                  <a:pt x="0" y="27800"/>
                  <a:pt x="27730" y="0"/>
                  <a:pt x="61967" y="0"/>
                </a:cubicBezTo>
                <a:lnTo>
                  <a:pt x="1404852" y="0"/>
                </a:lnTo>
                <a:cubicBezTo>
                  <a:pt x="1439089" y="0"/>
                  <a:pt x="1466818" y="27800"/>
                  <a:pt x="1466818" y="62037"/>
                </a:cubicBezTo>
                <a:lnTo>
                  <a:pt x="1466818" y="804075"/>
                </a:lnTo>
                <a:cubicBezTo>
                  <a:pt x="1466818" y="838313"/>
                  <a:pt x="1439089" y="866113"/>
                  <a:pt x="1404852" y="866113"/>
                </a:cubicBezTo>
                <a:lnTo>
                  <a:pt x="61967" y="866113"/>
                </a:lnTo>
                <a:cubicBezTo>
                  <a:pt x="27730" y="866113"/>
                  <a:pt x="0" y="838313"/>
                  <a:pt x="0" y="804075"/>
                </a:cubicBezTo>
                <a:lnTo>
                  <a:pt x="0" y="6203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ath-145">
            <a:extLst xmlns:a="http://schemas.openxmlformats.org/drawingml/2006/main">
              <a:ext uri="{FF2B5EF4-FFF2-40B4-BE49-F238E27FC236}">
                <a16:creationId xmlns:a16="http://schemas.microsoft.com/office/drawing/2014/main" id="{1E878178-7A33-41C4-8895-772D4220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502" y="4391442"/>
            <a:ext cx="1466818" cy="866113"/>
          </a:xfrm>
          <a:custGeom xmlns:a="http://schemas.openxmlformats.org/drawingml/2006/main">
            <a:pathLst>
              <a:path w="1466818" h="866113">
                <a:moveTo>
                  <a:pt x="0" y="62037"/>
                </a:moveTo>
                <a:cubicBezTo>
                  <a:pt x="0" y="27800"/>
                  <a:pt x="27730" y="0"/>
                  <a:pt x="61967" y="0"/>
                </a:cubicBezTo>
                <a:lnTo>
                  <a:pt x="1404852" y="0"/>
                </a:lnTo>
                <a:cubicBezTo>
                  <a:pt x="1439089" y="0"/>
                  <a:pt x="1466818" y="27800"/>
                  <a:pt x="1466818" y="62037"/>
                </a:cubicBezTo>
                <a:lnTo>
                  <a:pt x="1466818" y="804075"/>
                </a:lnTo>
                <a:cubicBezTo>
                  <a:pt x="1466818" y="838313"/>
                  <a:pt x="1439089" y="866113"/>
                  <a:pt x="1404852" y="866113"/>
                </a:cubicBezTo>
                <a:lnTo>
                  <a:pt x="61967" y="866113"/>
                </a:lnTo>
                <a:cubicBezTo>
                  <a:pt x="27730" y="866113"/>
                  <a:pt x="0" y="838313"/>
                  <a:pt x="0" y="804075"/>
                </a:cubicBezTo>
                <a:lnTo>
                  <a:pt x="0" y="62037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150" name="path-146">
            <a:extLst xmlns:a="http://schemas.openxmlformats.org/drawingml/2006/main">
              <a:ext uri="{FF2B5EF4-FFF2-40B4-BE49-F238E27FC236}">
                <a16:creationId xmlns:a16="http://schemas.microsoft.com/office/drawing/2014/main" id="{47865EC8-E594-41E2-BC40-62C0F9F2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0806" y="4457723"/>
            <a:ext cx="1451538" cy="896601"/>
          </a:xfrm>
          <a:custGeom xmlns:a="http://schemas.openxmlformats.org/drawingml/2006/main">
            <a:pathLst>
              <a:path w="1451538" h="896601">
                <a:moveTo>
                  <a:pt x="0" y="64159"/>
                </a:moveTo>
                <a:cubicBezTo>
                  <a:pt x="0" y="28719"/>
                  <a:pt x="28719" y="0"/>
                  <a:pt x="64158" y="0"/>
                </a:cubicBezTo>
                <a:lnTo>
                  <a:pt x="1387379" y="0"/>
                </a:lnTo>
                <a:cubicBezTo>
                  <a:pt x="1422819" y="0"/>
                  <a:pt x="1451538" y="28719"/>
                  <a:pt x="1451538" y="64159"/>
                </a:cubicBezTo>
                <a:lnTo>
                  <a:pt x="1451538" y="832442"/>
                </a:lnTo>
                <a:cubicBezTo>
                  <a:pt x="1451538" y="867881"/>
                  <a:pt x="1422819" y="896601"/>
                  <a:pt x="1387379" y="896601"/>
                </a:cubicBezTo>
                <a:lnTo>
                  <a:pt x="64158" y="896601"/>
                </a:lnTo>
                <a:cubicBezTo>
                  <a:pt x="28719" y="896601"/>
                  <a:pt x="0" y="867881"/>
                  <a:pt x="0" y="832442"/>
                </a:cubicBezTo>
                <a:lnTo>
                  <a:pt x="0" y="6415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47">
            <a:extLst xmlns:a="http://schemas.openxmlformats.org/drawingml/2006/main">
              <a:ext uri="{FF2B5EF4-FFF2-40B4-BE49-F238E27FC236}">
                <a16:creationId xmlns:a16="http://schemas.microsoft.com/office/drawing/2014/main" id="{9C9AA099-B355-43C9-A46B-CC09C0DD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0806" y="4457723"/>
            <a:ext cx="1451538" cy="896601"/>
          </a:xfrm>
          <a:custGeom xmlns:a="http://schemas.openxmlformats.org/drawingml/2006/main">
            <a:pathLst>
              <a:path w="1451538" h="896601">
                <a:moveTo>
                  <a:pt x="0" y="64159"/>
                </a:moveTo>
                <a:cubicBezTo>
                  <a:pt x="0" y="28719"/>
                  <a:pt x="28719" y="0"/>
                  <a:pt x="64158" y="0"/>
                </a:cubicBezTo>
                <a:lnTo>
                  <a:pt x="1387379" y="0"/>
                </a:lnTo>
                <a:cubicBezTo>
                  <a:pt x="1422819" y="0"/>
                  <a:pt x="1451538" y="28719"/>
                  <a:pt x="1451538" y="64159"/>
                </a:cubicBezTo>
                <a:lnTo>
                  <a:pt x="1451538" y="832442"/>
                </a:lnTo>
                <a:cubicBezTo>
                  <a:pt x="1451538" y="867881"/>
                  <a:pt x="1422819" y="896601"/>
                  <a:pt x="1387379" y="896601"/>
                </a:cubicBezTo>
                <a:lnTo>
                  <a:pt x="64158" y="896601"/>
                </a:lnTo>
                <a:cubicBezTo>
                  <a:pt x="28719" y="896601"/>
                  <a:pt x="0" y="867881"/>
                  <a:pt x="0" y="832442"/>
                </a:cubicBezTo>
                <a:lnTo>
                  <a:pt x="0" y="64159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152" name="path-148">
            <a:extLst xmlns:a="http://schemas.openxmlformats.org/drawingml/2006/main">
              <a:ext uri="{FF2B5EF4-FFF2-40B4-BE49-F238E27FC236}">
                <a16:creationId xmlns:a16="http://schemas.microsoft.com/office/drawing/2014/main" id="{31EADE9D-2FF6-42F1-A864-A2591CDA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016" y="4534120"/>
            <a:ext cx="1451539" cy="932323"/>
          </a:xfrm>
          <a:custGeom xmlns:a="http://schemas.openxmlformats.org/drawingml/2006/main">
            <a:pathLst>
              <a:path w="1451539" h="932323">
                <a:moveTo>
                  <a:pt x="0" y="66776"/>
                </a:moveTo>
                <a:cubicBezTo>
                  <a:pt x="0" y="29851"/>
                  <a:pt x="29852" y="0"/>
                  <a:pt x="66706" y="0"/>
                </a:cubicBezTo>
                <a:lnTo>
                  <a:pt x="1384834" y="0"/>
                </a:lnTo>
                <a:cubicBezTo>
                  <a:pt x="1421687" y="0"/>
                  <a:pt x="1451539" y="29851"/>
                  <a:pt x="1451539" y="66776"/>
                </a:cubicBezTo>
                <a:lnTo>
                  <a:pt x="1451539" y="865547"/>
                </a:lnTo>
                <a:cubicBezTo>
                  <a:pt x="1451539" y="902402"/>
                  <a:pt x="1421687" y="932323"/>
                  <a:pt x="1384834" y="932323"/>
                </a:cubicBezTo>
                <a:lnTo>
                  <a:pt x="66706" y="932323"/>
                </a:lnTo>
                <a:cubicBezTo>
                  <a:pt x="29852" y="932323"/>
                  <a:pt x="0" y="902402"/>
                  <a:pt x="0" y="865547"/>
                </a:cubicBezTo>
                <a:lnTo>
                  <a:pt x="0" y="667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49">
            <a:extLst xmlns:a="http://schemas.openxmlformats.org/drawingml/2006/main">
              <a:ext uri="{FF2B5EF4-FFF2-40B4-BE49-F238E27FC236}">
                <a16:creationId xmlns:a16="http://schemas.microsoft.com/office/drawing/2014/main" id="{B816AEC4-5ED9-490F-9250-97383D6C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016" y="4534120"/>
            <a:ext cx="1451539" cy="932323"/>
          </a:xfrm>
          <a:custGeom xmlns:a="http://schemas.openxmlformats.org/drawingml/2006/main">
            <a:pathLst>
              <a:path w="1451539" h="932323">
                <a:moveTo>
                  <a:pt x="0" y="66776"/>
                </a:moveTo>
                <a:cubicBezTo>
                  <a:pt x="0" y="29851"/>
                  <a:pt x="29852" y="0"/>
                  <a:pt x="66706" y="0"/>
                </a:cubicBezTo>
                <a:lnTo>
                  <a:pt x="1384834" y="0"/>
                </a:lnTo>
                <a:cubicBezTo>
                  <a:pt x="1421687" y="0"/>
                  <a:pt x="1451539" y="29851"/>
                  <a:pt x="1451539" y="66776"/>
                </a:cubicBezTo>
                <a:lnTo>
                  <a:pt x="1451539" y="865547"/>
                </a:lnTo>
                <a:cubicBezTo>
                  <a:pt x="1451539" y="902402"/>
                  <a:pt x="1421687" y="932323"/>
                  <a:pt x="1384834" y="932323"/>
                </a:cubicBezTo>
                <a:lnTo>
                  <a:pt x="66706" y="932323"/>
                </a:lnTo>
                <a:cubicBezTo>
                  <a:pt x="29852" y="932323"/>
                  <a:pt x="0" y="902402"/>
                  <a:pt x="0" y="865547"/>
                </a:cubicBezTo>
                <a:lnTo>
                  <a:pt x="0" y="66776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154" name="path-150">
            <a:extLst xmlns:a="http://schemas.openxmlformats.org/drawingml/2006/main">
              <a:ext uri="{FF2B5EF4-FFF2-40B4-BE49-F238E27FC236}">
                <a16:creationId xmlns:a16="http://schemas.microsoft.com/office/drawing/2014/main" id="{DADBB032-F00B-4C0F-A1B3-E9E4E837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122" y="4562104"/>
            <a:ext cx="336146" cy="341338"/>
          </a:xfrm>
          <a:custGeom xmlns:a="http://schemas.openxmlformats.org/drawingml/2006/main">
            <a:pathLst>
              <a:path w="336146" h="341338">
                <a:moveTo>
                  <a:pt x="0" y="0"/>
                </a:moveTo>
                <a:lnTo>
                  <a:pt x="336146" y="0"/>
                </a:lnTo>
                <a:lnTo>
                  <a:pt x="336146" y="341338"/>
                </a:lnTo>
                <a:lnTo>
                  <a:pt x="0" y="341338"/>
                </a:lnTo>
                <a:close/>
              </a:path>
            </a:pathLst>
          </a:cu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text-151 Q">
            <a:extLst xmlns:a="http://schemas.openxmlformats.org/drawingml/2006/main">
              <a:ext uri="{FF2B5EF4-FFF2-40B4-BE49-F238E27FC236}">
                <a16:creationId xmlns:a16="http://schemas.microsoft.com/office/drawing/2014/main" id="{24A1EF79-1B1A-4DAC-996A-A4C83BAE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9833" y="4541242"/>
            <a:ext cx="296329" cy="392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9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09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pPr>
            <a:r>
              <a:rPr sz="2209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pic>
        <p:nvPic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2C38B26-D023-4145-9ECD-639FFDE93E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2c76dcb9d4e64"/>
          <a:stretch xmlns:a="http://schemas.openxmlformats.org/drawingml/2006/main"/>
        </p:blipFill>
        <p:spPr>
          <a:xfrm xmlns:a="http://schemas.openxmlformats.org/drawingml/2006/main">
            <a:off x="10059532" y="5077674"/>
            <a:ext cx="323850" cy="352425"/>
          </a:xfrm>
          <a:prstGeom xmlns:a="http://schemas.openxmlformats.org/drawingml/2006/main" prst="rect">
            <a:avLst/>
          </a:prstGeom>
        </p:spPr>
      </p:pic>
      <p:sp>
        <p:nvSpPr>
          <p:cNvPr id="157" name="path-153">
            <a:extLst xmlns:a="http://schemas.openxmlformats.org/drawingml/2006/main">
              <a:ext uri="{FF2B5EF4-FFF2-40B4-BE49-F238E27FC236}">
                <a16:creationId xmlns:a16="http://schemas.microsoft.com/office/drawing/2014/main" id="{5B2D6F88-FEFC-4CC2-90E2-7E9667CD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4134" y="3994108"/>
            <a:ext cx="3524438" cy="1854390"/>
          </a:xfrm>
          <a:custGeom xmlns:a="http://schemas.openxmlformats.org/drawingml/2006/main">
            <a:pathLst>
              <a:path w="3524438" h="1854390">
                <a:moveTo>
                  <a:pt x="0" y="68050"/>
                </a:moveTo>
                <a:cubicBezTo>
                  <a:pt x="0" y="30488"/>
                  <a:pt x="30489" y="0"/>
                  <a:pt x="68050" y="0"/>
                </a:cubicBezTo>
                <a:lnTo>
                  <a:pt x="3456388" y="0"/>
                </a:lnTo>
                <a:cubicBezTo>
                  <a:pt x="3493950" y="0"/>
                  <a:pt x="3524438" y="30488"/>
                  <a:pt x="3524438" y="68050"/>
                </a:cubicBezTo>
                <a:lnTo>
                  <a:pt x="3524438" y="1786340"/>
                </a:lnTo>
                <a:cubicBezTo>
                  <a:pt x="3524438" y="1823902"/>
                  <a:pt x="3493950" y="1854390"/>
                  <a:pt x="3456388" y="1854390"/>
                </a:cubicBezTo>
                <a:lnTo>
                  <a:pt x="68050" y="1854390"/>
                </a:lnTo>
                <a:cubicBezTo>
                  <a:pt x="30489" y="1854390"/>
                  <a:pt x="0" y="1823902"/>
                  <a:pt x="0" y="1786340"/>
                </a:cubicBezTo>
                <a:lnTo>
                  <a:pt x="0" y="68050"/>
                </a:lnTo>
              </a:path>
            </a:pathLst>
          </a:custGeom>
          <a:noFill xmlns:a="http://schemas.openxmlformats.org/drawingml/2006/main"/>
          <a:ln xmlns:a="http://schemas.openxmlformats.org/drawingml/2006/main" w="14152">
            <a:solidFill>
              <a:srgbClr val="548235"/>
            </a:solidFill>
            <a:prstDash val="dash"/>
          </a:ln>
        </p:spPr>
      </p:sp>
      <p:sp>
        <p:nvSpPr>
          <p:cNvPr id="158" name="text-154 Solver">
            <a:extLst xmlns:a="http://schemas.openxmlformats.org/drawingml/2006/main">
              <a:ext uri="{FF2B5EF4-FFF2-40B4-BE49-F238E27FC236}">
                <a16:creationId xmlns:a16="http://schemas.microsoft.com/office/drawing/2014/main" id="{A8BDC54C-FE51-4E18-8066-C9A9D9E2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2575" y="4021343"/>
            <a:ext cx="622636" cy="272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3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3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533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159" name="text-154 harness">
            <a:extLst xmlns:a="http://schemas.openxmlformats.org/drawingml/2006/main">
              <a:ext uri="{FF2B5EF4-FFF2-40B4-BE49-F238E27FC236}">
                <a16:creationId xmlns:a16="http://schemas.microsoft.com/office/drawing/2014/main" id="{AA9681FE-BF58-47D3-9874-9C465179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0534" y="4020756"/>
            <a:ext cx="751555" cy="273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53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160" name="path-155">
            <a:extLst xmlns:a="http://schemas.openxmlformats.org/drawingml/2006/main">
              <a:ext uri="{FF2B5EF4-FFF2-40B4-BE49-F238E27FC236}">
                <a16:creationId xmlns:a16="http://schemas.microsoft.com/office/drawing/2014/main" id="{80F39053-5E2F-4D5C-AAA9-195B5D6E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008" y="4261567"/>
            <a:ext cx="1028810" cy="718341"/>
          </a:xfrm>
          <a:custGeom xmlns:a="http://schemas.openxmlformats.org/drawingml/2006/main">
            <a:pathLst>
              <a:path w="1028810" h="718341">
                <a:moveTo>
                  <a:pt x="0" y="47111"/>
                </a:moveTo>
                <a:cubicBezTo>
                  <a:pt x="0" y="21080"/>
                  <a:pt x="21081" y="0"/>
                  <a:pt x="47112" y="0"/>
                </a:cubicBezTo>
                <a:lnTo>
                  <a:pt x="981698" y="0"/>
                </a:lnTo>
                <a:cubicBezTo>
                  <a:pt x="1007730" y="0"/>
                  <a:pt x="1028810" y="21080"/>
                  <a:pt x="1028810" y="47111"/>
                </a:cubicBezTo>
                <a:lnTo>
                  <a:pt x="1028810" y="671231"/>
                </a:lnTo>
                <a:cubicBezTo>
                  <a:pt x="1028810" y="697262"/>
                  <a:pt x="1007730" y="718341"/>
                  <a:pt x="981698" y="718341"/>
                </a:cubicBezTo>
                <a:lnTo>
                  <a:pt x="47112" y="718341"/>
                </a:lnTo>
                <a:cubicBezTo>
                  <a:pt x="21081" y="718341"/>
                  <a:pt x="0" y="697262"/>
                  <a:pt x="0" y="671231"/>
                </a:cubicBezTo>
                <a:lnTo>
                  <a:pt x="0" y="471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ath-156">
            <a:extLst xmlns:a="http://schemas.openxmlformats.org/drawingml/2006/main">
              <a:ext uri="{FF2B5EF4-FFF2-40B4-BE49-F238E27FC236}">
                <a16:creationId xmlns:a16="http://schemas.microsoft.com/office/drawing/2014/main" id="{B0D18194-4D6C-47CE-BA8B-52FA3C58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008" y="4261567"/>
            <a:ext cx="1028810" cy="718341"/>
          </a:xfrm>
          <a:custGeom xmlns:a="http://schemas.openxmlformats.org/drawingml/2006/main">
            <a:pathLst>
              <a:path w="1028810" h="718341">
                <a:moveTo>
                  <a:pt x="0" y="47111"/>
                </a:moveTo>
                <a:cubicBezTo>
                  <a:pt x="0" y="21080"/>
                  <a:pt x="21081" y="0"/>
                  <a:pt x="47112" y="0"/>
                </a:cubicBezTo>
                <a:lnTo>
                  <a:pt x="981698" y="0"/>
                </a:lnTo>
                <a:cubicBezTo>
                  <a:pt x="1007730" y="0"/>
                  <a:pt x="1028810" y="21080"/>
                  <a:pt x="1028810" y="47111"/>
                </a:cubicBezTo>
                <a:lnTo>
                  <a:pt x="1028810" y="671231"/>
                </a:lnTo>
                <a:cubicBezTo>
                  <a:pt x="1028810" y="697262"/>
                  <a:pt x="1007730" y="718341"/>
                  <a:pt x="981698" y="718341"/>
                </a:cubicBezTo>
                <a:lnTo>
                  <a:pt x="47112" y="718341"/>
                </a:lnTo>
                <a:cubicBezTo>
                  <a:pt x="21081" y="718341"/>
                  <a:pt x="0" y="697262"/>
                  <a:pt x="0" y="671231"/>
                </a:cubicBezTo>
                <a:lnTo>
                  <a:pt x="0" y="47111"/>
                </a:lnTo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C1D6E2"/>
            </a:solidFill>
            <a:prstDash val="solid"/>
          </a:ln>
        </p:spPr>
      </p:sp>
      <p:sp>
        <p:nvSpPr>
          <p:cNvPr id="162" name="text-157 Skills">
            <a:extLst xmlns:a="http://schemas.openxmlformats.org/drawingml/2006/main">
              <a:ext uri="{FF2B5EF4-FFF2-40B4-BE49-F238E27FC236}">
                <a16:creationId xmlns:a16="http://schemas.microsoft.com/office/drawing/2014/main" id="{15222ABB-9D22-4612-A572-69A5FB40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9100" y="4270294"/>
            <a:ext cx="376774" cy="19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08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Skills</a:t>
            </a:r>
          </a:p>
        </p:txBody>
      </p:sp>
      <p:sp>
        <p:nvSpPr>
          <p:cNvPr id="163" name="path-158">
            <a:extLst xmlns:a="http://schemas.openxmlformats.org/drawingml/2006/main">
              <a:ext uri="{FF2B5EF4-FFF2-40B4-BE49-F238E27FC236}">
                <a16:creationId xmlns:a16="http://schemas.microsoft.com/office/drawing/2014/main" id="{DBA4C07A-2748-4C2D-9348-9E0F74B3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9514" y="4261567"/>
            <a:ext cx="1028811" cy="718341"/>
          </a:xfrm>
          <a:custGeom xmlns:a="http://schemas.openxmlformats.org/drawingml/2006/main">
            <a:pathLst>
              <a:path w="1028811" h="718341">
                <a:moveTo>
                  <a:pt x="0" y="47111"/>
                </a:moveTo>
                <a:cubicBezTo>
                  <a:pt x="0" y="21080"/>
                  <a:pt x="21080" y="0"/>
                  <a:pt x="47112" y="0"/>
                </a:cubicBezTo>
                <a:lnTo>
                  <a:pt x="981698" y="0"/>
                </a:lnTo>
                <a:cubicBezTo>
                  <a:pt x="1007731" y="0"/>
                  <a:pt x="1028811" y="21080"/>
                  <a:pt x="1028811" y="47111"/>
                </a:cubicBezTo>
                <a:lnTo>
                  <a:pt x="1028811" y="671231"/>
                </a:lnTo>
                <a:cubicBezTo>
                  <a:pt x="1028811" y="697262"/>
                  <a:pt x="1007731" y="718341"/>
                  <a:pt x="981698" y="718341"/>
                </a:cubicBezTo>
                <a:lnTo>
                  <a:pt x="47112" y="718341"/>
                </a:lnTo>
                <a:cubicBezTo>
                  <a:pt x="21080" y="718341"/>
                  <a:pt x="0" y="697262"/>
                  <a:pt x="0" y="671231"/>
                </a:cubicBezTo>
                <a:lnTo>
                  <a:pt x="0" y="471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ath-159">
            <a:extLst xmlns:a="http://schemas.openxmlformats.org/drawingml/2006/main">
              <a:ext uri="{FF2B5EF4-FFF2-40B4-BE49-F238E27FC236}">
                <a16:creationId xmlns:a16="http://schemas.microsoft.com/office/drawing/2014/main" id="{AE88D0C7-D6CC-4505-9498-C56F40EE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9514" y="4261567"/>
            <a:ext cx="1028811" cy="718341"/>
          </a:xfrm>
          <a:custGeom xmlns:a="http://schemas.openxmlformats.org/drawingml/2006/main">
            <a:pathLst>
              <a:path w="1028811" h="718341">
                <a:moveTo>
                  <a:pt x="0" y="47111"/>
                </a:moveTo>
                <a:cubicBezTo>
                  <a:pt x="0" y="21080"/>
                  <a:pt x="21080" y="0"/>
                  <a:pt x="47112" y="0"/>
                </a:cubicBezTo>
                <a:lnTo>
                  <a:pt x="981698" y="0"/>
                </a:lnTo>
                <a:cubicBezTo>
                  <a:pt x="1007731" y="0"/>
                  <a:pt x="1028811" y="21080"/>
                  <a:pt x="1028811" y="47111"/>
                </a:cubicBezTo>
                <a:lnTo>
                  <a:pt x="1028811" y="671231"/>
                </a:lnTo>
                <a:cubicBezTo>
                  <a:pt x="1028811" y="697262"/>
                  <a:pt x="1007731" y="718341"/>
                  <a:pt x="981698" y="718341"/>
                </a:cubicBezTo>
                <a:lnTo>
                  <a:pt x="47112" y="718341"/>
                </a:lnTo>
                <a:cubicBezTo>
                  <a:pt x="21080" y="718341"/>
                  <a:pt x="0" y="697262"/>
                  <a:pt x="0" y="671231"/>
                </a:cubicBezTo>
                <a:lnTo>
                  <a:pt x="0" y="47111"/>
                </a:lnTo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C1D6E2"/>
            </a:solidFill>
            <a:prstDash val="solid"/>
          </a:ln>
        </p:spPr>
      </p:sp>
      <p:sp>
        <p:nvSpPr>
          <p:cNvPr id="165" name="text-160 Strategy">
            <a:extLst xmlns:a="http://schemas.openxmlformats.org/drawingml/2006/main">
              <a:ext uri="{FF2B5EF4-FFF2-40B4-BE49-F238E27FC236}">
                <a16:creationId xmlns:a16="http://schemas.microsoft.com/office/drawing/2014/main" id="{64360637-5C4B-42BE-9C64-184E5EE5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07095" y="4276523"/>
            <a:ext cx="590630" cy="18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03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Strategy</a:t>
            </a:r>
          </a:p>
        </p:txBody>
      </p:sp>
      <p:sp>
        <p:nvSpPr>
          <p:cNvPr id="166" name="text-160 code">
            <a:extLst xmlns:a="http://schemas.openxmlformats.org/drawingml/2006/main">
              <a:ext uri="{FF2B5EF4-FFF2-40B4-BE49-F238E27FC236}">
                <a16:creationId xmlns:a16="http://schemas.microsoft.com/office/drawing/2014/main" id="{6C4F97AD-6714-49AF-B396-C4745C5F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3090" y="4276237"/>
            <a:ext cx="311609" cy="18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03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code</a:t>
            </a:r>
          </a:p>
        </p:txBody>
      </p:sp>
      <p:sp>
        <p:nvSpPr>
          <p:cNvPr id="167" name="path-161">
            <a:extLst xmlns:a="http://schemas.openxmlformats.org/drawingml/2006/main">
              <a:ext uri="{FF2B5EF4-FFF2-40B4-BE49-F238E27FC236}">
                <a16:creationId xmlns:a16="http://schemas.microsoft.com/office/drawing/2014/main" id="{F46CBBC5-BA44-4F33-87F6-0787D9CB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3551" y="4462816"/>
            <a:ext cx="870922" cy="463615"/>
          </a:xfrm>
          <a:custGeom xmlns:a="http://schemas.openxmlformats.org/drawingml/2006/main">
            <a:pathLst>
              <a:path w="870922" h="463615">
                <a:moveTo>
                  <a:pt x="0" y="35157"/>
                </a:moveTo>
                <a:cubicBezTo>
                  <a:pt x="0" y="15704"/>
                  <a:pt x="15774" y="0"/>
                  <a:pt x="35157" y="0"/>
                </a:cubicBezTo>
                <a:lnTo>
                  <a:pt x="835695" y="0"/>
                </a:lnTo>
                <a:cubicBezTo>
                  <a:pt x="855148" y="0"/>
                  <a:pt x="870922" y="15704"/>
                  <a:pt x="870922" y="35157"/>
                </a:cubicBezTo>
                <a:lnTo>
                  <a:pt x="870922" y="428387"/>
                </a:lnTo>
                <a:cubicBezTo>
                  <a:pt x="870922" y="447840"/>
                  <a:pt x="855148" y="463615"/>
                  <a:pt x="835695" y="463615"/>
                </a:cubicBezTo>
                <a:lnTo>
                  <a:pt x="35157" y="463615"/>
                </a:lnTo>
                <a:cubicBezTo>
                  <a:pt x="15774" y="463615"/>
                  <a:pt x="0" y="447840"/>
                  <a:pt x="0" y="428387"/>
                </a:cubicBezTo>
                <a:lnTo>
                  <a:pt x="0" y="3515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62">
            <a:extLst xmlns:a="http://schemas.openxmlformats.org/drawingml/2006/main">
              <a:ext uri="{FF2B5EF4-FFF2-40B4-BE49-F238E27FC236}">
                <a16:creationId xmlns:a16="http://schemas.microsoft.com/office/drawing/2014/main" id="{52D9337D-DFDD-4178-BC67-01F890D0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3551" y="4462816"/>
            <a:ext cx="870922" cy="463615"/>
          </a:xfrm>
          <a:custGeom xmlns:a="http://schemas.openxmlformats.org/drawingml/2006/main">
            <a:pathLst>
              <a:path w="870922" h="463615">
                <a:moveTo>
                  <a:pt x="0" y="35157"/>
                </a:moveTo>
                <a:cubicBezTo>
                  <a:pt x="0" y="15704"/>
                  <a:pt x="15774" y="0"/>
                  <a:pt x="35157" y="0"/>
                </a:cubicBezTo>
                <a:lnTo>
                  <a:pt x="835695" y="0"/>
                </a:lnTo>
                <a:cubicBezTo>
                  <a:pt x="855148" y="0"/>
                  <a:pt x="870922" y="15704"/>
                  <a:pt x="870922" y="35157"/>
                </a:cubicBezTo>
                <a:lnTo>
                  <a:pt x="870922" y="428387"/>
                </a:lnTo>
                <a:cubicBezTo>
                  <a:pt x="870922" y="447840"/>
                  <a:pt x="855148" y="463615"/>
                  <a:pt x="835695" y="463615"/>
                </a:cubicBezTo>
                <a:lnTo>
                  <a:pt x="35157" y="463615"/>
                </a:lnTo>
                <a:cubicBezTo>
                  <a:pt x="15774" y="463615"/>
                  <a:pt x="0" y="447840"/>
                  <a:pt x="0" y="428387"/>
                </a:cubicBezTo>
                <a:lnTo>
                  <a:pt x="0" y="35157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5D79BB"/>
            </a:solidFill>
            <a:prstDash val="solid"/>
          </a:ln>
        </p:spPr>
      </p:sp>
      <p:sp>
        <p:nvSpPr>
          <p:cNvPr id="169" name="text-163 def">
            <a:extLst xmlns:a="http://schemas.openxmlformats.org/drawingml/2006/main">
              <a:ext uri="{FF2B5EF4-FFF2-40B4-BE49-F238E27FC236}">
                <a16:creationId xmlns:a16="http://schemas.microsoft.com/office/drawing/2014/main" id="{2C8B0477-446B-450B-8508-67AC5B09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3388" y="4506806"/>
            <a:ext cx="226857" cy="17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4" b="1" i="0">
                <a:solidFill>
                  <a:srgbClr val="A154E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4" b="1" i="0">
                <a:solidFill>
                  <a:srgbClr val="A154E7"/>
                </a:solidFill>
                <a:latin typeface="Comic Sans MS"/>
                <a:ea typeface="Comic Sans MS"/>
                <a:cs typeface="Comic Sans MS"/>
              </a:defRPr>
            </a:pPr>
            <a:r>
              <a:rPr sz="974" b="1" i="0">
                <a:solidFill>
                  <a:srgbClr val="A154E7"/>
                </a:solidFill>
                <a:latin typeface="Comic Sans MS"/>
                <a:ea typeface="Comic Sans MS"/>
                <a:cs typeface="Comic Sans MS"/>
              </a:rPr>
              <a:t>def</a:t>
            </a:r>
          </a:p>
        </p:txBody>
      </p:sp>
      <p:sp>
        <p:nvSpPr>
          <p:cNvPr id="170" name="text-164 plan():">
            <a:extLst xmlns:a="http://schemas.openxmlformats.org/drawingml/2006/main">
              <a:ext uri="{FF2B5EF4-FFF2-40B4-BE49-F238E27FC236}">
                <a16:creationId xmlns:a16="http://schemas.microsoft.com/office/drawing/2014/main" id="{31F5C29A-C3F5-4736-8A9F-E2535B49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64674" y="4506567"/>
            <a:ext cx="400638" cy="173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6" b="1" i="0">
                <a:solidFill>
                  <a:srgbClr val="285ED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6" b="1" i="0">
                <a:solidFill>
                  <a:srgbClr val="285ED2"/>
                </a:solidFill>
                <a:latin typeface="Comic Sans MS"/>
                <a:ea typeface="Comic Sans MS"/>
                <a:cs typeface="Comic Sans MS"/>
              </a:defRPr>
            </a:pPr>
            <a:r>
              <a:rPr sz="976" b="1" i="0">
                <a:solidFill>
                  <a:srgbClr val="285ED2"/>
                </a:solidFill>
                <a:latin typeface="Comic Sans MS"/>
                <a:ea typeface="Comic Sans MS"/>
                <a:cs typeface="Comic Sans MS"/>
              </a:rPr>
              <a:t>plan():</a:t>
            </a:r>
          </a:p>
        </p:txBody>
      </p:sp>
      <p:sp>
        <p:nvSpPr>
          <p:cNvPr id="171" name="text-165 ...">
            <a:extLst xmlns:a="http://schemas.openxmlformats.org/drawingml/2006/main">
              <a:ext uri="{FF2B5EF4-FFF2-40B4-BE49-F238E27FC236}">
                <a16:creationId xmlns:a16="http://schemas.microsoft.com/office/drawing/2014/main" id="{D6AE2E7A-5EA1-4F6E-8F47-0B956243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2856" y="4612736"/>
            <a:ext cx="190414" cy="180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13" b="1" i="0">
                <a:solidFill>
                  <a:srgbClr val="35528D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35528D"/>
                </a:solidFill>
                <a:latin typeface="Comic Sans MS"/>
                <a:ea typeface="Comic Sans MS"/>
                <a:cs typeface="Comic Sans MS"/>
              </a:defRPr>
            </a:pPr>
            <a:r>
              <a:rPr sz="1013" b="1" i="0">
                <a:solidFill>
                  <a:srgbClr val="35528D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172" name="text-166 ...">
            <a:extLst xmlns:a="http://schemas.openxmlformats.org/drawingml/2006/main">
              <a:ext uri="{FF2B5EF4-FFF2-40B4-BE49-F238E27FC236}">
                <a16:creationId xmlns:a16="http://schemas.microsoft.com/office/drawing/2014/main" id="{EEFB63A6-B9AD-4C20-A0C9-AF975905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2149" y="4705467"/>
            <a:ext cx="190906" cy="180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16" b="1" i="0">
                <a:solidFill>
                  <a:srgbClr val="A154E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16" b="1" i="0">
                <a:solidFill>
                  <a:srgbClr val="A154E7"/>
                </a:solidFill>
                <a:latin typeface="Comic Sans MS"/>
                <a:ea typeface="Comic Sans MS"/>
                <a:cs typeface="Comic Sans MS"/>
              </a:defRPr>
            </a:pPr>
            <a:r>
              <a:rPr sz="1016" b="1" i="0">
                <a:solidFill>
                  <a:srgbClr val="A154E7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173" name="path-167">
            <a:extLst xmlns:a="http://schemas.openxmlformats.org/drawingml/2006/main">
              <a:ext uri="{FF2B5EF4-FFF2-40B4-BE49-F238E27FC236}">
                <a16:creationId xmlns:a16="http://schemas.microsoft.com/office/drawing/2014/main" id="{EE53E80E-B193-456F-9BF7-6C0B554B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8915" y="5041026"/>
            <a:ext cx="1028810" cy="718342"/>
          </a:xfrm>
          <a:custGeom xmlns:a="http://schemas.openxmlformats.org/drawingml/2006/main">
            <a:pathLst>
              <a:path w="1028810" h="718342">
                <a:moveTo>
                  <a:pt x="0" y="49446"/>
                </a:moveTo>
                <a:cubicBezTo>
                  <a:pt x="0" y="22141"/>
                  <a:pt x="22141" y="0"/>
                  <a:pt x="49375" y="0"/>
                </a:cubicBezTo>
                <a:lnTo>
                  <a:pt x="979435" y="0"/>
                </a:lnTo>
                <a:cubicBezTo>
                  <a:pt x="1006669" y="0"/>
                  <a:pt x="1028810" y="22141"/>
                  <a:pt x="1028810" y="49446"/>
                </a:cubicBezTo>
                <a:lnTo>
                  <a:pt x="1028810" y="668896"/>
                </a:lnTo>
                <a:cubicBezTo>
                  <a:pt x="1028810" y="696201"/>
                  <a:pt x="1006669" y="718342"/>
                  <a:pt x="979435" y="718342"/>
                </a:cubicBezTo>
                <a:lnTo>
                  <a:pt x="49375" y="718342"/>
                </a:lnTo>
                <a:cubicBezTo>
                  <a:pt x="22141" y="718342"/>
                  <a:pt x="0" y="696201"/>
                  <a:pt x="0" y="668896"/>
                </a:cubicBezTo>
                <a:lnTo>
                  <a:pt x="0" y="4944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ath-168">
            <a:extLst xmlns:a="http://schemas.openxmlformats.org/drawingml/2006/main">
              <a:ext uri="{FF2B5EF4-FFF2-40B4-BE49-F238E27FC236}">
                <a16:creationId xmlns:a16="http://schemas.microsoft.com/office/drawing/2014/main" id="{7FF34EA4-EE34-440E-8CEC-82DE39AA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8915" y="5041026"/>
            <a:ext cx="1028810" cy="718342"/>
          </a:xfrm>
          <a:custGeom xmlns:a="http://schemas.openxmlformats.org/drawingml/2006/main">
            <a:pathLst>
              <a:path w="1028810" h="718342">
                <a:moveTo>
                  <a:pt x="0" y="49446"/>
                </a:moveTo>
                <a:cubicBezTo>
                  <a:pt x="0" y="22141"/>
                  <a:pt x="22141" y="0"/>
                  <a:pt x="49375" y="0"/>
                </a:cubicBezTo>
                <a:lnTo>
                  <a:pt x="979435" y="0"/>
                </a:lnTo>
                <a:cubicBezTo>
                  <a:pt x="1006669" y="0"/>
                  <a:pt x="1028810" y="22141"/>
                  <a:pt x="1028810" y="49446"/>
                </a:cubicBezTo>
                <a:lnTo>
                  <a:pt x="1028810" y="668896"/>
                </a:lnTo>
                <a:cubicBezTo>
                  <a:pt x="1028810" y="696201"/>
                  <a:pt x="1006669" y="718342"/>
                  <a:pt x="979435" y="718342"/>
                </a:cubicBezTo>
                <a:lnTo>
                  <a:pt x="49375" y="718342"/>
                </a:lnTo>
                <a:cubicBezTo>
                  <a:pt x="22141" y="718342"/>
                  <a:pt x="0" y="696201"/>
                  <a:pt x="0" y="668896"/>
                </a:cubicBezTo>
                <a:lnTo>
                  <a:pt x="0" y="49446"/>
                </a:lnTo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C1D6E2"/>
            </a:solidFill>
            <a:prstDash val="solid"/>
          </a:ln>
        </p:spPr>
      </p:sp>
      <p:sp>
        <p:nvSpPr>
          <p:cNvPr id="175" name="text-169 Hyperparameters">
            <a:extLst xmlns:a="http://schemas.openxmlformats.org/drawingml/2006/main">
              <a:ext uri="{FF2B5EF4-FFF2-40B4-BE49-F238E27FC236}">
                <a16:creationId xmlns:a16="http://schemas.microsoft.com/office/drawing/2014/main" id="{D7336E03-DFB4-4368-9DDD-80345B25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5249" y="5086389"/>
            <a:ext cx="965735" cy="158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89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Hyperparameters</a:t>
            </a:r>
          </a:p>
        </p:txBody>
      </p:sp>
      <p:sp>
        <p:nvSpPr>
          <p:cNvPr id="176" name="path-170">
            <a:extLst xmlns:a="http://schemas.openxmlformats.org/drawingml/2006/main">
              <a:ext uri="{FF2B5EF4-FFF2-40B4-BE49-F238E27FC236}">
                <a16:creationId xmlns:a16="http://schemas.microsoft.com/office/drawing/2014/main" id="{FFB9E41F-715C-4B68-8C1A-2FEA7A54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5293198"/>
            <a:ext cx="651920" cy="30567"/>
          </a:xfrm>
          <a:custGeom xmlns:a="http://schemas.openxmlformats.org/drawingml/2006/main">
            <a:pathLst>
              <a:path w="651920" h="30567">
                <a:moveTo>
                  <a:pt x="0" y="0"/>
                </a:moveTo>
                <a:lnTo>
                  <a:pt x="651920" y="0"/>
                </a:lnTo>
                <a:lnTo>
                  <a:pt x="651920" y="30567"/>
                </a:lnTo>
                <a:lnTo>
                  <a:pt x="0" y="30567"/>
                </a:lnTo>
                <a:close/>
              </a:path>
            </a:pathLst>
          </a:custGeom>
          <a:solidFill xmlns:a="http://schemas.openxmlformats.org/drawingml/2006/main">
            <a:srgbClr val="A8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71">
            <a:extLst xmlns:a="http://schemas.openxmlformats.org/drawingml/2006/main">
              <a:ext uri="{FF2B5EF4-FFF2-40B4-BE49-F238E27FC236}">
                <a16:creationId xmlns:a16="http://schemas.microsoft.com/office/drawing/2014/main" id="{C57CC9B7-EC70-44D6-82EF-7A138C88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5293198"/>
            <a:ext cx="651920" cy="30567"/>
          </a:xfrm>
          <a:custGeom xmlns:a="http://schemas.openxmlformats.org/drawingml/2006/main">
            <a:pathLst>
              <a:path w="651920" h="30567">
                <a:moveTo>
                  <a:pt x="0" y="0"/>
                </a:moveTo>
                <a:lnTo>
                  <a:pt x="651920" y="0"/>
                </a:lnTo>
                <a:lnTo>
                  <a:pt x="651920" y="30567"/>
                </a:lnTo>
                <a:lnTo>
                  <a:pt x="0" y="305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A8B8C8"/>
            </a:solidFill>
            <a:prstDash val="solid"/>
          </a:ln>
        </p:spPr>
      </p:sp>
      <p:sp>
        <p:nvSpPr>
          <p:cNvPr id="178" name="path-172">
            <a:extLst xmlns:a="http://schemas.openxmlformats.org/drawingml/2006/main">
              <a:ext uri="{FF2B5EF4-FFF2-40B4-BE49-F238E27FC236}">
                <a16:creationId xmlns:a16="http://schemas.microsoft.com/office/drawing/2014/main" id="{4D0A1A98-9501-4DF8-B14D-784682A2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5293198"/>
            <a:ext cx="453287" cy="30567"/>
          </a:xfrm>
          <a:custGeom xmlns:a="http://schemas.openxmlformats.org/drawingml/2006/main">
            <a:pathLst>
              <a:path w="453287" h="30567">
                <a:moveTo>
                  <a:pt x="0" y="0"/>
                </a:moveTo>
                <a:lnTo>
                  <a:pt x="453287" y="0"/>
                </a:lnTo>
                <a:lnTo>
                  <a:pt x="453287" y="30567"/>
                </a:lnTo>
                <a:lnTo>
                  <a:pt x="0" y="30567"/>
                </a:lnTo>
                <a:close/>
              </a:path>
            </a:pathLst>
          </a:custGeom>
          <a:solidFill xmlns:a="http://schemas.openxmlformats.org/drawingml/2006/main">
            <a:srgbClr val="2D6F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173">
            <a:extLst xmlns:a="http://schemas.openxmlformats.org/drawingml/2006/main">
              <a:ext uri="{FF2B5EF4-FFF2-40B4-BE49-F238E27FC236}">
                <a16:creationId xmlns:a16="http://schemas.microsoft.com/office/drawing/2014/main" id="{34F6E6F1-4160-47CA-84B4-6004E287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5293198"/>
            <a:ext cx="453287" cy="30567"/>
          </a:xfrm>
          <a:custGeom xmlns:a="http://schemas.openxmlformats.org/drawingml/2006/main">
            <a:pathLst>
              <a:path w="453287" h="30567">
                <a:moveTo>
                  <a:pt x="0" y="0"/>
                </a:moveTo>
                <a:lnTo>
                  <a:pt x="453287" y="0"/>
                </a:lnTo>
                <a:lnTo>
                  <a:pt x="453287" y="30567"/>
                </a:lnTo>
                <a:lnTo>
                  <a:pt x="0" y="305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2D6FC5"/>
            </a:solidFill>
            <a:prstDash val="solid"/>
          </a:ln>
        </p:spPr>
      </p:sp>
      <p:sp>
        <p:nvSpPr>
          <p:cNvPr id="180" name="path-174">
            <a:extLst xmlns:a="http://schemas.openxmlformats.org/drawingml/2006/main">
              <a:ext uri="{FF2B5EF4-FFF2-40B4-BE49-F238E27FC236}">
                <a16:creationId xmlns:a16="http://schemas.microsoft.com/office/drawing/2014/main" id="{9ACA4D3C-2205-435B-8755-0DFB10A3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1891" y="5237182"/>
            <a:ext cx="117142" cy="117142"/>
          </a:xfrm>
          <a:custGeom xmlns:a="http://schemas.openxmlformats.org/drawingml/2006/main">
            <a:pathLst>
              <a:path w="117142" h="117142">
                <a:moveTo>
                  <a:pt x="0" y="58571"/>
                </a:moveTo>
                <a:cubicBezTo>
                  <a:pt x="0" y="26244"/>
                  <a:pt x="26244" y="0"/>
                  <a:pt x="58571" y="0"/>
                </a:cubicBezTo>
                <a:cubicBezTo>
                  <a:pt x="90898" y="0"/>
                  <a:pt x="117142" y="26244"/>
                  <a:pt x="117142" y="58571"/>
                </a:cubicBezTo>
                <a:cubicBezTo>
                  <a:pt x="117142" y="90898"/>
                  <a:pt x="90898" y="117142"/>
                  <a:pt x="58571" y="117142"/>
                </a:cubicBezTo>
                <a:cubicBezTo>
                  <a:pt x="26244" y="117142"/>
                  <a:pt x="0" y="90898"/>
                  <a:pt x="0" y="5857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ath-175">
            <a:extLst xmlns:a="http://schemas.openxmlformats.org/drawingml/2006/main">
              <a:ext uri="{FF2B5EF4-FFF2-40B4-BE49-F238E27FC236}">
                <a16:creationId xmlns:a16="http://schemas.microsoft.com/office/drawing/2014/main" id="{12B38827-AB08-469A-9A63-633034C6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1891" y="5237182"/>
            <a:ext cx="117142" cy="117142"/>
          </a:xfrm>
          <a:custGeom xmlns:a="http://schemas.openxmlformats.org/drawingml/2006/main">
            <a:pathLst>
              <a:path w="117142" h="117142">
                <a:moveTo>
                  <a:pt x="0" y="58571"/>
                </a:moveTo>
                <a:cubicBezTo>
                  <a:pt x="0" y="26244"/>
                  <a:pt x="26244" y="0"/>
                  <a:pt x="58571" y="0"/>
                </a:cubicBezTo>
                <a:cubicBezTo>
                  <a:pt x="90898" y="0"/>
                  <a:pt x="117142" y="26244"/>
                  <a:pt x="117142" y="58571"/>
                </a:cubicBezTo>
                <a:cubicBezTo>
                  <a:pt x="117142" y="90898"/>
                  <a:pt x="90898" y="117142"/>
                  <a:pt x="58571" y="117142"/>
                </a:cubicBezTo>
                <a:cubicBezTo>
                  <a:pt x="26244" y="117142"/>
                  <a:pt x="0" y="90898"/>
                  <a:pt x="0" y="58571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283">
            <a:solidFill>
              <a:srgbClr val="2D6FC5"/>
            </a:solidFill>
            <a:prstDash val="solid"/>
          </a:ln>
        </p:spPr>
      </p:sp>
      <p:sp>
        <p:nvSpPr>
          <p:cNvPr id="182" name="path-176">
            <a:extLst xmlns:a="http://schemas.openxmlformats.org/drawingml/2006/main">
              <a:ext uri="{FF2B5EF4-FFF2-40B4-BE49-F238E27FC236}">
                <a16:creationId xmlns:a16="http://schemas.microsoft.com/office/drawing/2014/main" id="{F2E99544-3387-4228-B64A-51B952D6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5471527"/>
            <a:ext cx="651920" cy="30568"/>
          </a:xfrm>
          <a:custGeom xmlns:a="http://schemas.openxmlformats.org/drawingml/2006/main">
            <a:pathLst>
              <a:path w="651920" h="30568">
                <a:moveTo>
                  <a:pt x="0" y="0"/>
                </a:moveTo>
                <a:lnTo>
                  <a:pt x="651920" y="0"/>
                </a:lnTo>
                <a:lnTo>
                  <a:pt x="651920" y="30568"/>
                </a:lnTo>
                <a:lnTo>
                  <a:pt x="0" y="30568"/>
                </a:lnTo>
                <a:close/>
              </a:path>
            </a:pathLst>
          </a:custGeom>
          <a:solidFill xmlns:a="http://schemas.openxmlformats.org/drawingml/2006/main">
            <a:srgbClr val="A8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77">
            <a:extLst xmlns:a="http://schemas.openxmlformats.org/drawingml/2006/main">
              <a:ext uri="{FF2B5EF4-FFF2-40B4-BE49-F238E27FC236}">
                <a16:creationId xmlns:a16="http://schemas.microsoft.com/office/drawing/2014/main" id="{3DC2EC75-9514-49C1-A567-D92DCF0A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5471527"/>
            <a:ext cx="651920" cy="30568"/>
          </a:xfrm>
          <a:custGeom xmlns:a="http://schemas.openxmlformats.org/drawingml/2006/main">
            <a:pathLst>
              <a:path w="651920" h="30568">
                <a:moveTo>
                  <a:pt x="0" y="0"/>
                </a:moveTo>
                <a:lnTo>
                  <a:pt x="651920" y="0"/>
                </a:lnTo>
                <a:lnTo>
                  <a:pt x="651920" y="30568"/>
                </a:lnTo>
                <a:lnTo>
                  <a:pt x="0" y="305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A8B8C8"/>
            </a:solidFill>
            <a:prstDash val="solid"/>
          </a:ln>
        </p:spPr>
      </p:sp>
      <p:sp>
        <p:nvSpPr>
          <p:cNvPr id="184" name="path-178">
            <a:extLst xmlns:a="http://schemas.openxmlformats.org/drawingml/2006/main">
              <a:ext uri="{FF2B5EF4-FFF2-40B4-BE49-F238E27FC236}">
                <a16:creationId xmlns:a16="http://schemas.microsoft.com/office/drawing/2014/main" id="{95E21855-B16C-406F-8533-F244A62F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5471527"/>
            <a:ext cx="147700" cy="30568"/>
          </a:xfrm>
          <a:custGeom xmlns:a="http://schemas.openxmlformats.org/drawingml/2006/main">
            <a:pathLst>
              <a:path w="147700" h="30568">
                <a:moveTo>
                  <a:pt x="0" y="0"/>
                </a:moveTo>
                <a:lnTo>
                  <a:pt x="147700" y="0"/>
                </a:lnTo>
                <a:lnTo>
                  <a:pt x="147700" y="30568"/>
                </a:lnTo>
                <a:lnTo>
                  <a:pt x="0" y="30568"/>
                </a:lnTo>
                <a:close/>
              </a:path>
            </a:pathLst>
          </a:custGeom>
          <a:solidFill xmlns:a="http://schemas.openxmlformats.org/drawingml/2006/main">
            <a:srgbClr val="4E9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79">
            <a:extLst xmlns:a="http://schemas.openxmlformats.org/drawingml/2006/main">
              <a:ext uri="{FF2B5EF4-FFF2-40B4-BE49-F238E27FC236}">
                <a16:creationId xmlns:a16="http://schemas.microsoft.com/office/drawing/2014/main" id="{333F4AAF-3884-4089-BB1B-29D6999F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5471527"/>
            <a:ext cx="147700" cy="30568"/>
          </a:xfrm>
          <a:custGeom xmlns:a="http://schemas.openxmlformats.org/drawingml/2006/main">
            <a:pathLst>
              <a:path w="147700" h="30568">
                <a:moveTo>
                  <a:pt x="0" y="0"/>
                </a:moveTo>
                <a:lnTo>
                  <a:pt x="147700" y="0"/>
                </a:lnTo>
                <a:lnTo>
                  <a:pt x="147700" y="30568"/>
                </a:lnTo>
                <a:lnTo>
                  <a:pt x="0" y="305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4E92D9"/>
            </a:solidFill>
            <a:prstDash val="solid"/>
          </a:ln>
        </p:spPr>
      </p:sp>
      <p:sp>
        <p:nvSpPr>
          <p:cNvPr id="186" name="path-180">
            <a:extLst xmlns:a="http://schemas.openxmlformats.org/drawingml/2006/main">
              <a:ext uri="{FF2B5EF4-FFF2-40B4-BE49-F238E27FC236}">
                <a16:creationId xmlns:a16="http://schemas.microsoft.com/office/drawing/2014/main" id="{2C4E7CF4-1621-4D63-988D-7F28D858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397" y="5415512"/>
            <a:ext cx="112048" cy="117142"/>
          </a:xfrm>
          <a:custGeom xmlns:a="http://schemas.openxmlformats.org/drawingml/2006/main">
            <a:pathLst>
              <a:path w="112048" h="117142">
                <a:moveTo>
                  <a:pt x="0" y="58571"/>
                </a:moveTo>
                <a:cubicBezTo>
                  <a:pt x="0" y="26173"/>
                  <a:pt x="25112" y="0"/>
                  <a:pt x="56025" y="0"/>
                </a:cubicBezTo>
                <a:cubicBezTo>
                  <a:pt x="86937" y="0"/>
                  <a:pt x="112048" y="26173"/>
                  <a:pt x="112048" y="58571"/>
                </a:cubicBezTo>
                <a:cubicBezTo>
                  <a:pt x="112048" y="90898"/>
                  <a:pt x="86937" y="117142"/>
                  <a:pt x="56025" y="117142"/>
                </a:cubicBezTo>
                <a:cubicBezTo>
                  <a:pt x="25112" y="117142"/>
                  <a:pt x="0" y="90898"/>
                  <a:pt x="0" y="5857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ath-181">
            <a:extLst xmlns:a="http://schemas.openxmlformats.org/drawingml/2006/main">
              <a:ext uri="{FF2B5EF4-FFF2-40B4-BE49-F238E27FC236}">
                <a16:creationId xmlns:a16="http://schemas.microsoft.com/office/drawing/2014/main" id="{C69C73EC-4A52-4B94-99F4-010F8BCE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397" y="5415512"/>
            <a:ext cx="112048" cy="117142"/>
          </a:xfrm>
          <a:custGeom xmlns:a="http://schemas.openxmlformats.org/drawingml/2006/main">
            <a:pathLst>
              <a:path w="112048" h="117142">
                <a:moveTo>
                  <a:pt x="0" y="58571"/>
                </a:moveTo>
                <a:cubicBezTo>
                  <a:pt x="0" y="26173"/>
                  <a:pt x="25112" y="0"/>
                  <a:pt x="56025" y="0"/>
                </a:cubicBezTo>
                <a:cubicBezTo>
                  <a:pt x="86937" y="0"/>
                  <a:pt x="112048" y="26173"/>
                  <a:pt x="112048" y="58571"/>
                </a:cubicBezTo>
                <a:cubicBezTo>
                  <a:pt x="112048" y="90898"/>
                  <a:pt x="86937" y="117142"/>
                  <a:pt x="56025" y="117142"/>
                </a:cubicBezTo>
                <a:cubicBezTo>
                  <a:pt x="25112" y="117142"/>
                  <a:pt x="0" y="90898"/>
                  <a:pt x="0" y="58571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283">
            <a:solidFill>
              <a:srgbClr val="4E92D9"/>
            </a:solidFill>
            <a:prstDash val="solid"/>
          </a:ln>
        </p:spPr>
      </p:sp>
      <p:sp>
        <p:nvSpPr>
          <p:cNvPr id="188" name="path-182">
            <a:extLst xmlns:a="http://schemas.openxmlformats.org/drawingml/2006/main">
              <a:ext uri="{FF2B5EF4-FFF2-40B4-BE49-F238E27FC236}">
                <a16:creationId xmlns:a16="http://schemas.microsoft.com/office/drawing/2014/main" id="{ED183EAF-B385-4D98-991E-19F35E1E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5649858"/>
            <a:ext cx="651920" cy="30567"/>
          </a:xfrm>
          <a:custGeom xmlns:a="http://schemas.openxmlformats.org/drawingml/2006/main">
            <a:pathLst>
              <a:path w="651920" h="30567">
                <a:moveTo>
                  <a:pt x="0" y="0"/>
                </a:moveTo>
                <a:lnTo>
                  <a:pt x="651920" y="0"/>
                </a:lnTo>
                <a:lnTo>
                  <a:pt x="651920" y="30567"/>
                </a:lnTo>
                <a:lnTo>
                  <a:pt x="0" y="30567"/>
                </a:lnTo>
                <a:close/>
              </a:path>
            </a:pathLst>
          </a:custGeom>
          <a:solidFill xmlns:a="http://schemas.openxmlformats.org/drawingml/2006/main">
            <a:srgbClr val="D8C7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183">
            <a:extLst xmlns:a="http://schemas.openxmlformats.org/drawingml/2006/main">
              <a:ext uri="{FF2B5EF4-FFF2-40B4-BE49-F238E27FC236}">
                <a16:creationId xmlns:a16="http://schemas.microsoft.com/office/drawing/2014/main" id="{0D113ED1-F4C0-4AB2-95BD-F14F3D78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5649858"/>
            <a:ext cx="651920" cy="30567"/>
          </a:xfrm>
          <a:custGeom xmlns:a="http://schemas.openxmlformats.org/drawingml/2006/main">
            <a:pathLst>
              <a:path w="651920" h="30567">
                <a:moveTo>
                  <a:pt x="0" y="0"/>
                </a:moveTo>
                <a:lnTo>
                  <a:pt x="651920" y="0"/>
                </a:lnTo>
                <a:lnTo>
                  <a:pt x="651920" y="30567"/>
                </a:lnTo>
                <a:lnTo>
                  <a:pt x="0" y="305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D8C7BB"/>
            </a:solidFill>
            <a:prstDash val="solid"/>
          </a:ln>
        </p:spPr>
      </p:sp>
      <p:sp>
        <p:nvSpPr>
          <p:cNvPr id="190" name="path-184">
            <a:extLst xmlns:a="http://schemas.openxmlformats.org/drawingml/2006/main">
              <a:ext uri="{FF2B5EF4-FFF2-40B4-BE49-F238E27FC236}">
                <a16:creationId xmlns:a16="http://schemas.microsoft.com/office/drawing/2014/main" id="{9ED4A61D-4167-4DDA-B9C4-07A54149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5649858"/>
            <a:ext cx="325959" cy="30567"/>
          </a:xfrm>
          <a:custGeom xmlns:a="http://schemas.openxmlformats.org/drawingml/2006/main">
            <a:pathLst>
              <a:path w="325959" h="30567">
                <a:moveTo>
                  <a:pt x="0" y="0"/>
                </a:moveTo>
                <a:lnTo>
                  <a:pt x="325959" y="0"/>
                </a:lnTo>
                <a:lnTo>
                  <a:pt x="325959" y="30567"/>
                </a:lnTo>
                <a:lnTo>
                  <a:pt x="0" y="30567"/>
                </a:lnTo>
                <a:close/>
              </a:path>
            </a:pathLst>
          </a:custGeom>
          <a:solidFill xmlns:a="http://schemas.openxmlformats.org/drawingml/2006/main">
            <a:srgbClr val="F2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ath-185">
            <a:extLst xmlns:a="http://schemas.openxmlformats.org/drawingml/2006/main">
              <a:ext uri="{FF2B5EF4-FFF2-40B4-BE49-F238E27FC236}">
                <a16:creationId xmlns:a16="http://schemas.microsoft.com/office/drawing/2014/main" id="{41A70DB4-C0BD-48CF-BCF3-77E04188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627" y="5649858"/>
            <a:ext cx="325959" cy="30567"/>
          </a:xfrm>
          <a:custGeom xmlns:a="http://schemas.openxmlformats.org/drawingml/2006/main">
            <a:pathLst>
              <a:path w="325959" h="30567">
                <a:moveTo>
                  <a:pt x="0" y="0"/>
                </a:moveTo>
                <a:lnTo>
                  <a:pt x="325959" y="0"/>
                </a:lnTo>
                <a:lnTo>
                  <a:pt x="325959" y="30567"/>
                </a:lnTo>
                <a:lnTo>
                  <a:pt x="0" y="305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29A4A"/>
            </a:solidFill>
            <a:prstDash val="solid"/>
          </a:ln>
        </p:spPr>
      </p:sp>
      <p:sp>
        <p:nvSpPr>
          <p:cNvPr id="192" name="path-186">
            <a:extLst xmlns:a="http://schemas.openxmlformats.org/drawingml/2006/main">
              <a:ext uri="{FF2B5EF4-FFF2-40B4-BE49-F238E27FC236}">
                <a16:creationId xmlns:a16="http://schemas.microsoft.com/office/drawing/2014/main" id="{F90D67E4-4158-4FF7-A7C2-5811884D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9656" y="5593771"/>
            <a:ext cx="117142" cy="117213"/>
          </a:xfrm>
          <a:custGeom xmlns:a="http://schemas.openxmlformats.org/drawingml/2006/main">
            <a:pathLst>
              <a:path w="117142" h="117213">
                <a:moveTo>
                  <a:pt x="0" y="58642"/>
                </a:moveTo>
                <a:cubicBezTo>
                  <a:pt x="0" y="26244"/>
                  <a:pt x="26244" y="0"/>
                  <a:pt x="58571" y="0"/>
                </a:cubicBezTo>
                <a:cubicBezTo>
                  <a:pt x="90899" y="0"/>
                  <a:pt x="117142" y="26244"/>
                  <a:pt x="117142" y="58642"/>
                </a:cubicBezTo>
                <a:cubicBezTo>
                  <a:pt x="117142" y="90968"/>
                  <a:pt x="90899" y="117213"/>
                  <a:pt x="58571" y="117213"/>
                </a:cubicBezTo>
                <a:cubicBezTo>
                  <a:pt x="26244" y="117213"/>
                  <a:pt x="0" y="90968"/>
                  <a:pt x="0" y="5864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ath-187">
            <a:extLst xmlns:a="http://schemas.openxmlformats.org/drawingml/2006/main">
              <a:ext uri="{FF2B5EF4-FFF2-40B4-BE49-F238E27FC236}">
                <a16:creationId xmlns:a16="http://schemas.microsoft.com/office/drawing/2014/main" id="{0CA16FE5-8ECF-4710-8667-2955E58D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9656" y="5593771"/>
            <a:ext cx="117142" cy="117213"/>
          </a:xfrm>
          <a:custGeom xmlns:a="http://schemas.openxmlformats.org/drawingml/2006/main">
            <a:pathLst>
              <a:path w="117142" h="117213">
                <a:moveTo>
                  <a:pt x="0" y="58642"/>
                </a:moveTo>
                <a:cubicBezTo>
                  <a:pt x="0" y="26244"/>
                  <a:pt x="26244" y="0"/>
                  <a:pt x="58571" y="0"/>
                </a:cubicBezTo>
                <a:cubicBezTo>
                  <a:pt x="90899" y="0"/>
                  <a:pt x="117142" y="26244"/>
                  <a:pt x="117142" y="58642"/>
                </a:cubicBezTo>
                <a:cubicBezTo>
                  <a:pt x="117142" y="90968"/>
                  <a:pt x="90899" y="117213"/>
                  <a:pt x="58571" y="117213"/>
                </a:cubicBezTo>
                <a:cubicBezTo>
                  <a:pt x="26244" y="117213"/>
                  <a:pt x="0" y="90968"/>
                  <a:pt x="0" y="5864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283">
            <a:solidFill>
              <a:srgbClr val="F28A24"/>
            </a:solidFill>
            <a:prstDash val="solid"/>
          </a:ln>
        </p:spPr>
      </p:sp>
      <p:sp>
        <p:nvSpPr>
          <p:cNvPr id="194" name="path-188">
            <a:extLst xmlns:a="http://schemas.openxmlformats.org/drawingml/2006/main">
              <a:ext uri="{FF2B5EF4-FFF2-40B4-BE49-F238E27FC236}">
                <a16:creationId xmlns:a16="http://schemas.microsoft.com/office/drawing/2014/main" id="{4D1807C6-7B88-4BE7-9C8A-74F7A13A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9514" y="5041026"/>
            <a:ext cx="1028811" cy="718342"/>
          </a:xfrm>
          <a:custGeom xmlns:a="http://schemas.openxmlformats.org/drawingml/2006/main">
            <a:pathLst>
              <a:path w="1028811" h="718342">
                <a:moveTo>
                  <a:pt x="0" y="49446"/>
                </a:moveTo>
                <a:cubicBezTo>
                  <a:pt x="0" y="22141"/>
                  <a:pt x="22141" y="0"/>
                  <a:pt x="49375" y="0"/>
                </a:cubicBezTo>
                <a:lnTo>
                  <a:pt x="979436" y="0"/>
                </a:lnTo>
                <a:cubicBezTo>
                  <a:pt x="1006669" y="0"/>
                  <a:pt x="1028811" y="22141"/>
                  <a:pt x="1028811" y="49446"/>
                </a:cubicBezTo>
                <a:lnTo>
                  <a:pt x="1028811" y="668896"/>
                </a:lnTo>
                <a:cubicBezTo>
                  <a:pt x="1028811" y="696201"/>
                  <a:pt x="1006669" y="718342"/>
                  <a:pt x="979436" y="718342"/>
                </a:cubicBezTo>
                <a:lnTo>
                  <a:pt x="49375" y="718342"/>
                </a:lnTo>
                <a:cubicBezTo>
                  <a:pt x="22141" y="718342"/>
                  <a:pt x="0" y="696201"/>
                  <a:pt x="0" y="668896"/>
                </a:cubicBezTo>
                <a:lnTo>
                  <a:pt x="0" y="4944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89">
            <a:extLst xmlns:a="http://schemas.openxmlformats.org/drawingml/2006/main">
              <a:ext uri="{FF2B5EF4-FFF2-40B4-BE49-F238E27FC236}">
                <a16:creationId xmlns:a16="http://schemas.microsoft.com/office/drawing/2014/main" id="{720A8114-0613-45E3-A71E-26654178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9514" y="5041026"/>
            <a:ext cx="1028811" cy="718342"/>
          </a:xfrm>
          <a:custGeom xmlns:a="http://schemas.openxmlformats.org/drawingml/2006/main">
            <a:pathLst>
              <a:path w="1028811" h="718342">
                <a:moveTo>
                  <a:pt x="0" y="49446"/>
                </a:moveTo>
                <a:cubicBezTo>
                  <a:pt x="0" y="22141"/>
                  <a:pt x="22141" y="0"/>
                  <a:pt x="49375" y="0"/>
                </a:cubicBezTo>
                <a:lnTo>
                  <a:pt x="979436" y="0"/>
                </a:lnTo>
                <a:cubicBezTo>
                  <a:pt x="1006669" y="0"/>
                  <a:pt x="1028811" y="22141"/>
                  <a:pt x="1028811" y="49446"/>
                </a:cubicBezTo>
                <a:lnTo>
                  <a:pt x="1028811" y="668896"/>
                </a:lnTo>
                <a:cubicBezTo>
                  <a:pt x="1028811" y="696201"/>
                  <a:pt x="1006669" y="718342"/>
                  <a:pt x="979436" y="718342"/>
                </a:cubicBezTo>
                <a:lnTo>
                  <a:pt x="49375" y="718342"/>
                </a:lnTo>
                <a:cubicBezTo>
                  <a:pt x="22141" y="718342"/>
                  <a:pt x="0" y="696201"/>
                  <a:pt x="0" y="668896"/>
                </a:cubicBezTo>
                <a:lnTo>
                  <a:pt x="0" y="49446"/>
                </a:lnTo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C1D6E2"/>
            </a:solidFill>
            <a:prstDash val="solid"/>
          </a:ln>
        </p:spPr>
      </p:sp>
      <p:sp>
        <p:nvSpPr>
          <p:cNvPr id="196" name="text-190 Tool">
            <a:extLst xmlns:a="http://schemas.openxmlformats.org/drawingml/2006/main">
              <a:ext uri="{FF2B5EF4-FFF2-40B4-BE49-F238E27FC236}">
                <a16:creationId xmlns:a16="http://schemas.microsoft.com/office/drawing/2014/main" id="{C2EAB40E-921C-4816-9D3E-A0B8CC02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50669" y="5011365"/>
            <a:ext cx="263829" cy="167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94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197" name="text-191 library">
            <a:extLst xmlns:a="http://schemas.openxmlformats.org/drawingml/2006/main">
              <a:ext uri="{FF2B5EF4-FFF2-40B4-BE49-F238E27FC236}">
                <a16:creationId xmlns:a16="http://schemas.microsoft.com/office/drawing/2014/main" id="{1D6F1F34-C825-487A-B389-5882CA8D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9507" y="5158371"/>
            <a:ext cx="409994" cy="169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5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95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library</a:t>
            </a:r>
          </a:p>
        </p:txBody>
      </p:sp>
      <p:sp>
        <p:nvSpPr>
          <p:cNvPr id="198" name="text-192 Questions">
            <a:extLst xmlns:a="http://schemas.openxmlformats.org/drawingml/2006/main">
              <a:ext uri="{FF2B5EF4-FFF2-40B4-BE49-F238E27FC236}">
                <a16:creationId xmlns:a16="http://schemas.microsoft.com/office/drawing/2014/main" id="{FF3DB077-C3FD-4DCB-A66F-2038C9CA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9610" y="4666788"/>
            <a:ext cx="838143" cy="239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5" b="1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5" b="1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345" b="1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Questions</a:t>
            </a:r>
          </a:p>
        </p:txBody>
      </p:sp>
      <p:sp>
        <p:nvSpPr>
          <p:cNvPr id="199" name="text-193 Derived">
            <a:extLst xmlns:a="http://schemas.openxmlformats.org/drawingml/2006/main">
              <a:ext uri="{FF2B5EF4-FFF2-40B4-BE49-F238E27FC236}">
                <a16:creationId xmlns:a16="http://schemas.microsoft.com/office/drawing/2014/main" id="{167B29BC-224A-4134-890D-05D11708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4100" y="5488399"/>
            <a:ext cx="590606" cy="215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1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Derived</a:t>
            </a:r>
          </a:p>
        </p:txBody>
      </p:sp>
      <p:sp>
        <p:nvSpPr>
          <p:cNvPr id="200" name="text-193 answer">
            <a:extLst xmlns:a="http://schemas.openxmlformats.org/drawingml/2006/main">
              <a:ext uri="{FF2B5EF4-FFF2-40B4-BE49-F238E27FC236}">
                <a16:creationId xmlns:a16="http://schemas.microsoft.com/office/drawing/2014/main" id="{1D1DC811-C933-43B2-BC3B-77468612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4300" y="5487702"/>
            <a:ext cx="528634" cy="21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0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0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20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201" name="text-193 +">
            <a:extLst xmlns:a="http://schemas.openxmlformats.org/drawingml/2006/main">
              <a:ext uri="{FF2B5EF4-FFF2-40B4-BE49-F238E27FC236}">
                <a16:creationId xmlns:a16="http://schemas.microsoft.com/office/drawing/2014/main" id="{F957E956-B644-4172-B64C-0237B6C5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3463" y="5489556"/>
            <a:ext cx="101055" cy="21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0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202" name="text-194 source">
            <a:extLst xmlns:a="http://schemas.openxmlformats.org/drawingml/2006/main">
              <a:ext uri="{FF2B5EF4-FFF2-40B4-BE49-F238E27FC236}">
                <a16:creationId xmlns:a16="http://schemas.microsoft.com/office/drawing/2014/main" id="{C8AA9324-3E46-41F2-A80C-959D31EE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2761" y="5676565"/>
            <a:ext cx="503265" cy="216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8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8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18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source</a:t>
            </a:r>
          </a:p>
        </p:txBody>
      </p:sp>
      <p:sp>
        <p:nvSpPr>
          <p:cNvPr id="203" name="text-194 interval">
            <a:extLst xmlns:a="http://schemas.openxmlformats.org/drawingml/2006/main">
              <a:ext uri="{FF2B5EF4-FFF2-40B4-BE49-F238E27FC236}">
                <a16:creationId xmlns:a16="http://schemas.microsoft.com/office/drawing/2014/main" id="{ACC23C20-3688-4A2E-AD0F-8CD5F65B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1637" y="5675783"/>
            <a:ext cx="583573" cy="21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2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interval</a:t>
            </a:r>
          </a:p>
        </p:txBody>
      </p:sp>
      <p:sp>
        <p:nvSpPr>
          <p:cNvPr id="204" name="path-195">
            <a:extLst xmlns:a="http://schemas.openxmlformats.org/drawingml/2006/main">
              <a:ext uri="{FF2B5EF4-FFF2-40B4-BE49-F238E27FC236}">
                <a16:creationId xmlns:a16="http://schemas.microsoft.com/office/drawing/2014/main" id="{86489168-09BB-4A0D-9FFB-0F7D5277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1543" y="5909686"/>
            <a:ext cx="112049" cy="112048"/>
          </a:xfrm>
          <a:custGeom xmlns:a="http://schemas.openxmlformats.org/drawingml/2006/main">
            <a:pathLst>
              <a:path w="112049" h="112048">
                <a:moveTo>
                  <a:pt x="112049" y="0"/>
                </a:moveTo>
                <a:lnTo>
                  <a:pt x="56025" y="112048"/>
                </a:lnTo>
                <a:lnTo>
                  <a:pt x="0" y="0"/>
                </a:lnTo>
                <a:lnTo>
                  <a:pt x="112049" y="0"/>
                </a:lnTo>
              </a:path>
            </a:pathLst>
          </a:custGeom>
          <a:solidFill xmlns:a="http://schemas.openxmlformats.org/drawingml/2006/main">
            <a:srgbClr val="4D6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ath-196">
            <a:extLst xmlns:a="http://schemas.openxmlformats.org/drawingml/2006/main">
              <a:ext uri="{FF2B5EF4-FFF2-40B4-BE49-F238E27FC236}">
                <a16:creationId xmlns:a16="http://schemas.microsoft.com/office/drawing/2014/main" id="{DE24C480-A2F7-4CA5-809C-2B6D1437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1543" y="5909686"/>
            <a:ext cx="112049" cy="112048"/>
          </a:xfrm>
          <a:custGeom xmlns:a="http://schemas.openxmlformats.org/drawingml/2006/main">
            <a:pathLst>
              <a:path w="112049" h="112048">
                <a:moveTo>
                  <a:pt x="112049" y="0"/>
                </a:moveTo>
                <a:lnTo>
                  <a:pt x="56025" y="112048"/>
                </a:lnTo>
                <a:lnTo>
                  <a:pt x="0" y="0"/>
                </a:lnTo>
                <a:lnTo>
                  <a:pt x="1120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4D668A"/>
            </a:solidFill>
            <a:prstDash val="solid"/>
          </a:ln>
        </p:spPr>
      </p:sp>
      <p:sp>
        <p:nvSpPr>
          <p:cNvPr id="206" name="path-197">
            <a:extLst xmlns:a="http://schemas.openxmlformats.org/drawingml/2006/main">
              <a:ext uri="{FF2B5EF4-FFF2-40B4-BE49-F238E27FC236}">
                <a16:creationId xmlns:a16="http://schemas.microsoft.com/office/drawing/2014/main" id="{18A2FA93-FB83-4BC0-80FC-A17AE5E7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648" y="5873963"/>
            <a:ext cx="1650171" cy="789716"/>
          </a:xfrm>
          <a:custGeom xmlns:a="http://schemas.openxmlformats.org/drawingml/2006/main">
            <a:pathLst>
              <a:path w="1650171" h="789716">
                <a:moveTo>
                  <a:pt x="0" y="68120"/>
                </a:moveTo>
                <a:cubicBezTo>
                  <a:pt x="0" y="30489"/>
                  <a:pt x="30489" y="0"/>
                  <a:pt x="68050" y="0"/>
                </a:cubicBezTo>
                <a:lnTo>
                  <a:pt x="1582121" y="0"/>
                </a:lnTo>
                <a:cubicBezTo>
                  <a:pt x="1619682" y="0"/>
                  <a:pt x="1650171" y="30489"/>
                  <a:pt x="1650171" y="68120"/>
                </a:cubicBezTo>
                <a:lnTo>
                  <a:pt x="1650171" y="721596"/>
                </a:lnTo>
                <a:cubicBezTo>
                  <a:pt x="1650171" y="759228"/>
                  <a:pt x="1619682" y="789716"/>
                  <a:pt x="1582121" y="789716"/>
                </a:cubicBezTo>
                <a:lnTo>
                  <a:pt x="68050" y="789716"/>
                </a:lnTo>
                <a:cubicBezTo>
                  <a:pt x="30489" y="789716"/>
                  <a:pt x="0" y="759228"/>
                  <a:pt x="0" y="721596"/>
                </a:cubicBezTo>
                <a:lnTo>
                  <a:pt x="0" y="6812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ath-198">
            <a:extLst xmlns:a="http://schemas.openxmlformats.org/drawingml/2006/main">
              <a:ext uri="{FF2B5EF4-FFF2-40B4-BE49-F238E27FC236}">
                <a16:creationId xmlns:a16="http://schemas.microsoft.com/office/drawing/2014/main" id="{821D9147-CD2B-46A5-8EF4-911C37DA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648" y="5873963"/>
            <a:ext cx="1650171" cy="789716"/>
          </a:xfrm>
          <a:custGeom xmlns:a="http://schemas.openxmlformats.org/drawingml/2006/main">
            <a:pathLst>
              <a:path w="1650171" h="789716">
                <a:moveTo>
                  <a:pt x="0" y="68120"/>
                </a:moveTo>
                <a:cubicBezTo>
                  <a:pt x="0" y="30489"/>
                  <a:pt x="30489" y="0"/>
                  <a:pt x="68050" y="0"/>
                </a:cubicBezTo>
                <a:lnTo>
                  <a:pt x="1582121" y="0"/>
                </a:lnTo>
                <a:cubicBezTo>
                  <a:pt x="1619682" y="0"/>
                  <a:pt x="1650171" y="30489"/>
                  <a:pt x="1650171" y="68120"/>
                </a:cubicBezTo>
                <a:lnTo>
                  <a:pt x="1650171" y="721596"/>
                </a:lnTo>
                <a:cubicBezTo>
                  <a:pt x="1650171" y="759228"/>
                  <a:pt x="1619682" y="789716"/>
                  <a:pt x="1582121" y="789716"/>
                </a:cubicBezTo>
                <a:lnTo>
                  <a:pt x="68050" y="789716"/>
                </a:lnTo>
                <a:cubicBezTo>
                  <a:pt x="30489" y="789716"/>
                  <a:pt x="0" y="759228"/>
                  <a:pt x="0" y="721596"/>
                </a:cubicBezTo>
                <a:lnTo>
                  <a:pt x="0" y="68120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208" name="path-199">
            <a:extLst xmlns:a="http://schemas.openxmlformats.org/drawingml/2006/main">
              <a:ext uri="{FF2B5EF4-FFF2-40B4-BE49-F238E27FC236}">
                <a16:creationId xmlns:a16="http://schemas.microsoft.com/office/drawing/2014/main" id="{82B7AD40-9F41-4B7B-8E33-216CB4A4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045" y="5940245"/>
            <a:ext cx="1680729" cy="825297"/>
          </a:xfrm>
          <a:custGeom xmlns:a="http://schemas.openxmlformats.org/drawingml/2006/main">
            <a:pathLst>
              <a:path w="1680729" h="825297">
                <a:moveTo>
                  <a:pt x="0" y="71162"/>
                </a:moveTo>
                <a:cubicBezTo>
                  <a:pt x="0" y="31832"/>
                  <a:pt x="31832" y="0"/>
                  <a:pt x="71162" y="0"/>
                </a:cubicBezTo>
                <a:lnTo>
                  <a:pt x="1609566" y="0"/>
                </a:lnTo>
                <a:cubicBezTo>
                  <a:pt x="1648897" y="0"/>
                  <a:pt x="1680729" y="31832"/>
                  <a:pt x="1680729" y="71162"/>
                </a:cubicBezTo>
                <a:lnTo>
                  <a:pt x="1680729" y="754135"/>
                </a:lnTo>
                <a:cubicBezTo>
                  <a:pt x="1680729" y="793465"/>
                  <a:pt x="1648897" y="825297"/>
                  <a:pt x="1609566" y="825297"/>
                </a:cubicBezTo>
                <a:lnTo>
                  <a:pt x="71162" y="825297"/>
                </a:lnTo>
                <a:cubicBezTo>
                  <a:pt x="31832" y="825297"/>
                  <a:pt x="0" y="793465"/>
                  <a:pt x="0" y="754135"/>
                </a:cubicBezTo>
                <a:lnTo>
                  <a:pt x="0" y="7116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ath-200">
            <a:extLst xmlns:a="http://schemas.openxmlformats.org/drawingml/2006/main">
              <a:ext uri="{FF2B5EF4-FFF2-40B4-BE49-F238E27FC236}">
                <a16:creationId xmlns:a16="http://schemas.microsoft.com/office/drawing/2014/main" id="{152CF4B2-C390-4210-BD38-3ED3FA2D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045" y="5940245"/>
            <a:ext cx="1680729" cy="825297"/>
          </a:xfrm>
          <a:custGeom xmlns:a="http://schemas.openxmlformats.org/drawingml/2006/main">
            <a:pathLst>
              <a:path w="1680729" h="825297">
                <a:moveTo>
                  <a:pt x="0" y="71162"/>
                </a:moveTo>
                <a:cubicBezTo>
                  <a:pt x="0" y="31832"/>
                  <a:pt x="31832" y="0"/>
                  <a:pt x="71162" y="0"/>
                </a:cubicBezTo>
                <a:lnTo>
                  <a:pt x="1609566" y="0"/>
                </a:lnTo>
                <a:cubicBezTo>
                  <a:pt x="1648897" y="0"/>
                  <a:pt x="1680729" y="31832"/>
                  <a:pt x="1680729" y="71162"/>
                </a:cubicBezTo>
                <a:lnTo>
                  <a:pt x="1680729" y="754135"/>
                </a:lnTo>
                <a:cubicBezTo>
                  <a:pt x="1680729" y="793465"/>
                  <a:pt x="1648897" y="825297"/>
                  <a:pt x="1609566" y="825297"/>
                </a:cubicBezTo>
                <a:lnTo>
                  <a:pt x="71162" y="825297"/>
                </a:lnTo>
                <a:cubicBezTo>
                  <a:pt x="31832" y="825297"/>
                  <a:pt x="0" y="793465"/>
                  <a:pt x="0" y="754135"/>
                </a:cubicBezTo>
                <a:lnTo>
                  <a:pt x="0" y="71162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210" name="path-201">
            <a:extLst xmlns:a="http://schemas.openxmlformats.org/drawingml/2006/main">
              <a:ext uri="{FF2B5EF4-FFF2-40B4-BE49-F238E27FC236}">
                <a16:creationId xmlns:a16="http://schemas.microsoft.com/office/drawing/2014/main" id="{0B7548A4-0406-4EBC-BCB0-80853008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442" y="6011549"/>
            <a:ext cx="1690915" cy="830390"/>
          </a:xfrm>
          <a:custGeom xmlns:a="http://schemas.openxmlformats.org/drawingml/2006/main">
            <a:pathLst>
              <a:path w="1690915" h="830390">
                <a:moveTo>
                  <a:pt x="0" y="71586"/>
                </a:moveTo>
                <a:cubicBezTo>
                  <a:pt x="0" y="32044"/>
                  <a:pt x="32044" y="0"/>
                  <a:pt x="71586" y="0"/>
                </a:cubicBezTo>
                <a:lnTo>
                  <a:pt x="1619329" y="0"/>
                </a:lnTo>
                <a:cubicBezTo>
                  <a:pt x="1658871" y="0"/>
                  <a:pt x="1690915" y="32044"/>
                  <a:pt x="1690915" y="71586"/>
                </a:cubicBezTo>
                <a:lnTo>
                  <a:pt x="1690915" y="758804"/>
                </a:lnTo>
                <a:cubicBezTo>
                  <a:pt x="1690915" y="798346"/>
                  <a:pt x="1658871" y="830390"/>
                  <a:pt x="1619329" y="830390"/>
                </a:cubicBezTo>
                <a:lnTo>
                  <a:pt x="71586" y="830390"/>
                </a:lnTo>
                <a:cubicBezTo>
                  <a:pt x="32044" y="830390"/>
                  <a:pt x="0" y="798346"/>
                  <a:pt x="0" y="758804"/>
                </a:cubicBezTo>
                <a:lnTo>
                  <a:pt x="0" y="7158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202">
            <a:extLst xmlns:a="http://schemas.openxmlformats.org/drawingml/2006/main">
              <a:ext uri="{FF2B5EF4-FFF2-40B4-BE49-F238E27FC236}">
                <a16:creationId xmlns:a16="http://schemas.microsoft.com/office/drawing/2014/main" id="{34472DD9-381D-43AE-BA1E-1A88AC49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442" y="6011549"/>
            <a:ext cx="1690915" cy="830390"/>
          </a:xfrm>
          <a:custGeom xmlns:a="http://schemas.openxmlformats.org/drawingml/2006/main">
            <a:pathLst>
              <a:path w="1690915" h="830390">
                <a:moveTo>
                  <a:pt x="0" y="71586"/>
                </a:moveTo>
                <a:cubicBezTo>
                  <a:pt x="0" y="32044"/>
                  <a:pt x="32044" y="0"/>
                  <a:pt x="71586" y="0"/>
                </a:cubicBezTo>
                <a:lnTo>
                  <a:pt x="1619329" y="0"/>
                </a:lnTo>
                <a:cubicBezTo>
                  <a:pt x="1658871" y="0"/>
                  <a:pt x="1690915" y="32044"/>
                  <a:pt x="1690915" y="71586"/>
                </a:cubicBezTo>
                <a:lnTo>
                  <a:pt x="1690915" y="758804"/>
                </a:lnTo>
                <a:cubicBezTo>
                  <a:pt x="1690915" y="798346"/>
                  <a:pt x="1658871" y="830390"/>
                  <a:pt x="1619329" y="830390"/>
                </a:cubicBezTo>
                <a:lnTo>
                  <a:pt x="71586" y="830390"/>
                </a:lnTo>
                <a:cubicBezTo>
                  <a:pt x="32044" y="830390"/>
                  <a:pt x="0" y="798346"/>
                  <a:pt x="0" y="758804"/>
                </a:cubicBezTo>
                <a:lnTo>
                  <a:pt x="0" y="71586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212" name="path-203">
            <a:extLst xmlns:a="http://schemas.openxmlformats.org/drawingml/2006/main">
              <a:ext uri="{FF2B5EF4-FFF2-40B4-BE49-F238E27FC236}">
                <a16:creationId xmlns:a16="http://schemas.microsoft.com/office/drawing/2014/main" id="{5FF998A6-E0E8-4DFB-A6C5-D0016F5B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000" y="6047179"/>
            <a:ext cx="325960" cy="326051"/>
          </a:xfrm>
          <a:custGeom xmlns:a="http://schemas.openxmlformats.org/drawingml/2006/main">
            <a:pathLst>
              <a:path w="325960" h="326051">
                <a:moveTo>
                  <a:pt x="0" y="0"/>
                </a:moveTo>
                <a:lnTo>
                  <a:pt x="325960" y="0"/>
                </a:lnTo>
                <a:lnTo>
                  <a:pt x="325960" y="326051"/>
                </a:lnTo>
                <a:lnTo>
                  <a:pt x="0" y="326051"/>
                </a:lnTo>
                <a:close/>
              </a:path>
            </a:pathLst>
          </a:custGeom>
          <a:solidFill xmlns:a="http://schemas.openxmlformats.org/drawingml/2006/main">
            <a:srgbClr val="C05B2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ath-204">
            <a:extLst xmlns:a="http://schemas.openxmlformats.org/drawingml/2006/main">
              <a:ext uri="{FF2B5EF4-FFF2-40B4-BE49-F238E27FC236}">
                <a16:creationId xmlns:a16="http://schemas.microsoft.com/office/drawing/2014/main" id="{0CC61E23-E9A6-47DF-8051-9F66EBD9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000" y="6047179"/>
            <a:ext cx="325960" cy="326051"/>
          </a:xfrm>
          <a:custGeom xmlns:a="http://schemas.openxmlformats.org/drawingml/2006/main">
            <a:pathLst>
              <a:path w="325960" h="326051">
                <a:moveTo>
                  <a:pt x="0" y="0"/>
                </a:moveTo>
                <a:lnTo>
                  <a:pt x="325960" y="0"/>
                </a:lnTo>
                <a:lnTo>
                  <a:pt x="325960" y="326051"/>
                </a:lnTo>
                <a:lnTo>
                  <a:pt x="0" y="3260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C05B20">
                <a:alpha val="13000"/>
              </a:srgbClr>
            </a:solidFill>
            <a:prstDash val="solid"/>
          </a:ln>
        </p:spPr>
      </p:sp>
      <p:sp>
        <p:nvSpPr>
          <p:cNvPr id="214" name="text-205 A">
            <a:extLst xmlns:a="http://schemas.openxmlformats.org/drawingml/2006/main">
              <a:ext uri="{FF2B5EF4-FFF2-40B4-BE49-F238E27FC236}">
                <a16:creationId xmlns:a16="http://schemas.microsoft.com/office/drawing/2014/main" id="{6079331F-0D6F-43A6-8A9D-F88E616B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6908" y="6032009"/>
            <a:ext cx="241747" cy="37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0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90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defRPr>
            </a:pPr>
            <a:r>
              <a:rPr sz="2090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215" name="text-206 Execution">
            <a:extLst xmlns:a="http://schemas.openxmlformats.org/drawingml/2006/main">
              <a:ext uri="{FF2B5EF4-FFF2-40B4-BE49-F238E27FC236}">
                <a16:creationId xmlns:a16="http://schemas.microsoft.com/office/drawing/2014/main" id="{5C4C773D-8DAE-46D8-BFF5-A6FB4A44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3497" y="5911834"/>
            <a:ext cx="781345" cy="229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8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8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88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Execution</a:t>
            </a:r>
          </a:p>
        </p:txBody>
      </p:sp>
      <p:sp>
        <p:nvSpPr>
          <p:cNvPr id="216" name="text-206 traces">
            <a:extLst xmlns:a="http://schemas.openxmlformats.org/drawingml/2006/main">
              <a:ext uri="{FF2B5EF4-FFF2-40B4-BE49-F238E27FC236}">
                <a16:creationId xmlns:a16="http://schemas.microsoft.com/office/drawing/2014/main" id="{6194CF65-31C6-442C-B7D1-1B745D29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2639" y="5912181"/>
            <a:ext cx="520946" cy="228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defRPr>
            </a:pPr>
            <a:r>
              <a:rPr sz="1285" b="0" i="0">
                <a:solidFill>
                  <a:srgbClr val="4E6686"/>
                </a:solidFill>
                <a:latin typeface="Comic Sans MS"/>
                <a:ea typeface="Comic Sans MS"/>
                <a:cs typeface="Comic Sans MS"/>
              </a:rPr>
              <a:t>traces</a:t>
            </a:r>
          </a:p>
        </p:txBody>
      </p:sp>
      <p:sp>
        <p:nvSpPr>
          <p:cNvPr id="217" name="path-207">
            <a:extLst xmlns:a="http://schemas.openxmlformats.org/drawingml/2006/main">
              <a:ext uri="{FF2B5EF4-FFF2-40B4-BE49-F238E27FC236}">
                <a16:creationId xmlns:a16="http://schemas.microsoft.com/office/drawing/2014/main" id="{D4B99F51-13BE-4F63-9982-87D6D2E6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2020" y="6128690"/>
            <a:ext cx="2291904" cy="927245"/>
          </a:xfrm>
          <a:custGeom xmlns:a="http://schemas.openxmlformats.org/drawingml/2006/main">
            <a:pathLst>
              <a:path w="2291904" h="927245">
                <a:moveTo>
                  <a:pt x="0" y="56661"/>
                </a:moveTo>
                <a:cubicBezTo>
                  <a:pt x="0" y="25395"/>
                  <a:pt x="25324" y="0"/>
                  <a:pt x="56591" y="0"/>
                </a:cubicBezTo>
                <a:lnTo>
                  <a:pt x="2235313" y="0"/>
                </a:lnTo>
                <a:cubicBezTo>
                  <a:pt x="2266578" y="0"/>
                  <a:pt x="2291904" y="25395"/>
                  <a:pt x="2291904" y="56661"/>
                </a:cubicBezTo>
                <a:lnTo>
                  <a:pt x="2291904" y="870619"/>
                </a:lnTo>
                <a:cubicBezTo>
                  <a:pt x="2291904" y="901892"/>
                  <a:pt x="2266578" y="927245"/>
                  <a:pt x="2235313" y="927245"/>
                </a:cubicBezTo>
                <a:lnTo>
                  <a:pt x="56591" y="927245"/>
                </a:lnTo>
                <a:cubicBezTo>
                  <a:pt x="25324" y="927245"/>
                  <a:pt x="0" y="901892"/>
                  <a:pt x="0" y="870619"/>
                </a:cubicBezTo>
                <a:lnTo>
                  <a:pt x="0" y="56661"/>
                </a:lnTo>
              </a:path>
            </a:pathLst>
          </a:custGeom>
          <a:solidFill xmlns:a="http://schemas.openxmlformats.org/drawingml/2006/main">
            <a:srgbClr val="F3F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ath-208">
            <a:extLst xmlns:a="http://schemas.openxmlformats.org/drawingml/2006/main">
              <a:ext uri="{FF2B5EF4-FFF2-40B4-BE49-F238E27FC236}">
                <a16:creationId xmlns:a16="http://schemas.microsoft.com/office/drawing/2014/main" id="{89BCB6E0-E9F9-462B-8023-168C4DDC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2020" y="6128690"/>
            <a:ext cx="2291904" cy="927245"/>
          </a:xfrm>
          <a:custGeom xmlns:a="http://schemas.openxmlformats.org/drawingml/2006/main">
            <a:pathLst>
              <a:path w="2291904" h="927245">
                <a:moveTo>
                  <a:pt x="0" y="56661"/>
                </a:moveTo>
                <a:cubicBezTo>
                  <a:pt x="0" y="25395"/>
                  <a:pt x="25324" y="0"/>
                  <a:pt x="56591" y="0"/>
                </a:cubicBezTo>
                <a:lnTo>
                  <a:pt x="2235313" y="0"/>
                </a:lnTo>
                <a:cubicBezTo>
                  <a:pt x="2266578" y="0"/>
                  <a:pt x="2291904" y="25395"/>
                  <a:pt x="2291904" y="56661"/>
                </a:cubicBezTo>
                <a:lnTo>
                  <a:pt x="2291904" y="870619"/>
                </a:lnTo>
                <a:cubicBezTo>
                  <a:pt x="2291904" y="901892"/>
                  <a:pt x="2266578" y="927245"/>
                  <a:pt x="2235313" y="927245"/>
                </a:cubicBezTo>
                <a:lnTo>
                  <a:pt x="56591" y="927245"/>
                </a:lnTo>
                <a:cubicBezTo>
                  <a:pt x="25324" y="927245"/>
                  <a:pt x="0" y="901892"/>
                  <a:pt x="0" y="870619"/>
                </a:cubicBezTo>
                <a:lnTo>
                  <a:pt x="0" y="56661"/>
                </a:lnTo>
              </a:path>
            </a:pathLst>
          </a:custGeom>
          <a:noFill xmlns:a="http://schemas.openxmlformats.org/drawingml/2006/main"/>
          <a:ln xmlns:a="http://schemas.openxmlformats.org/drawingml/2006/main" w="14152">
            <a:solidFill>
              <a:srgbClr val="548235"/>
            </a:solidFill>
            <a:prstDash val="solid"/>
          </a:ln>
        </p:spPr>
      </p:sp>
      <p:sp>
        <p:nvSpPr>
          <p:cNvPr id="219" name="path-209">
            <a:extLst xmlns:a="http://schemas.openxmlformats.org/drawingml/2006/main">
              <a:ext uri="{FF2B5EF4-FFF2-40B4-BE49-F238E27FC236}">
                <a16:creationId xmlns:a16="http://schemas.microsoft.com/office/drawing/2014/main" id="{0E52095B-9E34-4AC8-AE7B-7AEC4F54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9968" y="6253542"/>
            <a:ext cx="397262" cy="397404"/>
          </a:xfrm>
          <a:custGeom xmlns:a="http://schemas.openxmlformats.org/drawingml/2006/main">
            <a:pathLst>
              <a:path w="397262" h="397404">
                <a:moveTo>
                  <a:pt x="0" y="198702"/>
                </a:moveTo>
                <a:cubicBezTo>
                  <a:pt x="0" y="88918"/>
                  <a:pt x="88917" y="0"/>
                  <a:pt x="198632" y="0"/>
                </a:cubicBezTo>
                <a:cubicBezTo>
                  <a:pt x="308345" y="0"/>
                  <a:pt x="397262" y="88918"/>
                  <a:pt x="397262" y="198702"/>
                </a:cubicBezTo>
                <a:cubicBezTo>
                  <a:pt x="397262" y="308417"/>
                  <a:pt x="308345" y="397404"/>
                  <a:pt x="198632" y="397404"/>
                </a:cubicBezTo>
                <a:cubicBezTo>
                  <a:pt x="88917" y="397404"/>
                  <a:pt x="0" y="308417"/>
                  <a:pt x="0" y="198702"/>
                </a:cubicBezTo>
              </a:path>
            </a:pathLst>
          </a:custGeom>
          <a:solidFill xmlns:a="http://schemas.openxmlformats.org/drawingml/2006/main">
            <a:srgbClr val="0D7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ath-210">
            <a:extLst xmlns:a="http://schemas.openxmlformats.org/drawingml/2006/main">
              <a:ext uri="{FF2B5EF4-FFF2-40B4-BE49-F238E27FC236}">
                <a16:creationId xmlns:a16="http://schemas.microsoft.com/office/drawing/2014/main" id="{489E3BCB-5BBE-4E36-A0B2-56240055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409" y="6245902"/>
            <a:ext cx="1100114" cy="448336"/>
          </a:xfrm>
          <a:custGeom xmlns:a="http://schemas.openxmlformats.org/drawingml/2006/main">
            <a:pathLst>
              <a:path w="1100114" h="448336">
                <a:moveTo>
                  <a:pt x="0" y="36855"/>
                </a:moveTo>
                <a:cubicBezTo>
                  <a:pt x="0" y="16482"/>
                  <a:pt x="16482" y="0"/>
                  <a:pt x="36854" y="0"/>
                </a:cubicBezTo>
                <a:lnTo>
                  <a:pt x="1063259" y="0"/>
                </a:lnTo>
                <a:cubicBezTo>
                  <a:pt x="1083631" y="0"/>
                  <a:pt x="1100114" y="16482"/>
                  <a:pt x="1100114" y="36855"/>
                </a:cubicBezTo>
                <a:lnTo>
                  <a:pt x="1100114" y="411482"/>
                </a:lnTo>
                <a:cubicBezTo>
                  <a:pt x="1100114" y="431854"/>
                  <a:pt x="1083631" y="448336"/>
                  <a:pt x="1063259" y="448336"/>
                </a:cubicBezTo>
                <a:lnTo>
                  <a:pt x="36854" y="448336"/>
                </a:lnTo>
                <a:cubicBezTo>
                  <a:pt x="16482" y="448336"/>
                  <a:pt x="0" y="431854"/>
                  <a:pt x="0" y="411482"/>
                </a:cubicBezTo>
                <a:lnTo>
                  <a:pt x="0" y="3685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ath-211">
            <a:extLst xmlns:a="http://schemas.openxmlformats.org/drawingml/2006/main">
              <a:ext uri="{FF2B5EF4-FFF2-40B4-BE49-F238E27FC236}">
                <a16:creationId xmlns:a16="http://schemas.microsoft.com/office/drawing/2014/main" id="{032AEE98-2E7D-4917-8C85-BC20AAD8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409" y="6245902"/>
            <a:ext cx="1100114" cy="448336"/>
          </a:xfrm>
          <a:custGeom xmlns:a="http://schemas.openxmlformats.org/drawingml/2006/main">
            <a:pathLst>
              <a:path w="1100114" h="448336">
                <a:moveTo>
                  <a:pt x="0" y="36855"/>
                </a:moveTo>
                <a:cubicBezTo>
                  <a:pt x="0" y="16482"/>
                  <a:pt x="16482" y="0"/>
                  <a:pt x="36854" y="0"/>
                </a:cubicBezTo>
                <a:lnTo>
                  <a:pt x="1063259" y="0"/>
                </a:lnTo>
                <a:cubicBezTo>
                  <a:pt x="1083631" y="0"/>
                  <a:pt x="1100114" y="16482"/>
                  <a:pt x="1100114" y="36855"/>
                </a:cubicBezTo>
                <a:lnTo>
                  <a:pt x="1100114" y="411482"/>
                </a:lnTo>
                <a:cubicBezTo>
                  <a:pt x="1100114" y="431854"/>
                  <a:pt x="1083631" y="448336"/>
                  <a:pt x="1063259" y="448336"/>
                </a:cubicBezTo>
                <a:lnTo>
                  <a:pt x="36854" y="448336"/>
                </a:lnTo>
                <a:cubicBezTo>
                  <a:pt x="16482" y="448336"/>
                  <a:pt x="0" y="431854"/>
                  <a:pt x="0" y="411482"/>
                </a:cubicBezTo>
                <a:lnTo>
                  <a:pt x="0" y="36855"/>
                </a:lnTo>
              </a:path>
            </a:pathLst>
          </a:custGeom>
          <a:noFill xmlns:a="http://schemas.openxmlformats.org/drawingml/2006/main"/>
          <a:ln xmlns:a="http://schemas.openxmlformats.org/drawingml/2006/main" w="15921">
            <a:solidFill>
              <a:srgbClr val="8FAADC"/>
            </a:solidFill>
            <a:prstDash val="solid"/>
          </a:ln>
        </p:spPr>
      </p:sp>
      <p:sp>
        <p:nvSpPr>
          <p:cNvPr id="222" name="path-212">
            <a:extLst xmlns:a="http://schemas.openxmlformats.org/drawingml/2006/main">
              <a:ext uri="{FF2B5EF4-FFF2-40B4-BE49-F238E27FC236}">
                <a16:creationId xmlns:a16="http://schemas.microsoft.com/office/drawing/2014/main" id="{E6E8AE8C-E701-451A-90EE-A39FAC75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992" y="6306999"/>
            <a:ext cx="76398" cy="76418"/>
          </a:xfrm>
          <a:custGeom xmlns:a="http://schemas.openxmlformats.org/drawingml/2006/main">
            <a:pathLst>
              <a:path w="76398" h="76418">
                <a:moveTo>
                  <a:pt x="0" y="0"/>
                </a:moveTo>
                <a:lnTo>
                  <a:pt x="76398" y="0"/>
                </a:lnTo>
                <a:lnTo>
                  <a:pt x="76398" y="76418"/>
                </a:lnTo>
                <a:lnTo>
                  <a:pt x="0" y="76418"/>
                </a:lnTo>
                <a:close/>
              </a:path>
            </a:pathLst>
          </a:custGeom>
          <a:solidFill xmlns:a="http://schemas.openxmlformats.org/drawingml/2006/main">
            <a:srgbClr val="49A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213">
            <a:extLst xmlns:a="http://schemas.openxmlformats.org/drawingml/2006/main">
              <a:ext uri="{FF2B5EF4-FFF2-40B4-BE49-F238E27FC236}">
                <a16:creationId xmlns:a16="http://schemas.microsoft.com/office/drawing/2014/main" id="{80161AED-1880-443D-8745-1FAD0838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992" y="6306999"/>
            <a:ext cx="76398" cy="76418"/>
          </a:xfrm>
          <a:custGeom xmlns:a="http://schemas.openxmlformats.org/drawingml/2006/main">
            <a:pathLst>
              <a:path w="76398" h="76418">
                <a:moveTo>
                  <a:pt x="0" y="0"/>
                </a:moveTo>
                <a:lnTo>
                  <a:pt x="76398" y="0"/>
                </a:lnTo>
                <a:lnTo>
                  <a:pt x="76398" y="76418"/>
                </a:lnTo>
                <a:lnTo>
                  <a:pt x="0" y="7641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49A77D"/>
            </a:solidFill>
            <a:prstDash val="solid"/>
          </a:ln>
        </p:spPr>
      </p:sp>
      <p:sp>
        <p:nvSpPr>
          <p:cNvPr id="224" name="text-214 ✓">
            <a:extLst xmlns:a="http://schemas.openxmlformats.org/drawingml/2006/main">
              <a:ext uri="{FF2B5EF4-FFF2-40B4-BE49-F238E27FC236}">
                <a16:creationId xmlns:a16="http://schemas.microsoft.com/office/drawing/2014/main" id="{812D3B40-DA71-4046-9E56-E63EA57F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4021" y="6303275"/>
            <a:ext cx="53617" cy="89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04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04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504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✓</a:t>
            </a:r>
          </a:p>
        </p:txBody>
      </p:sp>
      <p:sp>
        <p:nvSpPr>
          <p:cNvPr id="225" name="text-215 ✓">
            <a:extLst xmlns:a="http://schemas.openxmlformats.org/drawingml/2006/main">
              <a:ext uri="{FF2B5EF4-FFF2-40B4-BE49-F238E27FC236}">
                <a16:creationId xmlns:a16="http://schemas.microsoft.com/office/drawing/2014/main" id="{0DE8514E-4E15-4277-9836-DC58A5B9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4021" y="6303275"/>
            <a:ext cx="53617" cy="89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04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04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504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✓</a:t>
            </a:r>
          </a:p>
        </p:txBody>
      </p:sp>
      <p:sp>
        <p:nvSpPr>
          <p:cNvPr id="226" name="path-216">
            <a:extLst xmlns:a="http://schemas.openxmlformats.org/drawingml/2006/main">
              <a:ext uri="{FF2B5EF4-FFF2-40B4-BE49-F238E27FC236}">
                <a16:creationId xmlns:a16="http://schemas.microsoft.com/office/drawing/2014/main" id="{54A08B14-3C25-4717-AFFE-1D217A67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495" y="6319745"/>
            <a:ext cx="219003" cy="25473"/>
          </a:xfrm>
          <a:custGeom xmlns:a="http://schemas.openxmlformats.org/drawingml/2006/main">
            <a:pathLst>
              <a:path w="219003" h="25473">
                <a:moveTo>
                  <a:pt x="0" y="0"/>
                </a:moveTo>
                <a:lnTo>
                  <a:pt x="219003" y="0"/>
                </a:lnTo>
                <a:lnTo>
                  <a:pt x="219003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4F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ath-217">
            <a:extLst xmlns:a="http://schemas.openxmlformats.org/drawingml/2006/main">
              <a:ext uri="{FF2B5EF4-FFF2-40B4-BE49-F238E27FC236}">
                <a16:creationId xmlns:a16="http://schemas.microsoft.com/office/drawing/2014/main" id="{28EAF3C8-56DC-46D7-BCF6-7371B69C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8964" y="6319745"/>
            <a:ext cx="499126" cy="25473"/>
          </a:xfrm>
          <a:custGeom xmlns:a="http://schemas.openxmlformats.org/drawingml/2006/main">
            <a:pathLst>
              <a:path w="499126" h="25473">
                <a:moveTo>
                  <a:pt x="0" y="0"/>
                </a:moveTo>
                <a:lnTo>
                  <a:pt x="499126" y="0"/>
                </a:lnTo>
                <a:lnTo>
                  <a:pt x="499126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C7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ath-218">
            <a:extLst xmlns:a="http://schemas.openxmlformats.org/drawingml/2006/main">
              <a:ext uri="{FF2B5EF4-FFF2-40B4-BE49-F238E27FC236}">
                <a16:creationId xmlns:a16="http://schemas.microsoft.com/office/drawing/2014/main" id="{5950B016-6DE7-4C34-8DAB-BEB26D6B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992" y="6429305"/>
            <a:ext cx="76398" cy="76418"/>
          </a:xfrm>
          <a:custGeom xmlns:a="http://schemas.openxmlformats.org/drawingml/2006/main">
            <a:pathLst>
              <a:path w="76398" h="76418">
                <a:moveTo>
                  <a:pt x="0" y="0"/>
                </a:moveTo>
                <a:lnTo>
                  <a:pt x="76398" y="0"/>
                </a:lnTo>
                <a:lnTo>
                  <a:pt x="76398" y="76418"/>
                </a:lnTo>
                <a:lnTo>
                  <a:pt x="0" y="76418"/>
                </a:lnTo>
                <a:close/>
              </a:path>
            </a:pathLst>
          </a:custGeom>
          <a:solidFill xmlns:a="http://schemas.openxmlformats.org/drawingml/2006/main">
            <a:srgbClr val="4F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ath-219">
            <a:extLst xmlns:a="http://schemas.openxmlformats.org/drawingml/2006/main">
              <a:ext uri="{FF2B5EF4-FFF2-40B4-BE49-F238E27FC236}">
                <a16:creationId xmlns:a16="http://schemas.microsoft.com/office/drawing/2014/main" id="{DD717FE9-82E8-47AB-8212-A454FFA3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992" y="6429305"/>
            <a:ext cx="76398" cy="76418"/>
          </a:xfrm>
          <a:custGeom xmlns:a="http://schemas.openxmlformats.org/drawingml/2006/main">
            <a:pathLst>
              <a:path w="76398" h="76418">
                <a:moveTo>
                  <a:pt x="0" y="0"/>
                </a:moveTo>
                <a:lnTo>
                  <a:pt x="76398" y="0"/>
                </a:lnTo>
                <a:lnTo>
                  <a:pt x="76398" y="76418"/>
                </a:lnTo>
                <a:lnTo>
                  <a:pt x="0" y="7641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4F8198"/>
            </a:solidFill>
            <a:prstDash val="solid"/>
          </a:ln>
        </p:spPr>
      </p:sp>
      <p:sp>
        <p:nvSpPr>
          <p:cNvPr id="230" name="path-220">
            <a:extLst xmlns:a="http://schemas.openxmlformats.org/drawingml/2006/main">
              <a:ext uri="{FF2B5EF4-FFF2-40B4-BE49-F238E27FC236}">
                <a16:creationId xmlns:a16="http://schemas.microsoft.com/office/drawing/2014/main" id="{6B8BDDFE-9AAC-433A-B0E4-6FA7CA31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365" y="6449690"/>
            <a:ext cx="35652" cy="30567"/>
          </a:xfrm>
          <a:custGeom xmlns:a="http://schemas.openxmlformats.org/drawingml/2006/main">
            <a:pathLst>
              <a:path w="35652" h="30567">
                <a:moveTo>
                  <a:pt x="0" y="0"/>
                </a:moveTo>
                <a:lnTo>
                  <a:pt x="35652" y="0"/>
                </a:lnTo>
                <a:lnTo>
                  <a:pt x="35652" y="30567"/>
                </a:lnTo>
                <a:lnTo>
                  <a:pt x="0" y="305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ath-221">
            <a:extLst xmlns:a="http://schemas.openxmlformats.org/drawingml/2006/main">
              <a:ext uri="{FF2B5EF4-FFF2-40B4-BE49-F238E27FC236}">
                <a16:creationId xmlns:a16="http://schemas.microsoft.com/office/drawing/2014/main" id="{0092BCB7-82C9-4A2E-9387-80214812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365" y="6449690"/>
            <a:ext cx="35652" cy="30567"/>
          </a:xfrm>
          <a:custGeom xmlns:a="http://schemas.openxmlformats.org/drawingml/2006/main">
            <a:pathLst>
              <a:path w="35652" h="30567">
                <a:moveTo>
                  <a:pt x="0" y="0"/>
                </a:moveTo>
                <a:lnTo>
                  <a:pt x="35652" y="0"/>
                </a:lnTo>
                <a:lnTo>
                  <a:pt x="35652" y="30567"/>
                </a:lnTo>
                <a:lnTo>
                  <a:pt x="0" y="305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FFF"/>
            </a:solidFill>
            <a:prstDash val="solid"/>
          </a:ln>
        </p:spPr>
      </p:sp>
      <p:sp>
        <p:nvSpPr>
          <p:cNvPr id="232" name="path-222">
            <a:extLst xmlns:a="http://schemas.openxmlformats.org/drawingml/2006/main">
              <a:ext uri="{FF2B5EF4-FFF2-40B4-BE49-F238E27FC236}">
                <a16:creationId xmlns:a16="http://schemas.microsoft.com/office/drawing/2014/main" id="{D6B498FB-BCB0-4E31-BE94-2EE6053C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495" y="6442052"/>
            <a:ext cx="361610" cy="20379"/>
          </a:xfrm>
          <a:custGeom xmlns:a="http://schemas.openxmlformats.org/drawingml/2006/main">
            <a:pathLst>
              <a:path w="361610" h="20379">
                <a:moveTo>
                  <a:pt x="0" y="0"/>
                </a:moveTo>
                <a:lnTo>
                  <a:pt x="361610" y="0"/>
                </a:lnTo>
                <a:lnTo>
                  <a:pt x="361610" y="20379"/>
                </a:lnTo>
                <a:lnTo>
                  <a:pt x="0" y="20379"/>
                </a:lnTo>
                <a:close/>
              </a:path>
            </a:pathLst>
          </a:custGeom>
          <a:solidFill xmlns:a="http://schemas.openxmlformats.org/drawingml/2006/main">
            <a:srgbClr val="4F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ath-223">
            <a:extLst xmlns:a="http://schemas.openxmlformats.org/drawingml/2006/main">
              <a:ext uri="{FF2B5EF4-FFF2-40B4-BE49-F238E27FC236}">
                <a16:creationId xmlns:a16="http://schemas.microsoft.com/office/drawing/2014/main" id="{B85D442A-1884-481D-845F-062767D4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1758" y="6442052"/>
            <a:ext cx="331053" cy="20379"/>
          </a:xfrm>
          <a:custGeom xmlns:a="http://schemas.openxmlformats.org/drawingml/2006/main">
            <a:pathLst>
              <a:path w="331053" h="20379">
                <a:moveTo>
                  <a:pt x="0" y="0"/>
                </a:moveTo>
                <a:lnTo>
                  <a:pt x="331053" y="0"/>
                </a:lnTo>
                <a:lnTo>
                  <a:pt x="331053" y="20379"/>
                </a:lnTo>
                <a:lnTo>
                  <a:pt x="0" y="20379"/>
                </a:lnTo>
                <a:close/>
              </a:path>
            </a:pathLst>
          </a:custGeom>
          <a:solidFill xmlns:a="http://schemas.openxmlformats.org/drawingml/2006/main">
            <a:srgbClr val="C7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ath-224">
            <a:extLst xmlns:a="http://schemas.openxmlformats.org/drawingml/2006/main">
              <a:ext uri="{FF2B5EF4-FFF2-40B4-BE49-F238E27FC236}">
                <a16:creationId xmlns:a16="http://schemas.microsoft.com/office/drawing/2014/main" id="{02E9D536-1CD7-4C4D-B295-340CDF28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992" y="6546446"/>
            <a:ext cx="76398" cy="76418"/>
          </a:xfrm>
          <a:custGeom xmlns:a="http://schemas.openxmlformats.org/drawingml/2006/main">
            <a:pathLst>
              <a:path w="76398" h="76418">
                <a:moveTo>
                  <a:pt x="0" y="0"/>
                </a:moveTo>
                <a:lnTo>
                  <a:pt x="76398" y="0"/>
                </a:lnTo>
                <a:lnTo>
                  <a:pt x="76398" y="76418"/>
                </a:lnTo>
                <a:lnTo>
                  <a:pt x="0" y="76418"/>
                </a:lnTo>
                <a:close/>
              </a:path>
            </a:pathLst>
          </a:custGeom>
          <a:solidFill xmlns:a="http://schemas.openxmlformats.org/drawingml/2006/main">
            <a:srgbClr val="4F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ath-225">
            <a:extLst xmlns:a="http://schemas.openxmlformats.org/drawingml/2006/main">
              <a:ext uri="{FF2B5EF4-FFF2-40B4-BE49-F238E27FC236}">
                <a16:creationId xmlns:a16="http://schemas.microsoft.com/office/drawing/2014/main" id="{94B35AC7-53C5-496C-BC6A-2229FEC9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992" y="6546446"/>
            <a:ext cx="76398" cy="76418"/>
          </a:xfrm>
          <a:custGeom xmlns:a="http://schemas.openxmlformats.org/drawingml/2006/main">
            <a:pathLst>
              <a:path w="76398" h="76418">
                <a:moveTo>
                  <a:pt x="0" y="0"/>
                </a:moveTo>
                <a:lnTo>
                  <a:pt x="76398" y="0"/>
                </a:lnTo>
                <a:lnTo>
                  <a:pt x="76398" y="76418"/>
                </a:lnTo>
                <a:lnTo>
                  <a:pt x="0" y="7641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4F8198"/>
            </a:solidFill>
            <a:prstDash val="solid"/>
          </a:ln>
        </p:spPr>
      </p:sp>
      <p:sp>
        <p:nvSpPr>
          <p:cNvPr id="236" name="path-226">
            <a:extLst xmlns:a="http://schemas.openxmlformats.org/drawingml/2006/main">
              <a:ext uri="{FF2B5EF4-FFF2-40B4-BE49-F238E27FC236}">
                <a16:creationId xmlns:a16="http://schemas.microsoft.com/office/drawing/2014/main" id="{FD40DDBA-60E4-4BA5-9C0A-B5DC5ECB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365" y="6566831"/>
            <a:ext cx="35652" cy="30567"/>
          </a:xfrm>
          <a:custGeom xmlns:a="http://schemas.openxmlformats.org/drawingml/2006/main">
            <a:pathLst>
              <a:path w="35652" h="30567">
                <a:moveTo>
                  <a:pt x="0" y="0"/>
                </a:moveTo>
                <a:lnTo>
                  <a:pt x="35652" y="0"/>
                </a:lnTo>
                <a:lnTo>
                  <a:pt x="35652" y="30567"/>
                </a:lnTo>
                <a:lnTo>
                  <a:pt x="0" y="305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ath-227">
            <a:extLst xmlns:a="http://schemas.openxmlformats.org/drawingml/2006/main">
              <a:ext uri="{FF2B5EF4-FFF2-40B4-BE49-F238E27FC236}">
                <a16:creationId xmlns:a16="http://schemas.microsoft.com/office/drawing/2014/main" id="{67AFDB83-5094-4EEA-A1C0-C0572D18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365" y="6566831"/>
            <a:ext cx="35652" cy="30567"/>
          </a:xfrm>
          <a:custGeom xmlns:a="http://schemas.openxmlformats.org/drawingml/2006/main">
            <a:pathLst>
              <a:path w="35652" h="30567">
                <a:moveTo>
                  <a:pt x="0" y="0"/>
                </a:moveTo>
                <a:lnTo>
                  <a:pt x="35652" y="0"/>
                </a:lnTo>
                <a:lnTo>
                  <a:pt x="35652" y="30567"/>
                </a:lnTo>
                <a:lnTo>
                  <a:pt x="0" y="305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FFF"/>
            </a:solidFill>
            <a:prstDash val="solid"/>
          </a:ln>
        </p:spPr>
      </p:sp>
      <p:sp>
        <p:nvSpPr>
          <p:cNvPr id="238" name="path-228">
            <a:extLst xmlns:a="http://schemas.openxmlformats.org/drawingml/2006/main">
              <a:ext uri="{FF2B5EF4-FFF2-40B4-BE49-F238E27FC236}">
                <a16:creationId xmlns:a16="http://schemas.microsoft.com/office/drawing/2014/main" id="{B9FD7DE0-7877-49D1-8729-824AB732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495" y="6559192"/>
            <a:ext cx="473659" cy="25474"/>
          </a:xfrm>
          <a:custGeom xmlns:a="http://schemas.openxmlformats.org/drawingml/2006/main">
            <a:pathLst>
              <a:path w="473659" h="25474">
                <a:moveTo>
                  <a:pt x="0" y="0"/>
                </a:moveTo>
                <a:lnTo>
                  <a:pt x="473659" y="0"/>
                </a:lnTo>
                <a:lnTo>
                  <a:pt x="473659" y="25474"/>
                </a:lnTo>
                <a:lnTo>
                  <a:pt x="0" y="25474"/>
                </a:lnTo>
                <a:close/>
              </a:path>
            </a:pathLst>
          </a:custGeom>
          <a:solidFill xmlns:a="http://schemas.openxmlformats.org/drawingml/2006/main">
            <a:srgbClr val="4F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ath-229">
            <a:extLst xmlns:a="http://schemas.openxmlformats.org/drawingml/2006/main">
              <a:ext uri="{FF2B5EF4-FFF2-40B4-BE49-F238E27FC236}">
                <a16:creationId xmlns:a16="http://schemas.microsoft.com/office/drawing/2014/main" id="{8D103669-94D5-4611-98B2-43C15223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8899" y="6559192"/>
            <a:ext cx="229190" cy="25474"/>
          </a:xfrm>
          <a:custGeom xmlns:a="http://schemas.openxmlformats.org/drawingml/2006/main">
            <a:pathLst>
              <a:path w="229190" h="25474">
                <a:moveTo>
                  <a:pt x="0" y="0"/>
                </a:moveTo>
                <a:lnTo>
                  <a:pt x="229190" y="0"/>
                </a:lnTo>
                <a:lnTo>
                  <a:pt x="229190" y="25474"/>
                </a:lnTo>
                <a:lnTo>
                  <a:pt x="0" y="25474"/>
                </a:lnTo>
                <a:close/>
              </a:path>
            </a:pathLst>
          </a:custGeom>
          <a:solidFill xmlns:a="http://schemas.openxmlformats.org/drawingml/2006/main">
            <a:srgbClr val="C7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text-230 Validated">
            <a:extLst xmlns:a="http://schemas.openxmlformats.org/drawingml/2006/main">
              <a:ext uri="{FF2B5EF4-FFF2-40B4-BE49-F238E27FC236}">
                <a16:creationId xmlns:a16="http://schemas.microsoft.com/office/drawing/2014/main" id="{F0A72BA6-76C7-49FC-BC8A-2D9652D8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9298" y="6752665"/>
            <a:ext cx="882503" cy="261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71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Validated</a:t>
            </a:r>
          </a:p>
        </p:txBody>
      </p:sp>
      <p:sp>
        <p:nvSpPr>
          <p:cNvPr id="241" name="text-230 feedback">
            <a:extLst xmlns:a="http://schemas.openxmlformats.org/drawingml/2006/main">
              <a:ext uri="{FF2B5EF4-FFF2-40B4-BE49-F238E27FC236}">
                <a16:creationId xmlns:a16="http://schemas.microsoft.com/office/drawing/2014/main" id="{874A7D11-6363-47BC-9F9F-D3EE5FA9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6187" y="6752743"/>
            <a:ext cx="858088" cy="261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70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feedback</a:t>
            </a:r>
          </a:p>
        </p:txBody>
      </p:sp>
      <p:sp>
        <p:nvSpPr>
          <p:cNvPr id="242" name="text-231 Refine">
            <a:extLst xmlns:a="http://schemas.openxmlformats.org/drawingml/2006/main">
              <a:ext uri="{FF2B5EF4-FFF2-40B4-BE49-F238E27FC236}">
                <a16:creationId xmlns:a16="http://schemas.microsoft.com/office/drawing/2014/main" id="{9007B2C9-C357-4764-AADA-A5DBACD6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8931" y="6562804"/>
            <a:ext cx="433925" cy="187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2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2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pPr>
            <a:r>
              <a:rPr sz="1052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rPr>
              <a:t>Refine</a:t>
            </a:r>
          </a:p>
        </p:txBody>
      </p:sp>
      <p:sp>
        <p:nvSpPr>
          <p:cNvPr id="243" name="text-232 Solver">
            <a:extLst xmlns:a="http://schemas.openxmlformats.org/drawingml/2006/main">
              <a:ext uri="{FF2B5EF4-FFF2-40B4-BE49-F238E27FC236}">
                <a16:creationId xmlns:a16="http://schemas.microsoft.com/office/drawing/2014/main" id="{A4A59955-FB78-4041-9DEC-DD1D97F3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22467" y="6689768"/>
            <a:ext cx="428630" cy="18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pPr>
            <a:r>
              <a:rPr sz="105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244" name="text-233 harness">
            <a:extLst xmlns:a="http://schemas.openxmlformats.org/drawingml/2006/main">
              <a:ext uri="{FF2B5EF4-FFF2-40B4-BE49-F238E27FC236}">
                <a16:creationId xmlns:a16="http://schemas.microsoft.com/office/drawing/2014/main" id="{81AF4FB7-F823-4D02-82DD-0629D7FC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8751" y="6822404"/>
            <a:ext cx="515791" cy="187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pPr>
            <a:r>
              <a:rPr sz="105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245" name="path-234">
            <a:extLst xmlns:a="http://schemas.openxmlformats.org/drawingml/2006/main">
              <a:ext uri="{FF2B5EF4-FFF2-40B4-BE49-F238E27FC236}">
                <a16:creationId xmlns:a16="http://schemas.microsoft.com/office/drawing/2014/main" id="{06E4891A-8A5E-4BEF-B23A-C5DA51F6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689" y="7117073"/>
            <a:ext cx="6004784" cy="417756"/>
          </a:xfrm>
          <a:custGeom xmlns:a="http://schemas.openxmlformats.org/drawingml/2006/main">
            <a:pathLst>
              <a:path w="6004784" h="417756">
                <a:moveTo>
                  <a:pt x="0" y="45513"/>
                </a:moveTo>
                <a:cubicBezTo>
                  <a:pt x="0" y="20373"/>
                  <a:pt x="20373" y="0"/>
                  <a:pt x="45483" y="0"/>
                </a:cubicBezTo>
                <a:lnTo>
                  <a:pt x="5959300" y="0"/>
                </a:lnTo>
                <a:cubicBezTo>
                  <a:pt x="5984413" y="0"/>
                  <a:pt x="6004784" y="20373"/>
                  <a:pt x="6004784" y="45513"/>
                </a:cubicBezTo>
                <a:lnTo>
                  <a:pt x="6004784" y="372237"/>
                </a:lnTo>
                <a:cubicBezTo>
                  <a:pt x="6004784" y="397377"/>
                  <a:pt x="5984413" y="417756"/>
                  <a:pt x="5959300" y="417756"/>
                </a:cubicBezTo>
                <a:lnTo>
                  <a:pt x="45483" y="417756"/>
                </a:lnTo>
                <a:cubicBezTo>
                  <a:pt x="20373" y="417756"/>
                  <a:pt x="0" y="397377"/>
                  <a:pt x="0" y="372237"/>
                </a:cubicBezTo>
                <a:lnTo>
                  <a:pt x="0" y="45513"/>
                </a:lnTo>
              </a:path>
            </a:pathLst>
          </a:custGeom>
          <a:noFill xmlns:a="http://schemas.openxmlformats.org/drawingml/2006/main"/>
          <a:ln xmlns:a="http://schemas.openxmlformats.org/drawingml/2006/main" w="14152">
            <a:solidFill>
              <a:srgbClr val="548235"/>
            </a:solidFill>
            <a:prstDash val="solid"/>
          </a:ln>
        </p:spPr>
      </p:sp>
      <p:sp>
        <p:nvSpPr>
          <p:cNvPr id="246" name="text-235 Questioner">
            <a:extLst xmlns:a="http://schemas.openxmlformats.org/drawingml/2006/main">
              <a:ext uri="{FF2B5EF4-FFF2-40B4-BE49-F238E27FC236}">
                <a16:creationId xmlns:a16="http://schemas.microsoft.com/office/drawing/2014/main" id="{2CE439C5-6FA8-48BD-8BD4-42A1890D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5029" y="7219099"/>
            <a:ext cx="1083333" cy="277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3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3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pPr>
            <a:r>
              <a:rPr sz="1563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rPr>
              <a:t>Questioner</a:t>
            </a:r>
          </a:p>
        </p:txBody>
      </p:sp>
      <p:sp>
        <p:nvSpPr>
          <p:cNvPr id="247" name="text-235 and">
            <a:extLst xmlns:a="http://schemas.openxmlformats.org/drawingml/2006/main">
              <a:ext uri="{FF2B5EF4-FFF2-40B4-BE49-F238E27FC236}">
                <a16:creationId xmlns:a16="http://schemas.microsoft.com/office/drawing/2014/main" id="{9225428C-5A2B-4AEA-A24B-FDB00CF8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5055" y="7218964"/>
            <a:ext cx="366443" cy="278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4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4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pPr>
            <a:r>
              <a:rPr sz="1564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248" name="text-235 Solver">
            <a:extLst xmlns:a="http://schemas.openxmlformats.org/drawingml/2006/main">
              <a:ext uri="{FF2B5EF4-FFF2-40B4-BE49-F238E27FC236}">
                <a16:creationId xmlns:a16="http://schemas.microsoft.com/office/drawing/2014/main" id="{B73B0B86-C507-4B0D-9FB5-E8B7ADB4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2553" y="7220505"/>
            <a:ext cx="629997" cy="275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1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1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pPr>
            <a:r>
              <a:rPr sz="1551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249" name="text-235 harness">
            <a:extLst xmlns:a="http://schemas.openxmlformats.org/drawingml/2006/main">
              <a:ext uri="{FF2B5EF4-FFF2-40B4-BE49-F238E27FC236}">
                <a16:creationId xmlns:a16="http://schemas.microsoft.com/office/drawing/2014/main" id="{407701AF-6DF9-4A08-A9B6-8089F287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4465" y="7218987"/>
            <a:ext cx="763938" cy="277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3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3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pPr>
            <a:r>
              <a:rPr sz="1563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250" name="text-235 coevolve">
            <a:extLst xmlns:a="http://schemas.openxmlformats.org/drawingml/2006/main">
              <a:ext uri="{FF2B5EF4-FFF2-40B4-BE49-F238E27FC236}">
                <a16:creationId xmlns:a16="http://schemas.microsoft.com/office/drawing/2014/main" id="{24EB74C2-22EE-4F13-87EF-0C8D4BB2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4013" y="7219571"/>
            <a:ext cx="813191" cy="27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9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9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pPr>
            <a:r>
              <a:rPr sz="1559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rPr>
              <a:t>coevolve</a:t>
            </a:r>
          </a:p>
        </p:txBody>
      </p:sp>
      <p:sp>
        <p:nvSpPr>
          <p:cNvPr id="251" name="text-235 without">
            <a:extLst xmlns:a="http://schemas.openxmlformats.org/drawingml/2006/main">
              <a:ext uri="{FF2B5EF4-FFF2-40B4-BE49-F238E27FC236}">
                <a16:creationId xmlns:a16="http://schemas.microsoft.com/office/drawing/2014/main" id="{27D78460-9997-48E9-B6AB-024ABC60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58631" y="7219234"/>
            <a:ext cx="735340" cy="277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1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1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pPr>
            <a:r>
              <a:rPr sz="1561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rPr>
              <a:t>without</a:t>
            </a:r>
          </a:p>
        </p:txBody>
      </p:sp>
      <p:sp>
        <p:nvSpPr>
          <p:cNvPr id="252" name="text-235 annotations">
            <a:extLst xmlns:a="http://schemas.openxmlformats.org/drawingml/2006/main">
              <a:ext uri="{FF2B5EF4-FFF2-40B4-BE49-F238E27FC236}">
                <a16:creationId xmlns:a16="http://schemas.microsoft.com/office/drawing/2014/main" id="{5DF77516-6B2C-4FF3-A746-5E7C9BB8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42532" y="7219149"/>
            <a:ext cx="1114806" cy="277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2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2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defRPr>
            </a:pPr>
            <a:r>
              <a:rPr sz="1562" b="1" i="0">
                <a:solidFill>
                  <a:srgbClr val="087764"/>
                </a:solidFill>
                <a:latin typeface="Comic Sans MS"/>
                <a:ea typeface="Comic Sans MS"/>
                <a:cs typeface="Comic Sans MS"/>
              </a:rPr>
              <a:t>annotations</a:t>
            </a:r>
          </a:p>
        </p:txBody>
      </p:sp>
      <p:sp>
        <p:nvSpPr>
          <p:cNvPr id="253" name="path-236">
            <a:extLst xmlns:a="http://schemas.openxmlformats.org/drawingml/2006/main">
              <a:ext uri="{FF2B5EF4-FFF2-40B4-BE49-F238E27FC236}">
                <a16:creationId xmlns:a16="http://schemas.microsoft.com/office/drawing/2014/main" id="{6A1CFFD5-4920-419C-BF97-59184E1D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1830" y="6457338"/>
            <a:ext cx="61118" cy="71303"/>
          </a:xfrm>
          <a:custGeom xmlns:a="http://schemas.openxmlformats.org/drawingml/2006/main">
            <a:pathLst>
              <a:path w="61118" h="71303">
                <a:moveTo>
                  <a:pt x="0" y="0"/>
                </a:moveTo>
                <a:lnTo>
                  <a:pt x="61118" y="71303"/>
                </a:lnTo>
              </a:path>
            </a:pathLst>
          </a:custGeom>
          <a:noFill xmlns:a="http://schemas.openxmlformats.org/drawingml/2006/main"/>
          <a:ln xmlns:a="http://schemas.openxmlformats.org/drawingml/2006/main" w="39802">
            <a:solidFill>
              <a:srgbClr val="FFFFFF"/>
            </a:solidFill>
            <a:prstDash val="solid"/>
          </a:ln>
        </p:spPr>
      </p:sp>
      <p:sp>
        <p:nvSpPr>
          <p:cNvPr id="254" name="path-237">
            <a:extLst xmlns:a="http://schemas.openxmlformats.org/drawingml/2006/main">
              <a:ext uri="{FF2B5EF4-FFF2-40B4-BE49-F238E27FC236}">
                <a16:creationId xmlns:a16="http://schemas.microsoft.com/office/drawing/2014/main" id="{CABAEC2C-130E-404C-8119-27191571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2948" y="6375777"/>
            <a:ext cx="137514" cy="152864"/>
          </a:xfrm>
          <a:custGeom xmlns:a="http://schemas.openxmlformats.org/drawingml/2006/main">
            <a:pathLst>
              <a:path w="137514" h="152864">
                <a:moveTo>
                  <a:pt x="0" y="152864"/>
                </a:moveTo>
                <a:lnTo>
                  <a:pt x="1375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802">
            <a:solidFill>
              <a:srgbClr val="FFFFFF"/>
            </a:solidFill>
            <a:prstDash val="solid"/>
          </a:ln>
        </p:spPr>
      </p:sp>
      <p:sp>
        <p:nvSpPr>
          <p:cNvPr id="255" name="path-238">
            <a:extLst xmlns:a="http://schemas.openxmlformats.org/drawingml/2006/main">
              <a:ext uri="{FF2B5EF4-FFF2-40B4-BE49-F238E27FC236}">
                <a16:creationId xmlns:a16="http://schemas.microsoft.com/office/drawing/2014/main" id="{26D914FA-5C4C-448D-A291-4AF5AE99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1459" y="6436965"/>
            <a:ext cx="40745" cy="40745"/>
          </a:xfrm>
          <a:custGeom xmlns:a="http://schemas.openxmlformats.org/drawingml/2006/main">
            <a:pathLst>
              <a:path w="40745" h="40745">
                <a:moveTo>
                  <a:pt x="0" y="20372"/>
                </a:moveTo>
                <a:cubicBezTo>
                  <a:pt x="0" y="9125"/>
                  <a:pt x="9124" y="0"/>
                  <a:pt x="20372" y="0"/>
                </a:cubicBezTo>
                <a:cubicBezTo>
                  <a:pt x="31619" y="0"/>
                  <a:pt x="40745" y="9125"/>
                  <a:pt x="40745" y="20372"/>
                </a:cubicBezTo>
                <a:cubicBezTo>
                  <a:pt x="40745" y="31620"/>
                  <a:pt x="31619" y="40745"/>
                  <a:pt x="20372" y="40745"/>
                </a:cubicBezTo>
                <a:cubicBezTo>
                  <a:pt x="9124" y="40745"/>
                  <a:pt x="0" y="31620"/>
                  <a:pt x="0" y="2037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239">
            <a:extLst xmlns:a="http://schemas.openxmlformats.org/drawingml/2006/main">
              <a:ext uri="{FF2B5EF4-FFF2-40B4-BE49-F238E27FC236}">
                <a16:creationId xmlns:a16="http://schemas.microsoft.com/office/drawing/2014/main" id="{66ADB9CE-21F2-48CE-8A04-0E8F4330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2575" y="6508269"/>
            <a:ext cx="40745" cy="40745"/>
          </a:xfrm>
          <a:custGeom xmlns:a="http://schemas.openxmlformats.org/drawingml/2006/main">
            <a:pathLst>
              <a:path w="40745" h="40745">
                <a:moveTo>
                  <a:pt x="0" y="20372"/>
                </a:moveTo>
                <a:cubicBezTo>
                  <a:pt x="0" y="9125"/>
                  <a:pt x="9126" y="0"/>
                  <a:pt x="20373" y="0"/>
                </a:cubicBezTo>
                <a:cubicBezTo>
                  <a:pt x="31620" y="0"/>
                  <a:pt x="40745" y="9125"/>
                  <a:pt x="40745" y="20372"/>
                </a:cubicBezTo>
                <a:cubicBezTo>
                  <a:pt x="40745" y="31620"/>
                  <a:pt x="31620" y="40745"/>
                  <a:pt x="20373" y="40745"/>
                </a:cubicBezTo>
                <a:cubicBezTo>
                  <a:pt x="9126" y="40745"/>
                  <a:pt x="0" y="31620"/>
                  <a:pt x="0" y="2037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40">
            <a:extLst xmlns:a="http://schemas.openxmlformats.org/drawingml/2006/main">
              <a:ext uri="{FF2B5EF4-FFF2-40B4-BE49-F238E27FC236}">
                <a16:creationId xmlns:a16="http://schemas.microsoft.com/office/drawing/2014/main" id="{8AFEE08D-5B9A-4251-9443-2D367A47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0089" y="6355405"/>
            <a:ext cx="40746" cy="40815"/>
          </a:xfrm>
          <a:custGeom xmlns:a="http://schemas.openxmlformats.org/drawingml/2006/main">
            <a:pathLst>
              <a:path w="40746" h="40815">
                <a:moveTo>
                  <a:pt x="0" y="20372"/>
                </a:moveTo>
                <a:cubicBezTo>
                  <a:pt x="0" y="9125"/>
                  <a:pt x="9126" y="0"/>
                  <a:pt x="20373" y="0"/>
                </a:cubicBezTo>
                <a:cubicBezTo>
                  <a:pt x="31620" y="0"/>
                  <a:pt x="40746" y="9125"/>
                  <a:pt x="40746" y="20372"/>
                </a:cubicBezTo>
                <a:cubicBezTo>
                  <a:pt x="40746" y="31690"/>
                  <a:pt x="31620" y="40815"/>
                  <a:pt x="20373" y="40815"/>
                </a:cubicBezTo>
                <a:cubicBezTo>
                  <a:pt x="9126" y="40815"/>
                  <a:pt x="0" y="31690"/>
                  <a:pt x="0" y="2037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FC7BF8E0-2854-4302-8FEF-D373F8AC47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aa7c7de284cdc"/>
          <a:stretch xmlns:a="http://schemas.openxmlformats.org/drawingml/2006/main"/>
        </p:blipFill>
        <p:spPr>
          <a:xfrm xmlns:a="http://schemas.openxmlformats.org/drawingml/2006/main">
            <a:off x="8649832" y="2744049"/>
            <a:ext cx="838200" cy="638175"/>
          </a:xfrm>
          <a:prstGeom xmlns:a="http://schemas.openxmlformats.org/drawingml/2006/main" prst="rect">
            <a:avLst/>
          </a:prstGeom>
        </p:spPr>
      </p:pic>
      <p:pic>
        <p:nvPic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94F8CCCD-56AC-4166-B17C-77183EA462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c8a2484e346fc"/>
          <a:stretch xmlns:a="http://schemas.openxmlformats.org/drawingml/2006/main"/>
        </p:blipFill>
        <p:spPr>
          <a:xfrm xmlns:a="http://schemas.openxmlformats.org/drawingml/2006/main">
            <a:off x="9535657" y="2744049"/>
            <a:ext cx="838200" cy="638175"/>
          </a:xfrm>
          <a:prstGeom xmlns:a="http://schemas.openxmlformats.org/drawingml/2006/main" prst="rect">
            <a:avLst/>
          </a:prstGeom>
        </p:spPr>
      </p:pic>
      <p:pic>
        <p:nvPic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C5F56170-8C39-4C1E-98C3-51F9D2FE80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a5aad8bff4f34"/>
          <a:stretch xmlns:a="http://schemas.openxmlformats.org/drawingml/2006/main"/>
        </p:blipFill>
        <p:spPr>
          <a:xfrm xmlns:a="http://schemas.openxmlformats.org/drawingml/2006/main">
            <a:off x="10411957" y="2744049"/>
            <a:ext cx="838200" cy="638175"/>
          </a:xfrm>
          <a:prstGeom xmlns:a="http://schemas.openxmlformats.org/drawingml/2006/main" prst="rect">
            <a:avLst/>
          </a:prstGeom>
        </p:spPr>
      </p:pic>
      <p:pic>
        <p:nvPic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0FC00DDC-ECD3-4CBD-ACF1-9036579FD3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f206e2d8c4e8d"/>
          <a:stretch xmlns:a="http://schemas.openxmlformats.org/drawingml/2006/main"/>
        </p:blipFill>
        <p:spPr>
          <a:xfrm xmlns:a="http://schemas.openxmlformats.org/drawingml/2006/main">
            <a:off x="12135982" y="2439249"/>
            <a:ext cx="485775" cy="342900"/>
          </a:xfrm>
          <a:prstGeom xmlns:a="http://schemas.openxmlformats.org/drawingml/2006/main" prst="rect">
            <a:avLst/>
          </a:prstGeom>
        </p:spPr>
      </p:pic>
      <p:pic>
        <p:nvPic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951E409E-3334-4B78-BC5C-0AB3BE95C3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0651914c347a3"/>
          <a:stretch xmlns:a="http://schemas.openxmlformats.org/drawingml/2006/main"/>
        </p:blipFill>
        <p:spPr>
          <a:xfrm xmlns:a="http://schemas.openxmlformats.org/drawingml/2006/main">
            <a:off x="12135982" y="2829774"/>
            <a:ext cx="485775" cy="352425"/>
          </a:xfrm>
          <a:prstGeom xmlns:a="http://schemas.openxmlformats.org/drawingml/2006/main" prst="rect">
            <a:avLst/>
          </a:prstGeom>
        </p:spPr>
      </p:pic>
      <p:pic>
        <p:nvPic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17E1B828-CAD9-417F-AEAB-EEE997A7FC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e9abb9b6d449c"/>
          <a:stretch xmlns:a="http://schemas.openxmlformats.org/drawingml/2006/main"/>
        </p:blipFill>
        <p:spPr>
          <a:xfrm xmlns:a="http://schemas.openxmlformats.org/drawingml/2006/main">
            <a:off x="12135982" y="3229824"/>
            <a:ext cx="485775" cy="342900"/>
          </a:xfrm>
          <a:prstGeom xmlns:a="http://schemas.openxmlformats.org/drawingml/2006/main" prst="rect">
            <a:avLst/>
          </a:prstGeom>
        </p:spPr>
      </p:pic>
      <p:sp>
        <p:nvSpPr>
          <p:cNvPr id="264" name="text-247 What">
            <a:extLst xmlns:a="http://schemas.openxmlformats.org/drawingml/2006/main">
              <a:ext uri="{FF2B5EF4-FFF2-40B4-BE49-F238E27FC236}">
                <a16:creationId xmlns:a16="http://schemas.microsoft.com/office/drawing/2014/main" id="{75F41ACE-B255-408E-95D6-79586EE6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5859" y="4545016"/>
            <a:ext cx="434040" cy="218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What</a:t>
            </a:r>
          </a:p>
        </p:txBody>
      </p:sp>
      <p:sp>
        <p:nvSpPr>
          <p:cNvPr id="265" name="text-247 does">
            <a:extLst xmlns:a="http://schemas.openxmlformats.org/drawingml/2006/main">
              <a:ext uri="{FF2B5EF4-FFF2-40B4-BE49-F238E27FC236}">
                <a16:creationId xmlns:a16="http://schemas.microsoft.com/office/drawing/2014/main" id="{C7A849D5-4BF1-4D0A-A09B-FB3E049D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9503" y="4546444"/>
            <a:ext cx="360064" cy="216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1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does</a:t>
            </a:r>
          </a:p>
        </p:txBody>
      </p:sp>
      <p:sp>
        <p:nvSpPr>
          <p:cNvPr id="266" name="text-248 keeping">
            <a:extLst xmlns:a="http://schemas.openxmlformats.org/drawingml/2006/main">
              <a:ext uri="{FF2B5EF4-FFF2-40B4-BE49-F238E27FC236}">
                <a16:creationId xmlns:a16="http://schemas.microsoft.com/office/drawing/2014/main" id="{8556834A-C087-49B7-B706-F64E227E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9333" y="4733394"/>
            <a:ext cx="576277" cy="218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keeping</a:t>
            </a:r>
          </a:p>
        </p:txBody>
      </p:sp>
      <p:sp>
        <p:nvSpPr>
          <p:cNvPr id="267" name="text-248 the">
            <a:extLst xmlns:a="http://schemas.openxmlformats.org/drawingml/2006/main">
              <a:ext uri="{FF2B5EF4-FFF2-40B4-BE49-F238E27FC236}">
                <a16:creationId xmlns:a16="http://schemas.microsoft.com/office/drawing/2014/main" id="{D43FC9E5-4FC5-456A-A229-C9FC0F24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1123" y="4733453"/>
            <a:ext cx="277699" cy="218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68" name="text-249 shrimp">
            <a:extLst xmlns:a="http://schemas.openxmlformats.org/drawingml/2006/main">
              <a:ext uri="{FF2B5EF4-FFF2-40B4-BE49-F238E27FC236}">
                <a16:creationId xmlns:a16="http://schemas.microsoft.com/office/drawing/2014/main" id="{8E3A389F-3749-4B26-B259-50204868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4546" y="4874882"/>
            <a:ext cx="521236" cy="220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7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7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7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shrimp</a:t>
            </a:r>
          </a:p>
        </p:txBody>
      </p:sp>
      <p:sp>
        <p:nvSpPr>
          <p:cNvPr id="269" name="text-249 head">
            <a:extLst xmlns:a="http://schemas.openxmlformats.org/drawingml/2006/main">
              <a:ext uri="{FF2B5EF4-FFF2-40B4-BE49-F238E27FC236}">
                <a16:creationId xmlns:a16="http://schemas.microsoft.com/office/drawing/2014/main" id="{28E08A8B-58E9-4B2E-9DE7-5B1E5FA7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0066" y="4875672"/>
            <a:ext cx="375951" cy="218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head</a:t>
            </a:r>
          </a:p>
        </p:txBody>
      </p:sp>
      <p:sp>
        <p:nvSpPr>
          <p:cNvPr id="270" name="text-250 intact">
            <a:extLst xmlns:a="http://schemas.openxmlformats.org/drawingml/2006/main">
              <a:ext uri="{FF2B5EF4-FFF2-40B4-BE49-F238E27FC236}">
                <a16:creationId xmlns:a16="http://schemas.microsoft.com/office/drawing/2014/main" id="{07D5815A-AF9F-4979-ADC4-51853E73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0272" y="5065315"/>
            <a:ext cx="458393" cy="21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intact</a:t>
            </a:r>
          </a:p>
        </p:txBody>
      </p:sp>
      <p:sp>
        <p:nvSpPr>
          <p:cNvPr id="271" name="text-251 symbolize?">
            <a:extLst xmlns:a="http://schemas.openxmlformats.org/drawingml/2006/main">
              <a:ext uri="{FF2B5EF4-FFF2-40B4-BE49-F238E27FC236}">
                <a16:creationId xmlns:a16="http://schemas.microsoft.com/office/drawing/2014/main" id="{77F84489-EC61-4A19-928B-3F9C8F1A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1093" y="5248139"/>
            <a:ext cx="818868" cy="218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symbolize?</a:t>
            </a:r>
          </a:p>
        </p:txBody>
      </p:sp>
      <p:sp>
        <p:nvSpPr>
          <p:cNvPr id="272" name="text-252 A">
            <a:extLst xmlns:a="http://schemas.openxmlformats.org/drawingml/2006/main">
              <a:ext uri="{FF2B5EF4-FFF2-40B4-BE49-F238E27FC236}">
                <a16:creationId xmlns:a16="http://schemas.microsoft.com/office/drawing/2014/main" id="{FEA30BBE-05E4-4DDF-82F4-0D0B514A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7526" y="6038207"/>
            <a:ext cx="144061" cy="221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273" name="text-252 complete">
            <a:extLst xmlns:a="http://schemas.openxmlformats.org/drawingml/2006/main">
              <a:ext uri="{FF2B5EF4-FFF2-40B4-BE49-F238E27FC236}">
                <a16:creationId xmlns:a16="http://schemas.microsoft.com/office/drawing/2014/main" id="{B799138A-CCB3-489B-BB6E-39CA55A7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0331" y="6040779"/>
            <a:ext cx="679656" cy="217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complete</a:t>
            </a:r>
          </a:p>
        </p:txBody>
      </p:sp>
      <p:sp>
        <p:nvSpPr>
          <p:cNvPr id="274" name="text-252 begin">
            <a:extLst xmlns:a="http://schemas.openxmlformats.org/drawingml/2006/main">
              <a:ext uri="{FF2B5EF4-FFF2-40B4-BE49-F238E27FC236}">
                <a16:creationId xmlns:a16="http://schemas.microsoft.com/office/drawing/2014/main" id="{193A5042-6D68-4D22-B4C6-47D14534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7866" y="6041442"/>
            <a:ext cx="411080" cy="216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1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begin</a:t>
            </a:r>
          </a:p>
        </p:txBody>
      </p:sp>
      <p:sp>
        <p:nvSpPr>
          <p:cNvPr id="275" name="text-253 -">
            <a:extLst xmlns:a="http://schemas.openxmlformats.org/drawingml/2006/main">
              <a:ext uri="{FF2B5EF4-FFF2-40B4-BE49-F238E27FC236}">
                <a16:creationId xmlns:a16="http://schemas.microsoft.com/office/drawing/2014/main" id="{4A962F1F-4D74-4DED-81DC-27EFB0CE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1094" y="6038142"/>
            <a:ext cx="94293" cy="22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276" name="text-254 ning">
            <a:extLst xmlns:a="http://schemas.openxmlformats.org/drawingml/2006/main">
              <a:ext uri="{FF2B5EF4-FFF2-40B4-BE49-F238E27FC236}">
                <a16:creationId xmlns:a16="http://schemas.microsoft.com/office/drawing/2014/main" id="{36916042-7795-4093-8289-FDA949A7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2906" y="6229922"/>
            <a:ext cx="315680" cy="216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ning</a:t>
            </a:r>
          </a:p>
        </p:txBody>
      </p:sp>
      <p:sp>
        <p:nvSpPr>
          <p:cNvPr id="277" name="text-255 and">
            <a:extLst xmlns:a="http://schemas.openxmlformats.org/drawingml/2006/main">
              <a:ext uri="{FF2B5EF4-FFF2-40B4-BE49-F238E27FC236}">
                <a16:creationId xmlns:a16="http://schemas.microsoft.com/office/drawing/2014/main" id="{AAE3183F-ACAB-4E1F-893A-233CD52E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8131" y="6227139"/>
            <a:ext cx="284196" cy="220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278" name="text-255 ending.">
            <a:extLst xmlns:a="http://schemas.openxmlformats.org/drawingml/2006/main">
              <a:ext uri="{FF2B5EF4-FFF2-40B4-BE49-F238E27FC236}">
                <a16:creationId xmlns:a16="http://schemas.microsoft.com/office/drawing/2014/main" id="{B3E52039-83E3-43C2-825B-AEF5C33D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8452" y="6229693"/>
            <a:ext cx="530886" cy="217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ending.</a:t>
            </a:r>
          </a:p>
        </p:txBody>
      </p:sp>
      <p:pic>
        <p:nvPic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57F637E6-FC60-4A24-8EB7-20222150A6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a06ec63384b62"/>
          <a:stretch xmlns:a="http://schemas.openxmlformats.org/drawingml/2006/main"/>
        </p:blipFill>
        <p:spPr>
          <a:xfrm xmlns:a="http://schemas.openxmlformats.org/drawingml/2006/main">
            <a:off x="12593182" y="5363424"/>
            <a:ext cx="1143000" cy="400050"/>
          </a:xfrm>
          <a:prstGeom xmlns:a="http://schemas.openxmlformats.org/drawingml/2006/main" prst="rect">
            <a:avLst/>
          </a:prstGeom>
        </p:spPr>
      </p:pic>
      <p:pic>
        <p:nvPic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616AD41B-D13E-42EF-8D94-2835F7220B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780d417df4773"/>
          <a:stretch xmlns:a="http://schemas.openxmlformats.org/drawingml/2006/main"/>
        </p:blipFill>
        <p:spPr>
          <a:xfrm xmlns:a="http://schemas.openxmlformats.org/drawingml/2006/main">
            <a:off x="13783807" y="5306274"/>
            <a:ext cx="1000125" cy="333375"/>
          </a:xfrm>
          <a:prstGeom xmlns:a="http://schemas.openxmlformats.org/drawingml/2006/main" prst="rect">
            <a:avLst/>
          </a:prstGeom>
        </p:spPr>
      </p:pic>
      <p:sp>
        <p:nvSpPr>
          <p:cNvPr id="281" name="path-258">
            <a:extLst xmlns:a="http://schemas.openxmlformats.org/drawingml/2006/main">
              <a:ext uri="{FF2B5EF4-FFF2-40B4-BE49-F238E27FC236}">
                <a16:creationId xmlns:a16="http://schemas.microsoft.com/office/drawing/2014/main" id="{F8C9400B-B79D-47B0-890F-FAED76B7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049" y="6475164"/>
            <a:ext cx="1232535" cy="326030"/>
          </a:xfrm>
          <a:custGeom xmlns:a="http://schemas.openxmlformats.org/drawingml/2006/main">
            <a:pathLst>
              <a:path w="1232535" h="326030">
                <a:moveTo>
                  <a:pt x="0" y="5659"/>
                </a:moveTo>
                <a:cubicBezTo>
                  <a:pt x="0" y="2546"/>
                  <a:pt x="2546" y="0"/>
                  <a:pt x="5659" y="0"/>
                </a:cubicBezTo>
                <a:lnTo>
                  <a:pt x="1226877" y="0"/>
                </a:lnTo>
                <a:cubicBezTo>
                  <a:pt x="1229988" y="0"/>
                  <a:pt x="1232535" y="2546"/>
                  <a:pt x="1232535" y="5659"/>
                </a:cubicBezTo>
                <a:lnTo>
                  <a:pt x="1232535" y="320371"/>
                </a:lnTo>
                <a:cubicBezTo>
                  <a:pt x="1232535" y="323484"/>
                  <a:pt x="1229988" y="326030"/>
                  <a:pt x="1226877" y="326030"/>
                </a:cubicBezTo>
                <a:lnTo>
                  <a:pt x="5659" y="326030"/>
                </a:lnTo>
                <a:cubicBezTo>
                  <a:pt x="2546" y="326030"/>
                  <a:pt x="0" y="323484"/>
                  <a:pt x="0" y="320371"/>
                </a:cubicBezTo>
                <a:lnTo>
                  <a:pt x="0" y="5659"/>
                </a:lnTo>
              </a:path>
            </a:pathLst>
          </a:custGeom>
          <a:solidFill xmlns:a="http://schemas.openxmlformats.org/drawingml/2006/main">
            <a:srgbClr val="0B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path-259">
            <a:extLst xmlns:a="http://schemas.openxmlformats.org/drawingml/2006/main">
              <a:ext uri="{FF2B5EF4-FFF2-40B4-BE49-F238E27FC236}">
                <a16:creationId xmlns:a16="http://schemas.microsoft.com/office/drawing/2014/main" id="{99563BD6-1E37-4A68-A455-41AC66BC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049" y="6475164"/>
            <a:ext cx="1232535" cy="326030"/>
          </a:xfrm>
          <a:custGeom xmlns:a="http://schemas.openxmlformats.org/drawingml/2006/main">
            <a:pathLst>
              <a:path w="1232535" h="326030">
                <a:moveTo>
                  <a:pt x="0" y="5659"/>
                </a:moveTo>
                <a:cubicBezTo>
                  <a:pt x="0" y="2546"/>
                  <a:pt x="2546" y="0"/>
                  <a:pt x="5659" y="0"/>
                </a:cubicBezTo>
                <a:lnTo>
                  <a:pt x="1226877" y="0"/>
                </a:lnTo>
                <a:cubicBezTo>
                  <a:pt x="1229988" y="0"/>
                  <a:pt x="1232535" y="2546"/>
                  <a:pt x="1232535" y="5659"/>
                </a:cubicBezTo>
                <a:lnTo>
                  <a:pt x="1232535" y="320371"/>
                </a:lnTo>
                <a:cubicBezTo>
                  <a:pt x="1232535" y="323484"/>
                  <a:pt x="1229988" y="326030"/>
                  <a:pt x="1226877" y="326030"/>
                </a:cubicBezTo>
                <a:lnTo>
                  <a:pt x="5659" y="326030"/>
                </a:lnTo>
                <a:cubicBezTo>
                  <a:pt x="2546" y="326030"/>
                  <a:pt x="0" y="323484"/>
                  <a:pt x="0" y="320371"/>
                </a:cubicBezTo>
                <a:lnTo>
                  <a:pt x="0" y="5659"/>
                </a:lnTo>
              </a:path>
            </a:pathLst>
          </a:custGeom>
          <a:noFill xmlns:a="http://schemas.openxmlformats.org/drawingml/2006/main"/>
          <a:ln xmlns:a="http://schemas.openxmlformats.org/drawingml/2006/main" w="15921">
            <a:solidFill>
              <a:srgbClr val="0B213C"/>
            </a:solidFill>
            <a:prstDash val="solid"/>
          </a:ln>
        </p:spPr>
      </p:sp>
      <p:sp>
        <p:nvSpPr>
          <p:cNvPr id="283" name="path-260">
            <a:extLst xmlns:a="http://schemas.openxmlformats.org/drawingml/2006/main">
              <a:ext uri="{FF2B5EF4-FFF2-40B4-BE49-F238E27FC236}">
                <a16:creationId xmlns:a16="http://schemas.microsoft.com/office/drawing/2014/main" id="{4C4A543A-1A89-46E3-9629-E5F111AE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700" y="6515908"/>
            <a:ext cx="280121" cy="244541"/>
          </a:xfrm>
          <a:custGeom xmlns:a="http://schemas.openxmlformats.org/drawingml/2006/main">
            <a:pathLst>
              <a:path w="280121" h="244541">
                <a:moveTo>
                  <a:pt x="0" y="0"/>
                </a:moveTo>
                <a:lnTo>
                  <a:pt x="280121" y="0"/>
                </a:lnTo>
                <a:lnTo>
                  <a:pt x="280121" y="244541"/>
                </a:lnTo>
                <a:lnTo>
                  <a:pt x="0" y="2445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sp>
        <p:nvSpPr>
          <p:cNvPr id="284" name="path-261">
            <a:extLst xmlns:a="http://schemas.openxmlformats.org/drawingml/2006/main">
              <a:ext uri="{FF2B5EF4-FFF2-40B4-BE49-F238E27FC236}">
                <a16:creationId xmlns:a16="http://schemas.microsoft.com/office/drawing/2014/main" id="{63720F47-FD5C-48B3-AD8E-B001B92C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914" y="6515908"/>
            <a:ext cx="285215" cy="244541"/>
          </a:xfrm>
          <a:custGeom xmlns:a="http://schemas.openxmlformats.org/drawingml/2006/main">
            <a:pathLst>
              <a:path w="285215" h="244541">
                <a:moveTo>
                  <a:pt x="0" y="0"/>
                </a:moveTo>
                <a:lnTo>
                  <a:pt x="285215" y="0"/>
                </a:lnTo>
                <a:lnTo>
                  <a:pt x="285215" y="244541"/>
                </a:lnTo>
                <a:lnTo>
                  <a:pt x="0" y="2445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sp>
        <p:nvSpPr>
          <p:cNvPr id="285" name="path-262">
            <a:extLst xmlns:a="http://schemas.openxmlformats.org/drawingml/2006/main">
              <a:ext uri="{FF2B5EF4-FFF2-40B4-BE49-F238E27FC236}">
                <a16:creationId xmlns:a16="http://schemas.microsoft.com/office/drawing/2014/main" id="{7EB8BB76-2328-4BC7-8C4E-072AFAD7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224" y="6515908"/>
            <a:ext cx="280121" cy="244541"/>
          </a:xfrm>
          <a:custGeom xmlns:a="http://schemas.openxmlformats.org/drawingml/2006/main">
            <a:pathLst>
              <a:path w="280121" h="244541">
                <a:moveTo>
                  <a:pt x="0" y="0"/>
                </a:moveTo>
                <a:lnTo>
                  <a:pt x="280121" y="0"/>
                </a:lnTo>
                <a:lnTo>
                  <a:pt x="280121" y="244541"/>
                </a:lnTo>
                <a:lnTo>
                  <a:pt x="0" y="2445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pic>
        <p:nvPic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57F6C866-4697-41B3-BB39-D824CFAE41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8e43c181c4393"/>
          <a:stretch xmlns:a="http://schemas.openxmlformats.org/drawingml/2006/main"/>
        </p:blipFill>
        <p:spPr>
          <a:xfrm xmlns:a="http://schemas.openxmlformats.org/drawingml/2006/main">
            <a:off x="9345157" y="6506424"/>
            <a:ext cx="295275" cy="257175"/>
          </a:xfrm>
          <a:prstGeom xmlns:a="http://schemas.openxmlformats.org/drawingml/2006/main" prst="rect">
            <a:avLst/>
          </a:prstGeom>
        </p:spPr>
      </p:pic>
      <p:pic>
        <p:nvPic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ED7C7B7E-FCDB-4993-A054-F2CD5E10D7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a4700c32c4fe3"/>
          <a:stretch xmlns:a="http://schemas.openxmlformats.org/drawingml/2006/main"/>
        </p:blipFill>
        <p:spPr>
          <a:xfrm xmlns:a="http://schemas.openxmlformats.org/drawingml/2006/main">
            <a:off x="9630907" y="6506424"/>
            <a:ext cx="295275" cy="257175"/>
          </a:xfrm>
          <a:prstGeom xmlns:a="http://schemas.openxmlformats.org/drawingml/2006/main" prst="rect">
            <a:avLst/>
          </a:prstGeom>
        </p:spPr>
      </p:pic>
      <p:pic>
        <p:nvPic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C83FADEE-6229-4C75-BA86-995553B2D9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9d985144d498c"/>
          <a:stretch xmlns:a="http://schemas.openxmlformats.org/drawingml/2006/main"/>
        </p:blipFill>
        <p:spPr>
          <a:xfrm xmlns:a="http://schemas.openxmlformats.org/drawingml/2006/main">
            <a:off x="9926182" y="6506424"/>
            <a:ext cx="285750" cy="257175"/>
          </a:xfrm>
          <a:prstGeom xmlns:a="http://schemas.openxmlformats.org/drawingml/2006/main" prst="rect">
            <a:avLst/>
          </a:prstGeom>
        </p:spPr>
      </p:pic>
      <p:pic>
        <p:nvPic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7952A9F9-ADEA-47B3-A9AE-6DFB5D57C6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8e9a793044e57"/>
          <a:stretch xmlns:a="http://schemas.openxmlformats.org/drawingml/2006/main"/>
        </p:blipFill>
        <p:spPr>
          <a:xfrm xmlns:a="http://schemas.openxmlformats.org/drawingml/2006/main">
            <a:off x="10211932" y="6506424"/>
            <a:ext cx="285750" cy="257175"/>
          </a:xfrm>
          <a:prstGeom xmlns:a="http://schemas.openxmlformats.org/drawingml/2006/main" prst="rect">
            <a:avLst/>
          </a:prstGeom>
        </p:spPr>
      </p:pic>
      <p:sp>
        <p:nvSpPr>
          <p:cNvPr id="290" name="path-267">
            <a:extLst xmlns:a="http://schemas.openxmlformats.org/drawingml/2006/main">
              <a:ext uri="{FF2B5EF4-FFF2-40B4-BE49-F238E27FC236}">
                <a16:creationId xmlns:a16="http://schemas.microsoft.com/office/drawing/2014/main" id="{35AC476B-162E-4CF0-AE7E-F21E0317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438" y="6515908"/>
            <a:ext cx="280121" cy="244541"/>
          </a:xfrm>
          <a:custGeom xmlns:a="http://schemas.openxmlformats.org/drawingml/2006/main">
            <a:pathLst>
              <a:path w="280121" h="244541">
                <a:moveTo>
                  <a:pt x="0" y="0"/>
                </a:moveTo>
                <a:lnTo>
                  <a:pt x="280121" y="0"/>
                </a:lnTo>
                <a:lnTo>
                  <a:pt x="280121" y="244541"/>
                </a:lnTo>
                <a:lnTo>
                  <a:pt x="0" y="2445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sp>
        <p:nvSpPr>
          <p:cNvPr id="291" name="path-268">
            <a:extLst xmlns:a="http://schemas.openxmlformats.org/drawingml/2006/main">
              <a:ext uri="{FF2B5EF4-FFF2-40B4-BE49-F238E27FC236}">
                <a16:creationId xmlns:a16="http://schemas.microsoft.com/office/drawing/2014/main" id="{752E9DBA-8BC2-4CD2-B099-7F053EB1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6514" y="648535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8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8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ath-269">
            <a:extLst xmlns:a="http://schemas.openxmlformats.org/drawingml/2006/main">
              <a:ext uri="{FF2B5EF4-FFF2-40B4-BE49-F238E27FC236}">
                <a16:creationId xmlns:a16="http://schemas.microsoft.com/office/drawing/2014/main" id="{0DE31E14-92CB-485D-9A0E-0F4CB2D8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6514" y="648535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8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8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293" name="path-270">
            <a:extLst xmlns:a="http://schemas.openxmlformats.org/drawingml/2006/main">
              <a:ext uri="{FF2B5EF4-FFF2-40B4-BE49-F238E27FC236}">
                <a16:creationId xmlns:a16="http://schemas.microsoft.com/office/drawing/2014/main" id="{3222862A-C84D-4DD2-99AF-6A79A4A3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6514" y="677063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8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8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ath-271">
            <a:extLst xmlns:a="http://schemas.openxmlformats.org/drawingml/2006/main">
              <a:ext uri="{FF2B5EF4-FFF2-40B4-BE49-F238E27FC236}">
                <a16:creationId xmlns:a16="http://schemas.microsoft.com/office/drawing/2014/main" id="{7E19C92F-941A-48C4-A021-B630D363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6514" y="677063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8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8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295" name="path-272">
            <a:extLst xmlns:a="http://schemas.openxmlformats.org/drawingml/2006/main">
              <a:ext uri="{FF2B5EF4-FFF2-40B4-BE49-F238E27FC236}">
                <a16:creationId xmlns:a16="http://schemas.microsoft.com/office/drawing/2014/main" id="{5E856825-61EF-4458-A186-93760E82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2539" y="648535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ath-273">
            <a:extLst xmlns:a="http://schemas.openxmlformats.org/drawingml/2006/main">
              <a:ext uri="{FF2B5EF4-FFF2-40B4-BE49-F238E27FC236}">
                <a16:creationId xmlns:a16="http://schemas.microsoft.com/office/drawing/2014/main" id="{38814FDA-25EE-4C4D-9791-5DC40685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2539" y="648535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297" name="path-274">
            <a:extLst xmlns:a="http://schemas.openxmlformats.org/drawingml/2006/main">
              <a:ext uri="{FF2B5EF4-FFF2-40B4-BE49-F238E27FC236}">
                <a16:creationId xmlns:a16="http://schemas.microsoft.com/office/drawing/2014/main" id="{7A260521-C7E5-41F1-A472-89A7521D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2539" y="677063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ath-275">
            <a:extLst xmlns:a="http://schemas.openxmlformats.org/drawingml/2006/main">
              <a:ext uri="{FF2B5EF4-FFF2-40B4-BE49-F238E27FC236}">
                <a16:creationId xmlns:a16="http://schemas.microsoft.com/office/drawing/2014/main" id="{56824ABC-DB37-48BB-88A3-93A6CC9E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2539" y="677063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299" name="path-276">
            <a:extLst xmlns:a="http://schemas.openxmlformats.org/drawingml/2006/main">
              <a:ext uri="{FF2B5EF4-FFF2-40B4-BE49-F238E27FC236}">
                <a16:creationId xmlns:a16="http://schemas.microsoft.com/office/drawing/2014/main" id="{3761200A-2B14-4BF4-8875-8A8CAFCC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657" y="648535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path-277">
            <a:extLst xmlns:a="http://schemas.openxmlformats.org/drawingml/2006/main">
              <a:ext uri="{FF2B5EF4-FFF2-40B4-BE49-F238E27FC236}">
                <a16:creationId xmlns:a16="http://schemas.microsoft.com/office/drawing/2014/main" id="{CCFF28E8-5BE2-4944-B34D-3666E438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657" y="648535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01" name="path-278">
            <a:extLst xmlns:a="http://schemas.openxmlformats.org/drawingml/2006/main">
              <a:ext uri="{FF2B5EF4-FFF2-40B4-BE49-F238E27FC236}">
                <a16:creationId xmlns:a16="http://schemas.microsoft.com/office/drawing/2014/main" id="{6094F56A-471F-4801-B0B8-805191E5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657" y="677063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ath-279">
            <a:extLst xmlns:a="http://schemas.openxmlformats.org/drawingml/2006/main">
              <a:ext uri="{FF2B5EF4-FFF2-40B4-BE49-F238E27FC236}">
                <a16:creationId xmlns:a16="http://schemas.microsoft.com/office/drawing/2014/main" id="{BA1A3825-B483-4E33-9AB4-B7FA345E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657" y="677063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03" name="path-280">
            <a:extLst xmlns:a="http://schemas.openxmlformats.org/drawingml/2006/main">
              <a:ext uri="{FF2B5EF4-FFF2-40B4-BE49-F238E27FC236}">
                <a16:creationId xmlns:a16="http://schemas.microsoft.com/office/drawing/2014/main" id="{862A79C8-9D00-48E9-B13D-5BD629DE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680" y="648535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ath-281">
            <a:extLst xmlns:a="http://schemas.openxmlformats.org/drawingml/2006/main">
              <a:ext uri="{FF2B5EF4-FFF2-40B4-BE49-F238E27FC236}">
                <a16:creationId xmlns:a16="http://schemas.microsoft.com/office/drawing/2014/main" id="{28E790D6-212B-460A-97C6-76CD8825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680" y="648535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05" name="path-282">
            <a:extLst xmlns:a="http://schemas.openxmlformats.org/drawingml/2006/main">
              <a:ext uri="{FF2B5EF4-FFF2-40B4-BE49-F238E27FC236}">
                <a16:creationId xmlns:a16="http://schemas.microsoft.com/office/drawing/2014/main" id="{70AB8923-761D-4D0C-A30C-2CAB7DA5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680" y="677063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path-283">
            <a:extLst xmlns:a="http://schemas.openxmlformats.org/drawingml/2006/main">
              <a:ext uri="{FF2B5EF4-FFF2-40B4-BE49-F238E27FC236}">
                <a16:creationId xmlns:a16="http://schemas.microsoft.com/office/drawing/2014/main" id="{9B411F55-9C08-4100-9EE4-72A46667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680" y="677063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07" name="path-284">
            <a:extLst xmlns:a="http://schemas.openxmlformats.org/drawingml/2006/main">
              <a:ext uri="{FF2B5EF4-FFF2-40B4-BE49-F238E27FC236}">
                <a16:creationId xmlns:a16="http://schemas.microsoft.com/office/drawing/2014/main" id="{E53171AA-CA10-4507-AA08-DC6FD169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798" y="648535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path-285">
            <a:extLst xmlns:a="http://schemas.openxmlformats.org/drawingml/2006/main">
              <a:ext uri="{FF2B5EF4-FFF2-40B4-BE49-F238E27FC236}">
                <a16:creationId xmlns:a16="http://schemas.microsoft.com/office/drawing/2014/main" id="{D6DB9F78-9B68-49A4-95CC-EB0EB042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798" y="648535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09" name="path-286">
            <a:extLst xmlns:a="http://schemas.openxmlformats.org/drawingml/2006/main">
              <a:ext uri="{FF2B5EF4-FFF2-40B4-BE49-F238E27FC236}">
                <a16:creationId xmlns:a16="http://schemas.microsoft.com/office/drawing/2014/main" id="{116F09BA-C00E-47C0-B4ED-07E09103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798" y="677063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ath-287">
            <a:extLst xmlns:a="http://schemas.openxmlformats.org/drawingml/2006/main">
              <a:ext uri="{FF2B5EF4-FFF2-40B4-BE49-F238E27FC236}">
                <a16:creationId xmlns:a16="http://schemas.microsoft.com/office/drawing/2014/main" id="{01DCF7C9-8EE1-4105-816C-A517F45D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798" y="677063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11" name="path-288">
            <a:extLst xmlns:a="http://schemas.openxmlformats.org/drawingml/2006/main">
              <a:ext uri="{FF2B5EF4-FFF2-40B4-BE49-F238E27FC236}">
                <a16:creationId xmlns:a16="http://schemas.microsoft.com/office/drawing/2014/main" id="{B255C52D-B0F4-4D84-8831-5B9E2060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914" y="648535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8" y="0"/>
                </a:lnTo>
                <a:cubicBezTo>
                  <a:pt x="38271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1" y="15279"/>
                  <a:pt x="35158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ath-289">
            <a:extLst xmlns:a="http://schemas.openxmlformats.org/drawingml/2006/main">
              <a:ext uri="{FF2B5EF4-FFF2-40B4-BE49-F238E27FC236}">
                <a16:creationId xmlns:a16="http://schemas.microsoft.com/office/drawing/2014/main" id="{29CCCE0C-F31D-44FB-B5A6-AF599E7F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914" y="648535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8" y="0"/>
                </a:lnTo>
                <a:cubicBezTo>
                  <a:pt x="38271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1" y="15279"/>
                  <a:pt x="35158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13" name="path-290">
            <a:extLst xmlns:a="http://schemas.openxmlformats.org/drawingml/2006/main">
              <a:ext uri="{FF2B5EF4-FFF2-40B4-BE49-F238E27FC236}">
                <a16:creationId xmlns:a16="http://schemas.microsoft.com/office/drawing/2014/main" id="{9EEE6345-BB9E-454E-AEFA-0B1D2BAE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914" y="677063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8" y="0"/>
                </a:lnTo>
                <a:cubicBezTo>
                  <a:pt x="38271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1" y="15279"/>
                  <a:pt x="35158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ath-291">
            <a:extLst xmlns:a="http://schemas.openxmlformats.org/drawingml/2006/main">
              <a:ext uri="{FF2B5EF4-FFF2-40B4-BE49-F238E27FC236}">
                <a16:creationId xmlns:a16="http://schemas.microsoft.com/office/drawing/2014/main" id="{53FD6DD1-36F2-4DBF-B146-E0E8798D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914" y="677063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8" y="0"/>
                </a:lnTo>
                <a:cubicBezTo>
                  <a:pt x="38271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1" y="15279"/>
                  <a:pt x="35158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15" name="path-292">
            <a:extLst xmlns:a="http://schemas.openxmlformats.org/drawingml/2006/main">
              <a:ext uri="{FF2B5EF4-FFF2-40B4-BE49-F238E27FC236}">
                <a16:creationId xmlns:a16="http://schemas.microsoft.com/office/drawing/2014/main" id="{E15059B6-8D3C-4CE3-88C4-0EFA01E9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939" y="648535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8" y="0"/>
                </a:lnTo>
                <a:cubicBezTo>
                  <a:pt x="38271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1" y="15279"/>
                  <a:pt x="35158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ath-293">
            <a:extLst xmlns:a="http://schemas.openxmlformats.org/drawingml/2006/main">
              <a:ext uri="{FF2B5EF4-FFF2-40B4-BE49-F238E27FC236}">
                <a16:creationId xmlns:a16="http://schemas.microsoft.com/office/drawing/2014/main" id="{65CF6828-E2C1-4BA5-AEF1-34050450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939" y="648535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8" y="0"/>
                </a:lnTo>
                <a:cubicBezTo>
                  <a:pt x="38271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1" y="15279"/>
                  <a:pt x="35158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17" name="path-294">
            <a:extLst xmlns:a="http://schemas.openxmlformats.org/drawingml/2006/main">
              <a:ext uri="{FF2B5EF4-FFF2-40B4-BE49-F238E27FC236}">
                <a16:creationId xmlns:a16="http://schemas.microsoft.com/office/drawing/2014/main" id="{48CD3EFE-B19F-4A41-94D5-EDF3C36B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939" y="677063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8" y="0"/>
                </a:lnTo>
                <a:cubicBezTo>
                  <a:pt x="38271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1" y="15279"/>
                  <a:pt x="35158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path-295">
            <a:extLst xmlns:a="http://schemas.openxmlformats.org/drawingml/2006/main">
              <a:ext uri="{FF2B5EF4-FFF2-40B4-BE49-F238E27FC236}">
                <a16:creationId xmlns:a16="http://schemas.microsoft.com/office/drawing/2014/main" id="{A34AC754-8DA9-40DD-8168-3CE28344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939" y="677063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8" y="0"/>
                </a:lnTo>
                <a:cubicBezTo>
                  <a:pt x="38271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1" y="15279"/>
                  <a:pt x="35158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19" name="path-296">
            <a:extLst xmlns:a="http://schemas.openxmlformats.org/drawingml/2006/main">
              <a:ext uri="{FF2B5EF4-FFF2-40B4-BE49-F238E27FC236}">
                <a16:creationId xmlns:a16="http://schemas.microsoft.com/office/drawing/2014/main" id="{3BF5D7FA-C6B8-4586-A105-9D5CBE3E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057" y="648535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8" y="0"/>
                </a:lnTo>
                <a:cubicBezTo>
                  <a:pt x="38268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68" y="15279"/>
                  <a:pt x="35158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ath-297">
            <a:extLst xmlns:a="http://schemas.openxmlformats.org/drawingml/2006/main">
              <a:ext uri="{FF2B5EF4-FFF2-40B4-BE49-F238E27FC236}">
                <a16:creationId xmlns:a16="http://schemas.microsoft.com/office/drawing/2014/main" id="{3B9B48B6-9522-435A-BD89-89B0CA3A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057" y="648535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8" y="0"/>
                </a:lnTo>
                <a:cubicBezTo>
                  <a:pt x="38268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68" y="15279"/>
                  <a:pt x="35158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21" name="path-298">
            <a:extLst xmlns:a="http://schemas.openxmlformats.org/drawingml/2006/main">
              <a:ext uri="{FF2B5EF4-FFF2-40B4-BE49-F238E27FC236}">
                <a16:creationId xmlns:a16="http://schemas.microsoft.com/office/drawing/2014/main" id="{29249D35-0B01-4E69-B25A-5F374E53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057" y="677063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8" y="0"/>
                </a:lnTo>
                <a:cubicBezTo>
                  <a:pt x="38268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68" y="15279"/>
                  <a:pt x="35158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ath-299">
            <a:extLst xmlns:a="http://schemas.openxmlformats.org/drawingml/2006/main">
              <a:ext uri="{FF2B5EF4-FFF2-40B4-BE49-F238E27FC236}">
                <a16:creationId xmlns:a16="http://schemas.microsoft.com/office/drawing/2014/main" id="{84ED7803-420D-43B7-BBD9-FEC09839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057" y="677063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8" y="0"/>
                </a:lnTo>
                <a:cubicBezTo>
                  <a:pt x="38268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68" y="15279"/>
                  <a:pt x="35158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23" name="path-300">
            <a:extLst xmlns:a="http://schemas.openxmlformats.org/drawingml/2006/main">
              <a:ext uri="{FF2B5EF4-FFF2-40B4-BE49-F238E27FC236}">
                <a16:creationId xmlns:a16="http://schemas.microsoft.com/office/drawing/2014/main" id="{B0193493-3E40-42A7-AF5E-53415E38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081" y="648535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ath-301">
            <a:extLst xmlns:a="http://schemas.openxmlformats.org/drawingml/2006/main">
              <a:ext uri="{FF2B5EF4-FFF2-40B4-BE49-F238E27FC236}">
                <a16:creationId xmlns:a16="http://schemas.microsoft.com/office/drawing/2014/main" id="{445967E8-0B27-4482-B712-A4B8568E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081" y="648535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25" name="path-302">
            <a:extLst xmlns:a="http://schemas.openxmlformats.org/drawingml/2006/main">
              <a:ext uri="{FF2B5EF4-FFF2-40B4-BE49-F238E27FC236}">
                <a16:creationId xmlns:a16="http://schemas.microsoft.com/office/drawing/2014/main" id="{9AC6CA4B-03B9-4D2D-8FF5-54F11615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081" y="677063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path-303">
            <a:extLst xmlns:a="http://schemas.openxmlformats.org/drawingml/2006/main">
              <a:ext uri="{FF2B5EF4-FFF2-40B4-BE49-F238E27FC236}">
                <a16:creationId xmlns:a16="http://schemas.microsoft.com/office/drawing/2014/main" id="{DBD962AB-92A0-4D8D-93BE-4019F3BE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081" y="677063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27" name="path-304">
            <a:extLst xmlns:a="http://schemas.openxmlformats.org/drawingml/2006/main">
              <a:ext uri="{FF2B5EF4-FFF2-40B4-BE49-F238E27FC236}">
                <a16:creationId xmlns:a16="http://schemas.microsoft.com/office/drawing/2014/main" id="{3FB5087D-6F1A-4430-98E6-96C9DD52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199" y="648535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ath-305">
            <a:extLst xmlns:a="http://schemas.openxmlformats.org/drawingml/2006/main">
              <a:ext uri="{FF2B5EF4-FFF2-40B4-BE49-F238E27FC236}">
                <a16:creationId xmlns:a16="http://schemas.microsoft.com/office/drawing/2014/main" id="{A141A352-9016-42F0-9A6F-7F7B45BD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199" y="648535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29" name="path-306">
            <a:extLst xmlns:a="http://schemas.openxmlformats.org/drawingml/2006/main">
              <a:ext uri="{FF2B5EF4-FFF2-40B4-BE49-F238E27FC236}">
                <a16:creationId xmlns:a16="http://schemas.microsoft.com/office/drawing/2014/main" id="{B7BB0992-B0EE-4CF9-A754-C78D072A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199" y="677063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ath-307">
            <a:extLst xmlns:a="http://schemas.openxmlformats.org/drawingml/2006/main">
              <a:ext uri="{FF2B5EF4-FFF2-40B4-BE49-F238E27FC236}">
                <a16:creationId xmlns:a16="http://schemas.microsoft.com/office/drawing/2014/main" id="{C8116A5A-D35A-4562-BCA3-ADC4A6FB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199" y="677063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31" name="path-308">
            <a:extLst xmlns:a="http://schemas.openxmlformats.org/drawingml/2006/main">
              <a:ext uri="{FF2B5EF4-FFF2-40B4-BE49-F238E27FC236}">
                <a16:creationId xmlns:a16="http://schemas.microsoft.com/office/drawing/2014/main" id="{F94EE4F7-809E-415C-8BEA-8ADF4DA1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317" y="6485350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17"/>
                </a:moveTo>
                <a:cubicBezTo>
                  <a:pt x="0" y="2476"/>
                  <a:pt x="2475" y="0"/>
                  <a:pt x="5588" y="0"/>
                </a:cubicBezTo>
                <a:lnTo>
                  <a:pt x="30063" y="0"/>
                </a:lnTo>
                <a:cubicBezTo>
                  <a:pt x="33176" y="0"/>
                  <a:pt x="35652" y="2476"/>
                  <a:pt x="35652" y="5517"/>
                </a:cubicBezTo>
                <a:lnTo>
                  <a:pt x="35652" y="9691"/>
                </a:lnTo>
                <a:cubicBezTo>
                  <a:pt x="35652" y="12803"/>
                  <a:pt x="33176" y="15279"/>
                  <a:pt x="30063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ath-309">
            <a:extLst xmlns:a="http://schemas.openxmlformats.org/drawingml/2006/main">
              <a:ext uri="{FF2B5EF4-FFF2-40B4-BE49-F238E27FC236}">
                <a16:creationId xmlns:a16="http://schemas.microsoft.com/office/drawing/2014/main" id="{6A8F3DD1-579A-45A9-BD08-F7DCB2B8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317" y="6485350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17"/>
                </a:moveTo>
                <a:cubicBezTo>
                  <a:pt x="0" y="2476"/>
                  <a:pt x="2475" y="0"/>
                  <a:pt x="5588" y="0"/>
                </a:cubicBezTo>
                <a:lnTo>
                  <a:pt x="30063" y="0"/>
                </a:lnTo>
                <a:cubicBezTo>
                  <a:pt x="33176" y="0"/>
                  <a:pt x="35652" y="2476"/>
                  <a:pt x="35652" y="5517"/>
                </a:cubicBezTo>
                <a:lnTo>
                  <a:pt x="35652" y="9691"/>
                </a:lnTo>
                <a:cubicBezTo>
                  <a:pt x="35652" y="12803"/>
                  <a:pt x="33176" y="15279"/>
                  <a:pt x="30063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33" name="path-310">
            <a:extLst xmlns:a="http://schemas.openxmlformats.org/drawingml/2006/main">
              <a:ext uri="{FF2B5EF4-FFF2-40B4-BE49-F238E27FC236}">
                <a16:creationId xmlns:a16="http://schemas.microsoft.com/office/drawing/2014/main" id="{856EBBB1-8C6E-4068-A6B9-6A1A0FED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317" y="6770635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0063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3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ath-311">
            <a:extLst xmlns:a="http://schemas.openxmlformats.org/drawingml/2006/main">
              <a:ext uri="{FF2B5EF4-FFF2-40B4-BE49-F238E27FC236}">
                <a16:creationId xmlns:a16="http://schemas.microsoft.com/office/drawing/2014/main" id="{7296836F-DD9C-4F58-AE10-BAA4E310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317" y="6770635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0063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3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35" name="path-312">
            <a:extLst xmlns:a="http://schemas.openxmlformats.org/drawingml/2006/main">
              <a:ext uri="{FF2B5EF4-FFF2-40B4-BE49-F238E27FC236}">
                <a16:creationId xmlns:a16="http://schemas.microsoft.com/office/drawing/2014/main" id="{700C6A98-DFD6-43B1-9EF5-7CAD47A1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340" y="648535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313">
            <a:extLst xmlns:a="http://schemas.openxmlformats.org/drawingml/2006/main">
              <a:ext uri="{FF2B5EF4-FFF2-40B4-BE49-F238E27FC236}">
                <a16:creationId xmlns:a16="http://schemas.microsoft.com/office/drawing/2014/main" id="{173412C6-5C80-4F60-AE3D-AD05F8B9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340" y="648535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37" name="path-314">
            <a:extLst xmlns:a="http://schemas.openxmlformats.org/drawingml/2006/main">
              <a:ext uri="{FF2B5EF4-FFF2-40B4-BE49-F238E27FC236}">
                <a16:creationId xmlns:a16="http://schemas.microsoft.com/office/drawing/2014/main" id="{982F3488-7E0E-4568-94EA-749F950F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340" y="677063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path-315">
            <a:extLst xmlns:a="http://schemas.openxmlformats.org/drawingml/2006/main">
              <a:ext uri="{FF2B5EF4-FFF2-40B4-BE49-F238E27FC236}">
                <a16:creationId xmlns:a16="http://schemas.microsoft.com/office/drawing/2014/main" id="{6FAB35EF-4D35-4024-813C-D877B6A3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340" y="677063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39" name="path-316">
            <a:extLst xmlns:a="http://schemas.openxmlformats.org/drawingml/2006/main">
              <a:ext uri="{FF2B5EF4-FFF2-40B4-BE49-F238E27FC236}">
                <a16:creationId xmlns:a16="http://schemas.microsoft.com/office/drawing/2014/main" id="{7FA53D7F-EB4F-4DC9-8ABE-08C8A628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458" y="6485350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476"/>
                  <a:pt x="35652" y="5517"/>
                </a:cubicBezTo>
                <a:lnTo>
                  <a:pt x="35652" y="9691"/>
                </a:lnTo>
                <a:cubicBezTo>
                  <a:pt x="35652" y="12803"/>
                  <a:pt x="33176" y="15279"/>
                  <a:pt x="30064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ath-317">
            <a:extLst xmlns:a="http://schemas.openxmlformats.org/drawingml/2006/main">
              <a:ext uri="{FF2B5EF4-FFF2-40B4-BE49-F238E27FC236}">
                <a16:creationId xmlns:a16="http://schemas.microsoft.com/office/drawing/2014/main" id="{699F8D37-34F0-479E-89D9-0806017D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458" y="6485350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476"/>
                  <a:pt x="35652" y="5517"/>
                </a:cubicBezTo>
                <a:lnTo>
                  <a:pt x="35652" y="9691"/>
                </a:lnTo>
                <a:cubicBezTo>
                  <a:pt x="35652" y="12803"/>
                  <a:pt x="33176" y="15279"/>
                  <a:pt x="30064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41" name="path-318">
            <a:extLst xmlns:a="http://schemas.openxmlformats.org/drawingml/2006/main">
              <a:ext uri="{FF2B5EF4-FFF2-40B4-BE49-F238E27FC236}">
                <a16:creationId xmlns:a16="http://schemas.microsoft.com/office/drawing/2014/main" id="{4CC0289A-3115-4073-8427-873A2088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458" y="6770635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4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path-319">
            <a:extLst xmlns:a="http://schemas.openxmlformats.org/drawingml/2006/main">
              <a:ext uri="{FF2B5EF4-FFF2-40B4-BE49-F238E27FC236}">
                <a16:creationId xmlns:a16="http://schemas.microsoft.com/office/drawing/2014/main" id="{0153D4D4-ED20-486C-A10A-7AEC904D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458" y="6770635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4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43" name="path-320">
            <a:extLst xmlns:a="http://schemas.openxmlformats.org/drawingml/2006/main">
              <a:ext uri="{FF2B5EF4-FFF2-40B4-BE49-F238E27FC236}">
                <a16:creationId xmlns:a16="http://schemas.microsoft.com/office/drawing/2014/main" id="{553F7295-BB38-4AFE-8502-D577B1A2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482" y="648535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path-321">
            <a:extLst xmlns:a="http://schemas.openxmlformats.org/drawingml/2006/main">
              <a:ext uri="{FF2B5EF4-FFF2-40B4-BE49-F238E27FC236}">
                <a16:creationId xmlns:a16="http://schemas.microsoft.com/office/drawing/2014/main" id="{675180F9-5056-4E7C-BF64-BC6C2972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482" y="648535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45" name="path-322">
            <a:extLst xmlns:a="http://schemas.openxmlformats.org/drawingml/2006/main">
              <a:ext uri="{FF2B5EF4-FFF2-40B4-BE49-F238E27FC236}">
                <a16:creationId xmlns:a16="http://schemas.microsoft.com/office/drawing/2014/main" id="{102C2ECA-06A5-4589-A4D7-FA2370DB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482" y="677063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path-323">
            <a:extLst xmlns:a="http://schemas.openxmlformats.org/drawingml/2006/main">
              <a:ext uri="{FF2B5EF4-FFF2-40B4-BE49-F238E27FC236}">
                <a16:creationId xmlns:a16="http://schemas.microsoft.com/office/drawing/2014/main" id="{3D2545E4-1ED0-4947-8C09-162F647F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482" y="677063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47" name="path-324">
            <a:extLst xmlns:a="http://schemas.openxmlformats.org/drawingml/2006/main">
              <a:ext uri="{FF2B5EF4-FFF2-40B4-BE49-F238E27FC236}">
                <a16:creationId xmlns:a16="http://schemas.microsoft.com/office/drawing/2014/main" id="{D375E055-6147-4B66-98BC-C38651C4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600" y="648535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ath-325">
            <a:extLst xmlns:a="http://schemas.openxmlformats.org/drawingml/2006/main">
              <a:ext uri="{FF2B5EF4-FFF2-40B4-BE49-F238E27FC236}">
                <a16:creationId xmlns:a16="http://schemas.microsoft.com/office/drawing/2014/main" id="{6B7ED3BE-307A-475D-A715-C3C79309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600" y="648535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49" name="path-326">
            <a:extLst xmlns:a="http://schemas.openxmlformats.org/drawingml/2006/main">
              <a:ext uri="{FF2B5EF4-FFF2-40B4-BE49-F238E27FC236}">
                <a16:creationId xmlns:a16="http://schemas.microsoft.com/office/drawing/2014/main" id="{FA136E51-C75B-4D6F-B4D2-CFBCB2F2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600" y="677063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path-327">
            <a:extLst xmlns:a="http://schemas.openxmlformats.org/drawingml/2006/main">
              <a:ext uri="{FF2B5EF4-FFF2-40B4-BE49-F238E27FC236}">
                <a16:creationId xmlns:a16="http://schemas.microsoft.com/office/drawing/2014/main" id="{ECBF2A50-BC1A-4BE6-9222-F4FD92ED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600" y="677063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51" name="path-328">
            <a:extLst xmlns:a="http://schemas.openxmlformats.org/drawingml/2006/main">
              <a:ext uri="{FF2B5EF4-FFF2-40B4-BE49-F238E27FC236}">
                <a16:creationId xmlns:a16="http://schemas.microsoft.com/office/drawing/2014/main" id="{BD20141B-472A-420E-8637-5F8D1C44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623" y="648535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path-329">
            <a:extLst xmlns:a="http://schemas.openxmlformats.org/drawingml/2006/main">
              <a:ext uri="{FF2B5EF4-FFF2-40B4-BE49-F238E27FC236}">
                <a16:creationId xmlns:a16="http://schemas.microsoft.com/office/drawing/2014/main" id="{39B868A3-0854-44DC-B0E4-B0BE113F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623" y="648535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53" name="path-330">
            <a:extLst xmlns:a="http://schemas.openxmlformats.org/drawingml/2006/main">
              <a:ext uri="{FF2B5EF4-FFF2-40B4-BE49-F238E27FC236}">
                <a16:creationId xmlns:a16="http://schemas.microsoft.com/office/drawing/2014/main" id="{73D2E47E-96F7-46B1-AFB8-FE5121BF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623" y="677063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ath-331">
            <a:extLst xmlns:a="http://schemas.openxmlformats.org/drawingml/2006/main">
              <a:ext uri="{FF2B5EF4-FFF2-40B4-BE49-F238E27FC236}">
                <a16:creationId xmlns:a16="http://schemas.microsoft.com/office/drawing/2014/main" id="{A9DE3280-86C8-4EB4-A686-9FC13FDD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623" y="677063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55" name="path-332">
            <a:extLst xmlns:a="http://schemas.openxmlformats.org/drawingml/2006/main">
              <a:ext uri="{FF2B5EF4-FFF2-40B4-BE49-F238E27FC236}">
                <a16:creationId xmlns:a16="http://schemas.microsoft.com/office/drawing/2014/main" id="{EA1333ED-29C2-4EC9-BE97-970C1D02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741" y="648535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path-333">
            <a:extLst xmlns:a="http://schemas.openxmlformats.org/drawingml/2006/main">
              <a:ext uri="{FF2B5EF4-FFF2-40B4-BE49-F238E27FC236}">
                <a16:creationId xmlns:a16="http://schemas.microsoft.com/office/drawing/2014/main" id="{C021A2C4-517D-4F90-A740-711A0AB5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741" y="648535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57" name="path-334">
            <a:extLst xmlns:a="http://schemas.openxmlformats.org/drawingml/2006/main">
              <a:ext uri="{FF2B5EF4-FFF2-40B4-BE49-F238E27FC236}">
                <a16:creationId xmlns:a16="http://schemas.microsoft.com/office/drawing/2014/main" id="{D1523795-944D-4458-B998-405A39FA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741" y="677063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path-335">
            <a:extLst xmlns:a="http://schemas.openxmlformats.org/drawingml/2006/main">
              <a:ext uri="{FF2B5EF4-FFF2-40B4-BE49-F238E27FC236}">
                <a16:creationId xmlns:a16="http://schemas.microsoft.com/office/drawing/2014/main" id="{F24EDF7B-D86B-46A9-BC0F-3F17F5F1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741" y="677063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59" name="path-336">
            <a:extLst xmlns:a="http://schemas.openxmlformats.org/drawingml/2006/main">
              <a:ext uri="{FF2B5EF4-FFF2-40B4-BE49-F238E27FC236}">
                <a16:creationId xmlns:a16="http://schemas.microsoft.com/office/drawing/2014/main" id="{1C96562A-2112-401E-8032-43840DD9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766" y="648535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path-337">
            <a:extLst xmlns:a="http://schemas.openxmlformats.org/drawingml/2006/main">
              <a:ext uri="{FF2B5EF4-FFF2-40B4-BE49-F238E27FC236}">
                <a16:creationId xmlns:a16="http://schemas.microsoft.com/office/drawing/2014/main" id="{9B86B16A-16EA-4DF1-8593-9DB5B848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766" y="6485350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17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17"/>
                </a:cubicBezTo>
                <a:lnTo>
                  <a:pt x="40745" y="9691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61" name="path-338">
            <a:extLst xmlns:a="http://schemas.openxmlformats.org/drawingml/2006/main">
              <a:ext uri="{FF2B5EF4-FFF2-40B4-BE49-F238E27FC236}">
                <a16:creationId xmlns:a16="http://schemas.microsoft.com/office/drawing/2014/main" id="{B880AE66-6132-428D-A8D7-FC756CDA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766" y="677063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path-339">
            <a:extLst xmlns:a="http://schemas.openxmlformats.org/drawingml/2006/main">
              <a:ext uri="{FF2B5EF4-FFF2-40B4-BE49-F238E27FC236}">
                <a16:creationId xmlns:a16="http://schemas.microsoft.com/office/drawing/2014/main" id="{FF068FD8-3E69-4712-ADF2-750B9B76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766" y="6770635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63" name="path-340">
            <a:extLst xmlns:a="http://schemas.openxmlformats.org/drawingml/2006/main">
              <a:ext uri="{FF2B5EF4-FFF2-40B4-BE49-F238E27FC236}">
                <a16:creationId xmlns:a16="http://schemas.microsoft.com/office/drawing/2014/main" id="{D4A36BF2-598B-4FBF-B18C-F3CABE3D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82" y="648535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ath-341">
            <a:extLst xmlns:a="http://schemas.openxmlformats.org/drawingml/2006/main">
              <a:ext uri="{FF2B5EF4-FFF2-40B4-BE49-F238E27FC236}">
                <a16:creationId xmlns:a16="http://schemas.microsoft.com/office/drawing/2014/main" id="{B80E0099-4709-412F-844E-ED60D14B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82" y="648535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65" name="path-342">
            <a:extLst xmlns:a="http://schemas.openxmlformats.org/drawingml/2006/main">
              <a:ext uri="{FF2B5EF4-FFF2-40B4-BE49-F238E27FC236}">
                <a16:creationId xmlns:a16="http://schemas.microsoft.com/office/drawing/2014/main" id="{043506FB-DF33-46EB-9232-A98A363E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82" y="677063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path-343">
            <a:extLst xmlns:a="http://schemas.openxmlformats.org/drawingml/2006/main">
              <a:ext uri="{FF2B5EF4-FFF2-40B4-BE49-F238E27FC236}">
                <a16:creationId xmlns:a16="http://schemas.microsoft.com/office/drawing/2014/main" id="{B08EC30F-0702-4F3C-9CC6-2935B1F8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82" y="677063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67" name="path-344">
            <a:extLst xmlns:a="http://schemas.openxmlformats.org/drawingml/2006/main">
              <a:ext uri="{FF2B5EF4-FFF2-40B4-BE49-F238E27FC236}">
                <a16:creationId xmlns:a16="http://schemas.microsoft.com/office/drawing/2014/main" id="{2CEA6D32-CEE3-468D-B8FB-E1140CBF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000" y="648535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45">
            <a:extLst xmlns:a="http://schemas.openxmlformats.org/drawingml/2006/main">
              <a:ext uri="{FF2B5EF4-FFF2-40B4-BE49-F238E27FC236}">
                <a16:creationId xmlns:a16="http://schemas.microsoft.com/office/drawing/2014/main" id="{184CA63C-71C3-4AF2-9F93-B1ECFFCE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000" y="6485350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17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17"/>
                </a:cubicBezTo>
                <a:lnTo>
                  <a:pt x="40746" y="9691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691"/>
                </a:cubicBezTo>
                <a:lnTo>
                  <a:pt x="0" y="5517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69" name="path-346">
            <a:extLst xmlns:a="http://schemas.openxmlformats.org/drawingml/2006/main">
              <a:ext uri="{FF2B5EF4-FFF2-40B4-BE49-F238E27FC236}">
                <a16:creationId xmlns:a16="http://schemas.microsoft.com/office/drawing/2014/main" id="{989BD3A8-E203-4840-BEB3-D62133ED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000" y="677063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path-347">
            <a:extLst xmlns:a="http://schemas.openxmlformats.org/drawingml/2006/main">
              <a:ext uri="{FF2B5EF4-FFF2-40B4-BE49-F238E27FC236}">
                <a16:creationId xmlns:a16="http://schemas.microsoft.com/office/drawing/2014/main" id="{B7A0F4E4-250D-4BDB-B433-8309D476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000" y="6770635"/>
            <a:ext cx="40746" cy="15279"/>
          </a:xfrm>
          <a:custGeom xmlns:a="http://schemas.openxmlformats.org/drawingml/2006/main">
            <a:pathLst>
              <a:path w="40746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6" y="2476"/>
                  <a:pt x="40746" y="5588"/>
                </a:cubicBezTo>
                <a:lnTo>
                  <a:pt x="40746" y="9762"/>
                </a:lnTo>
                <a:cubicBezTo>
                  <a:pt x="40746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371" name="path-348">
            <a:extLst xmlns:a="http://schemas.openxmlformats.org/drawingml/2006/main">
              <a:ext uri="{FF2B5EF4-FFF2-40B4-BE49-F238E27FC236}">
                <a16:creationId xmlns:a16="http://schemas.microsoft.com/office/drawing/2014/main" id="{EA3A41B8-1C79-44C3-A5ED-50763819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944" y="6449663"/>
            <a:ext cx="10187" cy="371903"/>
          </a:xfrm>
          <a:custGeom xmlns:a="http://schemas.openxmlformats.org/drawingml/2006/main">
            <a:pathLst>
              <a:path w="10187" h="371903">
                <a:moveTo>
                  <a:pt x="0" y="0"/>
                </a:moveTo>
                <a:lnTo>
                  <a:pt x="10187" y="0"/>
                </a:lnTo>
                <a:lnTo>
                  <a:pt x="10187" y="371903"/>
                </a:lnTo>
                <a:lnTo>
                  <a:pt x="0" y="371903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path-349">
            <a:extLst xmlns:a="http://schemas.openxmlformats.org/drawingml/2006/main">
              <a:ext uri="{FF2B5EF4-FFF2-40B4-BE49-F238E27FC236}">
                <a16:creationId xmlns:a16="http://schemas.microsoft.com/office/drawing/2014/main" id="{D932A488-49AD-46D4-93EB-A83BF068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944" y="6449663"/>
            <a:ext cx="10187" cy="371903"/>
          </a:xfrm>
          <a:custGeom xmlns:a="http://schemas.openxmlformats.org/drawingml/2006/main">
            <a:pathLst>
              <a:path w="10187" h="371903">
                <a:moveTo>
                  <a:pt x="0" y="0"/>
                </a:moveTo>
                <a:lnTo>
                  <a:pt x="10187" y="0"/>
                </a:lnTo>
                <a:lnTo>
                  <a:pt x="10187" y="371903"/>
                </a:lnTo>
                <a:lnTo>
                  <a:pt x="0" y="3719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47A00"/>
            </a:solidFill>
            <a:prstDash val="solid"/>
          </a:ln>
        </p:spPr>
      </p:sp>
      <p:sp>
        <p:nvSpPr>
          <p:cNvPr id="373" name="path-350">
            <a:extLst xmlns:a="http://schemas.openxmlformats.org/drawingml/2006/main">
              <a:ext uri="{FF2B5EF4-FFF2-40B4-BE49-F238E27FC236}">
                <a16:creationId xmlns:a16="http://schemas.microsoft.com/office/drawing/2014/main" id="{35A1A643-E3D3-4813-BF64-688A46AF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438" y="6449663"/>
            <a:ext cx="10186" cy="371903"/>
          </a:xfrm>
          <a:custGeom xmlns:a="http://schemas.openxmlformats.org/drawingml/2006/main">
            <a:pathLst>
              <a:path w="10186" h="371903">
                <a:moveTo>
                  <a:pt x="0" y="0"/>
                </a:moveTo>
                <a:lnTo>
                  <a:pt x="10186" y="0"/>
                </a:lnTo>
                <a:lnTo>
                  <a:pt x="10186" y="371903"/>
                </a:lnTo>
                <a:lnTo>
                  <a:pt x="0" y="371903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351">
            <a:extLst xmlns:a="http://schemas.openxmlformats.org/drawingml/2006/main">
              <a:ext uri="{FF2B5EF4-FFF2-40B4-BE49-F238E27FC236}">
                <a16:creationId xmlns:a16="http://schemas.microsoft.com/office/drawing/2014/main" id="{4B9B4846-CE8A-4D7F-A4BA-73636D16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438" y="6449663"/>
            <a:ext cx="10186" cy="371903"/>
          </a:xfrm>
          <a:custGeom xmlns:a="http://schemas.openxmlformats.org/drawingml/2006/main">
            <a:pathLst>
              <a:path w="10186" h="371903">
                <a:moveTo>
                  <a:pt x="0" y="0"/>
                </a:moveTo>
                <a:lnTo>
                  <a:pt x="10186" y="0"/>
                </a:lnTo>
                <a:lnTo>
                  <a:pt x="10186" y="371903"/>
                </a:lnTo>
                <a:lnTo>
                  <a:pt x="0" y="3719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47A00"/>
            </a:solidFill>
            <a:prstDash val="solid"/>
          </a:ln>
        </p:spPr>
      </p:sp>
      <p:sp>
        <p:nvSpPr>
          <p:cNvPr id="375" name="path-352">
            <a:extLst xmlns:a="http://schemas.openxmlformats.org/drawingml/2006/main">
              <a:ext uri="{FF2B5EF4-FFF2-40B4-BE49-F238E27FC236}">
                <a16:creationId xmlns:a16="http://schemas.microsoft.com/office/drawing/2014/main" id="{9D4A12A4-D565-4CD1-9AF7-A1284DB4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944" y="6449695"/>
            <a:ext cx="117142" cy="10189"/>
          </a:xfrm>
          <a:custGeom xmlns:a="http://schemas.openxmlformats.org/drawingml/2006/main">
            <a:pathLst>
              <a:path w="117142" h="10189">
                <a:moveTo>
                  <a:pt x="0" y="0"/>
                </a:moveTo>
                <a:lnTo>
                  <a:pt x="117142" y="0"/>
                </a:lnTo>
                <a:lnTo>
                  <a:pt x="117142" y="10189"/>
                </a:lnTo>
                <a:lnTo>
                  <a:pt x="0" y="10189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path-353">
            <a:extLst xmlns:a="http://schemas.openxmlformats.org/drawingml/2006/main">
              <a:ext uri="{FF2B5EF4-FFF2-40B4-BE49-F238E27FC236}">
                <a16:creationId xmlns:a16="http://schemas.microsoft.com/office/drawing/2014/main" id="{FD6F7F6C-5712-4C9C-9EB4-CA563AD8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944" y="6449695"/>
            <a:ext cx="117142" cy="10189"/>
          </a:xfrm>
          <a:custGeom xmlns:a="http://schemas.openxmlformats.org/drawingml/2006/main">
            <a:pathLst>
              <a:path w="117142" h="10189">
                <a:moveTo>
                  <a:pt x="0" y="0"/>
                </a:moveTo>
                <a:lnTo>
                  <a:pt x="117142" y="0"/>
                </a:lnTo>
                <a:lnTo>
                  <a:pt x="117142" y="10189"/>
                </a:lnTo>
                <a:lnTo>
                  <a:pt x="0" y="101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538">
            <a:solidFill>
              <a:srgbClr val="F47A00"/>
            </a:solidFill>
            <a:prstDash val="solid"/>
          </a:ln>
        </p:spPr>
      </p:sp>
      <p:sp>
        <p:nvSpPr>
          <p:cNvPr id="377" name="path-354">
            <a:extLst xmlns:a="http://schemas.openxmlformats.org/drawingml/2006/main">
              <a:ext uri="{FF2B5EF4-FFF2-40B4-BE49-F238E27FC236}">
                <a16:creationId xmlns:a16="http://schemas.microsoft.com/office/drawing/2014/main" id="{7CDE9BFB-3985-41C9-AAB1-924CD020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4701" y="6607585"/>
            <a:ext cx="15279" cy="20372"/>
          </a:xfrm>
          <a:custGeom xmlns:a="http://schemas.openxmlformats.org/drawingml/2006/main">
            <a:pathLst>
              <a:path w="15279" h="20372">
                <a:moveTo>
                  <a:pt x="0" y="10186"/>
                </a:moveTo>
                <a:cubicBezTo>
                  <a:pt x="0" y="4598"/>
                  <a:pt x="3395" y="0"/>
                  <a:pt x="7639" y="0"/>
                </a:cubicBezTo>
                <a:cubicBezTo>
                  <a:pt x="11884" y="0"/>
                  <a:pt x="15279" y="4598"/>
                  <a:pt x="15279" y="10186"/>
                </a:cubicBezTo>
                <a:cubicBezTo>
                  <a:pt x="15279" y="15845"/>
                  <a:pt x="11884" y="20372"/>
                  <a:pt x="7639" y="20372"/>
                </a:cubicBezTo>
                <a:cubicBezTo>
                  <a:pt x="3395" y="20372"/>
                  <a:pt x="0" y="15845"/>
                  <a:pt x="0" y="10186"/>
                </a:cubicBezTo>
              </a:path>
            </a:pathLst>
          </a:custGeom>
          <a:solidFill xmlns:a="http://schemas.openxmlformats.org/drawingml/2006/main">
            <a:srgbClr val="0B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path-355">
            <a:extLst xmlns:a="http://schemas.openxmlformats.org/drawingml/2006/main">
              <a:ext uri="{FF2B5EF4-FFF2-40B4-BE49-F238E27FC236}">
                <a16:creationId xmlns:a16="http://schemas.microsoft.com/office/drawing/2014/main" id="{75980BEE-BEA3-4F28-891C-F0C38B2D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4701" y="6607585"/>
            <a:ext cx="15279" cy="20372"/>
          </a:xfrm>
          <a:custGeom xmlns:a="http://schemas.openxmlformats.org/drawingml/2006/main">
            <a:pathLst>
              <a:path w="15279" h="20372">
                <a:moveTo>
                  <a:pt x="0" y="10186"/>
                </a:moveTo>
                <a:cubicBezTo>
                  <a:pt x="0" y="4598"/>
                  <a:pt x="3395" y="0"/>
                  <a:pt x="7639" y="0"/>
                </a:cubicBezTo>
                <a:cubicBezTo>
                  <a:pt x="11884" y="0"/>
                  <a:pt x="15279" y="4598"/>
                  <a:pt x="15279" y="10186"/>
                </a:cubicBezTo>
                <a:cubicBezTo>
                  <a:pt x="15279" y="15845"/>
                  <a:pt x="11884" y="20372"/>
                  <a:pt x="7639" y="20372"/>
                </a:cubicBezTo>
                <a:cubicBezTo>
                  <a:pt x="3395" y="20372"/>
                  <a:pt x="0" y="15845"/>
                  <a:pt x="0" y="1018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0B213C"/>
            </a:solidFill>
            <a:prstDash val="solid"/>
          </a:ln>
        </p:spPr>
      </p:sp>
      <p:sp>
        <p:nvSpPr>
          <p:cNvPr id="379" name="path-356">
            <a:extLst xmlns:a="http://schemas.openxmlformats.org/drawingml/2006/main">
              <a:ext uri="{FF2B5EF4-FFF2-40B4-BE49-F238E27FC236}">
                <a16:creationId xmlns:a16="http://schemas.microsoft.com/office/drawing/2014/main" id="{2347B3EF-C892-475D-A733-D78E6439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9" y="6607585"/>
            <a:ext cx="15279" cy="20372"/>
          </a:xfrm>
          <a:custGeom xmlns:a="http://schemas.openxmlformats.org/drawingml/2006/main">
            <a:pathLst>
              <a:path w="15279" h="20372">
                <a:moveTo>
                  <a:pt x="0" y="10186"/>
                </a:moveTo>
                <a:cubicBezTo>
                  <a:pt x="0" y="4598"/>
                  <a:pt x="3395" y="0"/>
                  <a:pt x="7639" y="0"/>
                </a:cubicBezTo>
                <a:cubicBezTo>
                  <a:pt x="11884" y="0"/>
                  <a:pt x="15279" y="4598"/>
                  <a:pt x="15279" y="10186"/>
                </a:cubicBezTo>
                <a:cubicBezTo>
                  <a:pt x="15279" y="15845"/>
                  <a:pt x="11884" y="20372"/>
                  <a:pt x="7639" y="20372"/>
                </a:cubicBezTo>
                <a:cubicBezTo>
                  <a:pt x="3395" y="20372"/>
                  <a:pt x="0" y="15845"/>
                  <a:pt x="0" y="10186"/>
                </a:cubicBezTo>
              </a:path>
            </a:pathLst>
          </a:custGeom>
          <a:solidFill xmlns:a="http://schemas.openxmlformats.org/drawingml/2006/main">
            <a:srgbClr val="0B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357">
            <a:extLst xmlns:a="http://schemas.openxmlformats.org/drawingml/2006/main">
              <a:ext uri="{FF2B5EF4-FFF2-40B4-BE49-F238E27FC236}">
                <a16:creationId xmlns:a16="http://schemas.microsoft.com/office/drawing/2014/main" id="{7CB50F6C-37D8-4D8E-9D2F-A6137D7E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9" y="6607585"/>
            <a:ext cx="15279" cy="20372"/>
          </a:xfrm>
          <a:custGeom xmlns:a="http://schemas.openxmlformats.org/drawingml/2006/main">
            <a:pathLst>
              <a:path w="15279" h="20372">
                <a:moveTo>
                  <a:pt x="0" y="10186"/>
                </a:moveTo>
                <a:cubicBezTo>
                  <a:pt x="0" y="4598"/>
                  <a:pt x="3395" y="0"/>
                  <a:pt x="7639" y="0"/>
                </a:cubicBezTo>
                <a:cubicBezTo>
                  <a:pt x="11884" y="0"/>
                  <a:pt x="15279" y="4598"/>
                  <a:pt x="15279" y="10186"/>
                </a:cubicBezTo>
                <a:cubicBezTo>
                  <a:pt x="15279" y="15845"/>
                  <a:pt x="11884" y="20372"/>
                  <a:pt x="7639" y="20372"/>
                </a:cubicBezTo>
                <a:cubicBezTo>
                  <a:pt x="3395" y="20372"/>
                  <a:pt x="0" y="15845"/>
                  <a:pt x="0" y="1018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0B213C"/>
            </a:solidFill>
            <a:prstDash val="solid"/>
          </a:ln>
        </p:spPr>
      </p:sp>
      <p:sp>
        <p:nvSpPr>
          <p:cNvPr id="381" name="path-358">
            <a:extLst xmlns:a="http://schemas.openxmlformats.org/drawingml/2006/main">
              <a:ext uri="{FF2B5EF4-FFF2-40B4-BE49-F238E27FC236}">
                <a16:creationId xmlns:a16="http://schemas.microsoft.com/office/drawing/2014/main" id="{AD588E1A-E9AE-43AE-99F6-106CC172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482" y="6449695"/>
            <a:ext cx="117141" cy="10189"/>
          </a:xfrm>
          <a:custGeom xmlns:a="http://schemas.openxmlformats.org/drawingml/2006/main">
            <a:pathLst>
              <a:path w="117141" h="10189">
                <a:moveTo>
                  <a:pt x="0" y="0"/>
                </a:moveTo>
                <a:lnTo>
                  <a:pt x="117141" y="0"/>
                </a:lnTo>
                <a:lnTo>
                  <a:pt x="117141" y="10189"/>
                </a:lnTo>
                <a:lnTo>
                  <a:pt x="0" y="10189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path-359">
            <a:extLst xmlns:a="http://schemas.openxmlformats.org/drawingml/2006/main">
              <a:ext uri="{FF2B5EF4-FFF2-40B4-BE49-F238E27FC236}">
                <a16:creationId xmlns:a16="http://schemas.microsoft.com/office/drawing/2014/main" id="{58981DAA-2B65-4DE9-91CC-60453375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482" y="6449695"/>
            <a:ext cx="117141" cy="10189"/>
          </a:xfrm>
          <a:custGeom xmlns:a="http://schemas.openxmlformats.org/drawingml/2006/main">
            <a:pathLst>
              <a:path w="117141" h="10189">
                <a:moveTo>
                  <a:pt x="0" y="0"/>
                </a:moveTo>
                <a:lnTo>
                  <a:pt x="117141" y="0"/>
                </a:lnTo>
                <a:lnTo>
                  <a:pt x="117141" y="10189"/>
                </a:lnTo>
                <a:lnTo>
                  <a:pt x="0" y="101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538">
            <a:solidFill>
              <a:srgbClr val="F47A00"/>
            </a:solidFill>
            <a:prstDash val="solid"/>
          </a:ln>
        </p:spPr>
      </p:sp>
      <p:sp>
        <p:nvSpPr>
          <p:cNvPr id="383" name="path-360">
            <a:extLst xmlns:a="http://schemas.openxmlformats.org/drawingml/2006/main">
              <a:ext uri="{FF2B5EF4-FFF2-40B4-BE49-F238E27FC236}">
                <a16:creationId xmlns:a16="http://schemas.microsoft.com/office/drawing/2014/main" id="{183CD7C4-B393-45F5-B968-CF6CBB2B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944" y="6811377"/>
            <a:ext cx="117142" cy="10189"/>
          </a:xfrm>
          <a:custGeom xmlns:a="http://schemas.openxmlformats.org/drawingml/2006/main">
            <a:pathLst>
              <a:path w="117142" h="10189">
                <a:moveTo>
                  <a:pt x="0" y="0"/>
                </a:moveTo>
                <a:lnTo>
                  <a:pt x="117142" y="0"/>
                </a:lnTo>
                <a:lnTo>
                  <a:pt x="117142" y="10189"/>
                </a:lnTo>
                <a:lnTo>
                  <a:pt x="0" y="10189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path-361">
            <a:extLst xmlns:a="http://schemas.openxmlformats.org/drawingml/2006/main">
              <a:ext uri="{FF2B5EF4-FFF2-40B4-BE49-F238E27FC236}">
                <a16:creationId xmlns:a16="http://schemas.microsoft.com/office/drawing/2014/main" id="{0C1D9608-02A5-4AE7-AF91-8A786A90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944" y="6811377"/>
            <a:ext cx="117142" cy="10189"/>
          </a:xfrm>
          <a:custGeom xmlns:a="http://schemas.openxmlformats.org/drawingml/2006/main">
            <a:pathLst>
              <a:path w="117142" h="10189">
                <a:moveTo>
                  <a:pt x="0" y="0"/>
                </a:moveTo>
                <a:lnTo>
                  <a:pt x="117142" y="0"/>
                </a:lnTo>
                <a:lnTo>
                  <a:pt x="117142" y="10189"/>
                </a:lnTo>
                <a:lnTo>
                  <a:pt x="0" y="101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538">
            <a:solidFill>
              <a:srgbClr val="F47A00"/>
            </a:solidFill>
            <a:prstDash val="solid"/>
          </a:ln>
        </p:spPr>
      </p:sp>
      <p:sp>
        <p:nvSpPr>
          <p:cNvPr id="385" name="path-362">
            <a:extLst xmlns:a="http://schemas.openxmlformats.org/drawingml/2006/main">
              <a:ext uri="{FF2B5EF4-FFF2-40B4-BE49-F238E27FC236}">
                <a16:creationId xmlns:a16="http://schemas.microsoft.com/office/drawing/2014/main" id="{708F3FA1-7451-42E6-BAE2-0633C14A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482" y="6816472"/>
            <a:ext cx="117141" cy="5094"/>
          </a:xfrm>
          <a:custGeom xmlns:a="http://schemas.openxmlformats.org/drawingml/2006/main">
            <a:pathLst>
              <a:path w="117141" h="5094">
                <a:moveTo>
                  <a:pt x="0" y="0"/>
                </a:moveTo>
                <a:lnTo>
                  <a:pt x="117141" y="0"/>
                </a:lnTo>
                <a:lnTo>
                  <a:pt x="117141" y="5094"/>
                </a:lnTo>
                <a:lnTo>
                  <a:pt x="0" y="5094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path-363">
            <a:extLst xmlns:a="http://schemas.openxmlformats.org/drawingml/2006/main">
              <a:ext uri="{FF2B5EF4-FFF2-40B4-BE49-F238E27FC236}">
                <a16:creationId xmlns:a16="http://schemas.microsoft.com/office/drawing/2014/main" id="{C5BCCE18-5938-4DCA-9FC4-FA77C966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482" y="6816472"/>
            <a:ext cx="117141" cy="5094"/>
          </a:xfrm>
          <a:custGeom xmlns:a="http://schemas.openxmlformats.org/drawingml/2006/main">
            <a:pathLst>
              <a:path w="117141" h="5094">
                <a:moveTo>
                  <a:pt x="0" y="0"/>
                </a:moveTo>
                <a:lnTo>
                  <a:pt x="117141" y="0"/>
                </a:lnTo>
                <a:lnTo>
                  <a:pt x="117141" y="5094"/>
                </a:lnTo>
                <a:lnTo>
                  <a:pt x="0" y="50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538">
            <a:solidFill>
              <a:srgbClr val="F47A00"/>
            </a:solidFill>
            <a:prstDash val="solid"/>
          </a:ln>
        </p:spPr>
      </p:sp>
      <p:sp>
        <p:nvSpPr>
          <p:cNvPr id="387" name="path-364">
            <a:extLst xmlns:a="http://schemas.openxmlformats.org/drawingml/2006/main">
              <a:ext uri="{FF2B5EF4-FFF2-40B4-BE49-F238E27FC236}">
                <a16:creationId xmlns:a16="http://schemas.microsoft.com/office/drawing/2014/main" id="{45665970-84C6-459E-8F84-63157925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3684" y="5428238"/>
            <a:ext cx="789434" cy="275106"/>
          </a:xfrm>
          <a:custGeom xmlns:a="http://schemas.openxmlformats.org/drawingml/2006/main">
            <a:pathLst>
              <a:path w="789434" h="275106">
                <a:moveTo>
                  <a:pt x="0" y="0"/>
                </a:moveTo>
                <a:lnTo>
                  <a:pt x="789434" y="0"/>
                </a:lnTo>
                <a:lnTo>
                  <a:pt x="789434" y="275106"/>
                </a:lnTo>
                <a:lnTo>
                  <a:pt x="0" y="275106"/>
                </a:lnTo>
                <a:close/>
              </a:path>
            </a:pathLst>
          </a:custGeom>
          <a:solidFill xmlns:a="http://schemas.openxmlformats.org/drawingml/2006/main">
            <a:srgbClr val="FAFC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text-365 Frozen">
            <a:extLst xmlns:a="http://schemas.openxmlformats.org/drawingml/2006/main">
              <a:ext uri="{FF2B5EF4-FFF2-40B4-BE49-F238E27FC236}">
                <a16:creationId xmlns:a16="http://schemas.microsoft.com/office/drawing/2014/main" id="{7152C001-3E44-41C7-A2FD-EACB2639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4102" y="5498733"/>
            <a:ext cx="393651" cy="1614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8" b="1" i="0">
                <a:solidFill>
                  <a:srgbClr val="314E7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8" b="1" i="0">
                <a:solidFill>
                  <a:srgbClr val="314E70"/>
                </a:solidFill>
                <a:latin typeface="Comic Sans MS"/>
                <a:ea typeface="Comic Sans MS"/>
                <a:cs typeface="Comic Sans MS"/>
              </a:defRPr>
            </a:pPr>
            <a:r>
              <a:rPr sz="908" b="1" i="0">
                <a:solidFill>
                  <a:srgbClr val="314E70"/>
                </a:solidFill>
                <a:latin typeface="Comic Sans MS"/>
                <a:ea typeface="Comic Sans MS"/>
                <a:cs typeface="Comic Sans MS"/>
              </a:rPr>
              <a:t>Frozen</a:t>
            </a:r>
          </a:p>
        </p:txBody>
      </p:sp>
      <p:sp>
        <p:nvSpPr>
          <p:cNvPr id="389" name="text-365 model">
            <a:extLst xmlns:a="http://schemas.openxmlformats.org/drawingml/2006/main">
              <a:ext uri="{FF2B5EF4-FFF2-40B4-BE49-F238E27FC236}">
                <a16:creationId xmlns:a16="http://schemas.microsoft.com/office/drawing/2014/main" id="{BE1DB065-2CB6-454B-9EE4-1DDB5C5E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7857" y="5497286"/>
            <a:ext cx="338947" cy="163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0" b="1" i="0">
                <a:solidFill>
                  <a:srgbClr val="314E7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0" b="1" i="0">
                <a:solidFill>
                  <a:srgbClr val="314E70"/>
                </a:solidFill>
                <a:latin typeface="Comic Sans MS"/>
                <a:ea typeface="Comic Sans MS"/>
                <a:cs typeface="Comic Sans MS"/>
              </a:defRPr>
            </a:pPr>
            <a:r>
              <a:rPr sz="920" b="1" i="0">
                <a:solidFill>
                  <a:srgbClr val="314E70"/>
                </a:solidFill>
                <a:latin typeface="Comic Sans MS"/>
                <a:ea typeface="Comic Sans MS"/>
                <a:cs typeface="Comic Sans MS"/>
              </a:rPr>
              <a:t>model</a:t>
            </a:r>
          </a:p>
        </p:txBody>
      </p:sp>
      <p:pic>
        <p:nvPic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11EFB8E0-11C9-4FFB-B742-97FB7FBDC5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62f8f070d4706"/>
          <a:stretch xmlns:a="http://schemas.openxmlformats.org/drawingml/2006/main"/>
        </p:blipFill>
        <p:spPr>
          <a:xfrm xmlns:a="http://schemas.openxmlformats.org/drawingml/2006/main">
            <a:off x="11697832" y="4420449"/>
            <a:ext cx="685800" cy="533400"/>
          </a:xfrm>
          <a:prstGeom xmlns:a="http://schemas.openxmlformats.org/drawingml/2006/main" prst="rect">
            <a:avLst/>
          </a:prstGeom>
        </p:spPr>
      </p:pic>
      <p:sp>
        <p:nvSpPr>
          <p:cNvPr id="391" name="path-367">
            <a:extLst xmlns:a="http://schemas.openxmlformats.org/drawingml/2006/main">
              <a:ext uri="{FF2B5EF4-FFF2-40B4-BE49-F238E27FC236}">
                <a16:creationId xmlns:a16="http://schemas.microsoft.com/office/drawing/2014/main" id="{957F06E1-A19D-43AD-93EB-7BD761C2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081" y="1872188"/>
            <a:ext cx="4140705" cy="5736509"/>
          </a:xfrm>
          <a:custGeom xmlns:a="http://schemas.openxmlformats.org/drawingml/2006/main">
            <a:pathLst>
              <a:path w="4140705" h="5736509">
                <a:moveTo>
                  <a:pt x="0" y="234071"/>
                </a:moveTo>
                <a:cubicBezTo>
                  <a:pt x="0" y="104834"/>
                  <a:pt x="104763" y="0"/>
                  <a:pt x="234001" y="0"/>
                </a:cubicBezTo>
                <a:lnTo>
                  <a:pt x="3906704" y="0"/>
                </a:lnTo>
                <a:cubicBezTo>
                  <a:pt x="4035942" y="0"/>
                  <a:pt x="4140705" y="104834"/>
                  <a:pt x="4140705" y="234071"/>
                </a:cubicBezTo>
                <a:lnTo>
                  <a:pt x="4140705" y="5502449"/>
                </a:lnTo>
                <a:cubicBezTo>
                  <a:pt x="4140705" y="5631714"/>
                  <a:pt x="4035942" y="5736509"/>
                  <a:pt x="3906704" y="5736509"/>
                </a:cubicBezTo>
                <a:lnTo>
                  <a:pt x="234001" y="5736509"/>
                </a:lnTo>
                <a:cubicBezTo>
                  <a:pt x="104763" y="5736509"/>
                  <a:pt x="0" y="5631714"/>
                  <a:pt x="0" y="5502449"/>
                </a:cubicBezTo>
                <a:lnTo>
                  <a:pt x="0" y="234071"/>
                </a:lnTo>
              </a:path>
            </a:pathLst>
          </a:cu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2" name="path-368">
            <a:extLst xmlns:a="http://schemas.openxmlformats.org/drawingml/2006/main">
              <a:ext uri="{FF2B5EF4-FFF2-40B4-BE49-F238E27FC236}">
                <a16:creationId xmlns:a16="http://schemas.microsoft.com/office/drawing/2014/main" id="{8D44B315-D4E0-4F16-AAC5-A8328A87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288" y="4728083"/>
            <a:ext cx="777267" cy="114665"/>
          </a:xfrm>
          <a:custGeom xmlns:a="http://schemas.openxmlformats.org/drawingml/2006/main">
            <a:pathLst>
              <a:path w="777267" h="114665">
                <a:moveTo>
                  <a:pt x="0" y="43292"/>
                </a:moveTo>
                <a:lnTo>
                  <a:pt x="743100" y="45272"/>
                </a:lnTo>
                <a:lnTo>
                  <a:pt x="743030" y="70030"/>
                </a:lnTo>
                <a:lnTo>
                  <a:pt x="0" y="68050"/>
                </a:lnTo>
                <a:lnTo>
                  <a:pt x="0" y="43292"/>
                </a:lnTo>
                <a:moveTo>
                  <a:pt x="636286" y="2476"/>
                </a:moveTo>
                <a:lnTo>
                  <a:pt x="777267" y="57722"/>
                </a:lnTo>
                <a:lnTo>
                  <a:pt x="636003" y="112261"/>
                </a:lnTo>
                <a:cubicBezTo>
                  <a:pt x="629637" y="114665"/>
                  <a:pt x="622493" y="111482"/>
                  <a:pt x="620016" y="105116"/>
                </a:cubicBezTo>
                <a:cubicBezTo>
                  <a:pt x="617541" y="98750"/>
                  <a:pt x="620723" y="91606"/>
                  <a:pt x="627089" y="89129"/>
                </a:cubicBezTo>
                <a:lnTo>
                  <a:pt x="738644" y="46050"/>
                </a:lnTo>
                <a:lnTo>
                  <a:pt x="738572" y="69181"/>
                </a:lnTo>
                <a:lnTo>
                  <a:pt x="627302" y="25537"/>
                </a:lnTo>
                <a:cubicBezTo>
                  <a:pt x="620935" y="23060"/>
                  <a:pt x="617753" y="15845"/>
                  <a:pt x="620228" y="9478"/>
                </a:cubicBezTo>
                <a:cubicBezTo>
                  <a:pt x="622775" y="3112"/>
                  <a:pt x="629919" y="0"/>
                  <a:pt x="636286" y="2476"/>
                </a:cubicBez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path-369">
            <a:extLst xmlns:a="http://schemas.openxmlformats.org/drawingml/2006/main">
              <a:ext uri="{FF2B5EF4-FFF2-40B4-BE49-F238E27FC236}">
                <a16:creationId xmlns:a16="http://schemas.microsoft.com/office/drawing/2014/main" id="{9727C246-F9F7-44DA-BC90-6E045D4D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008" y="5072858"/>
            <a:ext cx="781370" cy="114666"/>
          </a:xfrm>
          <a:custGeom xmlns:a="http://schemas.openxmlformats.org/drawingml/2006/main">
            <a:pathLst>
              <a:path w="781370" h="114666">
                <a:moveTo>
                  <a:pt x="34167" y="44918"/>
                </a:moveTo>
                <a:lnTo>
                  <a:pt x="34167" y="69677"/>
                </a:lnTo>
                <a:lnTo>
                  <a:pt x="781370" y="69677"/>
                </a:lnTo>
                <a:lnTo>
                  <a:pt x="781370" y="44918"/>
                </a:lnTo>
                <a:close/>
                <a:moveTo>
                  <a:pt x="141122" y="2476"/>
                </a:moveTo>
                <a:lnTo>
                  <a:pt x="0" y="57298"/>
                </a:lnTo>
                <a:lnTo>
                  <a:pt x="141122" y="112190"/>
                </a:lnTo>
                <a:cubicBezTo>
                  <a:pt x="147488" y="114666"/>
                  <a:pt x="154634" y="111553"/>
                  <a:pt x="157110" y="105187"/>
                </a:cubicBezTo>
                <a:cubicBezTo>
                  <a:pt x="159585" y="98750"/>
                  <a:pt x="156472" y="91605"/>
                  <a:pt x="150035" y="89130"/>
                </a:cubicBezTo>
                <a:lnTo>
                  <a:pt x="38623" y="45767"/>
                </a:lnTo>
                <a:lnTo>
                  <a:pt x="38623" y="68899"/>
                </a:lnTo>
                <a:lnTo>
                  <a:pt x="150035" y="25536"/>
                </a:lnTo>
                <a:cubicBezTo>
                  <a:pt x="156472" y="23060"/>
                  <a:pt x="159585" y="15845"/>
                  <a:pt x="157110" y="9479"/>
                </a:cubicBezTo>
                <a:cubicBezTo>
                  <a:pt x="154634" y="3113"/>
                  <a:pt x="147488" y="0"/>
                  <a:pt x="141122" y="2476"/>
                </a:cubicBez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path-370">
            <a:extLst xmlns:a="http://schemas.openxmlformats.org/drawingml/2006/main">
              <a:ext uri="{FF2B5EF4-FFF2-40B4-BE49-F238E27FC236}">
                <a16:creationId xmlns:a16="http://schemas.microsoft.com/office/drawing/2014/main" id="{F85D1E77-0D34-4519-8693-AA317439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148" y="3828865"/>
            <a:ext cx="2665681" cy="427539"/>
          </a:xfrm>
          <a:custGeom xmlns:a="http://schemas.openxmlformats.org/drawingml/2006/main">
            <a:pathLst>
              <a:path w="2665681" h="427539">
                <a:moveTo>
                  <a:pt x="0" y="427539"/>
                </a:moveTo>
                <a:lnTo>
                  <a:pt x="0" y="0"/>
                </a:lnTo>
                <a:lnTo>
                  <a:pt x="2620763" y="0"/>
                </a:lnTo>
                <a:lnTo>
                  <a:pt x="2620763" y="360338"/>
                </a:lnTo>
                <a:lnTo>
                  <a:pt x="2596005" y="360338"/>
                </a:lnTo>
                <a:lnTo>
                  <a:pt x="2596005" y="12379"/>
                </a:lnTo>
                <a:lnTo>
                  <a:pt x="2608383" y="24758"/>
                </a:lnTo>
                <a:lnTo>
                  <a:pt x="12379" y="24758"/>
                </a:lnTo>
                <a:lnTo>
                  <a:pt x="24758" y="12379"/>
                </a:lnTo>
                <a:lnTo>
                  <a:pt x="24758" y="427539"/>
                </a:lnTo>
                <a:lnTo>
                  <a:pt x="0" y="427539"/>
                </a:lnTo>
                <a:moveTo>
                  <a:pt x="2663206" y="253383"/>
                </a:moveTo>
                <a:lnTo>
                  <a:pt x="2608383" y="394504"/>
                </a:lnTo>
                <a:lnTo>
                  <a:pt x="2553491" y="253383"/>
                </a:lnTo>
                <a:cubicBezTo>
                  <a:pt x="2551016" y="246946"/>
                  <a:pt x="2554199" y="239801"/>
                  <a:pt x="2560564" y="237325"/>
                </a:cubicBezTo>
                <a:cubicBezTo>
                  <a:pt x="2566931" y="234849"/>
                  <a:pt x="2574076" y="238032"/>
                  <a:pt x="2576552" y="244399"/>
                </a:cubicBezTo>
                <a:lnTo>
                  <a:pt x="2619913" y="355811"/>
                </a:lnTo>
                <a:lnTo>
                  <a:pt x="2596782" y="355811"/>
                </a:lnTo>
                <a:lnTo>
                  <a:pt x="2640145" y="244399"/>
                </a:lnTo>
                <a:cubicBezTo>
                  <a:pt x="2642621" y="238032"/>
                  <a:pt x="2649764" y="234849"/>
                  <a:pt x="2656131" y="237325"/>
                </a:cubicBezTo>
                <a:cubicBezTo>
                  <a:pt x="2662569" y="239801"/>
                  <a:pt x="2665681" y="246946"/>
                  <a:pt x="2663206" y="253383"/>
                </a:cubicBez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text-371 (">
            <a:extLst xmlns:a="http://schemas.openxmlformats.org/drawingml/2006/main">
              <a:ext uri="{FF2B5EF4-FFF2-40B4-BE49-F238E27FC236}">
                <a16:creationId xmlns:a16="http://schemas.microsoft.com/office/drawing/2014/main" id="{9F8A85EA-3177-4FF7-810C-FE9891B9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187" y="1914586"/>
            <a:ext cx="139310" cy="357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9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9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2009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(</a:t>
            </a:r>
          </a:p>
        </p:txBody>
      </p:sp>
      <p:sp>
        <p:nvSpPr>
          <p:cNvPr id="396" name="text-372 b">
            <a:extLst xmlns:a="http://schemas.openxmlformats.org/drawingml/2006/main">
              <a:ext uri="{FF2B5EF4-FFF2-40B4-BE49-F238E27FC236}">
                <a16:creationId xmlns:a16="http://schemas.microsoft.com/office/drawing/2014/main" id="{593F206D-B2C4-4ACB-BF8A-4DF43AC6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136" y="1914650"/>
            <a:ext cx="197199" cy="35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8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8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2008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b</a:t>
            </a:r>
          </a:p>
        </p:txBody>
      </p:sp>
      <p:sp>
        <p:nvSpPr>
          <p:cNvPr id="397" name="text-373 )">
            <a:extLst xmlns:a="http://schemas.openxmlformats.org/drawingml/2006/main">
              <a:ext uri="{FF2B5EF4-FFF2-40B4-BE49-F238E27FC236}">
                <a16:creationId xmlns:a16="http://schemas.microsoft.com/office/drawing/2014/main" id="{C279107A-F331-495F-B683-4AB01B3E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5303" y="1914586"/>
            <a:ext cx="139310" cy="357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9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9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2009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)</a:t>
            </a:r>
          </a:p>
        </p:txBody>
      </p:sp>
      <p:sp>
        <p:nvSpPr>
          <p:cNvPr id="398" name="text-374 Model">
            <a:extLst xmlns:a="http://schemas.openxmlformats.org/drawingml/2006/main">
              <a:ext uri="{FF2B5EF4-FFF2-40B4-BE49-F238E27FC236}">
                <a16:creationId xmlns:a16="http://schemas.microsoft.com/office/drawing/2014/main" id="{E0688FE5-2CCC-43D6-A6B7-1FBE24B5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8886" y="1914641"/>
            <a:ext cx="767316" cy="357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8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8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2008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Model</a:t>
            </a:r>
          </a:p>
        </p:txBody>
      </p:sp>
      <p:sp>
        <p:nvSpPr>
          <p:cNvPr id="399" name="text-374 parameter">
            <a:extLst xmlns:a="http://schemas.openxmlformats.org/drawingml/2006/main">
              <a:ext uri="{FF2B5EF4-FFF2-40B4-BE49-F238E27FC236}">
                <a16:creationId xmlns:a16="http://schemas.microsoft.com/office/drawing/2014/main" id="{79ECB13B-3DA2-4DF8-A3FF-F9900765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8432" y="1914875"/>
            <a:ext cx="1312878" cy="356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7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7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2007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parameter</a:t>
            </a:r>
          </a:p>
        </p:txBody>
      </p:sp>
      <p:sp>
        <p:nvSpPr>
          <p:cNvPr id="400" name="text-374 evolution">
            <a:extLst xmlns:a="http://schemas.openxmlformats.org/drawingml/2006/main">
              <a:ext uri="{FF2B5EF4-FFF2-40B4-BE49-F238E27FC236}">
                <a16:creationId xmlns:a16="http://schemas.microsoft.com/office/drawing/2014/main" id="{C2FA1D50-7C35-4D3B-B766-A7EB61D8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2169" y="1915169"/>
            <a:ext cx="1106004" cy="356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4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4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2004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evolution</a:t>
            </a:r>
          </a:p>
        </p:txBody>
      </p:sp>
      <p:sp>
        <p:nvSpPr>
          <p:cNvPr id="401" name="path-375">
            <a:extLst xmlns:a="http://schemas.openxmlformats.org/drawingml/2006/main">
              <a:ext uri="{FF2B5EF4-FFF2-40B4-BE49-F238E27FC236}">
                <a16:creationId xmlns:a16="http://schemas.microsoft.com/office/drawing/2014/main" id="{E6AC5ABF-EE9F-4A8C-BAAC-B05441BD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891" y="2414746"/>
            <a:ext cx="3295248" cy="937417"/>
          </a:xfrm>
          <a:custGeom xmlns:a="http://schemas.openxmlformats.org/drawingml/2006/main">
            <a:pathLst>
              <a:path w="3295248" h="937417">
                <a:moveTo>
                  <a:pt x="0" y="0"/>
                </a:moveTo>
                <a:lnTo>
                  <a:pt x="3295248" y="0"/>
                </a:lnTo>
                <a:lnTo>
                  <a:pt x="3295248" y="937417"/>
                </a:lnTo>
                <a:lnTo>
                  <a:pt x="0" y="937417"/>
                </a:lnTo>
                <a:close/>
              </a:path>
            </a:pathLst>
          </a:custGeom>
          <a:solidFill xmlns:a="http://schemas.openxmlformats.org/drawingml/2006/main">
            <a:srgbClr val="172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path-376">
            <a:extLst xmlns:a="http://schemas.openxmlformats.org/drawingml/2006/main">
              <a:ext uri="{FF2B5EF4-FFF2-40B4-BE49-F238E27FC236}">
                <a16:creationId xmlns:a16="http://schemas.microsoft.com/office/drawing/2014/main" id="{5F924902-C529-45A6-8AF8-2C00404F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891" y="2414746"/>
            <a:ext cx="3295248" cy="937417"/>
          </a:xfrm>
          <a:custGeom xmlns:a="http://schemas.openxmlformats.org/drawingml/2006/main">
            <a:pathLst>
              <a:path w="3295248" h="937417">
                <a:moveTo>
                  <a:pt x="0" y="0"/>
                </a:moveTo>
                <a:lnTo>
                  <a:pt x="3295248" y="0"/>
                </a:lnTo>
                <a:lnTo>
                  <a:pt x="3295248" y="937417"/>
                </a:lnTo>
                <a:lnTo>
                  <a:pt x="0" y="9374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17212E"/>
            </a:solidFill>
            <a:prstDash val="solid"/>
          </a:ln>
        </p:spPr>
      </p:sp>
      <p:sp>
        <p:nvSpPr>
          <p:cNvPr id="403" name="path-377">
            <a:extLst xmlns:a="http://schemas.openxmlformats.org/drawingml/2006/main">
              <a:ext uri="{FF2B5EF4-FFF2-40B4-BE49-F238E27FC236}">
                <a16:creationId xmlns:a16="http://schemas.microsoft.com/office/drawing/2014/main" id="{286B3D30-AE02-468C-9542-99B08341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195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path-378">
            <a:extLst xmlns:a="http://schemas.openxmlformats.org/drawingml/2006/main">
              <a:ext uri="{FF2B5EF4-FFF2-40B4-BE49-F238E27FC236}">
                <a16:creationId xmlns:a16="http://schemas.microsoft.com/office/drawing/2014/main" id="{528FFC85-44AA-48D8-B9C2-0D81E2E3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195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05" name="path-379">
            <a:extLst xmlns:a="http://schemas.openxmlformats.org/drawingml/2006/main">
              <a:ext uri="{FF2B5EF4-FFF2-40B4-BE49-F238E27FC236}">
                <a16:creationId xmlns:a16="http://schemas.microsoft.com/office/drawing/2014/main" id="{1EE491C1-1072-448A-BC52-958B66C1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195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path-380">
            <a:extLst xmlns:a="http://schemas.openxmlformats.org/drawingml/2006/main">
              <a:ext uri="{FF2B5EF4-FFF2-40B4-BE49-F238E27FC236}">
                <a16:creationId xmlns:a16="http://schemas.microsoft.com/office/drawing/2014/main" id="{2A27AAC6-8A41-4579-9D00-06794224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195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07" name="path-381">
            <a:extLst xmlns:a="http://schemas.openxmlformats.org/drawingml/2006/main">
              <a:ext uri="{FF2B5EF4-FFF2-40B4-BE49-F238E27FC236}">
                <a16:creationId xmlns:a16="http://schemas.microsoft.com/office/drawing/2014/main" id="{3D32F97B-27A0-41D3-B9BD-2F4FAFD2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802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path-382">
            <a:extLst xmlns:a="http://schemas.openxmlformats.org/drawingml/2006/main">
              <a:ext uri="{FF2B5EF4-FFF2-40B4-BE49-F238E27FC236}">
                <a16:creationId xmlns:a16="http://schemas.microsoft.com/office/drawing/2014/main" id="{BA998808-883F-4A31-B78C-6D8FED4F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802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09" name="path-383">
            <a:extLst xmlns:a="http://schemas.openxmlformats.org/drawingml/2006/main">
              <a:ext uri="{FF2B5EF4-FFF2-40B4-BE49-F238E27FC236}">
                <a16:creationId xmlns:a16="http://schemas.microsoft.com/office/drawing/2014/main" id="{6E3069F1-66EC-41AD-B920-EE8443EA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802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path-384">
            <a:extLst xmlns:a="http://schemas.openxmlformats.org/drawingml/2006/main">
              <a:ext uri="{FF2B5EF4-FFF2-40B4-BE49-F238E27FC236}">
                <a16:creationId xmlns:a16="http://schemas.microsoft.com/office/drawing/2014/main" id="{C6008197-8B8C-43E9-B638-30A021A6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802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11" name="path-385">
            <a:extLst xmlns:a="http://schemas.openxmlformats.org/drawingml/2006/main">
              <a:ext uri="{FF2B5EF4-FFF2-40B4-BE49-F238E27FC236}">
                <a16:creationId xmlns:a16="http://schemas.microsoft.com/office/drawing/2014/main" id="{BCA8ADE5-852F-4799-A55F-ED45BBAF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17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path-386">
            <a:extLst xmlns:a="http://schemas.openxmlformats.org/drawingml/2006/main">
              <a:ext uri="{FF2B5EF4-FFF2-40B4-BE49-F238E27FC236}">
                <a16:creationId xmlns:a16="http://schemas.microsoft.com/office/drawing/2014/main" id="{1EB15E40-EF2D-4847-B6C2-2BA8F43A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17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13" name="path-387">
            <a:extLst xmlns:a="http://schemas.openxmlformats.org/drawingml/2006/main">
              <a:ext uri="{FF2B5EF4-FFF2-40B4-BE49-F238E27FC236}">
                <a16:creationId xmlns:a16="http://schemas.microsoft.com/office/drawing/2014/main" id="{0789E8BA-7BF5-431A-A2CD-4BBF6F91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17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path-388">
            <a:extLst xmlns:a="http://schemas.openxmlformats.org/drawingml/2006/main">
              <a:ext uri="{FF2B5EF4-FFF2-40B4-BE49-F238E27FC236}">
                <a16:creationId xmlns:a16="http://schemas.microsoft.com/office/drawing/2014/main" id="{5B47ACB9-FCE1-4C63-8758-464DD7D2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17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15" name="path-389">
            <a:extLst xmlns:a="http://schemas.openxmlformats.org/drawingml/2006/main">
              <a:ext uri="{FF2B5EF4-FFF2-40B4-BE49-F238E27FC236}">
                <a16:creationId xmlns:a16="http://schemas.microsoft.com/office/drawing/2014/main" id="{7663734E-0E17-4446-8D64-F1008DCF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24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path-390">
            <a:extLst xmlns:a="http://schemas.openxmlformats.org/drawingml/2006/main">
              <a:ext uri="{FF2B5EF4-FFF2-40B4-BE49-F238E27FC236}">
                <a16:creationId xmlns:a16="http://schemas.microsoft.com/office/drawing/2014/main" id="{A8C928DB-9C76-4476-AB94-B0100B4D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24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17" name="path-391">
            <a:extLst xmlns:a="http://schemas.openxmlformats.org/drawingml/2006/main">
              <a:ext uri="{FF2B5EF4-FFF2-40B4-BE49-F238E27FC236}">
                <a16:creationId xmlns:a16="http://schemas.microsoft.com/office/drawing/2014/main" id="{512E853A-9ED7-4A1E-ABAA-DDC11F5B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24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path-392">
            <a:extLst xmlns:a="http://schemas.openxmlformats.org/drawingml/2006/main">
              <a:ext uri="{FF2B5EF4-FFF2-40B4-BE49-F238E27FC236}">
                <a16:creationId xmlns:a16="http://schemas.microsoft.com/office/drawing/2014/main" id="{67914ED4-4B4D-4C45-A1A6-0F759E36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24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19" name="path-393">
            <a:extLst xmlns:a="http://schemas.openxmlformats.org/drawingml/2006/main">
              <a:ext uri="{FF2B5EF4-FFF2-40B4-BE49-F238E27FC236}">
                <a16:creationId xmlns:a16="http://schemas.microsoft.com/office/drawing/2014/main" id="{EA1095B6-C82E-405F-8102-EAAC31AB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38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path-394">
            <a:extLst xmlns:a="http://schemas.openxmlformats.org/drawingml/2006/main">
              <a:ext uri="{FF2B5EF4-FFF2-40B4-BE49-F238E27FC236}">
                <a16:creationId xmlns:a16="http://schemas.microsoft.com/office/drawing/2014/main" id="{B001FC35-E7FF-4E83-80F2-20975B6A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38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21" name="path-395">
            <a:extLst xmlns:a="http://schemas.openxmlformats.org/drawingml/2006/main">
              <a:ext uri="{FF2B5EF4-FFF2-40B4-BE49-F238E27FC236}">
                <a16:creationId xmlns:a16="http://schemas.microsoft.com/office/drawing/2014/main" id="{2D3D2CF2-7892-45E4-AE6B-5A0B57F5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38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path-396">
            <a:extLst xmlns:a="http://schemas.openxmlformats.org/drawingml/2006/main">
              <a:ext uri="{FF2B5EF4-FFF2-40B4-BE49-F238E27FC236}">
                <a16:creationId xmlns:a16="http://schemas.microsoft.com/office/drawing/2014/main" id="{F2D7652F-F11B-413E-9875-4464C7DA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38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23" name="path-397">
            <a:extLst xmlns:a="http://schemas.openxmlformats.org/drawingml/2006/main">
              <a:ext uri="{FF2B5EF4-FFF2-40B4-BE49-F238E27FC236}">
                <a16:creationId xmlns:a16="http://schemas.microsoft.com/office/drawing/2014/main" id="{71A53CC9-B70E-493D-AC4B-DFB7AE48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045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path-398">
            <a:extLst xmlns:a="http://schemas.openxmlformats.org/drawingml/2006/main">
              <a:ext uri="{FF2B5EF4-FFF2-40B4-BE49-F238E27FC236}">
                <a16:creationId xmlns:a16="http://schemas.microsoft.com/office/drawing/2014/main" id="{A4D306F6-5B86-40EF-A3E4-33E8B3FC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045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25" name="path-399">
            <a:extLst xmlns:a="http://schemas.openxmlformats.org/drawingml/2006/main">
              <a:ext uri="{FF2B5EF4-FFF2-40B4-BE49-F238E27FC236}">
                <a16:creationId xmlns:a16="http://schemas.microsoft.com/office/drawing/2014/main" id="{505CE94D-C703-4C94-8528-D37405DA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045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path-400">
            <a:extLst xmlns:a="http://schemas.openxmlformats.org/drawingml/2006/main">
              <a:ext uri="{FF2B5EF4-FFF2-40B4-BE49-F238E27FC236}">
                <a16:creationId xmlns:a16="http://schemas.microsoft.com/office/drawing/2014/main" id="{9FF5E8FD-5089-4B0C-8B16-0B672E0A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045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27" name="path-401">
            <a:extLst xmlns:a="http://schemas.openxmlformats.org/drawingml/2006/main">
              <a:ext uri="{FF2B5EF4-FFF2-40B4-BE49-F238E27FC236}">
                <a16:creationId xmlns:a16="http://schemas.microsoft.com/office/drawing/2014/main" id="{64641E28-B790-4DC9-80EE-E0CDF068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559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path-402">
            <a:extLst xmlns:a="http://schemas.openxmlformats.org/drawingml/2006/main">
              <a:ext uri="{FF2B5EF4-FFF2-40B4-BE49-F238E27FC236}">
                <a16:creationId xmlns:a16="http://schemas.microsoft.com/office/drawing/2014/main" id="{3358C08C-1532-451E-913A-0192DADA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559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29" name="path-403">
            <a:extLst xmlns:a="http://schemas.openxmlformats.org/drawingml/2006/main">
              <a:ext uri="{FF2B5EF4-FFF2-40B4-BE49-F238E27FC236}">
                <a16:creationId xmlns:a16="http://schemas.microsoft.com/office/drawing/2014/main" id="{E2EEF19A-A27E-44E4-8280-95B62AFE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559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path-404">
            <a:extLst xmlns:a="http://schemas.openxmlformats.org/drawingml/2006/main">
              <a:ext uri="{FF2B5EF4-FFF2-40B4-BE49-F238E27FC236}">
                <a16:creationId xmlns:a16="http://schemas.microsoft.com/office/drawing/2014/main" id="{A16D9F06-43E1-429E-A219-8D8396E9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559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31" name="path-405">
            <a:extLst xmlns:a="http://schemas.openxmlformats.org/drawingml/2006/main">
              <a:ext uri="{FF2B5EF4-FFF2-40B4-BE49-F238E27FC236}">
                <a16:creationId xmlns:a16="http://schemas.microsoft.com/office/drawing/2014/main" id="{60EAA897-CD66-415D-A54A-B703601B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166" y="2475919"/>
            <a:ext cx="50931" cy="56040"/>
          </a:xfrm>
          <a:custGeom xmlns:a="http://schemas.openxmlformats.org/drawingml/2006/main">
            <a:pathLst>
              <a:path w="50931" h="56040">
                <a:moveTo>
                  <a:pt x="0" y="0"/>
                </a:moveTo>
                <a:lnTo>
                  <a:pt x="50931" y="0"/>
                </a:lnTo>
                <a:lnTo>
                  <a:pt x="50931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path-406">
            <a:extLst xmlns:a="http://schemas.openxmlformats.org/drawingml/2006/main">
              <a:ext uri="{FF2B5EF4-FFF2-40B4-BE49-F238E27FC236}">
                <a16:creationId xmlns:a16="http://schemas.microsoft.com/office/drawing/2014/main" id="{9CBE52BD-0386-4291-B285-4CDF69EF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166" y="2475919"/>
            <a:ext cx="50931" cy="56040"/>
          </a:xfrm>
          <a:custGeom xmlns:a="http://schemas.openxmlformats.org/drawingml/2006/main">
            <a:pathLst>
              <a:path w="50931" h="56040">
                <a:moveTo>
                  <a:pt x="0" y="0"/>
                </a:moveTo>
                <a:lnTo>
                  <a:pt x="50931" y="0"/>
                </a:lnTo>
                <a:lnTo>
                  <a:pt x="50931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33" name="path-407">
            <a:extLst xmlns:a="http://schemas.openxmlformats.org/drawingml/2006/main">
              <a:ext uri="{FF2B5EF4-FFF2-40B4-BE49-F238E27FC236}">
                <a16:creationId xmlns:a16="http://schemas.microsoft.com/office/drawing/2014/main" id="{63265E23-783F-4FD7-BB6B-27C00410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166" y="3240098"/>
            <a:ext cx="50931" cy="56041"/>
          </a:xfrm>
          <a:custGeom xmlns:a="http://schemas.openxmlformats.org/drawingml/2006/main">
            <a:pathLst>
              <a:path w="50931" h="56041">
                <a:moveTo>
                  <a:pt x="0" y="0"/>
                </a:moveTo>
                <a:lnTo>
                  <a:pt x="50931" y="0"/>
                </a:lnTo>
                <a:lnTo>
                  <a:pt x="50931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path-408">
            <a:extLst xmlns:a="http://schemas.openxmlformats.org/drawingml/2006/main">
              <a:ext uri="{FF2B5EF4-FFF2-40B4-BE49-F238E27FC236}">
                <a16:creationId xmlns:a16="http://schemas.microsoft.com/office/drawing/2014/main" id="{095E72D9-0CD0-44A5-8E6F-DA77C182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166" y="3240098"/>
            <a:ext cx="50931" cy="56041"/>
          </a:xfrm>
          <a:custGeom xmlns:a="http://schemas.openxmlformats.org/drawingml/2006/main">
            <a:pathLst>
              <a:path w="50931" h="56041">
                <a:moveTo>
                  <a:pt x="0" y="0"/>
                </a:moveTo>
                <a:lnTo>
                  <a:pt x="50931" y="0"/>
                </a:lnTo>
                <a:lnTo>
                  <a:pt x="50931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35" name="path-409">
            <a:extLst xmlns:a="http://schemas.openxmlformats.org/drawingml/2006/main">
              <a:ext uri="{FF2B5EF4-FFF2-40B4-BE49-F238E27FC236}">
                <a16:creationId xmlns:a16="http://schemas.microsoft.com/office/drawing/2014/main" id="{90269DE3-7696-45EE-B846-24E99854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680" y="2475919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path-410">
            <a:extLst xmlns:a="http://schemas.openxmlformats.org/drawingml/2006/main">
              <a:ext uri="{FF2B5EF4-FFF2-40B4-BE49-F238E27FC236}">
                <a16:creationId xmlns:a16="http://schemas.microsoft.com/office/drawing/2014/main" id="{DDA0E33E-CCD7-481F-92BB-CBC75371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680" y="2475919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37" name="path-411">
            <a:extLst xmlns:a="http://schemas.openxmlformats.org/drawingml/2006/main">
              <a:ext uri="{FF2B5EF4-FFF2-40B4-BE49-F238E27FC236}">
                <a16:creationId xmlns:a16="http://schemas.microsoft.com/office/drawing/2014/main" id="{B1A4B920-610B-4025-B073-0DEFADE4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680" y="3240098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" name="path-412">
            <a:extLst xmlns:a="http://schemas.openxmlformats.org/drawingml/2006/main">
              <a:ext uri="{FF2B5EF4-FFF2-40B4-BE49-F238E27FC236}">
                <a16:creationId xmlns:a16="http://schemas.microsoft.com/office/drawing/2014/main" id="{D1EFACC5-DFDE-4E06-97D5-AFF8D99A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680" y="3240098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39" name="path-413">
            <a:extLst xmlns:a="http://schemas.openxmlformats.org/drawingml/2006/main">
              <a:ext uri="{FF2B5EF4-FFF2-40B4-BE49-F238E27FC236}">
                <a16:creationId xmlns:a16="http://schemas.microsoft.com/office/drawing/2014/main" id="{EB7AD618-3D6B-4083-A0A9-7F9288B0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288" y="2475919"/>
            <a:ext cx="50931" cy="56040"/>
          </a:xfrm>
          <a:custGeom xmlns:a="http://schemas.openxmlformats.org/drawingml/2006/main">
            <a:pathLst>
              <a:path w="50931" h="56040">
                <a:moveTo>
                  <a:pt x="0" y="0"/>
                </a:moveTo>
                <a:lnTo>
                  <a:pt x="50931" y="0"/>
                </a:lnTo>
                <a:lnTo>
                  <a:pt x="50931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path-414">
            <a:extLst xmlns:a="http://schemas.openxmlformats.org/drawingml/2006/main">
              <a:ext uri="{FF2B5EF4-FFF2-40B4-BE49-F238E27FC236}">
                <a16:creationId xmlns:a16="http://schemas.microsoft.com/office/drawing/2014/main" id="{C427D0E5-0596-4829-B838-20E126BF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288" y="2475919"/>
            <a:ext cx="50931" cy="56040"/>
          </a:xfrm>
          <a:custGeom xmlns:a="http://schemas.openxmlformats.org/drawingml/2006/main">
            <a:pathLst>
              <a:path w="50931" h="56040">
                <a:moveTo>
                  <a:pt x="0" y="0"/>
                </a:moveTo>
                <a:lnTo>
                  <a:pt x="50931" y="0"/>
                </a:lnTo>
                <a:lnTo>
                  <a:pt x="50931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41" name="path-415">
            <a:extLst xmlns:a="http://schemas.openxmlformats.org/drawingml/2006/main">
              <a:ext uri="{FF2B5EF4-FFF2-40B4-BE49-F238E27FC236}">
                <a16:creationId xmlns:a16="http://schemas.microsoft.com/office/drawing/2014/main" id="{080D846F-1822-455D-AAB8-FBEC24DB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288" y="3240098"/>
            <a:ext cx="50931" cy="56041"/>
          </a:xfrm>
          <a:custGeom xmlns:a="http://schemas.openxmlformats.org/drawingml/2006/main">
            <a:pathLst>
              <a:path w="50931" h="56041">
                <a:moveTo>
                  <a:pt x="0" y="0"/>
                </a:moveTo>
                <a:lnTo>
                  <a:pt x="50931" y="0"/>
                </a:lnTo>
                <a:lnTo>
                  <a:pt x="50931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path-416">
            <a:extLst xmlns:a="http://schemas.openxmlformats.org/drawingml/2006/main">
              <a:ext uri="{FF2B5EF4-FFF2-40B4-BE49-F238E27FC236}">
                <a16:creationId xmlns:a16="http://schemas.microsoft.com/office/drawing/2014/main" id="{4DBAFF42-7242-412E-AEF3-1C939560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288" y="3240098"/>
            <a:ext cx="50931" cy="56041"/>
          </a:xfrm>
          <a:custGeom xmlns:a="http://schemas.openxmlformats.org/drawingml/2006/main">
            <a:pathLst>
              <a:path w="50931" h="56041">
                <a:moveTo>
                  <a:pt x="0" y="0"/>
                </a:moveTo>
                <a:lnTo>
                  <a:pt x="50931" y="0"/>
                </a:lnTo>
                <a:lnTo>
                  <a:pt x="50931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43" name="path-417">
            <a:extLst xmlns:a="http://schemas.openxmlformats.org/drawingml/2006/main">
              <a:ext uri="{FF2B5EF4-FFF2-40B4-BE49-F238E27FC236}">
                <a16:creationId xmlns:a16="http://schemas.microsoft.com/office/drawing/2014/main" id="{378FE4C5-6677-4963-8F7F-FF3E9AB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02" y="2475919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path-418">
            <a:extLst xmlns:a="http://schemas.openxmlformats.org/drawingml/2006/main">
              <a:ext uri="{FF2B5EF4-FFF2-40B4-BE49-F238E27FC236}">
                <a16:creationId xmlns:a16="http://schemas.microsoft.com/office/drawing/2014/main" id="{6B0FC74B-AA2E-4246-948C-80920FE1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02" y="2475919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45" name="path-419">
            <a:extLst xmlns:a="http://schemas.openxmlformats.org/drawingml/2006/main">
              <a:ext uri="{FF2B5EF4-FFF2-40B4-BE49-F238E27FC236}">
                <a16:creationId xmlns:a16="http://schemas.microsoft.com/office/drawing/2014/main" id="{3ABB973D-6FD3-4B9D-A579-F51BE48E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02" y="3240098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path-420">
            <a:extLst xmlns:a="http://schemas.openxmlformats.org/drawingml/2006/main">
              <a:ext uri="{FF2B5EF4-FFF2-40B4-BE49-F238E27FC236}">
                <a16:creationId xmlns:a16="http://schemas.microsoft.com/office/drawing/2014/main" id="{6AE2B25A-6CD0-4E2F-82BF-75A6E2A0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02" y="3240098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47" name="path-421">
            <a:extLst xmlns:a="http://schemas.openxmlformats.org/drawingml/2006/main">
              <a:ext uri="{FF2B5EF4-FFF2-40B4-BE49-F238E27FC236}">
                <a16:creationId xmlns:a16="http://schemas.microsoft.com/office/drawing/2014/main" id="{E8ED99A6-3ADA-4183-B439-E45A9452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317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path-422">
            <a:extLst xmlns:a="http://schemas.openxmlformats.org/drawingml/2006/main">
              <a:ext uri="{FF2B5EF4-FFF2-40B4-BE49-F238E27FC236}">
                <a16:creationId xmlns:a16="http://schemas.microsoft.com/office/drawing/2014/main" id="{B54EAF9F-ADCE-464D-8D88-75D9FBA4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317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49" name="path-423">
            <a:extLst xmlns:a="http://schemas.openxmlformats.org/drawingml/2006/main">
              <a:ext uri="{FF2B5EF4-FFF2-40B4-BE49-F238E27FC236}">
                <a16:creationId xmlns:a16="http://schemas.microsoft.com/office/drawing/2014/main" id="{6F749B87-2895-4EA9-A76E-487C0BFF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317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path-424">
            <a:extLst xmlns:a="http://schemas.openxmlformats.org/drawingml/2006/main">
              <a:ext uri="{FF2B5EF4-FFF2-40B4-BE49-F238E27FC236}">
                <a16:creationId xmlns:a16="http://schemas.microsoft.com/office/drawing/2014/main" id="{6CF2C51D-F6E8-4D5C-9143-5EDF9B6C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317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51" name="path-425">
            <a:extLst xmlns:a="http://schemas.openxmlformats.org/drawingml/2006/main">
              <a:ext uri="{FF2B5EF4-FFF2-40B4-BE49-F238E27FC236}">
                <a16:creationId xmlns:a16="http://schemas.microsoft.com/office/drawing/2014/main" id="{19396C6C-D8E3-4797-B17F-4D3C830C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924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" name="path-426">
            <a:extLst xmlns:a="http://schemas.openxmlformats.org/drawingml/2006/main">
              <a:ext uri="{FF2B5EF4-FFF2-40B4-BE49-F238E27FC236}">
                <a16:creationId xmlns:a16="http://schemas.microsoft.com/office/drawing/2014/main" id="{BC7AE84D-E157-445F-A9FA-2FBDC460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924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53" name="path-427">
            <a:extLst xmlns:a="http://schemas.openxmlformats.org/drawingml/2006/main">
              <a:ext uri="{FF2B5EF4-FFF2-40B4-BE49-F238E27FC236}">
                <a16:creationId xmlns:a16="http://schemas.microsoft.com/office/drawing/2014/main" id="{4A097D41-DC77-4A21-92DB-863C40F8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924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path-428">
            <a:extLst xmlns:a="http://schemas.openxmlformats.org/drawingml/2006/main">
              <a:ext uri="{FF2B5EF4-FFF2-40B4-BE49-F238E27FC236}">
                <a16:creationId xmlns:a16="http://schemas.microsoft.com/office/drawing/2014/main" id="{AA011CB7-88DB-4299-97FD-A0ED97F9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924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55" name="path-429">
            <a:extLst xmlns:a="http://schemas.openxmlformats.org/drawingml/2006/main">
              <a:ext uri="{FF2B5EF4-FFF2-40B4-BE49-F238E27FC236}">
                <a16:creationId xmlns:a16="http://schemas.microsoft.com/office/drawing/2014/main" id="{1FD8365F-629F-42F2-9A0E-6557E485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438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" name="path-430">
            <a:extLst xmlns:a="http://schemas.openxmlformats.org/drawingml/2006/main">
              <a:ext uri="{FF2B5EF4-FFF2-40B4-BE49-F238E27FC236}">
                <a16:creationId xmlns:a16="http://schemas.microsoft.com/office/drawing/2014/main" id="{8FE2CACE-A7F4-49D5-B6F2-29264054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438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57" name="path-431">
            <a:extLst xmlns:a="http://schemas.openxmlformats.org/drawingml/2006/main">
              <a:ext uri="{FF2B5EF4-FFF2-40B4-BE49-F238E27FC236}">
                <a16:creationId xmlns:a16="http://schemas.microsoft.com/office/drawing/2014/main" id="{A27E1986-C690-4715-B623-78A01FD6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438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path-432">
            <a:extLst xmlns:a="http://schemas.openxmlformats.org/drawingml/2006/main">
              <a:ext uri="{FF2B5EF4-FFF2-40B4-BE49-F238E27FC236}">
                <a16:creationId xmlns:a16="http://schemas.microsoft.com/office/drawing/2014/main" id="{4FCC3A09-8DD0-4498-9184-86BC6B0C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438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59" name="path-433">
            <a:extLst xmlns:a="http://schemas.openxmlformats.org/drawingml/2006/main">
              <a:ext uri="{FF2B5EF4-FFF2-40B4-BE49-F238E27FC236}">
                <a16:creationId xmlns:a16="http://schemas.microsoft.com/office/drawing/2014/main" id="{EF336A64-92A4-4A58-ABC5-9B2CCC39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045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" name="path-434">
            <a:extLst xmlns:a="http://schemas.openxmlformats.org/drawingml/2006/main">
              <a:ext uri="{FF2B5EF4-FFF2-40B4-BE49-F238E27FC236}">
                <a16:creationId xmlns:a16="http://schemas.microsoft.com/office/drawing/2014/main" id="{7392E77E-EF41-4F36-B9C1-9AF9F54E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045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61" name="path-435">
            <a:extLst xmlns:a="http://schemas.openxmlformats.org/drawingml/2006/main">
              <a:ext uri="{FF2B5EF4-FFF2-40B4-BE49-F238E27FC236}">
                <a16:creationId xmlns:a16="http://schemas.microsoft.com/office/drawing/2014/main" id="{7BF882B7-4E88-4CED-9452-C96A8E95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045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path-436">
            <a:extLst xmlns:a="http://schemas.openxmlformats.org/drawingml/2006/main">
              <a:ext uri="{FF2B5EF4-FFF2-40B4-BE49-F238E27FC236}">
                <a16:creationId xmlns:a16="http://schemas.microsoft.com/office/drawing/2014/main" id="{693EE888-02CC-4532-897A-FFF2E257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045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63" name="path-437">
            <a:extLst xmlns:a="http://schemas.openxmlformats.org/drawingml/2006/main">
              <a:ext uri="{FF2B5EF4-FFF2-40B4-BE49-F238E27FC236}">
                <a16:creationId xmlns:a16="http://schemas.microsoft.com/office/drawing/2014/main" id="{59C3ADEB-7FA3-44B5-846B-EC9E295E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559" y="2475919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path-438">
            <a:extLst xmlns:a="http://schemas.openxmlformats.org/drawingml/2006/main">
              <a:ext uri="{FF2B5EF4-FFF2-40B4-BE49-F238E27FC236}">
                <a16:creationId xmlns:a16="http://schemas.microsoft.com/office/drawing/2014/main" id="{7270DA92-A1DA-4CD7-8579-3E13950A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559" y="2475919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65" name="path-439">
            <a:extLst xmlns:a="http://schemas.openxmlformats.org/drawingml/2006/main">
              <a:ext uri="{FF2B5EF4-FFF2-40B4-BE49-F238E27FC236}">
                <a16:creationId xmlns:a16="http://schemas.microsoft.com/office/drawing/2014/main" id="{C97939F6-26E8-4E8D-94CE-464C0145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559" y="3240098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" name="path-440">
            <a:extLst xmlns:a="http://schemas.openxmlformats.org/drawingml/2006/main">
              <a:ext uri="{FF2B5EF4-FFF2-40B4-BE49-F238E27FC236}">
                <a16:creationId xmlns:a16="http://schemas.microsoft.com/office/drawing/2014/main" id="{8C9CABB1-CB16-4534-A0BC-37B03CAE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559" y="3240098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67" name="path-441">
            <a:extLst xmlns:a="http://schemas.openxmlformats.org/drawingml/2006/main">
              <a:ext uri="{FF2B5EF4-FFF2-40B4-BE49-F238E27FC236}">
                <a16:creationId xmlns:a16="http://schemas.microsoft.com/office/drawing/2014/main" id="{FE753DE8-8F83-487E-8E1B-AD2AC49C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166" y="2475919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" name="path-442">
            <a:extLst xmlns:a="http://schemas.openxmlformats.org/drawingml/2006/main">
              <a:ext uri="{FF2B5EF4-FFF2-40B4-BE49-F238E27FC236}">
                <a16:creationId xmlns:a16="http://schemas.microsoft.com/office/drawing/2014/main" id="{98637DC8-35AB-4F15-ADE4-E1176A0D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166" y="2475919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69" name="path-443">
            <a:extLst xmlns:a="http://schemas.openxmlformats.org/drawingml/2006/main">
              <a:ext uri="{FF2B5EF4-FFF2-40B4-BE49-F238E27FC236}">
                <a16:creationId xmlns:a16="http://schemas.microsoft.com/office/drawing/2014/main" id="{152EB416-3DC6-4FDF-B289-EEDA1FD6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166" y="3240098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" name="path-444">
            <a:extLst xmlns:a="http://schemas.openxmlformats.org/drawingml/2006/main">
              <a:ext uri="{FF2B5EF4-FFF2-40B4-BE49-F238E27FC236}">
                <a16:creationId xmlns:a16="http://schemas.microsoft.com/office/drawing/2014/main" id="{000D94C8-3613-41A0-9241-C9CA1F84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166" y="3240098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71" name="path-445">
            <a:extLst xmlns:a="http://schemas.openxmlformats.org/drawingml/2006/main">
              <a:ext uri="{FF2B5EF4-FFF2-40B4-BE49-F238E27FC236}">
                <a16:creationId xmlns:a16="http://schemas.microsoft.com/office/drawing/2014/main" id="{59B1848D-42D6-425B-A67B-1FABC136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680" y="2475919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" name="path-446">
            <a:extLst xmlns:a="http://schemas.openxmlformats.org/drawingml/2006/main">
              <a:ext uri="{FF2B5EF4-FFF2-40B4-BE49-F238E27FC236}">
                <a16:creationId xmlns:a16="http://schemas.microsoft.com/office/drawing/2014/main" id="{4D36314D-B6F3-44DB-8C86-80509266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680" y="2475919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73" name="path-447">
            <a:extLst xmlns:a="http://schemas.openxmlformats.org/drawingml/2006/main">
              <a:ext uri="{FF2B5EF4-FFF2-40B4-BE49-F238E27FC236}">
                <a16:creationId xmlns:a16="http://schemas.microsoft.com/office/drawing/2014/main" id="{0C2BA9CF-B79D-483E-A1A5-8286B3C8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680" y="3240098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" name="path-448">
            <a:extLst xmlns:a="http://schemas.openxmlformats.org/drawingml/2006/main">
              <a:ext uri="{FF2B5EF4-FFF2-40B4-BE49-F238E27FC236}">
                <a16:creationId xmlns:a16="http://schemas.microsoft.com/office/drawing/2014/main" id="{A4B7F255-29E8-4558-B2B4-B55BFD5F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680" y="3240098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475" name="text-449 …">
            <a:extLst xmlns:a="http://schemas.openxmlformats.org/drawingml/2006/main">
              <a:ext uri="{FF2B5EF4-FFF2-40B4-BE49-F238E27FC236}">
                <a16:creationId xmlns:a16="http://schemas.microsoft.com/office/drawing/2014/main" id="{1AEBE98F-0089-43B8-9DE9-8B38998C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4627" y="2704867"/>
            <a:ext cx="213590" cy="349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6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6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1966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…</a:t>
            </a:r>
          </a:p>
        </p:txBody>
      </p:sp>
      <p:sp>
        <p:nvSpPr>
          <p:cNvPr id="476" name="text-450 Unlabeled">
            <a:extLst xmlns:a="http://schemas.openxmlformats.org/drawingml/2006/main">
              <a:ext uri="{FF2B5EF4-FFF2-40B4-BE49-F238E27FC236}">
                <a16:creationId xmlns:a16="http://schemas.microsoft.com/office/drawing/2014/main" id="{ADFB231C-A32E-4E67-A6CA-8E68D6B2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7780" y="3449673"/>
            <a:ext cx="903468" cy="261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70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Unlabeled</a:t>
            </a:r>
          </a:p>
        </p:txBody>
      </p:sp>
      <p:sp>
        <p:nvSpPr>
          <p:cNvPr id="477" name="text-450 vi">
            <a:extLst xmlns:a="http://schemas.openxmlformats.org/drawingml/2006/main">
              <a:ext uri="{FF2B5EF4-FFF2-40B4-BE49-F238E27FC236}">
                <a16:creationId xmlns:a16="http://schemas.microsoft.com/office/drawing/2014/main" id="{8483CB5D-041D-4E95-8587-873A3443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4984" y="3447533"/>
            <a:ext cx="178653" cy="264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8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vi</a:t>
            </a:r>
          </a:p>
        </p:txBody>
      </p:sp>
      <p:sp>
        <p:nvSpPr>
          <p:cNvPr id="478" name="text-451 deo">
            <a:extLst xmlns:a="http://schemas.openxmlformats.org/drawingml/2006/main">
              <a:ext uri="{FF2B5EF4-FFF2-40B4-BE49-F238E27FC236}">
                <a16:creationId xmlns:a16="http://schemas.microsoft.com/office/drawing/2014/main" id="{0050163F-7DA7-4A83-9DD9-39DDEADD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0183" y="3449047"/>
            <a:ext cx="346715" cy="262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7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deo</a:t>
            </a:r>
          </a:p>
        </p:txBody>
      </p:sp>
      <p:sp>
        <p:nvSpPr>
          <p:cNvPr id="479" name="text-452 Questioner">
            <a:extLst xmlns:a="http://schemas.openxmlformats.org/drawingml/2006/main">
              <a:ext uri="{FF2B5EF4-FFF2-40B4-BE49-F238E27FC236}">
                <a16:creationId xmlns:a16="http://schemas.microsoft.com/office/drawing/2014/main" id="{6BF8A714-BA59-4A24-BE3F-7DC3BC05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1214" y="4247524"/>
            <a:ext cx="1102209" cy="282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58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Questioner</a:t>
            </a:r>
          </a:p>
        </p:txBody>
      </p:sp>
      <p:sp>
        <p:nvSpPr>
          <p:cNvPr id="480" name="text-453 Solver">
            <a:extLst xmlns:a="http://schemas.openxmlformats.org/drawingml/2006/main">
              <a:ext uri="{FF2B5EF4-FFF2-40B4-BE49-F238E27FC236}">
                <a16:creationId xmlns:a16="http://schemas.microsoft.com/office/drawing/2014/main" id="{68B06D34-2954-4D4E-A54E-362C7B32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8043" y="4265338"/>
            <a:ext cx="643521" cy="281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58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481" name="path-454">
            <a:extLst xmlns:a="http://schemas.openxmlformats.org/drawingml/2006/main">
              <a:ext uri="{FF2B5EF4-FFF2-40B4-BE49-F238E27FC236}">
                <a16:creationId xmlns:a16="http://schemas.microsoft.com/office/drawing/2014/main" id="{64C4B9B8-5DAB-406A-959A-9218837A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474" y="4544306"/>
            <a:ext cx="1181603" cy="973069"/>
          </a:xfrm>
          <a:custGeom xmlns:a="http://schemas.openxmlformats.org/drawingml/2006/main">
            <a:pathLst>
              <a:path w="1181603" h="973069">
                <a:moveTo>
                  <a:pt x="0" y="106390"/>
                </a:moveTo>
                <a:cubicBezTo>
                  <a:pt x="0" y="47607"/>
                  <a:pt x="47606" y="0"/>
                  <a:pt x="106389" y="0"/>
                </a:cubicBezTo>
                <a:lnTo>
                  <a:pt x="1075214" y="0"/>
                </a:lnTo>
                <a:cubicBezTo>
                  <a:pt x="1133997" y="0"/>
                  <a:pt x="1181603" y="47607"/>
                  <a:pt x="1181603" y="106390"/>
                </a:cubicBezTo>
                <a:lnTo>
                  <a:pt x="1181603" y="866679"/>
                </a:lnTo>
                <a:cubicBezTo>
                  <a:pt x="1181603" y="925462"/>
                  <a:pt x="1133997" y="973069"/>
                  <a:pt x="1075214" y="973069"/>
                </a:cubicBezTo>
                <a:lnTo>
                  <a:pt x="106389" y="973069"/>
                </a:lnTo>
                <a:cubicBezTo>
                  <a:pt x="47606" y="973069"/>
                  <a:pt x="0" y="925462"/>
                  <a:pt x="0" y="866679"/>
                </a:cubicBezTo>
                <a:lnTo>
                  <a:pt x="0" y="10639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" name="path-455">
            <a:extLst xmlns:a="http://schemas.openxmlformats.org/drawingml/2006/main">
              <a:ext uri="{FF2B5EF4-FFF2-40B4-BE49-F238E27FC236}">
                <a16:creationId xmlns:a16="http://schemas.microsoft.com/office/drawing/2014/main" id="{F5F855CF-3B57-492B-B5ED-AE5A2E01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474" y="4544306"/>
            <a:ext cx="1181603" cy="973069"/>
          </a:xfrm>
          <a:custGeom xmlns:a="http://schemas.openxmlformats.org/drawingml/2006/main">
            <a:pathLst>
              <a:path w="1181603" h="973069">
                <a:moveTo>
                  <a:pt x="0" y="106390"/>
                </a:moveTo>
                <a:cubicBezTo>
                  <a:pt x="0" y="47607"/>
                  <a:pt x="47606" y="0"/>
                  <a:pt x="106389" y="0"/>
                </a:cubicBezTo>
                <a:lnTo>
                  <a:pt x="1075214" y="0"/>
                </a:lnTo>
                <a:cubicBezTo>
                  <a:pt x="1133997" y="0"/>
                  <a:pt x="1181603" y="47607"/>
                  <a:pt x="1181603" y="106390"/>
                </a:cubicBezTo>
                <a:lnTo>
                  <a:pt x="1181603" y="866679"/>
                </a:lnTo>
                <a:cubicBezTo>
                  <a:pt x="1181603" y="925462"/>
                  <a:pt x="1133997" y="973069"/>
                  <a:pt x="1075214" y="973069"/>
                </a:cubicBezTo>
                <a:lnTo>
                  <a:pt x="106389" y="973069"/>
                </a:lnTo>
                <a:cubicBezTo>
                  <a:pt x="47606" y="973069"/>
                  <a:pt x="0" y="925462"/>
                  <a:pt x="0" y="866679"/>
                </a:cubicBezTo>
                <a:lnTo>
                  <a:pt x="0" y="106390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483" name="text-456 Q:">
            <a:extLst xmlns:a="http://schemas.openxmlformats.org/drawingml/2006/main">
              <a:ext uri="{FF2B5EF4-FFF2-40B4-BE49-F238E27FC236}">
                <a16:creationId xmlns:a16="http://schemas.microsoft.com/office/drawing/2014/main" id="{47CC9003-8D14-47C4-9EF3-2B0EFDDD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9679" y="4571790"/>
            <a:ext cx="234362" cy="220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8" b="1" i="0">
                <a:solidFill>
                  <a:srgbClr val="2E73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2E73C5"/>
                </a:solidFill>
                <a:latin typeface="Comic Sans MS"/>
                <a:ea typeface="Comic Sans MS"/>
                <a:cs typeface="Comic Sans MS"/>
              </a:defRPr>
            </a:pPr>
            <a:r>
              <a:rPr sz="1238" b="1" i="0">
                <a:solidFill>
                  <a:srgbClr val="2E73C5"/>
                </a:solidFill>
                <a:latin typeface="Comic Sans MS"/>
                <a:ea typeface="Comic Sans MS"/>
                <a:cs typeface="Comic Sans MS"/>
              </a:rPr>
              <a:t>Q:</a:t>
            </a:r>
          </a:p>
        </p:txBody>
      </p:sp>
      <p:sp>
        <p:nvSpPr>
          <p:cNvPr id="484" name="text-457 Is">
            <a:extLst xmlns:a="http://schemas.openxmlformats.org/drawingml/2006/main">
              <a:ext uri="{FF2B5EF4-FFF2-40B4-BE49-F238E27FC236}">
                <a16:creationId xmlns:a16="http://schemas.microsoft.com/office/drawing/2014/main" id="{0B02DC65-5359-4CCB-81A6-7C5DABA2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0161" y="4571018"/>
            <a:ext cx="191700" cy="221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485" name="text-457 Lucas">
            <a:extLst xmlns:a="http://schemas.openxmlformats.org/drawingml/2006/main">
              <a:ext uri="{FF2B5EF4-FFF2-40B4-BE49-F238E27FC236}">
                <a16:creationId xmlns:a16="http://schemas.microsoft.com/office/drawing/2014/main" id="{63ECF9AD-05D1-40F2-A058-0D7C9E9A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8963" y="4573088"/>
            <a:ext cx="430952" cy="218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Lucas</a:t>
            </a:r>
          </a:p>
        </p:txBody>
      </p:sp>
      <p:sp>
        <p:nvSpPr>
          <p:cNvPr id="486" name="text-458 skilled">
            <a:extLst xmlns:a="http://schemas.openxmlformats.org/drawingml/2006/main">
              <a:ext uri="{FF2B5EF4-FFF2-40B4-BE49-F238E27FC236}">
                <a16:creationId xmlns:a16="http://schemas.microsoft.com/office/drawing/2014/main" id="{63FAAF85-8E9B-4F5C-BA4B-E79B9FFC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7863" y="4762543"/>
            <a:ext cx="492413" cy="217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skilled</a:t>
            </a:r>
          </a:p>
        </p:txBody>
      </p:sp>
      <p:sp>
        <p:nvSpPr>
          <p:cNvPr id="487" name="text-460 at">
            <a:extLst xmlns:a="http://schemas.openxmlformats.org/drawingml/2006/main">
              <a:ext uri="{FF2B5EF4-FFF2-40B4-BE49-F238E27FC236}">
                <a16:creationId xmlns:a16="http://schemas.microsoft.com/office/drawing/2014/main" id="{98FEDD48-3320-4FC0-8D1E-5F79EB9F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084" y="4759111"/>
            <a:ext cx="184615" cy="222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5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at</a:t>
            </a:r>
          </a:p>
        </p:txBody>
      </p:sp>
      <p:sp>
        <p:nvSpPr>
          <p:cNvPr id="488" name="text-461 cooking">
            <a:extLst xmlns:a="http://schemas.openxmlformats.org/drawingml/2006/main">
              <a:ext uri="{FF2B5EF4-FFF2-40B4-BE49-F238E27FC236}">
                <a16:creationId xmlns:a16="http://schemas.microsoft.com/office/drawing/2014/main" id="{6621732F-5653-49B2-9927-73B651F5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517" y="4945182"/>
            <a:ext cx="565334" cy="218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cooking</a:t>
            </a:r>
          </a:p>
        </p:txBody>
      </p:sp>
      <p:sp>
        <p:nvSpPr>
          <p:cNvPr id="489" name="text-462 throughout">
            <a:extLst xmlns:a="http://schemas.openxmlformats.org/drawingml/2006/main">
              <a:ext uri="{FF2B5EF4-FFF2-40B4-BE49-F238E27FC236}">
                <a16:creationId xmlns:a16="http://schemas.microsoft.com/office/drawing/2014/main" id="{E0C1799C-EA89-473F-A9B7-D6DED092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4083" y="5133671"/>
            <a:ext cx="841251" cy="218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throughout</a:t>
            </a:r>
          </a:p>
        </p:txBody>
      </p:sp>
      <p:sp>
        <p:nvSpPr>
          <p:cNvPr id="490" name="text-463 the">
            <a:extLst xmlns:a="http://schemas.openxmlformats.org/drawingml/2006/main">
              <a:ext uri="{FF2B5EF4-FFF2-40B4-BE49-F238E27FC236}">
                <a16:creationId xmlns:a16="http://schemas.microsoft.com/office/drawing/2014/main" id="{6498F4CA-6135-4307-9A92-57E9EC34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2732" y="5322176"/>
            <a:ext cx="277875" cy="219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491" name="text-463 video?">
            <a:extLst xmlns:a="http://schemas.openxmlformats.org/drawingml/2006/main">
              <a:ext uri="{FF2B5EF4-FFF2-40B4-BE49-F238E27FC236}">
                <a16:creationId xmlns:a16="http://schemas.microsoft.com/office/drawing/2014/main" id="{B0D28483-C1E0-467E-8849-ADAC8A53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8468" y="5322616"/>
            <a:ext cx="488506" cy="218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video?</a:t>
            </a:r>
          </a:p>
        </p:txBody>
      </p:sp>
      <p:sp>
        <p:nvSpPr>
          <p:cNvPr id="492" name="path-464">
            <a:extLst xmlns:a="http://schemas.openxmlformats.org/drawingml/2006/main">
              <a:ext uri="{FF2B5EF4-FFF2-40B4-BE49-F238E27FC236}">
                <a16:creationId xmlns:a16="http://schemas.microsoft.com/office/drawing/2014/main" id="{A0ADA1A9-8B05-45DE-AB45-F3E17A3E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401" y="4518841"/>
            <a:ext cx="1156137" cy="988347"/>
          </a:xfrm>
          <a:custGeom xmlns:a="http://schemas.openxmlformats.org/drawingml/2006/main">
            <a:pathLst>
              <a:path w="1156137" h="988347">
                <a:moveTo>
                  <a:pt x="0" y="112685"/>
                </a:moveTo>
                <a:cubicBezTo>
                  <a:pt x="0" y="50436"/>
                  <a:pt x="50436" y="0"/>
                  <a:pt x="112685" y="0"/>
                </a:cubicBezTo>
                <a:lnTo>
                  <a:pt x="1043452" y="0"/>
                </a:lnTo>
                <a:cubicBezTo>
                  <a:pt x="1105702" y="0"/>
                  <a:pt x="1156137" y="50436"/>
                  <a:pt x="1156137" y="112685"/>
                </a:cubicBezTo>
                <a:lnTo>
                  <a:pt x="1156137" y="875662"/>
                </a:lnTo>
                <a:cubicBezTo>
                  <a:pt x="1156137" y="937911"/>
                  <a:pt x="1105702" y="988347"/>
                  <a:pt x="1043452" y="988347"/>
                </a:cubicBezTo>
                <a:lnTo>
                  <a:pt x="112685" y="988347"/>
                </a:lnTo>
                <a:cubicBezTo>
                  <a:pt x="50436" y="988347"/>
                  <a:pt x="0" y="937911"/>
                  <a:pt x="0" y="875662"/>
                </a:cubicBezTo>
                <a:lnTo>
                  <a:pt x="0" y="112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" name="path-465">
            <a:extLst xmlns:a="http://schemas.openxmlformats.org/drawingml/2006/main">
              <a:ext uri="{FF2B5EF4-FFF2-40B4-BE49-F238E27FC236}">
                <a16:creationId xmlns:a16="http://schemas.microsoft.com/office/drawing/2014/main" id="{944C45A6-8E79-44EE-92EE-D0F6275A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401" y="4518841"/>
            <a:ext cx="1156137" cy="988347"/>
          </a:xfrm>
          <a:custGeom xmlns:a="http://schemas.openxmlformats.org/drawingml/2006/main">
            <a:pathLst>
              <a:path w="1156137" h="988347">
                <a:moveTo>
                  <a:pt x="0" y="112685"/>
                </a:moveTo>
                <a:cubicBezTo>
                  <a:pt x="0" y="50436"/>
                  <a:pt x="50436" y="0"/>
                  <a:pt x="112685" y="0"/>
                </a:cubicBezTo>
                <a:lnTo>
                  <a:pt x="1043452" y="0"/>
                </a:lnTo>
                <a:cubicBezTo>
                  <a:pt x="1105702" y="0"/>
                  <a:pt x="1156137" y="50436"/>
                  <a:pt x="1156137" y="112685"/>
                </a:cubicBezTo>
                <a:lnTo>
                  <a:pt x="1156137" y="875662"/>
                </a:lnTo>
                <a:cubicBezTo>
                  <a:pt x="1156137" y="937911"/>
                  <a:pt x="1105702" y="988347"/>
                  <a:pt x="1043452" y="988347"/>
                </a:cubicBezTo>
                <a:lnTo>
                  <a:pt x="112685" y="988347"/>
                </a:lnTo>
                <a:cubicBezTo>
                  <a:pt x="50436" y="988347"/>
                  <a:pt x="0" y="937911"/>
                  <a:pt x="0" y="875662"/>
                </a:cubicBezTo>
                <a:lnTo>
                  <a:pt x="0" y="112685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494" name="text-466 A:">
            <a:extLst xmlns:a="http://schemas.openxmlformats.org/drawingml/2006/main">
              <a:ext uri="{FF2B5EF4-FFF2-40B4-BE49-F238E27FC236}">
                <a16:creationId xmlns:a16="http://schemas.microsoft.com/office/drawing/2014/main" id="{55C85471-EEE8-4651-A526-D947EE5C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6795" y="4520283"/>
            <a:ext cx="208490" cy="217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1" b="1" i="0">
                <a:solidFill>
                  <a:srgbClr val="2E73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1" b="1" i="0">
                <a:solidFill>
                  <a:srgbClr val="2E73C5"/>
                </a:solidFill>
                <a:latin typeface="Comic Sans MS"/>
                <a:ea typeface="Comic Sans MS"/>
                <a:cs typeface="Comic Sans MS"/>
              </a:defRPr>
            </a:pPr>
            <a:r>
              <a:rPr sz="1221" b="1" i="0">
                <a:solidFill>
                  <a:srgbClr val="2E73C5"/>
                </a:solidFill>
                <a:latin typeface="Comic Sans MS"/>
                <a:ea typeface="Comic Sans MS"/>
                <a:cs typeface="Comic Sans MS"/>
              </a:rPr>
              <a:t>A:</a:t>
            </a:r>
          </a:p>
        </p:txBody>
      </p:sp>
      <p:sp>
        <p:nvSpPr>
          <p:cNvPr id="495" name="text-467 No.">
            <a:extLst xmlns:a="http://schemas.openxmlformats.org/drawingml/2006/main">
              <a:ext uri="{FF2B5EF4-FFF2-40B4-BE49-F238E27FC236}">
                <a16:creationId xmlns:a16="http://schemas.microsoft.com/office/drawing/2014/main" id="{29712387-DD0D-40B3-B9F1-432C7744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4924" y="4520425"/>
            <a:ext cx="271300" cy="216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No.</a:t>
            </a:r>
          </a:p>
        </p:txBody>
      </p:sp>
      <p:sp>
        <p:nvSpPr>
          <p:cNvPr id="496" name="text-467 His">
            <a:extLst xmlns:a="http://schemas.openxmlformats.org/drawingml/2006/main">
              <a:ext uri="{FF2B5EF4-FFF2-40B4-BE49-F238E27FC236}">
                <a16:creationId xmlns:a16="http://schemas.microsoft.com/office/drawing/2014/main" id="{9E5D2C8E-CC4A-426C-90DB-12C6BBB8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445" y="4519002"/>
            <a:ext cx="268048" cy="218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His</a:t>
            </a:r>
          </a:p>
        </p:txBody>
      </p:sp>
      <p:sp>
        <p:nvSpPr>
          <p:cNvPr id="497" name="text-468 performance">
            <a:extLst xmlns:a="http://schemas.openxmlformats.org/drawingml/2006/main">
              <a:ext uri="{FF2B5EF4-FFF2-40B4-BE49-F238E27FC236}">
                <a16:creationId xmlns:a16="http://schemas.microsoft.com/office/drawing/2014/main" id="{2F5E2A2B-BB2D-4086-B452-FAE01B99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3183" y="4708321"/>
            <a:ext cx="954243" cy="2179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6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6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6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performance</a:t>
            </a:r>
          </a:p>
        </p:txBody>
      </p:sp>
      <p:sp>
        <p:nvSpPr>
          <p:cNvPr id="498" name="text-469 indicates">
            <a:extLst xmlns:a="http://schemas.openxmlformats.org/drawingml/2006/main">
              <a:ext uri="{FF2B5EF4-FFF2-40B4-BE49-F238E27FC236}">
                <a16:creationId xmlns:a16="http://schemas.microsoft.com/office/drawing/2014/main" id="{04AA2BAE-782F-4577-8F5B-2F9980D6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9848" y="4892362"/>
            <a:ext cx="679745" cy="217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indicates</a:t>
            </a:r>
          </a:p>
        </p:txBody>
      </p:sp>
      <p:sp>
        <p:nvSpPr>
          <p:cNvPr id="499" name="text-470 limited">
            <a:extLst xmlns:a="http://schemas.openxmlformats.org/drawingml/2006/main">
              <a:ext uri="{FF2B5EF4-FFF2-40B4-BE49-F238E27FC236}">
                <a16:creationId xmlns:a16="http://schemas.microsoft.com/office/drawing/2014/main" id="{A52FA5E6-F605-4168-8200-17A6AD31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5371" y="5080707"/>
            <a:ext cx="527992" cy="217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limited</a:t>
            </a:r>
          </a:p>
        </p:txBody>
      </p:sp>
      <p:sp>
        <p:nvSpPr>
          <p:cNvPr id="500" name="text-470 cooking">
            <a:extLst xmlns:a="http://schemas.openxmlformats.org/drawingml/2006/main">
              <a:ext uri="{FF2B5EF4-FFF2-40B4-BE49-F238E27FC236}">
                <a16:creationId xmlns:a16="http://schemas.microsoft.com/office/drawing/2014/main" id="{480826C7-41FF-408B-9B63-3920F6EC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0058" y="5079939"/>
            <a:ext cx="565332" cy="218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cooking</a:t>
            </a:r>
          </a:p>
        </p:txBody>
      </p:sp>
      <p:sp>
        <p:nvSpPr>
          <p:cNvPr id="501" name="text-471 skill.">
            <a:extLst xmlns:a="http://schemas.openxmlformats.org/drawingml/2006/main">
              <a:ext uri="{FF2B5EF4-FFF2-40B4-BE49-F238E27FC236}">
                <a16:creationId xmlns:a16="http://schemas.microsoft.com/office/drawing/2014/main" id="{F174A725-835D-4FD5-AD50-F7C18391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2615" y="5268335"/>
            <a:ext cx="357593" cy="219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skill.</a:t>
            </a:r>
          </a:p>
        </p:txBody>
      </p:sp>
      <p:sp>
        <p:nvSpPr>
          <p:cNvPr id="502" name="text-472 Question">
            <a:extLst xmlns:a="http://schemas.openxmlformats.org/drawingml/2006/main">
              <a:ext uri="{FF2B5EF4-FFF2-40B4-BE49-F238E27FC236}">
                <a16:creationId xmlns:a16="http://schemas.microsoft.com/office/drawing/2014/main" id="{E8B8F4CC-574A-49AE-B500-8AA68A62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325" y="4501209"/>
            <a:ext cx="682579" cy="216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pPr>
            <a:r>
              <a:rPr sz="121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503" name="text-473 Answer">
            <a:extLst xmlns:a="http://schemas.openxmlformats.org/drawingml/2006/main">
              <a:ext uri="{FF2B5EF4-FFF2-40B4-BE49-F238E27FC236}">
                <a16:creationId xmlns:a16="http://schemas.microsoft.com/office/drawing/2014/main" id="{67048C0B-E50A-4D2C-AF6A-63A43F7C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1495" y="5298702"/>
            <a:ext cx="596336" cy="22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8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8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pPr>
            <a:r>
              <a:rPr sz="1288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504" name="text-474 Self">
            <a:extLst xmlns:a="http://schemas.openxmlformats.org/drawingml/2006/main">
              <a:ext uri="{FF2B5EF4-FFF2-40B4-BE49-F238E27FC236}">
                <a16:creationId xmlns:a16="http://schemas.microsoft.com/office/drawing/2014/main" id="{B70B30CB-676E-4730-BC30-4365FC17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7351" y="5655889"/>
            <a:ext cx="464593" cy="293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2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2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pPr>
            <a:r>
              <a:rPr sz="1652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rPr>
              <a:t>Self</a:t>
            </a:r>
          </a:p>
        </p:txBody>
      </p:sp>
      <p:sp>
        <p:nvSpPr>
          <p:cNvPr id="505" name="text-475 -">
            <a:extLst xmlns:a="http://schemas.openxmlformats.org/drawingml/2006/main">
              <a:ext uri="{FF2B5EF4-FFF2-40B4-BE49-F238E27FC236}">
                <a16:creationId xmlns:a16="http://schemas.microsoft.com/office/drawing/2014/main" id="{572D9CC4-1276-45DA-8494-4BCD599D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2838" y="5656658"/>
            <a:ext cx="165186" cy="29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pPr>
            <a:r>
              <a:rPr sz="164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06" name="text-476 play">
            <a:extLst xmlns:a="http://schemas.openxmlformats.org/drawingml/2006/main">
              <a:ext uri="{FF2B5EF4-FFF2-40B4-BE49-F238E27FC236}">
                <a16:creationId xmlns:a16="http://schemas.microsoft.com/office/drawing/2014/main" id="{25D4DAA2-E107-41DC-AA88-11768050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1086" y="5656660"/>
            <a:ext cx="438213" cy="292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pPr>
            <a:r>
              <a:rPr sz="164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rPr>
              <a:t>play</a:t>
            </a:r>
          </a:p>
        </p:txBody>
      </p:sp>
      <p:sp>
        <p:nvSpPr>
          <p:cNvPr id="507" name="text-476 +">
            <a:extLst xmlns:a="http://schemas.openxmlformats.org/drawingml/2006/main">
              <a:ext uri="{FF2B5EF4-FFF2-40B4-BE49-F238E27FC236}">
                <a16:creationId xmlns:a16="http://schemas.microsoft.com/office/drawing/2014/main" id="{997574DF-5B96-4068-9819-F6DBBBA9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4731" y="5656658"/>
            <a:ext cx="165186" cy="29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pPr>
            <a:r>
              <a:rPr sz="1646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508" name="text-476 RL">
            <a:extLst xmlns:a="http://schemas.openxmlformats.org/drawingml/2006/main">
              <a:ext uri="{FF2B5EF4-FFF2-40B4-BE49-F238E27FC236}">
                <a16:creationId xmlns:a16="http://schemas.microsoft.com/office/drawing/2014/main" id="{3922C081-F0B1-4C50-A848-52A6EDD4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3548" y="5657763"/>
            <a:ext cx="285040" cy="29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pPr>
            <a:r>
              <a:rPr sz="1637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rPr>
              <a:t>RL</a:t>
            </a:r>
          </a:p>
        </p:txBody>
      </p:sp>
      <p:sp>
        <p:nvSpPr>
          <p:cNvPr id="509" name="text-477 θ">
            <a:extLst xmlns:a="http://schemas.openxmlformats.org/drawingml/2006/main">
              <a:ext uri="{FF2B5EF4-FFF2-40B4-BE49-F238E27FC236}">
                <a16:creationId xmlns:a16="http://schemas.microsoft.com/office/drawing/2014/main" id="{E19C4CBE-A4A9-42B1-A43C-B5E3C3D9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3792" y="6191521"/>
            <a:ext cx="149240" cy="264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8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8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pPr>
            <a:r>
              <a:rPr sz="1488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rPr>
              <a:t>θ</a:t>
            </a:r>
          </a:p>
        </p:txBody>
      </p:sp>
      <p:sp>
        <p:nvSpPr>
          <p:cNvPr id="510" name="text-478 Q">
            <a:extLst xmlns:a="http://schemas.openxmlformats.org/drawingml/2006/main">
              <a:ext uri="{FF2B5EF4-FFF2-40B4-BE49-F238E27FC236}">
                <a16:creationId xmlns:a16="http://schemas.microsoft.com/office/drawing/2014/main" id="{7BB7A9C5-5ED6-4FCF-A142-F5718BF5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7211" y="6309232"/>
            <a:ext cx="113197" cy="150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pPr>
            <a:r>
              <a: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511" name="text-479 →">
            <a:extLst xmlns:a="http://schemas.openxmlformats.org/drawingml/2006/main">
              <a:ext uri="{FF2B5EF4-FFF2-40B4-BE49-F238E27FC236}">
                <a16:creationId xmlns:a16="http://schemas.microsoft.com/office/drawing/2014/main" id="{DA619D7F-2DD1-433F-ABC8-B6926E1E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2377" y="6187977"/>
            <a:ext cx="222579" cy="264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5" b="0" i="0">
                <a:solidFill>
                  <a:srgbClr val="48658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5" b="0" i="0">
                <a:solidFill>
                  <a:srgbClr val="48658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5" b="0" i="0">
                <a:solidFill>
                  <a:srgbClr val="48658E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512" name="text-480 θ′">
            <a:extLst xmlns:a="http://schemas.openxmlformats.org/drawingml/2006/main">
              <a:ext uri="{FF2B5EF4-FFF2-40B4-BE49-F238E27FC236}">
                <a16:creationId xmlns:a16="http://schemas.microsoft.com/office/drawing/2014/main" id="{F0B45927-EF7B-458C-8F02-5F77CEBA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7778" y="6195566"/>
            <a:ext cx="179344" cy="258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6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6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pPr>
            <a:r>
              <a:rPr sz="1456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rPr>
              <a:t>θ′</a:t>
            </a:r>
          </a:p>
        </p:txBody>
      </p:sp>
      <p:sp>
        <p:nvSpPr>
          <p:cNvPr id="513" name="text-481 Q">
            <a:extLst xmlns:a="http://schemas.openxmlformats.org/drawingml/2006/main">
              <a:ext uri="{FF2B5EF4-FFF2-40B4-BE49-F238E27FC236}">
                <a16:creationId xmlns:a16="http://schemas.microsoft.com/office/drawing/2014/main" id="{DAD9C19F-C82C-4597-BD22-5F00A57B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8430" y="6309232"/>
            <a:ext cx="113197" cy="150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pPr>
            <a:r>
              <a: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514" name="path-482">
            <a:extLst xmlns:a="http://schemas.openxmlformats.org/drawingml/2006/main">
              <a:ext uri="{FF2B5EF4-FFF2-40B4-BE49-F238E27FC236}">
                <a16:creationId xmlns:a16="http://schemas.microsoft.com/office/drawing/2014/main" id="{C98E8A99-BF7D-4895-ACF6-50CDF6B5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713" y="6569428"/>
            <a:ext cx="101863" cy="96798"/>
          </a:xfrm>
          <a:custGeom xmlns:a="http://schemas.openxmlformats.org/drawingml/2006/main">
            <a:pathLst>
              <a:path w="101863" h="96798">
                <a:moveTo>
                  <a:pt x="0" y="0"/>
                </a:moveTo>
                <a:lnTo>
                  <a:pt x="101863" y="0"/>
                </a:lnTo>
                <a:lnTo>
                  <a:pt x="101863" y="96798"/>
                </a:lnTo>
                <a:lnTo>
                  <a:pt x="0" y="96798"/>
                </a:lnTo>
                <a:close/>
              </a:path>
            </a:pathLst>
          </a:custGeom>
          <a:solidFill xmlns:a="http://schemas.openxmlformats.org/drawingml/2006/main">
            <a:srgbClr val="B2D6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" name="path-483">
            <a:extLst xmlns:a="http://schemas.openxmlformats.org/drawingml/2006/main">
              <a:ext uri="{FF2B5EF4-FFF2-40B4-BE49-F238E27FC236}">
                <a16:creationId xmlns:a16="http://schemas.microsoft.com/office/drawing/2014/main" id="{3A6140AC-D63D-4067-8662-F8F925EB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713" y="6569428"/>
            <a:ext cx="101863" cy="96798"/>
          </a:xfrm>
          <a:custGeom xmlns:a="http://schemas.openxmlformats.org/drawingml/2006/main">
            <a:pathLst>
              <a:path w="101863" h="96798">
                <a:moveTo>
                  <a:pt x="0" y="0"/>
                </a:moveTo>
                <a:lnTo>
                  <a:pt x="101863" y="0"/>
                </a:lnTo>
                <a:lnTo>
                  <a:pt x="101863" y="96798"/>
                </a:lnTo>
                <a:lnTo>
                  <a:pt x="0" y="967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16" name="path-484">
            <a:extLst xmlns:a="http://schemas.openxmlformats.org/drawingml/2006/main">
              <a:ext uri="{FF2B5EF4-FFF2-40B4-BE49-F238E27FC236}">
                <a16:creationId xmlns:a16="http://schemas.microsoft.com/office/drawing/2014/main" id="{40C57922-1863-47E9-B92B-14129B1F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855" y="6569428"/>
            <a:ext cx="96769" cy="96798"/>
          </a:xfrm>
          <a:custGeom xmlns:a="http://schemas.openxmlformats.org/drawingml/2006/main">
            <a:pathLst>
              <a:path w="96769" h="96798">
                <a:moveTo>
                  <a:pt x="0" y="0"/>
                </a:moveTo>
                <a:lnTo>
                  <a:pt x="96769" y="0"/>
                </a:lnTo>
                <a:lnTo>
                  <a:pt x="96769" y="96798"/>
                </a:lnTo>
                <a:lnTo>
                  <a:pt x="0" y="96798"/>
                </a:lnTo>
                <a:close/>
              </a:path>
            </a:pathLst>
          </a:custGeom>
          <a:solidFill xmlns:a="http://schemas.openxmlformats.org/drawingml/2006/main">
            <a:srgbClr val="B2D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" name="path-485">
            <a:extLst xmlns:a="http://schemas.openxmlformats.org/drawingml/2006/main">
              <a:ext uri="{FF2B5EF4-FFF2-40B4-BE49-F238E27FC236}">
                <a16:creationId xmlns:a16="http://schemas.microsoft.com/office/drawing/2014/main" id="{485E5309-BFE1-412C-9782-2D47B445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855" y="6569428"/>
            <a:ext cx="96769" cy="96798"/>
          </a:xfrm>
          <a:custGeom xmlns:a="http://schemas.openxmlformats.org/drawingml/2006/main">
            <a:pathLst>
              <a:path w="96769" h="96798">
                <a:moveTo>
                  <a:pt x="0" y="0"/>
                </a:moveTo>
                <a:lnTo>
                  <a:pt x="96769" y="0"/>
                </a:lnTo>
                <a:lnTo>
                  <a:pt x="96769" y="96798"/>
                </a:lnTo>
                <a:lnTo>
                  <a:pt x="0" y="967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18" name="path-486">
            <a:extLst xmlns:a="http://schemas.openxmlformats.org/drawingml/2006/main">
              <a:ext uri="{FF2B5EF4-FFF2-40B4-BE49-F238E27FC236}">
                <a16:creationId xmlns:a16="http://schemas.microsoft.com/office/drawing/2014/main" id="{3F69A6A4-9950-4B43-BB66-B27960F5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996" y="6569428"/>
            <a:ext cx="96769" cy="96798"/>
          </a:xfrm>
          <a:custGeom xmlns:a="http://schemas.openxmlformats.org/drawingml/2006/main">
            <a:pathLst>
              <a:path w="96769" h="96798">
                <a:moveTo>
                  <a:pt x="0" y="0"/>
                </a:moveTo>
                <a:lnTo>
                  <a:pt x="96769" y="0"/>
                </a:lnTo>
                <a:lnTo>
                  <a:pt x="96769" y="96798"/>
                </a:lnTo>
                <a:lnTo>
                  <a:pt x="0" y="96798"/>
                </a:lnTo>
                <a:close/>
              </a:path>
            </a:pathLst>
          </a:custGeom>
          <a:solidFill xmlns:a="http://schemas.openxmlformats.org/drawingml/2006/main">
            <a:srgbClr val="A9D0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" name="path-487">
            <a:extLst xmlns:a="http://schemas.openxmlformats.org/drawingml/2006/main">
              <a:ext uri="{FF2B5EF4-FFF2-40B4-BE49-F238E27FC236}">
                <a16:creationId xmlns:a16="http://schemas.microsoft.com/office/drawing/2014/main" id="{35ECF22B-9A27-4452-9558-47FBA18F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996" y="6569428"/>
            <a:ext cx="96769" cy="96798"/>
          </a:xfrm>
          <a:custGeom xmlns:a="http://schemas.openxmlformats.org/drawingml/2006/main">
            <a:pathLst>
              <a:path w="96769" h="96798">
                <a:moveTo>
                  <a:pt x="0" y="0"/>
                </a:moveTo>
                <a:lnTo>
                  <a:pt x="96769" y="0"/>
                </a:lnTo>
                <a:lnTo>
                  <a:pt x="96769" y="96798"/>
                </a:lnTo>
                <a:lnTo>
                  <a:pt x="0" y="967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20" name="path-488">
            <a:extLst xmlns:a="http://schemas.openxmlformats.org/drawingml/2006/main">
              <a:ext uri="{FF2B5EF4-FFF2-40B4-BE49-F238E27FC236}">
                <a16:creationId xmlns:a16="http://schemas.microsoft.com/office/drawing/2014/main" id="{0EC4F7A4-E7AD-4499-A378-F002E80A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45" y="6569428"/>
            <a:ext cx="101862" cy="96798"/>
          </a:xfrm>
          <a:custGeom xmlns:a="http://schemas.openxmlformats.org/drawingml/2006/main">
            <a:pathLst>
              <a:path w="101862" h="96798">
                <a:moveTo>
                  <a:pt x="0" y="0"/>
                </a:moveTo>
                <a:lnTo>
                  <a:pt x="101862" y="0"/>
                </a:lnTo>
                <a:lnTo>
                  <a:pt x="101862" y="96798"/>
                </a:lnTo>
                <a:lnTo>
                  <a:pt x="0" y="96798"/>
                </a:lnTo>
                <a:close/>
              </a:path>
            </a:pathLst>
          </a:custGeom>
          <a:solidFill xmlns:a="http://schemas.openxmlformats.org/drawingml/2006/main">
            <a:srgbClr val="16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" name="path-489">
            <a:extLst xmlns:a="http://schemas.openxmlformats.org/drawingml/2006/main">
              <a:ext uri="{FF2B5EF4-FFF2-40B4-BE49-F238E27FC236}">
                <a16:creationId xmlns:a16="http://schemas.microsoft.com/office/drawing/2014/main" id="{E64E258F-68B9-4765-BE37-80735949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45" y="6569428"/>
            <a:ext cx="101862" cy="96798"/>
          </a:xfrm>
          <a:custGeom xmlns:a="http://schemas.openxmlformats.org/drawingml/2006/main">
            <a:pathLst>
              <a:path w="101862" h="96798">
                <a:moveTo>
                  <a:pt x="0" y="0"/>
                </a:moveTo>
                <a:lnTo>
                  <a:pt x="101862" y="0"/>
                </a:lnTo>
                <a:lnTo>
                  <a:pt x="101862" y="96798"/>
                </a:lnTo>
                <a:lnTo>
                  <a:pt x="0" y="967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22" name="path-490">
            <a:extLst xmlns:a="http://schemas.openxmlformats.org/drawingml/2006/main">
              <a:ext uri="{FF2B5EF4-FFF2-40B4-BE49-F238E27FC236}">
                <a16:creationId xmlns:a16="http://schemas.microsoft.com/office/drawing/2014/main" id="{4BA8E84E-487D-4ABE-927F-82AA4225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713" y="6686570"/>
            <a:ext cx="101863" cy="96798"/>
          </a:xfrm>
          <a:custGeom xmlns:a="http://schemas.openxmlformats.org/drawingml/2006/main">
            <a:pathLst>
              <a:path w="101863" h="96798">
                <a:moveTo>
                  <a:pt x="0" y="0"/>
                </a:moveTo>
                <a:lnTo>
                  <a:pt x="101863" y="0"/>
                </a:lnTo>
                <a:lnTo>
                  <a:pt x="101863" y="96798"/>
                </a:lnTo>
                <a:lnTo>
                  <a:pt x="0" y="96798"/>
                </a:lnTo>
                <a:close/>
              </a:path>
            </a:pathLst>
          </a:custGeom>
          <a:solidFill xmlns:a="http://schemas.openxmlformats.org/drawingml/2006/main">
            <a:srgbClr val="62A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" name="path-491">
            <a:extLst xmlns:a="http://schemas.openxmlformats.org/drawingml/2006/main">
              <a:ext uri="{FF2B5EF4-FFF2-40B4-BE49-F238E27FC236}">
                <a16:creationId xmlns:a16="http://schemas.microsoft.com/office/drawing/2014/main" id="{830AAFA2-BD51-40FA-8F02-E634685F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713" y="6686570"/>
            <a:ext cx="101863" cy="96798"/>
          </a:xfrm>
          <a:custGeom xmlns:a="http://schemas.openxmlformats.org/drawingml/2006/main">
            <a:pathLst>
              <a:path w="101863" h="96798">
                <a:moveTo>
                  <a:pt x="0" y="0"/>
                </a:moveTo>
                <a:lnTo>
                  <a:pt x="101863" y="0"/>
                </a:lnTo>
                <a:lnTo>
                  <a:pt x="101863" y="96798"/>
                </a:lnTo>
                <a:lnTo>
                  <a:pt x="0" y="967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24" name="path-492">
            <a:extLst xmlns:a="http://schemas.openxmlformats.org/drawingml/2006/main">
              <a:ext uri="{FF2B5EF4-FFF2-40B4-BE49-F238E27FC236}">
                <a16:creationId xmlns:a16="http://schemas.microsoft.com/office/drawing/2014/main" id="{0319FD2D-1BEF-41FA-87B9-487627D6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855" y="6686570"/>
            <a:ext cx="96769" cy="96798"/>
          </a:xfrm>
          <a:custGeom xmlns:a="http://schemas.openxmlformats.org/drawingml/2006/main">
            <a:pathLst>
              <a:path w="96769" h="96798">
                <a:moveTo>
                  <a:pt x="0" y="0"/>
                </a:moveTo>
                <a:lnTo>
                  <a:pt x="96769" y="0"/>
                </a:lnTo>
                <a:lnTo>
                  <a:pt x="96769" y="96798"/>
                </a:lnTo>
                <a:lnTo>
                  <a:pt x="0" y="96798"/>
                </a:lnTo>
                <a:close/>
              </a:path>
            </a:pathLst>
          </a:custGeom>
          <a:solidFill xmlns:a="http://schemas.openxmlformats.org/drawingml/2006/main">
            <a:srgbClr val="0A48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" name="path-493">
            <a:extLst xmlns:a="http://schemas.openxmlformats.org/drawingml/2006/main">
              <a:ext uri="{FF2B5EF4-FFF2-40B4-BE49-F238E27FC236}">
                <a16:creationId xmlns:a16="http://schemas.microsoft.com/office/drawing/2014/main" id="{6C3C17A9-1357-4C71-B358-BC18E0F2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855" y="6686570"/>
            <a:ext cx="96769" cy="96798"/>
          </a:xfrm>
          <a:custGeom xmlns:a="http://schemas.openxmlformats.org/drawingml/2006/main">
            <a:pathLst>
              <a:path w="96769" h="96798">
                <a:moveTo>
                  <a:pt x="0" y="0"/>
                </a:moveTo>
                <a:lnTo>
                  <a:pt x="96769" y="0"/>
                </a:lnTo>
                <a:lnTo>
                  <a:pt x="96769" y="96798"/>
                </a:lnTo>
                <a:lnTo>
                  <a:pt x="0" y="967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26" name="path-494">
            <a:extLst xmlns:a="http://schemas.openxmlformats.org/drawingml/2006/main">
              <a:ext uri="{FF2B5EF4-FFF2-40B4-BE49-F238E27FC236}">
                <a16:creationId xmlns:a16="http://schemas.microsoft.com/office/drawing/2014/main" id="{11CAF453-347A-45C2-9D79-B08BDB2D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996" y="6686570"/>
            <a:ext cx="96769" cy="96798"/>
          </a:xfrm>
          <a:custGeom xmlns:a="http://schemas.openxmlformats.org/drawingml/2006/main">
            <a:pathLst>
              <a:path w="96769" h="96798">
                <a:moveTo>
                  <a:pt x="0" y="0"/>
                </a:moveTo>
                <a:lnTo>
                  <a:pt x="96769" y="0"/>
                </a:lnTo>
                <a:lnTo>
                  <a:pt x="96769" y="96798"/>
                </a:lnTo>
                <a:lnTo>
                  <a:pt x="0" y="96798"/>
                </a:lnTo>
                <a:close/>
              </a:path>
            </a:pathLst>
          </a:custGeom>
          <a:solidFill xmlns:a="http://schemas.openxmlformats.org/drawingml/2006/main">
            <a:srgbClr val="589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" name="path-495">
            <a:extLst xmlns:a="http://schemas.openxmlformats.org/drawingml/2006/main">
              <a:ext uri="{FF2B5EF4-FFF2-40B4-BE49-F238E27FC236}">
                <a16:creationId xmlns:a16="http://schemas.microsoft.com/office/drawing/2014/main" id="{D5224F8F-41D1-488E-901E-FB24583B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996" y="6686570"/>
            <a:ext cx="96769" cy="96798"/>
          </a:xfrm>
          <a:custGeom xmlns:a="http://schemas.openxmlformats.org/drawingml/2006/main">
            <a:pathLst>
              <a:path w="96769" h="96798">
                <a:moveTo>
                  <a:pt x="0" y="0"/>
                </a:moveTo>
                <a:lnTo>
                  <a:pt x="96769" y="0"/>
                </a:lnTo>
                <a:lnTo>
                  <a:pt x="96769" y="96798"/>
                </a:lnTo>
                <a:lnTo>
                  <a:pt x="0" y="967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28" name="path-496">
            <a:extLst xmlns:a="http://schemas.openxmlformats.org/drawingml/2006/main">
              <a:ext uri="{FF2B5EF4-FFF2-40B4-BE49-F238E27FC236}">
                <a16:creationId xmlns:a16="http://schemas.microsoft.com/office/drawing/2014/main" id="{FFB359C5-C67E-4363-9A29-F7E41DCC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45" y="6686570"/>
            <a:ext cx="101862" cy="96798"/>
          </a:xfrm>
          <a:custGeom xmlns:a="http://schemas.openxmlformats.org/drawingml/2006/main">
            <a:pathLst>
              <a:path w="101862" h="96798">
                <a:moveTo>
                  <a:pt x="0" y="0"/>
                </a:moveTo>
                <a:lnTo>
                  <a:pt x="101862" y="0"/>
                </a:lnTo>
                <a:lnTo>
                  <a:pt x="101862" y="96798"/>
                </a:lnTo>
                <a:lnTo>
                  <a:pt x="0" y="96798"/>
                </a:lnTo>
                <a:close/>
              </a:path>
            </a:pathLst>
          </a:custGeom>
          <a:solidFill xmlns:a="http://schemas.openxmlformats.org/drawingml/2006/main">
            <a:srgbClr val="FCE3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" name="path-497">
            <a:extLst xmlns:a="http://schemas.openxmlformats.org/drawingml/2006/main">
              <a:ext uri="{FF2B5EF4-FFF2-40B4-BE49-F238E27FC236}">
                <a16:creationId xmlns:a16="http://schemas.microsoft.com/office/drawing/2014/main" id="{371290DA-9366-40AF-A228-5FA79CA2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45" y="6686570"/>
            <a:ext cx="101862" cy="96798"/>
          </a:xfrm>
          <a:custGeom xmlns:a="http://schemas.openxmlformats.org/drawingml/2006/main">
            <a:pathLst>
              <a:path w="101862" h="96798">
                <a:moveTo>
                  <a:pt x="0" y="0"/>
                </a:moveTo>
                <a:lnTo>
                  <a:pt x="101862" y="0"/>
                </a:lnTo>
                <a:lnTo>
                  <a:pt x="101862" y="96798"/>
                </a:lnTo>
                <a:lnTo>
                  <a:pt x="0" y="967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30" name="path-498">
            <a:extLst xmlns:a="http://schemas.openxmlformats.org/drawingml/2006/main">
              <a:ext uri="{FF2B5EF4-FFF2-40B4-BE49-F238E27FC236}">
                <a16:creationId xmlns:a16="http://schemas.microsoft.com/office/drawing/2014/main" id="{B0539A42-E32D-45A4-9D68-632822E1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713" y="6798690"/>
            <a:ext cx="101863" cy="101891"/>
          </a:xfrm>
          <a:custGeom xmlns:a="http://schemas.openxmlformats.org/drawingml/2006/main">
            <a:pathLst>
              <a:path w="101863" h="101891">
                <a:moveTo>
                  <a:pt x="0" y="0"/>
                </a:moveTo>
                <a:lnTo>
                  <a:pt x="101863" y="0"/>
                </a:lnTo>
                <a:lnTo>
                  <a:pt x="101863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A3D0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" name="path-499">
            <a:extLst xmlns:a="http://schemas.openxmlformats.org/drawingml/2006/main">
              <a:ext uri="{FF2B5EF4-FFF2-40B4-BE49-F238E27FC236}">
                <a16:creationId xmlns:a16="http://schemas.microsoft.com/office/drawing/2014/main" id="{28840A6D-790E-4DAF-BCAB-6AD140F2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713" y="6798690"/>
            <a:ext cx="101863" cy="101891"/>
          </a:xfrm>
          <a:custGeom xmlns:a="http://schemas.openxmlformats.org/drawingml/2006/main">
            <a:pathLst>
              <a:path w="101863" h="101891">
                <a:moveTo>
                  <a:pt x="0" y="0"/>
                </a:moveTo>
                <a:lnTo>
                  <a:pt x="101863" y="0"/>
                </a:lnTo>
                <a:lnTo>
                  <a:pt x="101863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32" name="path-500">
            <a:extLst xmlns:a="http://schemas.openxmlformats.org/drawingml/2006/main">
              <a:ext uri="{FF2B5EF4-FFF2-40B4-BE49-F238E27FC236}">
                <a16:creationId xmlns:a16="http://schemas.microsoft.com/office/drawing/2014/main" id="{D1600AB0-4899-41C1-98B8-A9C3C922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855" y="6798690"/>
            <a:ext cx="96769" cy="101891"/>
          </a:xfrm>
          <a:custGeom xmlns:a="http://schemas.openxmlformats.org/drawingml/2006/main">
            <a:pathLst>
              <a:path w="96769" h="101891">
                <a:moveTo>
                  <a:pt x="0" y="0"/>
                </a:moveTo>
                <a:lnTo>
                  <a:pt x="96769" y="0"/>
                </a:lnTo>
                <a:lnTo>
                  <a:pt x="96769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0E57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" name="path-501">
            <a:extLst xmlns:a="http://schemas.openxmlformats.org/drawingml/2006/main">
              <a:ext uri="{FF2B5EF4-FFF2-40B4-BE49-F238E27FC236}">
                <a16:creationId xmlns:a16="http://schemas.microsoft.com/office/drawing/2014/main" id="{940BB7D1-F242-4259-9C1B-9C1BFE69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855" y="6798690"/>
            <a:ext cx="96769" cy="101891"/>
          </a:xfrm>
          <a:custGeom xmlns:a="http://schemas.openxmlformats.org/drawingml/2006/main">
            <a:pathLst>
              <a:path w="96769" h="101891">
                <a:moveTo>
                  <a:pt x="0" y="0"/>
                </a:moveTo>
                <a:lnTo>
                  <a:pt x="96769" y="0"/>
                </a:lnTo>
                <a:lnTo>
                  <a:pt x="96769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34" name="path-502">
            <a:extLst xmlns:a="http://schemas.openxmlformats.org/drawingml/2006/main">
              <a:ext uri="{FF2B5EF4-FFF2-40B4-BE49-F238E27FC236}">
                <a16:creationId xmlns:a16="http://schemas.microsoft.com/office/drawing/2014/main" id="{F769831A-CA08-4D9F-8FC4-D04469A0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996" y="6798690"/>
            <a:ext cx="96769" cy="101891"/>
          </a:xfrm>
          <a:custGeom xmlns:a="http://schemas.openxmlformats.org/drawingml/2006/main">
            <a:pathLst>
              <a:path w="96769" h="101891">
                <a:moveTo>
                  <a:pt x="0" y="0"/>
                </a:moveTo>
                <a:lnTo>
                  <a:pt x="96769" y="0"/>
                </a:lnTo>
                <a:lnTo>
                  <a:pt x="96769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114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" name="path-503">
            <a:extLst xmlns:a="http://schemas.openxmlformats.org/drawingml/2006/main">
              <a:ext uri="{FF2B5EF4-FFF2-40B4-BE49-F238E27FC236}">
                <a16:creationId xmlns:a16="http://schemas.microsoft.com/office/drawing/2014/main" id="{AC20F0C1-4242-43D1-886A-35A4DCE6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996" y="6798690"/>
            <a:ext cx="96769" cy="101891"/>
          </a:xfrm>
          <a:custGeom xmlns:a="http://schemas.openxmlformats.org/drawingml/2006/main">
            <a:pathLst>
              <a:path w="96769" h="101891">
                <a:moveTo>
                  <a:pt x="0" y="0"/>
                </a:moveTo>
                <a:lnTo>
                  <a:pt x="96769" y="0"/>
                </a:lnTo>
                <a:lnTo>
                  <a:pt x="96769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36" name="path-504">
            <a:extLst xmlns:a="http://schemas.openxmlformats.org/drawingml/2006/main">
              <a:ext uri="{FF2B5EF4-FFF2-40B4-BE49-F238E27FC236}">
                <a16:creationId xmlns:a16="http://schemas.microsoft.com/office/drawing/2014/main" id="{21486446-4F29-42BB-A77A-40DF0523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45" y="6798690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6AAD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" name="path-505">
            <a:extLst xmlns:a="http://schemas.openxmlformats.org/drawingml/2006/main">
              <a:ext uri="{FF2B5EF4-FFF2-40B4-BE49-F238E27FC236}">
                <a16:creationId xmlns:a16="http://schemas.microsoft.com/office/drawing/2014/main" id="{E1728AC9-3F1B-49CE-96B9-26E5CAD4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45" y="6798690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38" name="path-506">
            <a:extLst xmlns:a="http://schemas.openxmlformats.org/drawingml/2006/main">
              <a:ext uri="{FF2B5EF4-FFF2-40B4-BE49-F238E27FC236}">
                <a16:creationId xmlns:a16="http://schemas.microsoft.com/office/drawing/2014/main" id="{EA7F70D3-B024-4CF1-9A48-6D51617F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713" y="6915838"/>
            <a:ext cx="101863" cy="101891"/>
          </a:xfrm>
          <a:custGeom xmlns:a="http://schemas.openxmlformats.org/drawingml/2006/main">
            <a:pathLst>
              <a:path w="101863" h="101891">
                <a:moveTo>
                  <a:pt x="0" y="0"/>
                </a:moveTo>
                <a:lnTo>
                  <a:pt x="101863" y="0"/>
                </a:lnTo>
                <a:lnTo>
                  <a:pt x="101863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ABD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" name="path-507">
            <a:extLst xmlns:a="http://schemas.openxmlformats.org/drawingml/2006/main">
              <a:ext uri="{FF2B5EF4-FFF2-40B4-BE49-F238E27FC236}">
                <a16:creationId xmlns:a16="http://schemas.microsoft.com/office/drawing/2014/main" id="{75ED0463-CEF3-417D-AA10-13184F75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713" y="6915838"/>
            <a:ext cx="101863" cy="101891"/>
          </a:xfrm>
          <a:custGeom xmlns:a="http://schemas.openxmlformats.org/drawingml/2006/main">
            <a:pathLst>
              <a:path w="101863" h="101891">
                <a:moveTo>
                  <a:pt x="0" y="0"/>
                </a:moveTo>
                <a:lnTo>
                  <a:pt x="101863" y="0"/>
                </a:lnTo>
                <a:lnTo>
                  <a:pt x="101863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40" name="path-508">
            <a:extLst xmlns:a="http://schemas.openxmlformats.org/drawingml/2006/main">
              <a:ext uri="{FF2B5EF4-FFF2-40B4-BE49-F238E27FC236}">
                <a16:creationId xmlns:a16="http://schemas.microsoft.com/office/drawing/2014/main" id="{27B00323-5C6B-4E18-AEE0-3C680AE5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855" y="6915838"/>
            <a:ext cx="96769" cy="101891"/>
          </a:xfrm>
          <a:custGeom xmlns:a="http://schemas.openxmlformats.org/drawingml/2006/main">
            <a:pathLst>
              <a:path w="96769" h="101891">
                <a:moveTo>
                  <a:pt x="0" y="0"/>
                </a:moveTo>
                <a:lnTo>
                  <a:pt x="96769" y="0"/>
                </a:lnTo>
                <a:lnTo>
                  <a:pt x="96769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60A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path-509">
            <a:extLst xmlns:a="http://schemas.openxmlformats.org/drawingml/2006/main">
              <a:ext uri="{FF2B5EF4-FFF2-40B4-BE49-F238E27FC236}">
                <a16:creationId xmlns:a16="http://schemas.microsoft.com/office/drawing/2014/main" id="{5B986D01-B768-44A8-BB41-2635F82F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855" y="6915838"/>
            <a:ext cx="96769" cy="101891"/>
          </a:xfrm>
          <a:custGeom xmlns:a="http://schemas.openxmlformats.org/drawingml/2006/main">
            <a:pathLst>
              <a:path w="96769" h="101891">
                <a:moveTo>
                  <a:pt x="0" y="0"/>
                </a:moveTo>
                <a:lnTo>
                  <a:pt x="96769" y="0"/>
                </a:lnTo>
                <a:lnTo>
                  <a:pt x="96769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42" name="path-510">
            <a:extLst xmlns:a="http://schemas.openxmlformats.org/drawingml/2006/main">
              <a:ext uri="{FF2B5EF4-FFF2-40B4-BE49-F238E27FC236}">
                <a16:creationId xmlns:a16="http://schemas.microsoft.com/office/drawing/2014/main" id="{BDC62730-ED06-4FC3-9481-FBD5EF65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996" y="6915838"/>
            <a:ext cx="96769" cy="101891"/>
          </a:xfrm>
          <a:custGeom xmlns:a="http://schemas.openxmlformats.org/drawingml/2006/main">
            <a:pathLst>
              <a:path w="96769" h="101891">
                <a:moveTo>
                  <a:pt x="0" y="0"/>
                </a:moveTo>
                <a:lnTo>
                  <a:pt x="96769" y="0"/>
                </a:lnTo>
                <a:lnTo>
                  <a:pt x="96769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80B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path-511">
            <a:extLst xmlns:a="http://schemas.openxmlformats.org/drawingml/2006/main">
              <a:ext uri="{FF2B5EF4-FFF2-40B4-BE49-F238E27FC236}">
                <a16:creationId xmlns:a16="http://schemas.microsoft.com/office/drawing/2014/main" id="{B8D5217A-95AD-46B6-A3DE-33BE9634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996" y="6915838"/>
            <a:ext cx="96769" cy="101891"/>
          </a:xfrm>
          <a:custGeom xmlns:a="http://schemas.openxmlformats.org/drawingml/2006/main">
            <a:pathLst>
              <a:path w="96769" h="101891">
                <a:moveTo>
                  <a:pt x="0" y="0"/>
                </a:moveTo>
                <a:lnTo>
                  <a:pt x="96769" y="0"/>
                </a:lnTo>
                <a:lnTo>
                  <a:pt x="96769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44" name="path-512">
            <a:extLst xmlns:a="http://schemas.openxmlformats.org/drawingml/2006/main">
              <a:ext uri="{FF2B5EF4-FFF2-40B4-BE49-F238E27FC236}">
                <a16:creationId xmlns:a16="http://schemas.microsoft.com/office/drawing/2014/main" id="{841B0471-1735-4F49-817D-92C4E184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45" y="6915838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ACD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path-513">
            <a:extLst xmlns:a="http://schemas.openxmlformats.org/drawingml/2006/main">
              <a:ext uri="{FF2B5EF4-FFF2-40B4-BE49-F238E27FC236}">
                <a16:creationId xmlns:a16="http://schemas.microsoft.com/office/drawing/2014/main" id="{A5664E7C-2743-47F7-ACAE-B17910B6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45" y="6915838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46" name="path-514">
            <a:extLst xmlns:a="http://schemas.openxmlformats.org/drawingml/2006/main">
              <a:ext uri="{FF2B5EF4-FFF2-40B4-BE49-F238E27FC236}">
                <a16:creationId xmlns:a16="http://schemas.microsoft.com/office/drawing/2014/main" id="{B4420342-C857-4273-B412-19967508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709" y="6335060"/>
            <a:ext cx="142608" cy="142650"/>
          </a:xfrm>
          <a:custGeom xmlns:a="http://schemas.openxmlformats.org/drawingml/2006/main">
            <a:pathLst>
              <a:path w="142608" h="142650">
                <a:moveTo>
                  <a:pt x="0" y="0"/>
                </a:moveTo>
                <a:lnTo>
                  <a:pt x="142608" y="0"/>
                </a:lnTo>
                <a:lnTo>
                  <a:pt x="142608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DEF0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path-515">
            <a:extLst xmlns:a="http://schemas.openxmlformats.org/drawingml/2006/main">
              <a:ext uri="{FF2B5EF4-FFF2-40B4-BE49-F238E27FC236}">
                <a16:creationId xmlns:a16="http://schemas.microsoft.com/office/drawing/2014/main" id="{11BA928D-0633-48CB-9789-C1011BC6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709" y="6335060"/>
            <a:ext cx="142608" cy="142650"/>
          </a:xfrm>
          <a:custGeom xmlns:a="http://schemas.openxmlformats.org/drawingml/2006/main">
            <a:pathLst>
              <a:path w="142608" h="142650">
                <a:moveTo>
                  <a:pt x="0" y="0"/>
                </a:moveTo>
                <a:lnTo>
                  <a:pt x="142608" y="0"/>
                </a:lnTo>
                <a:lnTo>
                  <a:pt x="142608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48" name="path-516">
            <a:extLst xmlns:a="http://schemas.openxmlformats.org/drawingml/2006/main">
              <a:ext uri="{FF2B5EF4-FFF2-40B4-BE49-F238E27FC236}">
                <a16:creationId xmlns:a16="http://schemas.microsoft.com/office/drawing/2014/main" id="{4C48D49D-DF0B-465A-8899-DF33C342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689" y="6335060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FCEF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path-517">
            <a:extLst xmlns:a="http://schemas.openxmlformats.org/drawingml/2006/main">
              <a:ext uri="{FF2B5EF4-FFF2-40B4-BE49-F238E27FC236}">
                <a16:creationId xmlns:a16="http://schemas.microsoft.com/office/drawing/2014/main" id="{45CC4A3F-0171-411D-8047-4D9A4A50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689" y="6335060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50" name="path-518">
            <a:extLst xmlns:a="http://schemas.openxmlformats.org/drawingml/2006/main">
              <a:ext uri="{FF2B5EF4-FFF2-40B4-BE49-F238E27FC236}">
                <a16:creationId xmlns:a16="http://schemas.microsoft.com/office/drawing/2014/main" id="{BB9D5327-B0F9-4DB8-A372-CB501FB3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668" y="6335060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FDEC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path-519">
            <a:extLst xmlns:a="http://schemas.openxmlformats.org/drawingml/2006/main">
              <a:ext uri="{FF2B5EF4-FFF2-40B4-BE49-F238E27FC236}">
                <a16:creationId xmlns:a16="http://schemas.microsoft.com/office/drawing/2014/main" id="{7F35FE84-7C6C-4CE7-9881-6C8CA9EA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668" y="6335060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52" name="path-520">
            <a:extLst xmlns:a="http://schemas.openxmlformats.org/drawingml/2006/main">
              <a:ext uri="{FF2B5EF4-FFF2-40B4-BE49-F238E27FC236}">
                <a16:creationId xmlns:a16="http://schemas.microsoft.com/office/drawing/2014/main" id="{A5A6A790-8507-423F-BE07-3A412A12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740" y="6335060"/>
            <a:ext cx="137515" cy="142650"/>
          </a:xfrm>
          <a:custGeom xmlns:a="http://schemas.openxmlformats.org/drawingml/2006/main">
            <a:pathLst>
              <a:path w="137515" h="142650">
                <a:moveTo>
                  <a:pt x="0" y="0"/>
                </a:moveTo>
                <a:lnTo>
                  <a:pt x="137515" y="0"/>
                </a:lnTo>
                <a:lnTo>
                  <a:pt x="137515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5EA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path-521">
            <a:extLst xmlns:a="http://schemas.openxmlformats.org/drawingml/2006/main">
              <a:ext uri="{FF2B5EF4-FFF2-40B4-BE49-F238E27FC236}">
                <a16:creationId xmlns:a16="http://schemas.microsoft.com/office/drawing/2014/main" id="{FA88B501-74C1-40BE-82CE-98C001D5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740" y="6335060"/>
            <a:ext cx="137515" cy="142650"/>
          </a:xfrm>
          <a:custGeom xmlns:a="http://schemas.openxmlformats.org/drawingml/2006/main">
            <a:pathLst>
              <a:path w="137515" h="142650">
                <a:moveTo>
                  <a:pt x="0" y="0"/>
                </a:moveTo>
                <a:lnTo>
                  <a:pt x="137515" y="0"/>
                </a:lnTo>
                <a:lnTo>
                  <a:pt x="137515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54" name="path-522">
            <a:extLst xmlns:a="http://schemas.openxmlformats.org/drawingml/2006/main">
              <a:ext uri="{FF2B5EF4-FFF2-40B4-BE49-F238E27FC236}">
                <a16:creationId xmlns:a16="http://schemas.microsoft.com/office/drawing/2014/main" id="{5239AD15-78B4-43F1-BDAA-84114598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709" y="6498111"/>
            <a:ext cx="142608" cy="137556"/>
          </a:xfrm>
          <a:custGeom xmlns:a="http://schemas.openxmlformats.org/drawingml/2006/main">
            <a:pathLst>
              <a:path w="142608" h="137556">
                <a:moveTo>
                  <a:pt x="0" y="0"/>
                </a:moveTo>
                <a:lnTo>
                  <a:pt x="142608" y="0"/>
                </a:lnTo>
                <a:lnTo>
                  <a:pt x="142608" y="137556"/>
                </a:lnTo>
                <a:lnTo>
                  <a:pt x="0" y="137556"/>
                </a:lnTo>
                <a:close/>
              </a:path>
            </a:pathLst>
          </a:custGeom>
          <a:solidFill xmlns:a="http://schemas.openxmlformats.org/drawingml/2006/main">
            <a:srgbClr val="FDE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path-523">
            <a:extLst xmlns:a="http://schemas.openxmlformats.org/drawingml/2006/main">
              <a:ext uri="{FF2B5EF4-FFF2-40B4-BE49-F238E27FC236}">
                <a16:creationId xmlns:a16="http://schemas.microsoft.com/office/drawing/2014/main" id="{A3661070-9899-485A-8CA8-473F2E38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709" y="6498111"/>
            <a:ext cx="142608" cy="137556"/>
          </a:xfrm>
          <a:custGeom xmlns:a="http://schemas.openxmlformats.org/drawingml/2006/main">
            <a:pathLst>
              <a:path w="142608" h="137556">
                <a:moveTo>
                  <a:pt x="0" y="0"/>
                </a:moveTo>
                <a:lnTo>
                  <a:pt x="142608" y="0"/>
                </a:lnTo>
                <a:lnTo>
                  <a:pt x="142608" y="137556"/>
                </a:lnTo>
                <a:lnTo>
                  <a:pt x="0" y="1375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56" name="path-524">
            <a:extLst xmlns:a="http://schemas.openxmlformats.org/drawingml/2006/main">
              <a:ext uri="{FF2B5EF4-FFF2-40B4-BE49-F238E27FC236}">
                <a16:creationId xmlns:a16="http://schemas.microsoft.com/office/drawing/2014/main" id="{56594E88-9E86-4F0B-A118-E474E440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689" y="6498111"/>
            <a:ext cx="142607" cy="137556"/>
          </a:xfrm>
          <a:custGeom xmlns:a="http://schemas.openxmlformats.org/drawingml/2006/main">
            <a:pathLst>
              <a:path w="142607" h="137556">
                <a:moveTo>
                  <a:pt x="0" y="0"/>
                </a:moveTo>
                <a:lnTo>
                  <a:pt x="142607" y="0"/>
                </a:lnTo>
                <a:lnTo>
                  <a:pt x="142607" y="137556"/>
                </a:lnTo>
                <a:lnTo>
                  <a:pt x="0" y="137556"/>
                </a:lnTo>
                <a:close/>
              </a:path>
            </a:pathLst>
          </a:custGeom>
          <a:solidFill xmlns:a="http://schemas.openxmlformats.org/drawingml/2006/main">
            <a:srgbClr val="B8D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path-525">
            <a:extLst xmlns:a="http://schemas.openxmlformats.org/drawingml/2006/main">
              <a:ext uri="{FF2B5EF4-FFF2-40B4-BE49-F238E27FC236}">
                <a16:creationId xmlns:a16="http://schemas.microsoft.com/office/drawing/2014/main" id="{D6DDD83F-BDA4-4FAD-A89F-FAB54460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689" y="6498111"/>
            <a:ext cx="142607" cy="137556"/>
          </a:xfrm>
          <a:custGeom xmlns:a="http://schemas.openxmlformats.org/drawingml/2006/main">
            <a:pathLst>
              <a:path w="142607" h="137556">
                <a:moveTo>
                  <a:pt x="0" y="0"/>
                </a:moveTo>
                <a:lnTo>
                  <a:pt x="142607" y="0"/>
                </a:lnTo>
                <a:lnTo>
                  <a:pt x="142607" y="137556"/>
                </a:lnTo>
                <a:lnTo>
                  <a:pt x="0" y="1375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58" name="path-526">
            <a:extLst xmlns:a="http://schemas.openxmlformats.org/drawingml/2006/main">
              <a:ext uri="{FF2B5EF4-FFF2-40B4-BE49-F238E27FC236}">
                <a16:creationId xmlns:a16="http://schemas.microsoft.com/office/drawing/2014/main" id="{D9D3B23F-888E-4806-8410-71A2E3BF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668" y="6498111"/>
            <a:ext cx="142607" cy="137556"/>
          </a:xfrm>
          <a:custGeom xmlns:a="http://schemas.openxmlformats.org/drawingml/2006/main">
            <a:pathLst>
              <a:path w="142607" h="137556">
                <a:moveTo>
                  <a:pt x="0" y="0"/>
                </a:moveTo>
                <a:lnTo>
                  <a:pt x="142607" y="0"/>
                </a:lnTo>
                <a:lnTo>
                  <a:pt x="142607" y="137556"/>
                </a:lnTo>
                <a:lnTo>
                  <a:pt x="0" y="137556"/>
                </a:lnTo>
                <a:close/>
              </a:path>
            </a:pathLst>
          </a:custGeom>
          <a:solidFill xmlns:a="http://schemas.openxmlformats.org/drawingml/2006/main">
            <a:srgbClr val="A7D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path-527">
            <a:extLst xmlns:a="http://schemas.openxmlformats.org/drawingml/2006/main">
              <a:ext uri="{FF2B5EF4-FFF2-40B4-BE49-F238E27FC236}">
                <a16:creationId xmlns:a16="http://schemas.microsoft.com/office/drawing/2014/main" id="{63C2F28D-A830-402E-91A4-EBF6BD69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668" y="6498111"/>
            <a:ext cx="142607" cy="137556"/>
          </a:xfrm>
          <a:custGeom xmlns:a="http://schemas.openxmlformats.org/drawingml/2006/main">
            <a:pathLst>
              <a:path w="142607" h="137556">
                <a:moveTo>
                  <a:pt x="0" y="0"/>
                </a:moveTo>
                <a:lnTo>
                  <a:pt x="142607" y="0"/>
                </a:lnTo>
                <a:lnTo>
                  <a:pt x="142607" y="137556"/>
                </a:lnTo>
                <a:lnTo>
                  <a:pt x="0" y="1375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60" name="path-528">
            <a:extLst xmlns:a="http://schemas.openxmlformats.org/drawingml/2006/main">
              <a:ext uri="{FF2B5EF4-FFF2-40B4-BE49-F238E27FC236}">
                <a16:creationId xmlns:a16="http://schemas.microsoft.com/office/drawing/2014/main" id="{21EA76F8-9A05-49E8-9BEA-96D53CD2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740" y="6498111"/>
            <a:ext cx="137515" cy="137556"/>
          </a:xfrm>
          <a:custGeom xmlns:a="http://schemas.openxmlformats.org/drawingml/2006/main">
            <a:pathLst>
              <a:path w="137515" h="137556">
                <a:moveTo>
                  <a:pt x="0" y="0"/>
                </a:moveTo>
                <a:lnTo>
                  <a:pt x="137515" y="0"/>
                </a:lnTo>
                <a:lnTo>
                  <a:pt x="137515" y="137556"/>
                </a:lnTo>
                <a:lnTo>
                  <a:pt x="0" y="137556"/>
                </a:lnTo>
                <a:close/>
              </a:path>
            </a:pathLst>
          </a:custGeom>
          <a:solidFill xmlns:a="http://schemas.openxmlformats.org/drawingml/2006/main">
            <a:srgbClr val="FCE9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path-529">
            <a:extLst xmlns:a="http://schemas.openxmlformats.org/drawingml/2006/main">
              <a:ext uri="{FF2B5EF4-FFF2-40B4-BE49-F238E27FC236}">
                <a16:creationId xmlns:a16="http://schemas.microsoft.com/office/drawing/2014/main" id="{29113E3E-9FB2-4B9A-AEF0-92FD66A9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740" y="6498111"/>
            <a:ext cx="137515" cy="137556"/>
          </a:xfrm>
          <a:custGeom xmlns:a="http://schemas.openxmlformats.org/drawingml/2006/main">
            <a:pathLst>
              <a:path w="137515" h="137556">
                <a:moveTo>
                  <a:pt x="0" y="0"/>
                </a:moveTo>
                <a:lnTo>
                  <a:pt x="137515" y="0"/>
                </a:lnTo>
                <a:lnTo>
                  <a:pt x="137515" y="137556"/>
                </a:lnTo>
                <a:lnTo>
                  <a:pt x="0" y="1375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62" name="path-530">
            <a:extLst xmlns:a="http://schemas.openxmlformats.org/drawingml/2006/main">
              <a:ext uri="{FF2B5EF4-FFF2-40B4-BE49-F238E27FC236}">
                <a16:creationId xmlns:a16="http://schemas.microsoft.com/office/drawing/2014/main" id="{D42FE561-1D64-46F7-8877-2167250F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709" y="6661090"/>
            <a:ext cx="142608" cy="137557"/>
          </a:xfrm>
          <a:custGeom xmlns:a="http://schemas.openxmlformats.org/drawingml/2006/main">
            <a:pathLst>
              <a:path w="142608" h="137557">
                <a:moveTo>
                  <a:pt x="0" y="0"/>
                </a:moveTo>
                <a:lnTo>
                  <a:pt x="142608" y="0"/>
                </a:lnTo>
                <a:lnTo>
                  <a:pt x="142608" y="137557"/>
                </a:lnTo>
                <a:lnTo>
                  <a:pt x="0" y="137557"/>
                </a:lnTo>
                <a:close/>
              </a:path>
            </a:pathLst>
          </a:custGeom>
          <a:solidFill xmlns:a="http://schemas.openxmlformats.org/drawingml/2006/main">
            <a:srgbClr val="FFF0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path-531">
            <a:extLst xmlns:a="http://schemas.openxmlformats.org/drawingml/2006/main">
              <a:ext uri="{FF2B5EF4-FFF2-40B4-BE49-F238E27FC236}">
                <a16:creationId xmlns:a16="http://schemas.microsoft.com/office/drawing/2014/main" id="{8977502E-FBDC-4C5B-93D1-B8644A00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709" y="6661090"/>
            <a:ext cx="142608" cy="137557"/>
          </a:xfrm>
          <a:custGeom xmlns:a="http://schemas.openxmlformats.org/drawingml/2006/main">
            <a:pathLst>
              <a:path w="142608" h="137557">
                <a:moveTo>
                  <a:pt x="0" y="0"/>
                </a:moveTo>
                <a:lnTo>
                  <a:pt x="142608" y="0"/>
                </a:lnTo>
                <a:lnTo>
                  <a:pt x="142608" y="137557"/>
                </a:lnTo>
                <a:lnTo>
                  <a:pt x="0" y="1375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64" name="path-532">
            <a:extLst xmlns:a="http://schemas.openxmlformats.org/drawingml/2006/main">
              <a:ext uri="{FF2B5EF4-FFF2-40B4-BE49-F238E27FC236}">
                <a16:creationId xmlns:a16="http://schemas.microsoft.com/office/drawing/2014/main" id="{FE00F016-4181-414B-8397-B2BB6DB3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689" y="6661090"/>
            <a:ext cx="142607" cy="137557"/>
          </a:xfrm>
          <a:custGeom xmlns:a="http://schemas.openxmlformats.org/drawingml/2006/main">
            <a:pathLst>
              <a:path w="142607" h="137557">
                <a:moveTo>
                  <a:pt x="0" y="0"/>
                </a:moveTo>
                <a:lnTo>
                  <a:pt x="142607" y="0"/>
                </a:lnTo>
                <a:lnTo>
                  <a:pt x="142607" y="137557"/>
                </a:lnTo>
                <a:lnTo>
                  <a:pt x="0" y="137557"/>
                </a:lnTo>
                <a:close/>
              </a:path>
            </a:pathLst>
          </a:custGeom>
          <a:solidFill xmlns:a="http://schemas.openxmlformats.org/drawingml/2006/main">
            <a:srgbClr val="E1DD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path-533">
            <a:extLst xmlns:a="http://schemas.openxmlformats.org/drawingml/2006/main">
              <a:ext uri="{FF2B5EF4-FFF2-40B4-BE49-F238E27FC236}">
                <a16:creationId xmlns:a16="http://schemas.microsoft.com/office/drawing/2014/main" id="{9F23A6F9-37BA-4FA0-B394-3D4F1FC3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689" y="6661090"/>
            <a:ext cx="142607" cy="137557"/>
          </a:xfrm>
          <a:custGeom xmlns:a="http://schemas.openxmlformats.org/drawingml/2006/main">
            <a:pathLst>
              <a:path w="142607" h="137557">
                <a:moveTo>
                  <a:pt x="0" y="0"/>
                </a:moveTo>
                <a:lnTo>
                  <a:pt x="142607" y="0"/>
                </a:lnTo>
                <a:lnTo>
                  <a:pt x="142607" y="137557"/>
                </a:lnTo>
                <a:lnTo>
                  <a:pt x="0" y="1375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66" name="path-534">
            <a:extLst xmlns:a="http://schemas.openxmlformats.org/drawingml/2006/main">
              <a:ext uri="{FF2B5EF4-FFF2-40B4-BE49-F238E27FC236}">
                <a16:creationId xmlns:a16="http://schemas.microsoft.com/office/drawing/2014/main" id="{B5302AD0-A561-4BB1-BB74-21119D69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668" y="6661090"/>
            <a:ext cx="142607" cy="137557"/>
          </a:xfrm>
          <a:custGeom xmlns:a="http://schemas.openxmlformats.org/drawingml/2006/main">
            <a:pathLst>
              <a:path w="142607" h="137557">
                <a:moveTo>
                  <a:pt x="0" y="0"/>
                </a:moveTo>
                <a:lnTo>
                  <a:pt x="142607" y="0"/>
                </a:lnTo>
                <a:lnTo>
                  <a:pt x="142607" y="137557"/>
                </a:lnTo>
                <a:lnTo>
                  <a:pt x="0" y="137557"/>
                </a:lnTo>
                <a:close/>
              </a:path>
            </a:pathLst>
          </a:custGeom>
          <a:solidFill xmlns:a="http://schemas.openxmlformats.org/drawingml/2006/main">
            <a:srgbClr val="FDE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path-535">
            <a:extLst xmlns:a="http://schemas.openxmlformats.org/drawingml/2006/main">
              <a:ext uri="{FF2B5EF4-FFF2-40B4-BE49-F238E27FC236}">
                <a16:creationId xmlns:a16="http://schemas.microsoft.com/office/drawing/2014/main" id="{5664E9F3-B785-4811-A1DE-3739FC23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668" y="6661090"/>
            <a:ext cx="142607" cy="137557"/>
          </a:xfrm>
          <a:custGeom xmlns:a="http://schemas.openxmlformats.org/drawingml/2006/main">
            <a:pathLst>
              <a:path w="142607" h="137557">
                <a:moveTo>
                  <a:pt x="0" y="0"/>
                </a:moveTo>
                <a:lnTo>
                  <a:pt x="142607" y="0"/>
                </a:lnTo>
                <a:lnTo>
                  <a:pt x="142607" y="137557"/>
                </a:lnTo>
                <a:lnTo>
                  <a:pt x="0" y="1375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68" name="path-536">
            <a:extLst xmlns:a="http://schemas.openxmlformats.org/drawingml/2006/main">
              <a:ext uri="{FF2B5EF4-FFF2-40B4-BE49-F238E27FC236}">
                <a16:creationId xmlns:a16="http://schemas.microsoft.com/office/drawing/2014/main" id="{4662EB18-27D9-4248-A951-E08CB5BA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740" y="6661090"/>
            <a:ext cx="137515" cy="137557"/>
          </a:xfrm>
          <a:custGeom xmlns:a="http://schemas.openxmlformats.org/drawingml/2006/main">
            <a:pathLst>
              <a:path w="137515" h="137557">
                <a:moveTo>
                  <a:pt x="0" y="0"/>
                </a:moveTo>
                <a:lnTo>
                  <a:pt x="137515" y="0"/>
                </a:lnTo>
                <a:lnTo>
                  <a:pt x="137515" y="137557"/>
                </a:lnTo>
                <a:lnTo>
                  <a:pt x="0" y="137557"/>
                </a:lnTo>
                <a:close/>
              </a:path>
            </a:pathLst>
          </a:custGeom>
          <a:solidFill xmlns:a="http://schemas.openxmlformats.org/drawingml/2006/main">
            <a:srgbClr val="FCDD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path-537">
            <a:extLst xmlns:a="http://schemas.openxmlformats.org/drawingml/2006/main">
              <a:ext uri="{FF2B5EF4-FFF2-40B4-BE49-F238E27FC236}">
                <a16:creationId xmlns:a16="http://schemas.microsoft.com/office/drawing/2014/main" id="{3DAEACB6-5F8D-4E64-BC08-D680AF38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740" y="6661090"/>
            <a:ext cx="137515" cy="137557"/>
          </a:xfrm>
          <a:custGeom xmlns:a="http://schemas.openxmlformats.org/drawingml/2006/main">
            <a:pathLst>
              <a:path w="137515" h="137557">
                <a:moveTo>
                  <a:pt x="0" y="0"/>
                </a:moveTo>
                <a:lnTo>
                  <a:pt x="137515" y="0"/>
                </a:lnTo>
                <a:lnTo>
                  <a:pt x="137515" y="137557"/>
                </a:lnTo>
                <a:lnTo>
                  <a:pt x="0" y="1375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70" name="path-538">
            <a:extLst xmlns:a="http://schemas.openxmlformats.org/drawingml/2006/main">
              <a:ext uri="{FF2B5EF4-FFF2-40B4-BE49-F238E27FC236}">
                <a16:creationId xmlns:a16="http://schemas.microsoft.com/office/drawing/2014/main" id="{5DDB8128-2FAA-4966-9D49-CDABFD0F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709" y="6824134"/>
            <a:ext cx="142608" cy="137549"/>
          </a:xfrm>
          <a:custGeom xmlns:a="http://schemas.openxmlformats.org/drawingml/2006/main">
            <a:pathLst>
              <a:path w="142608" h="137549">
                <a:moveTo>
                  <a:pt x="0" y="0"/>
                </a:moveTo>
                <a:lnTo>
                  <a:pt x="142608" y="0"/>
                </a:lnTo>
                <a:lnTo>
                  <a:pt x="142608" y="137549"/>
                </a:lnTo>
                <a:lnTo>
                  <a:pt x="0" y="137549"/>
                </a:lnTo>
                <a:close/>
              </a:path>
            </a:pathLst>
          </a:custGeom>
          <a:solidFill xmlns:a="http://schemas.openxmlformats.org/drawingml/2006/main">
            <a:srgbClr val="FCF3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" name="path-539">
            <a:extLst xmlns:a="http://schemas.openxmlformats.org/drawingml/2006/main">
              <a:ext uri="{FF2B5EF4-FFF2-40B4-BE49-F238E27FC236}">
                <a16:creationId xmlns:a16="http://schemas.microsoft.com/office/drawing/2014/main" id="{881068E3-323D-4509-84AE-191A8634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709" y="6824134"/>
            <a:ext cx="142608" cy="137549"/>
          </a:xfrm>
          <a:custGeom xmlns:a="http://schemas.openxmlformats.org/drawingml/2006/main">
            <a:pathLst>
              <a:path w="142608" h="137549">
                <a:moveTo>
                  <a:pt x="0" y="0"/>
                </a:moveTo>
                <a:lnTo>
                  <a:pt x="142608" y="0"/>
                </a:lnTo>
                <a:lnTo>
                  <a:pt x="142608" y="137549"/>
                </a:lnTo>
                <a:lnTo>
                  <a:pt x="0" y="1375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72" name="path-540">
            <a:extLst xmlns:a="http://schemas.openxmlformats.org/drawingml/2006/main">
              <a:ext uri="{FF2B5EF4-FFF2-40B4-BE49-F238E27FC236}">
                <a16:creationId xmlns:a16="http://schemas.microsoft.com/office/drawing/2014/main" id="{76CA76B8-9F1E-4D2E-B6B6-90D94908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689" y="6824134"/>
            <a:ext cx="142607" cy="137549"/>
          </a:xfrm>
          <a:custGeom xmlns:a="http://schemas.openxmlformats.org/drawingml/2006/main">
            <a:pathLst>
              <a:path w="142607" h="137549">
                <a:moveTo>
                  <a:pt x="0" y="0"/>
                </a:moveTo>
                <a:lnTo>
                  <a:pt x="142607" y="0"/>
                </a:lnTo>
                <a:lnTo>
                  <a:pt x="142607" y="137549"/>
                </a:lnTo>
                <a:lnTo>
                  <a:pt x="0" y="137549"/>
                </a:lnTo>
                <a:close/>
              </a:path>
            </a:pathLst>
          </a:custGeom>
          <a:solidFill xmlns:a="http://schemas.openxmlformats.org/drawingml/2006/main">
            <a:srgbClr val="FBE8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path-541">
            <a:extLst xmlns:a="http://schemas.openxmlformats.org/drawingml/2006/main">
              <a:ext uri="{FF2B5EF4-FFF2-40B4-BE49-F238E27FC236}">
                <a16:creationId xmlns:a16="http://schemas.microsoft.com/office/drawing/2014/main" id="{1640693D-A7C9-4B74-8884-4AE63835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689" y="6824134"/>
            <a:ext cx="142607" cy="137549"/>
          </a:xfrm>
          <a:custGeom xmlns:a="http://schemas.openxmlformats.org/drawingml/2006/main">
            <a:pathLst>
              <a:path w="142607" h="137549">
                <a:moveTo>
                  <a:pt x="0" y="0"/>
                </a:moveTo>
                <a:lnTo>
                  <a:pt x="142607" y="0"/>
                </a:lnTo>
                <a:lnTo>
                  <a:pt x="142607" y="137549"/>
                </a:lnTo>
                <a:lnTo>
                  <a:pt x="0" y="1375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74" name="path-542">
            <a:extLst xmlns:a="http://schemas.openxmlformats.org/drawingml/2006/main">
              <a:ext uri="{FF2B5EF4-FFF2-40B4-BE49-F238E27FC236}">
                <a16:creationId xmlns:a16="http://schemas.microsoft.com/office/drawing/2014/main" id="{00A3FFFB-8774-4932-8415-A479F667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668" y="6824134"/>
            <a:ext cx="142607" cy="137549"/>
          </a:xfrm>
          <a:custGeom xmlns:a="http://schemas.openxmlformats.org/drawingml/2006/main">
            <a:pathLst>
              <a:path w="142607" h="137549">
                <a:moveTo>
                  <a:pt x="0" y="0"/>
                </a:moveTo>
                <a:lnTo>
                  <a:pt x="142607" y="0"/>
                </a:lnTo>
                <a:lnTo>
                  <a:pt x="142607" y="137549"/>
                </a:lnTo>
                <a:lnTo>
                  <a:pt x="0" y="137549"/>
                </a:lnTo>
                <a:close/>
              </a:path>
            </a:pathLst>
          </a:custGeom>
          <a:solidFill xmlns:a="http://schemas.openxmlformats.org/drawingml/2006/main">
            <a:srgbClr val="FBCE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path-543">
            <a:extLst xmlns:a="http://schemas.openxmlformats.org/drawingml/2006/main">
              <a:ext uri="{FF2B5EF4-FFF2-40B4-BE49-F238E27FC236}">
                <a16:creationId xmlns:a16="http://schemas.microsoft.com/office/drawing/2014/main" id="{D96BC5BB-80AB-48B7-84FA-A329577C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668" y="6824134"/>
            <a:ext cx="142607" cy="137549"/>
          </a:xfrm>
          <a:custGeom xmlns:a="http://schemas.openxmlformats.org/drawingml/2006/main">
            <a:pathLst>
              <a:path w="142607" h="137549">
                <a:moveTo>
                  <a:pt x="0" y="0"/>
                </a:moveTo>
                <a:lnTo>
                  <a:pt x="142607" y="0"/>
                </a:lnTo>
                <a:lnTo>
                  <a:pt x="142607" y="137549"/>
                </a:lnTo>
                <a:lnTo>
                  <a:pt x="0" y="1375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76" name="path-544">
            <a:extLst xmlns:a="http://schemas.openxmlformats.org/drawingml/2006/main">
              <a:ext uri="{FF2B5EF4-FFF2-40B4-BE49-F238E27FC236}">
                <a16:creationId xmlns:a16="http://schemas.microsoft.com/office/drawing/2014/main" id="{BD6AC0CD-B13D-48D7-AB66-D3AD2036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740" y="6824134"/>
            <a:ext cx="137515" cy="137549"/>
          </a:xfrm>
          <a:custGeom xmlns:a="http://schemas.openxmlformats.org/drawingml/2006/main">
            <a:pathLst>
              <a:path w="137515" h="137549">
                <a:moveTo>
                  <a:pt x="0" y="0"/>
                </a:moveTo>
                <a:lnTo>
                  <a:pt x="137515" y="0"/>
                </a:lnTo>
                <a:lnTo>
                  <a:pt x="137515" y="137549"/>
                </a:lnTo>
                <a:lnTo>
                  <a:pt x="0" y="137549"/>
                </a:lnTo>
                <a:close/>
              </a:path>
            </a:pathLst>
          </a:custGeom>
          <a:solidFill xmlns:a="http://schemas.openxmlformats.org/drawingml/2006/main">
            <a:srgbClr val="C8E0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path-545">
            <a:extLst xmlns:a="http://schemas.openxmlformats.org/drawingml/2006/main">
              <a:ext uri="{FF2B5EF4-FFF2-40B4-BE49-F238E27FC236}">
                <a16:creationId xmlns:a16="http://schemas.microsoft.com/office/drawing/2014/main" id="{64EE430E-73A4-49CA-86DE-BAC494EF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740" y="6824134"/>
            <a:ext cx="137515" cy="137549"/>
          </a:xfrm>
          <a:custGeom xmlns:a="http://schemas.openxmlformats.org/drawingml/2006/main">
            <a:pathLst>
              <a:path w="137515" h="137549">
                <a:moveTo>
                  <a:pt x="0" y="0"/>
                </a:moveTo>
                <a:lnTo>
                  <a:pt x="137515" y="0"/>
                </a:lnTo>
                <a:lnTo>
                  <a:pt x="137515" y="137549"/>
                </a:lnTo>
                <a:lnTo>
                  <a:pt x="0" y="1375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78" name="path-546">
            <a:extLst xmlns:a="http://schemas.openxmlformats.org/drawingml/2006/main">
              <a:ext uri="{FF2B5EF4-FFF2-40B4-BE49-F238E27FC236}">
                <a16:creationId xmlns:a16="http://schemas.microsoft.com/office/drawing/2014/main" id="{8315AAAF-015A-4630-A779-F58CCE35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98" y="6340153"/>
            <a:ext cx="137514" cy="142650"/>
          </a:xfrm>
          <a:custGeom xmlns:a="http://schemas.openxmlformats.org/drawingml/2006/main">
            <a:pathLst>
              <a:path w="137514" h="142650">
                <a:moveTo>
                  <a:pt x="0" y="0"/>
                </a:moveTo>
                <a:lnTo>
                  <a:pt x="137514" y="0"/>
                </a:lnTo>
                <a:lnTo>
                  <a:pt x="137514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D5F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path-547">
            <a:extLst xmlns:a="http://schemas.openxmlformats.org/drawingml/2006/main">
              <a:ext uri="{FF2B5EF4-FFF2-40B4-BE49-F238E27FC236}">
                <a16:creationId xmlns:a16="http://schemas.microsoft.com/office/drawing/2014/main" id="{ECD0363B-95AB-41AD-888A-02EE06B4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98" y="6340153"/>
            <a:ext cx="137514" cy="142650"/>
          </a:xfrm>
          <a:custGeom xmlns:a="http://schemas.openxmlformats.org/drawingml/2006/main">
            <a:pathLst>
              <a:path w="137514" h="142650">
                <a:moveTo>
                  <a:pt x="0" y="0"/>
                </a:moveTo>
                <a:lnTo>
                  <a:pt x="137514" y="0"/>
                </a:lnTo>
                <a:lnTo>
                  <a:pt x="137514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80" name="path-548">
            <a:extLst xmlns:a="http://schemas.openxmlformats.org/drawingml/2006/main">
              <a:ext uri="{FF2B5EF4-FFF2-40B4-BE49-F238E27FC236}">
                <a16:creationId xmlns:a16="http://schemas.microsoft.com/office/drawing/2014/main" id="{BC0BD3AD-40D7-4B2D-A3BC-915911D6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78" y="6340153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C9F2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path-549">
            <a:extLst xmlns:a="http://schemas.openxmlformats.org/drawingml/2006/main">
              <a:ext uri="{FF2B5EF4-FFF2-40B4-BE49-F238E27FC236}">
                <a16:creationId xmlns:a16="http://schemas.microsoft.com/office/drawing/2014/main" id="{886BD64D-DA32-4FA1-9036-805D8011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78" y="6340153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82" name="path-550">
            <a:extLst xmlns:a="http://schemas.openxmlformats.org/drawingml/2006/main">
              <a:ext uri="{FF2B5EF4-FFF2-40B4-BE49-F238E27FC236}">
                <a16:creationId xmlns:a16="http://schemas.microsoft.com/office/drawing/2014/main" id="{F95C9208-39BC-43C0-A161-B126EBDF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056" y="6340153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C8F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" name="path-551">
            <a:extLst xmlns:a="http://schemas.openxmlformats.org/drawingml/2006/main">
              <a:ext uri="{FF2B5EF4-FFF2-40B4-BE49-F238E27FC236}">
                <a16:creationId xmlns:a16="http://schemas.microsoft.com/office/drawing/2014/main" id="{1B43631A-548F-4E4D-879B-B78EC983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056" y="6340153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84" name="path-552">
            <a:extLst xmlns:a="http://schemas.openxmlformats.org/drawingml/2006/main">
              <a:ext uri="{FF2B5EF4-FFF2-40B4-BE49-F238E27FC236}">
                <a16:creationId xmlns:a16="http://schemas.microsoft.com/office/drawing/2014/main" id="{06B2129C-70D6-4203-B80E-01598877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37" y="6340153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BCEC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path-553">
            <a:extLst xmlns:a="http://schemas.openxmlformats.org/drawingml/2006/main">
              <a:ext uri="{FF2B5EF4-FFF2-40B4-BE49-F238E27FC236}">
                <a16:creationId xmlns:a16="http://schemas.microsoft.com/office/drawing/2014/main" id="{E4626A52-D14D-4804-B2EE-19DCD72B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37" y="6340153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86" name="path-554">
            <a:extLst xmlns:a="http://schemas.openxmlformats.org/drawingml/2006/main">
              <a:ext uri="{FF2B5EF4-FFF2-40B4-BE49-F238E27FC236}">
                <a16:creationId xmlns:a16="http://schemas.microsoft.com/office/drawing/2014/main" id="{3ED862B3-C366-409E-B8FC-BDA49F23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98" y="6503204"/>
            <a:ext cx="137514" cy="142650"/>
          </a:xfrm>
          <a:custGeom xmlns:a="http://schemas.openxmlformats.org/drawingml/2006/main">
            <a:pathLst>
              <a:path w="137514" h="142650">
                <a:moveTo>
                  <a:pt x="0" y="0"/>
                </a:moveTo>
                <a:lnTo>
                  <a:pt x="137514" y="0"/>
                </a:lnTo>
                <a:lnTo>
                  <a:pt x="137514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CAF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path-555">
            <a:extLst xmlns:a="http://schemas.openxmlformats.org/drawingml/2006/main">
              <a:ext uri="{FF2B5EF4-FFF2-40B4-BE49-F238E27FC236}">
                <a16:creationId xmlns:a16="http://schemas.microsoft.com/office/drawing/2014/main" id="{21306DA8-A81F-4ECF-9701-6D77BEB7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98" y="6503204"/>
            <a:ext cx="137514" cy="142650"/>
          </a:xfrm>
          <a:custGeom xmlns:a="http://schemas.openxmlformats.org/drawingml/2006/main">
            <a:pathLst>
              <a:path w="137514" h="142650">
                <a:moveTo>
                  <a:pt x="0" y="0"/>
                </a:moveTo>
                <a:lnTo>
                  <a:pt x="137514" y="0"/>
                </a:lnTo>
                <a:lnTo>
                  <a:pt x="137514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88" name="path-556">
            <a:extLst xmlns:a="http://schemas.openxmlformats.org/drawingml/2006/main">
              <a:ext uri="{FF2B5EF4-FFF2-40B4-BE49-F238E27FC236}">
                <a16:creationId xmlns:a16="http://schemas.microsoft.com/office/drawing/2014/main" id="{2AA18BF6-3878-4162-8636-6A42BB1B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78" y="6503204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CDF8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path-557">
            <a:extLst xmlns:a="http://schemas.openxmlformats.org/drawingml/2006/main">
              <a:ext uri="{FF2B5EF4-FFF2-40B4-BE49-F238E27FC236}">
                <a16:creationId xmlns:a16="http://schemas.microsoft.com/office/drawing/2014/main" id="{777F4B35-7BB4-48C6-B418-DBE8DE0A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78" y="6503204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90" name="path-558">
            <a:extLst xmlns:a="http://schemas.openxmlformats.org/drawingml/2006/main">
              <a:ext uri="{FF2B5EF4-FFF2-40B4-BE49-F238E27FC236}">
                <a16:creationId xmlns:a16="http://schemas.microsoft.com/office/drawing/2014/main" id="{F2CB8A73-8F7C-4DF1-B4B0-5CDC0D5A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056" y="6503204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9DC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" name="path-559">
            <a:extLst xmlns:a="http://schemas.openxmlformats.org/drawingml/2006/main">
              <a:ext uri="{FF2B5EF4-FFF2-40B4-BE49-F238E27FC236}">
                <a16:creationId xmlns:a16="http://schemas.microsoft.com/office/drawing/2014/main" id="{CA1DF3A0-18D0-44CF-850E-E088F01A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056" y="6503204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92" name="path-560">
            <a:extLst xmlns:a="http://schemas.openxmlformats.org/drawingml/2006/main">
              <a:ext uri="{FF2B5EF4-FFF2-40B4-BE49-F238E27FC236}">
                <a16:creationId xmlns:a16="http://schemas.microsoft.com/office/drawing/2014/main" id="{56C93718-A25A-45E3-8B7B-44275CD9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37" y="6503204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FEE7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" name="path-561">
            <a:extLst xmlns:a="http://schemas.openxmlformats.org/drawingml/2006/main">
              <a:ext uri="{FF2B5EF4-FFF2-40B4-BE49-F238E27FC236}">
                <a16:creationId xmlns:a16="http://schemas.microsoft.com/office/drawing/2014/main" id="{021E53EE-53F3-4B0F-BA0D-29B0816C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37" y="6503204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94" name="path-562">
            <a:extLst xmlns:a="http://schemas.openxmlformats.org/drawingml/2006/main">
              <a:ext uri="{FF2B5EF4-FFF2-40B4-BE49-F238E27FC236}">
                <a16:creationId xmlns:a16="http://schemas.microsoft.com/office/drawing/2014/main" id="{018C8B41-2546-4878-AC7E-E34379FB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98" y="6666184"/>
            <a:ext cx="137514" cy="142650"/>
          </a:xfrm>
          <a:custGeom xmlns:a="http://schemas.openxmlformats.org/drawingml/2006/main">
            <a:pathLst>
              <a:path w="137514" h="142650">
                <a:moveTo>
                  <a:pt x="0" y="0"/>
                </a:moveTo>
                <a:lnTo>
                  <a:pt x="137514" y="0"/>
                </a:lnTo>
                <a:lnTo>
                  <a:pt x="137514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FDE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" name="path-563">
            <a:extLst xmlns:a="http://schemas.openxmlformats.org/drawingml/2006/main">
              <a:ext uri="{FF2B5EF4-FFF2-40B4-BE49-F238E27FC236}">
                <a16:creationId xmlns:a16="http://schemas.microsoft.com/office/drawing/2014/main" id="{0136E210-4EEE-4F40-831A-2278169B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98" y="6666184"/>
            <a:ext cx="137514" cy="142650"/>
          </a:xfrm>
          <a:custGeom xmlns:a="http://schemas.openxmlformats.org/drawingml/2006/main">
            <a:pathLst>
              <a:path w="137514" h="142650">
                <a:moveTo>
                  <a:pt x="0" y="0"/>
                </a:moveTo>
                <a:lnTo>
                  <a:pt x="137514" y="0"/>
                </a:lnTo>
                <a:lnTo>
                  <a:pt x="137514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96" name="path-564">
            <a:extLst xmlns:a="http://schemas.openxmlformats.org/drawingml/2006/main">
              <a:ext uri="{FF2B5EF4-FFF2-40B4-BE49-F238E27FC236}">
                <a16:creationId xmlns:a16="http://schemas.microsoft.com/office/drawing/2014/main" id="{239E534D-A8BC-4AE8-9F67-37638AFE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78" y="6666184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D3F7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" name="path-565">
            <a:extLst xmlns:a="http://schemas.openxmlformats.org/drawingml/2006/main">
              <a:ext uri="{FF2B5EF4-FFF2-40B4-BE49-F238E27FC236}">
                <a16:creationId xmlns:a16="http://schemas.microsoft.com/office/drawing/2014/main" id="{2C1E809F-59C9-41A9-A403-3F36FD8D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78" y="6666184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598" name="path-566">
            <a:extLst xmlns:a="http://schemas.openxmlformats.org/drawingml/2006/main">
              <a:ext uri="{FF2B5EF4-FFF2-40B4-BE49-F238E27FC236}">
                <a16:creationId xmlns:a16="http://schemas.microsoft.com/office/drawing/2014/main" id="{A782C941-6E84-4772-98CB-4ED7129D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056" y="6666184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FDE5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" name="path-567">
            <a:extLst xmlns:a="http://schemas.openxmlformats.org/drawingml/2006/main">
              <a:ext uri="{FF2B5EF4-FFF2-40B4-BE49-F238E27FC236}">
                <a16:creationId xmlns:a16="http://schemas.microsoft.com/office/drawing/2014/main" id="{5F7C1485-FBDD-40CA-BF31-27F057CA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056" y="6666184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00" name="path-568">
            <a:extLst xmlns:a="http://schemas.openxmlformats.org/drawingml/2006/main">
              <a:ext uri="{FF2B5EF4-FFF2-40B4-BE49-F238E27FC236}">
                <a16:creationId xmlns:a16="http://schemas.microsoft.com/office/drawing/2014/main" id="{E8068C90-21B5-416C-B719-F1A2AE59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37" y="6666184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solidFill xmlns:a="http://schemas.openxmlformats.org/drawingml/2006/main">
            <a:srgbClr val="B3E5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" name="path-569">
            <a:extLst xmlns:a="http://schemas.openxmlformats.org/drawingml/2006/main">
              <a:ext uri="{FF2B5EF4-FFF2-40B4-BE49-F238E27FC236}">
                <a16:creationId xmlns:a16="http://schemas.microsoft.com/office/drawing/2014/main" id="{101AA139-741E-4829-A576-D78EEF7D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37" y="6666184"/>
            <a:ext cx="142607" cy="142650"/>
          </a:xfrm>
          <a:custGeom xmlns:a="http://schemas.openxmlformats.org/drawingml/2006/main">
            <a:pathLst>
              <a:path w="142607" h="142650">
                <a:moveTo>
                  <a:pt x="0" y="0"/>
                </a:moveTo>
                <a:lnTo>
                  <a:pt x="142607" y="0"/>
                </a:lnTo>
                <a:lnTo>
                  <a:pt x="142607" y="142650"/>
                </a:lnTo>
                <a:lnTo>
                  <a:pt x="0" y="142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02" name="path-570">
            <a:extLst xmlns:a="http://schemas.openxmlformats.org/drawingml/2006/main">
              <a:ext uri="{FF2B5EF4-FFF2-40B4-BE49-F238E27FC236}">
                <a16:creationId xmlns:a16="http://schemas.microsoft.com/office/drawing/2014/main" id="{441D467C-9576-4EC6-A4EF-F32A7880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98" y="6829227"/>
            <a:ext cx="137514" cy="137550"/>
          </a:xfrm>
          <a:custGeom xmlns:a="http://schemas.openxmlformats.org/drawingml/2006/main">
            <a:pathLst>
              <a:path w="137514" h="137550">
                <a:moveTo>
                  <a:pt x="0" y="0"/>
                </a:moveTo>
                <a:lnTo>
                  <a:pt x="137514" y="0"/>
                </a:lnTo>
                <a:lnTo>
                  <a:pt x="137514" y="137550"/>
                </a:lnTo>
                <a:lnTo>
                  <a:pt x="0" y="137550"/>
                </a:lnTo>
                <a:close/>
              </a:path>
            </a:pathLst>
          </a:custGeom>
          <a:solidFill xmlns:a="http://schemas.openxmlformats.org/drawingml/2006/main">
            <a:srgbClr val="DBF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" name="path-571">
            <a:extLst xmlns:a="http://schemas.openxmlformats.org/drawingml/2006/main">
              <a:ext uri="{FF2B5EF4-FFF2-40B4-BE49-F238E27FC236}">
                <a16:creationId xmlns:a16="http://schemas.microsoft.com/office/drawing/2014/main" id="{D53F3B51-9234-4B31-894B-A92EAEEE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98" y="6829227"/>
            <a:ext cx="137514" cy="137550"/>
          </a:xfrm>
          <a:custGeom xmlns:a="http://schemas.openxmlformats.org/drawingml/2006/main">
            <a:pathLst>
              <a:path w="137514" h="137550">
                <a:moveTo>
                  <a:pt x="0" y="0"/>
                </a:moveTo>
                <a:lnTo>
                  <a:pt x="137514" y="0"/>
                </a:lnTo>
                <a:lnTo>
                  <a:pt x="137514" y="137550"/>
                </a:lnTo>
                <a:lnTo>
                  <a:pt x="0" y="1375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04" name="path-572">
            <a:extLst xmlns:a="http://schemas.openxmlformats.org/drawingml/2006/main">
              <a:ext uri="{FF2B5EF4-FFF2-40B4-BE49-F238E27FC236}">
                <a16:creationId xmlns:a16="http://schemas.microsoft.com/office/drawing/2014/main" id="{A05ECB3F-F1D2-4D08-A54C-E1EAA008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78" y="6829227"/>
            <a:ext cx="142607" cy="137550"/>
          </a:xfrm>
          <a:custGeom xmlns:a="http://schemas.openxmlformats.org/drawingml/2006/main">
            <a:pathLst>
              <a:path w="142607" h="137550">
                <a:moveTo>
                  <a:pt x="0" y="0"/>
                </a:moveTo>
                <a:lnTo>
                  <a:pt x="142607" y="0"/>
                </a:lnTo>
                <a:lnTo>
                  <a:pt x="142607" y="137550"/>
                </a:lnTo>
                <a:lnTo>
                  <a:pt x="0" y="137550"/>
                </a:lnTo>
                <a:close/>
              </a:path>
            </a:pathLst>
          </a:custGeom>
          <a:solidFill xmlns:a="http://schemas.openxmlformats.org/drawingml/2006/main">
            <a:srgbClr val="FBDE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" name="path-573">
            <a:extLst xmlns:a="http://schemas.openxmlformats.org/drawingml/2006/main">
              <a:ext uri="{FF2B5EF4-FFF2-40B4-BE49-F238E27FC236}">
                <a16:creationId xmlns:a16="http://schemas.microsoft.com/office/drawing/2014/main" id="{99F2FD99-842F-4EF5-B478-544E447B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78" y="6829227"/>
            <a:ext cx="142607" cy="137550"/>
          </a:xfrm>
          <a:custGeom xmlns:a="http://schemas.openxmlformats.org/drawingml/2006/main">
            <a:pathLst>
              <a:path w="142607" h="137550">
                <a:moveTo>
                  <a:pt x="0" y="0"/>
                </a:moveTo>
                <a:lnTo>
                  <a:pt x="142607" y="0"/>
                </a:lnTo>
                <a:lnTo>
                  <a:pt x="142607" y="137550"/>
                </a:lnTo>
                <a:lnTo>
                  <a:pt x="0" y="1375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06" name="path-574">
            <a:extLst xmlns:a="http://schemas.openxmlformats.org/drawingml/2006/main">
              <a:ext uri="{FF2B5EF4-FFF2-40B4-BE49-F238E27FC236}">
                <a16:creationId xmlns:a16="http://schemas.microsoft.com/office/drawing/2014/main" id="{816BF184-FAB4-47EB-A248-8A973E88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056" y="6829227"/>
            <a:ext cx="142607" cy="137550"/>
          </a:xfrm>
          <a:custGeom xmlns:a="http://schemas.openxmlformats.org/drawingml/2006/main">
            <a:pathLst>
              <a:path w="142607" h="137550">
                <a:moveTo>
                  <a:pt x="0" y="0"/>
                </a:moveTo>
                <a:lnTo>
                  <a:pt x="142607" y="0"/>
                </a:lnTo>
                <a:lnTo>
                  <a:pt x="142607" y="137550"/>
                </a:lnTo>
                <a:lnTo>
                  <a:pt x="0" y="137550"/>
                </a:lnTo>
                <a:close/>
              </a:path>
            </a:pathLst>
          </a:custGeom>
          <a:solidFill xmlns:a="http://schemas.openxmlformats.org/drawingml/2006/main">
            <a:srgbClr val="A3CB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" name="path-575">
            <a:extLst xmlns:a="http://schemas.openxmlformats.org/drawingml/2006/main">
              <a:ext uri="{FF2B5EF4-FFF2-40B4-BE49-F238E27FC236}">
                <a16:creationId xmlns:a16="http://schemas.microsoft.com/office/drawing/2014/main" id="{3D20CB7B-CBDF-4849-B08E-306E051F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056" y="6829227"/>
            <a:ext cx="142607" cy="137550"/>
          </a:xfrm>
          <a:custGeom xmlns:a="http://schemas.openxmlformats.org/drawingml/2006/main">
            <a:pathLst>
              <a:path w="142607" h="137550">
                <a:moveTo>
                  <a:pt x="0" y="0"/>
                </a:moveTo>
                <a:lnTo>
                  <a:pt x="142607" y="0"/>
                </a:lnTo>
                <a:lnTo>
                  <a:pt x="142607" y="137550"/>
                </a:lnTo>
                <a:lnTo>
                  <a:pt x="0" y="1375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08" name="path-576">
            <a:extLst xmlns:a="http://schemas.openxmlformats.org/drawingml/2006/main">
              <a:ext uri="{FF2B5EF4-FFF2-40B4-BE49-F238E27FC236}">
                <a16:creationId xmlns:a16="http://schemas.microsoft.com/office/drawing/2014/main" id="{4A202A47-5DFC-4F2E-B307-9D60A418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37" y="6829227"/>
            <a:ext cx="142607" cy="137550"/>
          </a:xfrm>
          <a:custGeom xmlns:a="http://schemas.openxmlformats.org/drawingml/2006/main">
            <a:pathLst>
              <a:path w="142607" h="137550">
                <a:moveTo>
                  <a:pt x="0" y="0"/>
                </a:moveTo>
                <a:lnTo>
                  <a:pt x="142607" y="0"/>
                </a:lnTo>
                <a:lnTo>
                  <a:pt x="142607" y="137550"/>
                </a:lnTo>
                <a:lnTo>
                  <a:pt x="0" y="137550"/>
                </a:lnTo>
                <a:close/>
              </a:path>
            </a:pathLst>
          </a:custGeom>
          <a:solidFill xmlns:a="http://schemas.openxmlformats.org/drawingml/2006/main">
            <a:srgbClr val="BBD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" name="path-577">
            <a:extLst xmlns:a="http://schemas.openxmlformats.org/drawingml/2006/main">
              <a:ext uri="{FF2B5EF4-FFF2-40B4-BE49-F238E27FC236}">
                <a16:creationId xmlns:a16="http://schemas.microsoft.com/office/drawing/2014/main" id="{42823491-C75B-45F3-91A5-3EFBCF8B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037" y="6829227"/>
            <a:ext cx="142607" cy="137550"/>
          </a:xfrm>
          <a:custGeom xmlns:a="http://schemas.openxmlformats.org/drawingml/2006/main">
            <a:pathLst>
              <a:path w="142607" h="137550">
                <a:moveTo>
                  <a:pt x="0" y="0"/>
                </a:moveTo>
                <a:lnTo>
                  <a:pt x="142607" y="0"/>
                </a:lnTo>
                <a:lnTo>
                  <a:pt x="142607" y="137550"/>
                </a:lnTo>
                <a:lnTo>
                  <a:pt x="0" y="1375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10" name="text-578 θ">
            <a:extLst xmlns:a="http://schemas.openxmlformats.org/drawingml/2006/main">
              <a:ext uri="{FF2B5EF4-FFF2-40B4-BE49-F238E27FC236}">
                <a16:creationId xmlns:a16="http://schemas.microsoft.com/office/drawing/2014/main" id="{45000256-9743-4E17-B49C-5E55C022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2375" y="6197874"/>
            <a:ext cx="149096" cy="2642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pPr>
            <a:r>
              <a:rPr sz="1486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rPr>
              <a:t>θ</a:t>
            </a:r>
          </a:p>
        </p:txBody>
      </p:sp>
      <p:sp>
        <p:nvSpPr>
          <p:cNvPr id="611" name="text-579 S">
            <a:extLst xmlns:a="http://schemas.openxmlformats.org/drawingml/2006/main">
              <a:ext uri="{FF2B5EF4-FFF2-40B4-BE49-F238E27FC236}">
                <a16:creationId xmlns:a16="http://schemas.microsoft.com/office/drawing/2014/main" id="{5582C951-1C8C-4813-9FB8-A7257B46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5652" y="6315214"/>
            <a:ext cx="93587" cy="150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pPr>
            <a:r>
              <a: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rPr>
              <a:t>S</a:t>
            </a:r>
          </a:p>
        </p:txBody>
      </p:sp>
      <p:sp>
        <p:nvSpPr>
          <p:cNvPr id="612" name="text-580 →">
            <a:extLst xmlns:a="http://schemas.openxmlformats.org/drawingml/2006/main">
              <a:ext uri="{FF2B5EF4-FFF2-40B4-BE49-F238E27FC236}">
                <a16:creationId xmlns:a16="http://schemas.microsoft.com/office/drawing/2014/main" id="{0DF6524C-0975-42FC-85B9-7DF9C598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0464" y="6193660"/>
            <a:ext cx="222803" cy="264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0" i="0">
                <a:solidFill>
                  <a:srgbClr val="48658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0" i="0">
                <a:solidFill>
                  <a:srgbClr val="48658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7" b="0" i="0">
                <a:solidFill>
                  <a:srgbClr val="48658E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613" name="text-581 θ′">
            <a:extLst xmlns:a="http://schemas.openxmlformats.org/drawingml/2006/main">
              <a:ext uri="{FF2B5EF4-FFF2-40B4-BE49-F238E27FC236}">
                <a16:creationId xmlns:a16="http://schemas.microsoft.com/office/drawing/2014/main" id="{45D220F2-D75C-4349-8043-716F35AA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6359" y="6201819"/>
            <a:ext cx="179291" cy="258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5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5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pPr>
            <a:r>
              <a:rPr sz="1455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rPr>
              <a:t>θ′</a:t>
            </a:r>
          </a:p>
        </p:txBody>
      </p:sp>
      <p:sp>
        <p:nvSpPr>
          <p:cNvPr id="614" name="text-582 S">
            <a:extLst xmlns:a="http://schemas.openxmlformats.org/drawingml/2006/main">
              <a:ext uri="{FF2B5EF4-FFF2-40B4-BE49-F238E27FC236}">
                <a16:creationId xmlns:a16="http://schemas.microsoft.com/office/drawing/2014/main" id="{E4284546-2D2F-4755-946A-4F13FC34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7012" y="6315214"/>
            <a:ext cx="93587" cy="150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defRPr>
            </a:pPr>
            <a:r>
              <a:rPr sz="844" b="0" i="1">
                <a:solidFill>
                  <a:srgbClr val="48658E"/>
                </a:solidFill>
                <a:latin typeface="Comic Sans MS"/>
                <a:ea typeface="Comic Sans MS"/>
                <a:cs typeface="Comic Sans MS"/>
              </a:rPr>
              <a:t>S</a:t>
            </a:r>
          </a:p>
        </p:txBody>
      </p:sp>
      <p:sp>
        <p:nvSpPr>
          <p:cNvPr id="615" name="path-583">
            <a:extLst xmlns:a="http://schemas.openxmlformats.org/drawingml/2006/main">
              <a:ext uri="{FF2B5EF4-FFF2-40B4-BE49-F238E27FC236}">
                <a16:creationId xmlns:a16="http://schemas.microsoft.com/office/drawing/2014/main" id="{CAF0403E-AD2D-4128-8885-F40B8CC0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956" y="6574521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B5D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" name="path-584">
            <a:extLst xmlns:a="http://schemas.openxmlformats.org/drawingml/2006/main">
              <a:ext uri="{FF2B5EF4-FFF2-40B4-BE49-F238E27FC236}">
                <a16:creationId xmlns:a16="http://schemas.microsoft.com/office/drawing/2014/main" id="{523A4363-158B-4A7E-8935-DA0808CE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956" y="6574521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17" name="path-585">
            <a:extLst xmlns:a="http://schemas.openxmlformats.org/drawingml/2006/main">
              <a:ext uri="{FF2B5EF4-FFF2-40B4-BE49-F238E27FC236}">
                <a16:creationId xmlns:a16="http://schemas.microsoft.com/office/drawing/2014/main" id="{122F9619-7604-40C6-8DF7-141A8EB4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097" y="6574521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A1D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" name="path-586">
            <a:extLst xmlns:a="http://schemas.openxmlformats.org/drawingml/2006/main">
              <a:ext uri="{FF2B5EF4-FFF2-40B4-BE49-F238E27FC236}">
                <a16:creationId xmlns:a16="http://schemas.microsoft.com/office/drawing/2014/main" id="{3FE8B462-564F-48CE-B615-4F84444E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097" y="6574521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19" name="path-587">
            <a:extLst xmlns:a="http://schemas.openxmlformats.org/drawingml/2006/main">
              <a:ext uri="{FF2B5EF4-FFF2-40B4-BE49-F238E27FC236}">
                <a16:creationId xmlns:a16="http://schemas.microsoft.com/office/drawing/2014/main" id="{401D3B88-CDCB-4B24-9D9D-21AB176A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239" y="6574521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A7D0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" name="path-588">
            <a:extLst xmlns:a="http://schemas.openxmlformats.org/drawingml/2006/main">
              <a:ext uri="{FF2B5EF4-FFF2-40B4-BE49-F238E27FC236}">
                <a16:creationId xmlns:a16="http://schemas.microsoft.com/office/drawing/2014/main" id="{BC8DBC14-7273-4A1D-A6E3-AB240D5B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239" y="6574521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21" name="path-589">
            <a:extLst xmlns:a="http://schemas.openxmlformats.org/drawingml/2006/main">
              <a:ext uri="{FF2B5EF4-FFF2-40B4-BE49-F238E27FC236}">
                <a16:creationId xmlns:a16="http://schemas.microsoft.com/office/drawing/2014/main" id="{56145557-1D12-4A18-9DE9-C0C9F839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82" y="6574521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0B5D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" name="path-590">
            <a:extLst xmlns:a="http://schemas.openxmlformats.org/drawingml/2006/main">
              <a:ext uri="{FF2B5EF4-FFF2-40B4-BE49-F238E27FC236}">
                <a16:creationId xmlns:a16="http://schemas.microsoft.com/office/drawing/2014/main" id="{1A322B44-ED99-414F-A217-F0A2831B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82" y="6574521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23" name="path-591">
            <a:extLst xmlns:a="http://schemas.openxmlformats.org/drawingml/2006/main">
              <a:ext uri="{FF2B5EF4-FFF2-40B4-BE49-F238E27FC236}">
                <a16:creationId xmlns:a16="http://schemas.microsoft.com/office/drawing/2014/main" id="{A37F8A18-6886-4988-853C-5D6A0DE3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956" y="6691664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5BA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" name="path-592">
            <a:extLst xmlns:a="http://schemas.openxmlformats.org/drawingml/2006/main">
              <a:ext uri="{FF2B5EF4-FFF2-40B4-BE49-F238E27FC236}">
                <a16:creationId xmlns:a16="http://schemas.microsoft.com/office/drawing/2014/main" id="{57EFCD1F-FF1A-42FB-BBC3-0821AFA4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956" y="6691664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25" name="path-593">
            <a:extLst xmlns:a="http://schemas.openxmlformats.org/drawingml/2006/main">
              <a:ext uri="{FF2B5EF4-FFF2-40B4-BE49-F238E27FC236}">
                <a16:creationId xmlns:a16="http://schemas.microsoft.com/office/drawing/2014/main" id="{A4F9CBBA-2F9C-4455-B823-E3A7D860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097" y="6691664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0B4D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" name="path-594">
            <a:extLst xmlns:a="http://schemas.openxmlformats.org/drawingml/2006/main">
              <a:ext uri="{FF2B5EF4-FFF2-40B4-BE49-F238E27FC236}">
                <a16:creationId xmlns:a16="http://schemas.microsoft.com/office/drawing/2014/main" id="{41CA0F1F-9B05-4DAC-A7FD-E5DB21F3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097" y="6691664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27" name="path-595">
            <a:extLst xmlns:a="http://schemas.openxmlformats.org/drawingml/2006/main">
              <a:ext uri="{FF2B5EF4-FFF2-40B4-BE49-F238E27FC236}">
                <a16:creationId xmlns:a16="http://schemas.microsoft.com/office/drawing/2014/main" id="{F5644D08-B48F-46E1-BFB8-61CB0EB9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239" y="6691664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4A9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" name="path-596">
            <a:extLst xmlns:a="http://schemas.openxmlformats.org/drawingml/2006/main">
              <a:ext uri="{FF2B5EF4-FFF2-40B4-BE49-F238E27FC236}">
                <a16:creationId xmlns:a16="http://schemas.microsoft.com/office/drawing/2014/main" id="{D11A848A-1D88-4D8F-B290-08B32421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239" y="6691664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29" name="path-597">
            <a:extLst xmlns:a="http://schemas.openxmlformats.org/drawingml/2006/main">
              <a:ext uri="{FF2B5EF4-FFF2-40B4-BE49-F238E27FC236}">
                <a16:creationId xmlns:a16="http://schemas.microsoft.com/office/drawing/2014/main" id="{269ECB48-AD2B-4377-8E2E-070D152B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82" y="6691664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FDD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" name="path-598">
            <a:extLst xmlns:a="http://schemas.openxmlformats.org/drawingml/2006/main">
              <a:ext uri="{FF2B5EF4-FFF2-40B4-BE49-F238E27FC236}">
                <a16:creationId xmlns:a16="http://schemas.microsoft.com/office/drawing/2014/main" id="{B20250DD-D852-4C17-8299-32182F3B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82" y="6691664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31" name="path-599">
            <a:extLst xmlns:a="http://schemas.openxmlformats.org/drawingml/2006/main">
              <a:ext uri="{FF2B5EF4-FFF2-40B4-BE49-F238E27FC236}">
                <a16:creationId xmlns:a16="http://schemas.microsoft.com/office/drawing/2014/main" id="{BFD67FFE-FB61-44DA-AFB8-5AA272F2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956" y="6808876"/>
            <a:ext cx="101862" cy="96797"/>
          </a:xfrm>
          <a:custGeom xmlns:a="http://schemas.openxmlformats.org/drawingml/2006/main">
            <a:pathLst>
              <a:path w="101862" h="96797">
                <a:moveTo>
                  <a:pt x="0" y="0"/>
                </a:moveTo>
                <a:lnTo>
                  <a:pt x="101862" y="0"/>
                </a:lnTo>
                <a:lnTo>
                  <a:pt x="101862" y="96797"/>
                </a:lnTo>
                <a:lnTo>
                  <a:pt x="0" y="96797"/>
                </a:lnTo>
                <a:close/>
              </a:path>
            </a:pathLst>
          </a:custGeom>
          <a:solidFill xmlns:a="http://schemas.openxmlformats.org/drawingml/2006/main">
            <a:srgbClr val="A4D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" name="path-600">
            <a:extLst xmlns:a="http://schemas.openxmlformats.org/drawingml/2006/main">
              <a:ext uri="{FF2B5EF4-FFF2-40B4-BE49-F238E27FC236}">
                <a16:creationId xmlns:a16="http://schemas.microsoft.com/office/drawing/2014/main" id="{91B355C9-1F64-48CC-9FF6-F075607A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956" y="6808876"/>
            <a:ext cx="101862" cy="96797"/>
          </a:xfrm>
          <a:custGeom xmlns:a="http://schemas.openxmlformats.org/drawingml/2006/main">
            <a:pathLst>
              <a:path w="101862" h="96797">
                <a:moveTo>
                  <a:pt x="0" y="0"/>
                </a:moveTo>
                <a:lnTo>
                  <a:pt x="101862" y="0"/>
                </a:lnTo>
                <a:lnTo>
                  <a:pt x="101862" y="96797"/>
                </a:lnTo>
                <a:lnTo>
                  <a:pt x="0" y="967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33" name="path-601">
            <a:extLst xmlns:a="http://schemas.openxmlformats.org/drawingml/2006/main">
              <a:ext uri="{FF2B5EF4-FFF2-40B4-BE49-F238E27FC236}">
                <a16:creationId xmlns:a16="http://schemas.microsoft.com/office/drawing/2014/main" id="{363B6B6F-1ABA-4890-BB59-A8BB9BA0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097" y="6808876"/>
            <a:ext cx="101862" cy="96797"/>
          </a:xfrm>
          <a:custGeom xmlns:a="http://schemas.openxmlformats.org/drawingml/2006/main">
            <a:pathLst>
              <a:path w="101862" h="96797">
                <a:moveTo>
                  <a:pt x="0" y="0"/>
                </a:moveTo>
                <a:lnTo>
                  <a:pt x="101862" y="0"/>
                </a:lnTo>
                <a:lnTo>
                  <a:pt x="101862" y="96797"/>
                </a:lnTo>
                <a:lnTo>
                  <a:pt x="0" y="96797"/>
                </a:lnTo>
                <a:close/>
              </a:path>
            </a:pathLst>
          </a:custGeom>
          <a:solidFill xmlns:a="http://schemas.openxmlformats.org/drawingml/2006/main">
            <a:srgbClr val="0F4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" name="path-602">
            <a:extLst xmlns:a="http://schemas.openxmlformats.org/drawingml/2006/main">
              <a:ext uri="{FF2B5EF4-FFF2-40B4-BE49-F238E27FC236}">
                <a16:creationId xmlns:a16="http://schemas.microsoft.com/office/drawing/2014/main" id="{711159E6-B5D0-4852-81A3-7FA4FEF9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097" y="6808876"/>
            <a:ext cx="101862" cy="96797"/>
          </a:xfrm>
          <a:custGeom xmlns:a="http://schemas.openxmlformats.org/drawingml/2006/main">
            <a:pathLst>
              <a:path w="101862" h="96797">
                <a:moveTo>
                  <a:pt x="0" y="0"/>
                </a:moveTo>
                <a:lnTo>
                  <a:pt x="101862" y="0"/>
                </a:lnTo>
                <a:lnTo>
                  <a:pt x="101862" y="96797"/>
                </a:lnTo>
                <a:lnTo>
                  <a:pt x="0" y="967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35" name="path-603">
            <a:extLst xmlns:a="http://schemas.openxmlformats.org/drawingml/2006/main">
              <a:ext uri="{FF2B5EF4-FFF2-40B4-BE49-F238E27FC236}">
                <a16:creationId xmlns:a16="http://schemas.microsoft.com/office/drawing/2014/main" id="{DE119883-7F68-453A-B33C-76FE8389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239" y="6808876"/>
            <a:ext cx="101862" cy="96797"/>
          </a:xfrm>
          <a:custGeom xmlns:a="http://schemas.openxmlformats.org/drawingml/2006/main">
            <a:pathLst>
              <a:path w="101862" h="96797">
                <a:moveTo>
                  <a:pt x="0" y="0"/>
                </a:moveTo>
                <a:lnTo>
                  <a:pt x="101862" y="0"/>
                </a:lnTo>
                <a:lnTo>
                  <a:pt x="101862" y="96797"/>
                </a:lnTo>
                <a:lnTo>
                  <a:pt x="0" y="96797"/>
                </a:lnTo>
                <a:close/>
              </a:path>
            </a:pathLst>
          </a:custGeom>
          <a:solidFill xmlns:a="http://schemas.openxmlformats.org/drawingml/2006/main">
            <a:srgbClr val="1049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" name="path-604">
            <a:extLst xmlns:a="http://schemas.openxmlformats.org/drawingml/2006/main">
              <a:ext uri="{FF2B5EF4-FFF2-40B4-BE49-F238E27FC236}">
                <a16:creationId xmlns:a16="http://schemas.microsoft.com/office/drawing/2014/main" id="{D69D4CB7-7527-476C-8BBE-7DEF9364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239" y="6808876"/>
            <a:ext cx="101862" cy="96797"/>
          </a:xfrm>
          <a:custGeom xmlns:a="http://schemas.openxmlformats.org/drawingml/2006/main">
            <a:pathLst>
              <a:path w="101862" h="96797">
                <a:moveTo>
                  <a:pt x="0" y="0"/>
                </a:moveTo>
                <a:lnTo>
                  <a:pt x="101862" y="0"/>
                </a:lnTo>
                <a:lnTo>
                  <a:pt x="101862" y="96797"/>
                </a:lnTo>
                <a:lnTo>
                  <a:pt x="0" y="967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37" name="path-605">
            <a:extLst xmlns:a="http://schemas.openxmlformats.org/drawingml/2006/main">
              <a:ext uri="{FF2B5EF4-FFF2-40B4-BE49-F238E27FC236}">
                <a16:creationId xmlns:a16="http://schemas.microsoft.com/office/drawing/2014/main" id="{859A3F61-A07A-45AE-8B54-D4C157F0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82" y="6808876"/>
            <a:ext cx="101862" cy="96797"/>
          </a:xfrm>
          <a:custGeom xmlns:a="http://schemas.openxmlformats.org/drawingml/2006/main">
            <a:pathLst>
              <a:path w="101862" h="96797">
                <a:moveTo>
                  <a:pt x="0" y="0"/>
                </a:moveTo>
                <a:lnTo>
                  <a:pt x="101862" y="0"/>
                </a:lnTo>
                <a:lnTo>
                  <a:pt x="101862" y="96797"/>
                </a:lnTo>
                <a:lnTo>
                  <a:pt x="0" y="96797"/>
                </a:lnTo>
                <a:close/>
              </a:path>
            </a:pathLst>
          </a:custGeom>
          <a:solidFill xmlns:a="http://schemas.openxmlformats.org/drawingml/2006/main">
            <a:srgbClr val="6FB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" name="path-606">
            <a:extLst xmlns:a="http://schemas.openxmlformats.org/drawingml/2006/main">
              <a:ext uri="{FF2B5EF4-FFF2-40B4-BE49-F238E27FC236}">
                <a16:creationId xmlns:a16="http://schemas.microsoft.com/office/drawing/2014/main" id="{67359497-2C62-4380-A290-9E53724A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82" y="6808876"/>
            <a:ext cx="101862" cy="96797"/>
          </a:xfrm>
          <a:custGeom xmlns:a="http://schemas.openxmlformats.org/drawingml/2006/main">
            <a:pathLst>
              <a:path w="101862" h="96797">
                <a:moveTo>
                  <a:pt x="0" y="0"/>
                </a:moveTo>
                <a:lnTo>
                  <a:pt x="101862" y="0"/>
                </a:lnTo>
                <a:lnTo>
                  <a:pt x="101862" y="96797"/>
                </a:lnTo>
                <a:lnTo>
                  <a:pt x="0" y="967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39" name="path-607">
            <a:extLst xmlns:a="http://schemas.openxmlformats.org/drawingml/2006/main">
              <a:ext uri="{FF2B5EF4-FFF2-40B4-BE49-F238E27FC236}">
                <a16:creationId xmlns:a16="http://schemas.microsoft.com/office/drawing/2014/main" id="{BD7A1247-A1BC-472A-AC3B-C2AA35D3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956" y="6920931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9AC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" name="path-608">
            <a:extLst xmlns:a="http://schemas.openxmlformats.org/drawingml/2006/main">
              <a:ext uri="{FF2B5EF4-FFF2-40B4-BE49-F238E27FC236}">
                <a16:creationId xmlns:a16="http://schemas.microsoft.com/office/drawing/2014/main" id="{04CDE57C-378C-4F6D-9AB2-71AE8FDA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956" y="6920931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41" name="path-609">
            <a:extLst xmlns:a="http://schemas.openxmlformats.org/drawingml/2006/main">
              <a:ext uri="{FF2B5EF4-FFF2-40B4-BE49-F238E27FC236}">
                <a16:creationId xmlns:a16="http://schemas.microsoft.com/office/drawing/2014/main" id="{7CAAC6DA-2310-49B6-BE9B-3355AA36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097" y="6920931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67A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" name="path-610">
            <a:extLst xmlns:a="http://schemas.openxmlformats.org/drawingml/2006/main">
              <a:ext uri="{FF2B5EF4-FFF2-40B4-BE49-F238E27FC236}">
                <a16:creationId xmlns:a16="http://schemas.microsoft.com/office/drawing/2014/main" id="{6917769C-E474-4585-ABB2-0E02F2D2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097" y="6920931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43" name="path-611">
            <a:extLst xmlns:a="http://schemas.openxmlformats.org/drawingml/2006/main">
              <a:ext uri="{FF2B5EF4-FFF2-40B4-BE49-F238E27FC236}">
                <a16:creationId xmlns:a16="http://schemas.microsoft.com/office/drawing/2014/main" id="{9FC4AB19-9CD9-44A9-9DB9-EA6F7469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239" y="6920931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78A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" name="path-612">
            <a:extLst xmlns:a="http://schemas.openxmlformats.org/drawingml/2006/main">
              <a:ext uri="{FF2B5EF4-FFF2-40B4-BE49-F238E27FC236}">
                <a16:creationId xmlns:a16="http://schemas.microsoft.com/office/drawing/2014/main" id="{C73F8A8B-4733-4BEB-A38E-A11FF5B2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239" y="6920931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45" name="path-613">
            <a:extLst xmlns:a="http://schemas.openxmlformats.org/drawingml/2006/main">
              <a:ext uri="{FF2B5EF4-FFF2-40B4-BE49-F238E27FC236}">
                <a16:creationId xmlns:a16="http://schemas.microsoft.com/office/drawing/2014/main" id="{F6F2DAED-047F-4883-8FFA-2CFAD413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82" y="6920931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solidFill xmlns:a="http://schemas.openxmlformats.org/drawingml/2006/main">
            <a:srgbClr val="AAC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" name="path-614">
            <a:extLst xmlns:a="http://schemas.openxmlformats.org/drawingml/2006/main">
              <a:ext uri="{FF2B5EF4-FFF2-40B4-BE49-F238E27FC236}">
                <a16:creationId xmlns:a16="http://schemas.microsoft.com/office/drawing/2014/main" id="{702C60D2-99DC-45F5-8D04-70FCBEB1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82" y="6920931"/>
            <a:ext cx="101862" cy="101891"/>
          </a:xfrm>
          <a:custGeom xmlns:a="http://schemas.openxmlformats.org/drawingml/2006/main">
            <a:pathLst>
              <a:path w="101862" h="101891">
                <a:moveTo>
                  <a:pt x="0" y="0"/>
                </a:moveTo>
                <a:lnTo>
                  <a:pt x="101862" y="0"/>
                </a:lnTo>
                <a:lnTo>
                  <a:pt x="101862" y="101891"/>
                </a:lnTo>
                <a:lnTo>
                  <a:pt x="0" y="101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61">
            <a:solidFill>
              <a:srgbClr val="8AA2B8"/>
            </a:solidFill>
            <a:prstDash val="solid"/>
          </a:ln>
        </p:spPr>
      </p:sp>
      <p:sp>
        <p:nvSpPr>
          <p:cNvPr id="647" name="path-615">
            <a:extLst xmlns:a="http://schemas.openxmlformats.org/drawingml/2006/main">
              <a:ext uri="{FF2B5EF4-FFF2-40B4-BE49-F238E27FC236}">
                <a16:creationId xmlns:a16="http://schemas.microsoft.com/office/drawing/2014/main" id="{5E4F4412-5657-4394-B43D-1CD135E8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353" y="7086500"/>
            <a:ext cx="3748534" cy="427949"/>
          </a:xfrm>
          <a:custGeom xmlns:a="http://schemas.openxmlformats.org/drawingml/2006/main">
            <a:pathLst>
              <a:path w="3748534" h="427949">
                <a:moveTo>
                  <a:pt x="0" y="56774"/>
                </a:moveTo>
                <a:cubicBezTo>
                  <a:pt x="0" y="25416"/>
                  <a:pt x="25395" y="0"/>
                  <a:pt x="56732" y="0"/>
                </a:cubicBezTo>
                <a:lnTo>
                  <a:pt x="3691803" y="0"/>
                </a:lnTo>
                <a:cubicBezTo>
                  <a:pt x="3723140" y="0"/>
                  <a:pt x="3748534" y="25416"/>
                  <a:pt x="3748534" y="56774"/>
                </a:cubicBezTo>
                <a:lnTo>
                  <a:pt x="3748534" y="371175"/>
                </a:lnTo>
                <a:cubicBezTo>
                  <a:pt x="3748534" y="402533"/>
                  <a:pt x="3723140" y="427949"/>
                  <a:pt x="3691803" y="427949"/>
                </a:cubicBezTo>
                <a:lnTo>
                  <a:pt x="56732" y="427949"/>
                </a:lnTo>
                <a:cubicBezTo>
                  <a:pt x="25395" y="427949"/>
                  <a:pt x="0" y="402533"/>
                  <a:pt x="0" y="371175"/>
                </a:cubicBezTo>
                <a:lnTo>
                  <a:pt x="0" y="56774"/>
                </a:lnTo>
              </a:path>
            </a:pathLst>
          </a:custGeom>
          <a:noFill xmlns:a="http://schemas.openxmlformats.org/drawingml/2006/main"/>
          <a:ln xmlns:a="http://schemas.openxmlformats.org/drawingml/2006/main" w="14152">
            <a:solidFill>
              <a:srgbClr val="2F5597"/>
            </a:solidFill>
            <a:prstDash val="solid"/>
          </a:ln>
        </p:spPr>
      </p:sp>
      <p:sp>
        <p:nvSpPr>
          <p:cNvPr id="648" name="text-616 No">
            <a:extLst xmlns:a="http://schemas.openxmlformats.org/drawingml/2006/main">
              <a:ext uri="{FF2B5EF4-FFF2-40B4-BE49-F238E27FC236}">
                <a16:creationId xmlns:a16="http://schemas.microsoft.com/office/drawing/2014/main" id="{8B03A70F-0512-41D4-AC55-BA1AAE8B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6205" y="7177268"/>
            <a:ext cx="303589" cy="279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4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4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1574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No</a:t>
            </a:r>
          </a:p>
        </p:txBody>
      </p:sp>
      <p:sp>
        <p:nvSpPr>
          <p:cNvPr id="649" name="text-616 agent">
            <a:extLst xmlns:a="http://schemas.openxmlformats.org/drawingml/2006/main">
              <a:ext uri="{FF2B5EF4-FFF2-40B4-BE49-F238E27FC236}">
                <a16:creationId xmlns:a16="http://schemas.microsoft.com/office/drawing/2014/main" id="{4DFB273B-9D9D-4330-BC89-41D9D52B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7414" y="7179573"/>
            <a:ext cx="557142" cy="276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6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6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1556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agent</a:t>
            </a:r>
          </a:p>
        </p:txBody>
      </p:sp>
      <p:sp>
        <p:nvSpPr>
          <p:cNvPr id="650" name="text-616 harness">
            <a:extLst xmlns:a="http://schemas.openxmlformats.org/drawingml/2006/main">
              <a:ext uri="{FF2B5EF4-FFF2-40B4-BE49-F238E27FC236}">
                <a16:creationId xmlns:a16="http://schemas.microsoft.com/office/drawing/2014/main" id="{613DEEB6-8888-4D30-9586-8EB9985E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3324" y="7178770"/>
            <a:ext cx="763759" cy="277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2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2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1562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651" name="text-616 evolution">
            <a:extLst xmlns:a="http://schemas.openxmlformats.org/drawingml/2006/main">
              <a:ext uri="{FF2B5EF4-FFF2-40B4-BE49-F238E27FC236}">
                <a16:creationId xmlns:a16="http://schemas.microsoft.com/office/drawing/2014/main" id="{3844143E-1FA9-4B0A-AE31-FDB109AF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7771" y="7179858"/>
            <a:ext cx="857410" cy="276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3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3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defRPr>
            </a:pPr>
            <a:r>
              <a:rPr sz="1553" b="1" i="0">
                <a:solidFill>
                  <a:srgbClr val="112F5C"/>
                </a:solidFill>
                <a:latin typeface="Comic Sans MS"/>
                <a:ea typeface="Comic Sans MS"/>
                <a:cs typeface="Comic Sans MS"/>
              </a:rPr>
              <a:t>evolution</a:t>
            </a:r>
          </a:p>
        </p:txBody>
      </p:sp>
      <p:pic>
        <p:nvPic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1557A7FA-0686-4BC4-921E-9C44A6D1E4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0fd6d6bdf4f24"/>
          <a:stretch xmlns:a="http://schemas.openxmlformats.org/drawingml/2006/main"/>
        </p:blipFill>
        <p:spPr>
          <a:xfrm xmlns:a="http://schemas.openxmlformats.org/drawingml/2006/main">
            <a:off x="6230482" y="2563074"/>
            <a:ext cx="781050" cy="638175"/>
          </a:xfrm>
          <a:prstGeom xmlns:a="http://schemas.openxmlformats.org/drawingml/2006/main" prst="rect">
            <a:avLst/>
          </a:prstGeom>
        </p:spPr>
      </p:pic>
      <p:pic>
        <p:nvPic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667E76D9-556C-4BBE-8C2A-41314A36C5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adf5116774cb3"/>
          <a:stretch xmlns:a="http://schemas.openxmlformats.org/drawingml/2006/main"/>
        </p:blipFill>
        <p:spPr>
          <a:xfrm xmlns:a="http://schemas.openxmlformats.org/drawingml/2006/main">
            <a:off x="7040107" y="2563074"/>
            <a:ext cx="771525" cy="638175"/>
          </a:xfrm>
          <a:prstGeom xmlns:a="http://schemas.openxmlformats.org/drawingml/2006/main" prst="rect">
            <a:avLst/>
          </a:prstGeom>
        </p:spPr>
      </p:pic>
      <p:sp>
        <p:nvSpPr>
          <p:cNvPr id="654" name="path-619">
            <a:extLst xmlns:a="http://schemas.openxmlformats.org/drawingml/2006/main">
              <a:ext uri="{FF2B5EF4-FFF2-40B4-BE49-F238E27FC236}">
                <a16:creationId xmlns:a16="http://schemas.microsoft.com/office/drawing/2014/main" id="{0DC63BE1-BB8E-4ABE-89AE-1ED9D07A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644" y="3688451"/>
            <a:ext cx="191" cy="142607"/>
          </a:xfrm>
          <a:custGeom xmlns:a="http://schemas.openxmlformats.org/drawingml/2006/main">
            <a:pathLst>
              <a:path w="191" h="142607">
                <a:moveTo>
                  <a:pt x="0" y="0"/>
                </a:moveTo>
                <a:lnTo>
                  <a:pt x="0" y="142607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2E75B6"/>
            </a:solidFill>
            <a:prstDash val="solid"/>
          </a:ln>
        </p:spPr>
      </p:sp>
      <p:pic>
        <p:nvPic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DEAF64C9-1429-47A5-A1CB-A767F6488D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c99035687466c"/>
          <a:stretch xmlns:a="http://schemas.openxmlformats.org/drawingml/2006/main"/>
        </p:blipFill>
        <p:spPr>
          <a:xfrm xmlns:a="http://schemas.openxmlformats.org/drawingml/2006/main">
            <a:off x="4230232" y="4715724"/>
            <a:ext cx="533400" cy="638175"/>
          </a:xfrm>
          <a:prstGeom xmlns:a="http://schemas.openxmlformats.org/drawingml/2006/main" prst="rect">
            <a:avLst/>
          </a:prstGeom>
        </p:spPr>
      </p:pic>
      <p:pic>
        <p:nvPic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61BA45B9-FDBA-4D40-8BC8-12A591B484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7a532875a4d8c"/>
          <a:stretch xmlns:a="http://schemas.openxmlformats.org/drawingml/2006/main"/>
        </p:blipFill>
        <p:spPr>
          <a:xfrm xmlns:a="http://schemas.openxmlformats.org/drawingml/2006/main">
            <a:off x="6582907" y="4715724"/>
            <a:ext cx="533400" cy="638175"/>
          </a:xfrm>
          <a:prstGeom xmlns:a="http://schemas.openxmlformats.org/drawingml/2006/main" prst="rect">
            <a:avLst/>
          </a:prstGeom>
        </p:spPr>
      </p:pic>
      <p:pic>
        <p:nvPic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AB05E1DD-A9C8-485A-89AA-FC0766B1FE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3124b776c40aa"/>
          <a:stretch xmlns:a="http://schemas.openxmlformats.org/drawingml/2006/main"/>
        </p:blipFill>
        <p:spPr>
          <a:xfrm xmlns:a="http://schemas.openxmlformats.org/drawingml/2006/main">
            <a:off x="4620757" y="2563074"/>
            <a:ext cx="781050" cy="638175"/>
          </a:xfrm>
          <a:prstGeom xmlns:a="http://schemas.openxmlformats.org/drawingml/2006/main" prst="rect">
            <a:avLst/>
          </a:prstGeom>
        </p:spPr>
      </p:pic>
      <p:pic>
        <p:nvPic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10D9DCBB-E5FA-437C-8581-E7256DE08F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9fb061feb4396"/>
          <a:stretch xmlns:a="http://schemas.openxmlformats.org/drawingml/2006/main"/>
        </p:blipFill>
        <p:spPr>
          <a:xfrm xmlns:a="http://schemas.openxmlformats.org/drawingml/2006/main">
            <a:off x="5430382" y="2563074"/>
            <a:ext cx="771525" cy="638175"/>
          </a:xfrm>
          <a:prstGeom xmlns:a="http://schemas.openxmlformats.org/drawingml/2006/main" prst="rect">
            <a:avLst/>
          </a:prstGeom>
        </p:spPr>
      </p:pic>
      <p:sp>
        <p:nvSpPr>
          <p:cNvPr id="659" name="path-624">
            <a:extLst xmlns:a="http://schemas.openxmlformats.org/drawingml/2006/main">
              <a:ext uri="{FF2B5EF4-FFF2-40B4-BE49-F238E27FC236}">
                <a16:creationId xmlns:a16="http://schemas.microsoft.com/office/drawing/2014/main" id="{422B2792-6D82-4AF7-8141-08E4A6A0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287" y="2475919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" name="path-625">
            <a:extLst xmlns:a="http://schemas.openxmlformats.org/drawingml/2006/main">
              <a:ext uri="{FF2B5EF4-FFF2-40B4-BE49-F238E27FC236}">
                <a16:creationId xmlns:a16="http://schemas.microsoft.com/office/drawing/2014/main" id="{9C55C713-C6B3-4502-8F74-A88B2919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287" y="2475919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61" name="path-626">
            <a:extLst xmlns:a="http://schemas.openxmlformats.org/drawingml/2006/main">
              <a:ext uri="{FF2B5EF4-FFF2-40B4-BE49-F238E27FC236}">
                <a16:creationId xmlns:a16="http://schemas.microsoft.com/office/drawing/2014/main" id="{FF811C3C-C468-45A6-B167-6C007F2F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801" y="2475919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" name="path-627">
            <a:extLst xmlns:a="http://schemas.openxmlformats.org/drawingml/2006/main">
              <a:ext uri="{FF2B5EF4-FFF2-40B4-BE49-F238E27FC236}">
                <a16:creationId xmlns:a16="http://schemas.microsoft.com/office/drawing/2014/main" id="{3E622BED-6B70-4753-8FBE-6EF4E565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801" y="2475919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63" name="path-628">
            <a:extLst xmlns:a="http://schemas.openxmlformats.org/drawingml/2006/main">
              <a:ext uri="{FF2B5EF4-FFF2-40B4-BE49-F238E27FC236}">
                <a16:creationId xmlns:a16="http://schemas.microsoft.com/office/drawing/2014/main" id="{C5475AC7-03A7-40A1-B44E-D6E3B637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409" y="2475919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" name="path-629">
            <a:extLst xmlns:a="http://schemas.openxmlformats.org/drawingml/2006/main">
              <a:ext uri="{FF2B5EF4-FFF2-40B4-BE49-F238E27FC236}">
                <a16:creationId xmlns:a16="http://schemas.microsoft.com/office/drawing/2014/main" id="{BA734D7C-DEE4-4737-B4FF-14F40573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409" y="2475919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65" name="path-630">
            <a:extLst xmlns:a="http://schemas.openxmlformats.org/drawingml/2006/main">
              <a:ext uri="{FF2B5EF4-FFF2-40B4-BE49-F238E27FC236}">
                <a16:creationId xmlns:a16="http://schemas.microsoft.com/office/drawing/2014/main" id="{FA727CE4-5122-436A-B255-48311665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922" y="2475919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" name="path-631">
            <a:extLst xmlns:a="http://schemas.openxmlformats.org/drawingml/2006/main">
              <a:ext uri="{FF2B5EF4-FFF2-40B4-BE49-F238E27FC236}">
                <a16:creationId xmlns:a16="http://schemas.microsoft.com/office/drawing/2014/main" id="{CCCCE2DA-3A3A-47FD-AEC7-59EF5930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922" y="2475919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67" name="path-632">
            <a:extLst xmlns:a="http://schemas.openxmlformats.org/drawingml/2006/main">
              <a:ext uri="{FF2B5EF4-FFF2-40B4-BE49-F238E27FC236}">
                <a16:creationId xmlns:a16="http://schemas.microsoft.com/office/drawing/2014/main" id="{34B98620-1467-4E0D-B69C-F096BB92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531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" name="path-633">
            <a:extLst xmlns:a="http://schemas.openxmlformats.org/drawingml/2006/main">
              <a:ext uri="{FF2B5EF4-FFF2-40B4-BE49-F238E27FC236}">
                <a16:creationId xmlns:a16="http://schemas.microsoft.com/office/drawing/2014/main" id="{BBAC9537-5E1A-4793-9D51-300D9970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531" y="2475919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69" name="path-634">
            <a:extLst xmlns:a="http://schemas.openxmlformats.org/drawingml/2006/main">
              <a:ext uri="{FF2B5EF4-FFF2-40B4-BE49-F238E27FC236}">
                <a16:creationId xmlns:a16="http://schemas.microsoft.com/office/drawing/2014/main" id="{098EF0F5-7A35-4749-8B9F-10507290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287" y="3240098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" name="path-635">
            <a:extLst xmlns:a="http://schemas.openxmlformats.org/drawingml/2006/main">
              <a:ext uri="{FF2B5EF4-FFF2-40B4-BE49-F238E27FC236}">
                <a16:creationId xmlns:a16="http://schemas.microsoft.com/office/drawing/2014/main" id="{0D462903-D17C-40D7-92CF-396F49FE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287" y="3240098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71" name="path-636">
            <a:extLst xmlns:a="http://schemas.openxmlformats.org/drawingml/2006/main">
              <a:ext uri="{FF2B5EF4-FFF2-40B4-BE49-F238E27FC236}">
                <a16:creationId xmlns:a16="http://schemas.microsoft.com/office/drawing/2014/main" id="{8322A179-7ECB-436F-B35D-7553ED79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801" y="3240098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" name="path-637">
            <a:extLst xmlns:a="http://schemas.openxmlformats.org/drawingml/2006/main">
              <a:ext uri="{FF2B5EF4-FFF2-40B4-BE49-F238E27FC236}">
                <a16:creationId xmlns:a16="http://schemas.microsoft.com/office/drawing/2014/main" id="{CC99E495-D0A7-4048-9314-9A1F4850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801" y="3240098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73" name="path-638">
            <a:extLst xmlns:a="http://schemas.openxmlformats.org/drawingml/2006/main">
              <a:ext uri="{FF2B5EF4-FFF2-40B4-BE49-F238E27FC236}">
                <a16:creationId xmlns:a16="http://schemas.microsoft.com/office/drawing/2014/main" id="{303A4246-C0C2-441D-9055-2A962871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409" y="3240098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" name="path-639">
            <a:extLst xmlns:a="http://schemas.openxmlformats.org/drawingml/2006/main">
              <a:ext uri="{FF2B5EF4-FFF2-40B4-BE49-F238E27FC236}">
                <a16:creationId xmlns:a16="http://schemas.microsoft.com/office/drawing/2014/main" id="{BAA8C49A-9699-4F05-9988-63EFF8E4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409" y="3240098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75" name="path-640">
            <a:extLst xmlns:a="http://schemas.openxmlformats.org/drawingml/2006/main">
              <a:ext uri="{FF2B5EF4-FFF2-40B4-BE49-F238E27FC236}">
                <a16:creationId xmlns:a16="http://schemas.microsoft.com/office/drawing/2014/main" id="{F359772B-F899-4173-90D7-1C5CF55E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922" y="3240098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" name="path-641">
            <a:extLst xmlns:a="http://schemas.openxmlformats.org/drawingml/2006/main">
              <a:ext uri="{FF2B5EF4-FFF2-40B4-BE49-F238E27FC236}">
                <a16:creationId xmlns:a16="http://schemas.microsoft.com/office/drawing/2014/main" id="{E10EC510-770C-4F11-88D7-6621268E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922" y="3240098"/>
            <a:ext cx="56025" cy="56041"/>
          </a:xfrm>
          <a:custGeom xmlns:a="http://schemas.openxmlformats.org/drawingml/2006/main">
            <a:pathLst>
              <a:path w="56025" h="56041">
                <a:moveTo>
                  <a:pt x="0" y="0"/>
                </a:moveTo>
                <a:lnTo>
                  <a:pt x="56025" y="0"/>
                </a:lnTo>
                <a:lnTo>
                  <a:pt x="56025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77" name="path-642">
            <a:extLst xmlns:a="http://schemas.openxmlformats.org/drawingml/2006/main">
              <a:ext uri="{FF2B5EF4-FFF2-40B4-BE49-F238E27FC236}">
                <a16:creationId xmlns:a16="http://schemas.microsoft.com/office/drawing/2014/main" id="{DD13F0DA-08F4-48B0-9765-4E5FBA30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531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" name="path-643">
            <a:extLst xmlns:a="http://schemas.openxmlformats.org/drawingml/2006/main">
              <a:ext uri="{FF2B5EF4-FFF2-40B4-BE49-F238E27FC236}">
                <a16:creationId xmlns:a16="http://schemas.microsoft.com/office/drawing/2014/main" id="{C7210167-D373-4F93-8D5A-ED43B8BA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531" y="3240098"/>
            <a:ext cx="56024" cy="56041"/>
          </a:xfrm>
          <a:custGeom xmlns:a="http://schemas.openxmlformats.org/drawingml/2006/main">
            <a:pathLst>
              <a:path w="56024" h="56041">
                <a:moveTo>
                  <a:pt x="0" y="0"/>
                </a:moveTo>
                <a:lnTo>
                  <a:pt x="56024" y="0"/>
                </a:lnTo>
                <a:lnTo>
                  <a:pt x="56024" y="56041"/>
                </a:lnTo>
                <a:lnTo>
                  <a:pt x="0" y="56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79" name="path-644">
            <a:extLst xmlns:a="http://schemas.openxmlformats.org/drawingml/2006/main">
              <a:ext uri="{FF2B5EF4-FFF2-40B4-BE49-F238E27FC236}">
                <a16:creationId xmlns:a16="http://schemas.microsoft.com/office/drawing/2014/main" id="{D52BC4A6-D64E-497D-983E-6AEA30B1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252" y="5553026"/>
            <a:ext cx="2631726" cy="531878"/>
          </a:xfrm>
          <a:custGeom xmlns:a="http://schemas.openxmlformats.org/drawingml/2006/main">
            <a:pathLst>
              <a:path w="2631726" h="531878">
                <a:moveTo>
                  <a:pt x="2631726" y="0"/>
                </a:moveTo>
                <a:lnTo>
                  <a:pt x="2631726" y="531878"/>
                </a:lnTo>
                <a:lnTo>
                  <a:pt x="44989" y="531878"/>
                </a:lnTo>
                <a:lnTo>
                  <a:pt x="44989" y="36218"/>
                </a:lnTo>
                <a:lnTo>
                  <a:pt x="69747" y="36218"/>
                </a:lnTo>
                <a:lnTo>
                  <a:pt x="69747" y="519499"/>
                </a:lnTo>
                <a:lnTo>
                  <a:pt x="57368" y="507119"/>
                </a:lnTo>
                <a:lnTo>
                  <a:pt x="2619347" y="507119"/>
                </a:lnTo>
                <a:lnTo>
                  <a:pt x="2606968" y="519499"/>
                </a:lnTo>
                <a:lnTo>
                  <a:pt x="2606968" y="0"/>
                </a:lnTo>
                <a:lnTo>
                  <a:pt x="2631726" y="0"/>
                </a:lnTo>
                <a:moveTo>
                  <a:pt x="2475" y="143173"/>
                </a:moveTo>
                <a:lnTo>
                  <a:pt x="57368" y="2051"/>
                </a:lnTo>
                <a:lnTo>
                  <a:pt x="112261" y="143173"/>
                </a:lnTo>
                <a:cubicBezTo>
                  <a:pt x="114736" y="149540"/>
                  <a:pt x="111553" y="156755"/>
                  <a:pt x="105187" y="159231"/>
                </a:cubicBezTo>
                <a:cubicBezTo>
                  <a:pt x="98820" y="161707"/>
                  <a:pt x="91605" y="158524"/>
                  <a:pt x="89129" y="152157"/>
                </a:cubicBezTo>
                <a:lnTo>
                  <a:pt x="45838" y="40745"/>
                </a:lnTo>
                <a:lnTo>
                  <a:pt x="68898" y="40745"/>
                </a:lnTo>
                <a:lnTo>
                  <a:pt x="25607" y="152157"/>
                </a:lnTo>
                <a:cubicBezTo>
                  <a:pt x="23131" y="158524"/>
                  <a:pt x="15915" y="161707"/>
                  <a:pt x="9549" y="159231"/>
                </a:cubicBezTo>
                <a:cubicBezTo>
                  <a:pt x="3183" y="156755"/>
                  <a:pt x="0" y="149540"/>
                  <a:pt x="2475" y="143173"/>
                </a:cubicBez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" name="path-645">
            <a:extLst xmlns:a="http://schemas.openxmlformats.org/drawingml/2006/main">
              <a:ext uri="{FF2B5EF4-FFF2-40B4-BE49-F238E27FC236}">
                <a16:creationId xmlns:a16="http://schemas.microsoft.com/office/drawing/2014/main" id="{4715B020-6DCE-487F-9BF4-B798A96A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478" y="6713267"/>
            <a:ext cx="436381" cy="114737"/>
          </a:xfrm>
          <a:custGeom xmlns:a="http://schemas.openxmlformats.org/drawingml/2006/main">
            <a:pathLst>
              <a:path w="436381" h="114737">
                <a:moveTo>
                  <a:pt x="0" y="44989"/>
                </a:moveTo>
                <a:lnTo>
                  <a:pt x="0" y="69748"/>
                </a:lnTo>
                <a:lnTo>
                  <a:pt x="402215" y="69748"/>
                </a:lnTo>
                <a:lnTo>
                  <a:pt x="402215" y="44989"/>
                </a:lnTo>
                <a:close/>
                <a:moveTo>
                  <a:pt x="295259" y="2476"/>
                </a:moveTo>
                <a:lnTo>
                  <a:pt x="436381" y="57369"/>
                </a:lnTo>
                <a:lnTo>
                  <a:pt x="295259" y="112261"/>
                </a:lnTo>
                <a:cubicBezTo>
                  <a:pt x="288893" y="114737"/>
                  <a:pt x="281748" y="111554"/>
                  <a:pt x="279273" y="105187"/>
                </a:cubicBezTo>
                <a:cubicBezTo>
                  <a:pt x="276797" y="98821"/>
                  <a:pt x="279909" y="91676"/>
                  <a:pt x="286346" y="89200"/>
                </a:cubicBezTo>
                <a:lnTo>
                  <a:pt x="397758" y="45838"/>
                </a:lnTo>
                <a:lnTo>
                  <a:pt x="397758" y="68899"/>
                </a:lnTo>
                <a:lnTo>
                  <a:pt x="286346" y="25607"/>
                </a:lnTo>
                <a:cubicBezTo>
                  <a:pt x="279909" y="23060"/>
                  <a:pt x="276797" y="15916"/>
                  <a:pt x="279273" y="9550"/>
                </a:cubicBezTo>
                <a:cubicBezTo>
                  <a:pt x="281748" y="3183"/>
                  <a:pt x="288893" y="0"/>
                  <a:pt x="295259" y="2476"/>
                </a:cubicBez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" name="path-646">
            <a:extLst xmlns:a="http://schemas.openxmlformats.org/drawingml/2006/main">
              <a:ext uri="{FF2B5EF4-FFF2-40B4-BE49-F238E27FC236}">
                <a16:creationId xmlns:a16="http://schemas.microsoft.com/office/drawing/2014/main" id="{07AA829C-D40D-4F03-8B5B-D6D05B47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843" y="6754012"/>
            <a:ext cx="436380" cy="114736"/>
          </a:xfrm>
          <a:custGeom xmlns:a="http://schemas.openxmlformats.org/drawingml/2006/main">
            <a:pathLst>
              <a:path w="436380" h="114736">
                <a:moveTo>
                  <a:pt x="0" y="44989"/>
                </a:moveTo>
                <a:lnTo>
                  <a:pt x="0" y="69747"/>
                </a:lnTo>
                <a:lnTo>
                  <a:pt x="402215" y="69747"/>
                </a:lnTo>
                <a:lnTo>
                  <a:pt x="402215" y="44989"/>
                </a:lnTo>
                <a:close/>
                <a:moveTo>
                  <a:pt x="295259" y="2476"/>
                </a:moveTo>
                <a:lnTo>
                  <a:pt x="436380" y="57368"/>
                </a:lnTo>
                <a:lnTo>
                  <a:pt x="295259" y="112261"/>
                </a:lnTo>
                <a:cubicBezTo>
                  <a:pt x="288892" y="114736"/>
                  <a:pt x="281748" y="111553"/>
                  <a:pt x="279273" y="105187"/>
                </a:cubicBezTo>
                <a:cubicBezTo>
                  <a:pt x="276796" y="98820"/>
                  <a:pt x="279908" y="91676"/>
                  <a:pt x="286346" y="89200"/>
                </a:cubicBezTo>
                <a:lnTo>
                  <a:pt x="397758" y="45838"/>
                </a:lnTo>
                <a:lnTo>
                  <a:pt x="397758" y="68899"/>
                </a:lnTo>
                <a:lnTo>
                  <a:pt x="286346" y="25607"/>
                </a:lnTo>
                <a:cubicBezTo>
                  <a:pt x="279908" y="23131"/>
                  <a:pt x="276796" y="15916"/>
                  <a:pt x="279273" y="9549"/>
                </a:cubicBezTo>
                <a:cubicBezTo>
                  <a:pt x="281748" y="3183"/>
                  <a:pt x="288892" y="0"/>
                  <a:pt x="295259" y="2476"/>
                </a:cubicBez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" name="path-647">
            <a:extLst xmlns:a="http://schemas.openxmlformats.org/drawingml/2006/main">
              <a:ext uri="{FF2B5EF4-FFF2-40B4-BE49-F238E27FC236}">
                <a16:creationId xmlns:a16="http://schemas.microsoft.com/office/drawing/2014/main" id="{72F4C4F8-78F8-494F-9327-EB9A7797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08" y="1872188"/>
            <a:ext cx="3860583" cy="5736509"/>
          </a:xfrm>
          <a:custGeom xmlns:a="http://schemas.openxmlformats.org/drawingml/2006/main">
            <a:pathLst>
              <a:path w="3860583" h="5736509">
                <a:moveTo>
                  <a:pt x="0" y="218226"/>
                </a:moveTo>
                <a:cubicBezTo>
                  <a:pt x="0" y="97689"/>
                  <a:pt x="97675" y="0"/>
                  <a:pt x="218162" y="0"/>
                </a:cubicBezTo>
                <a:lnTo>
                  <a:pt x="3642428" y="0"/>
                </a:lnTo>
                <a:cubicBezTo>
                  <a:pt x="3762894" y="0"/>
                  <a:pt x="3860583" y="97689"/>
                  <a:pt x="3860583" y="218226"/>
                </a:cubicBezTo>
                <a:lnTo>
                  <a:pt x="3860583" y="5518286"/>
                </a:lnTo>
                <a:cubicBezTo>
                  <a:pt x="3860583" y="5638810"/>
                  <a:pt x="3762894" y="5736509"/>
                  <a:pt x="3642428" y="5736509"/>
                </a:cubicBezTo>
                <a:lnTo>
                  <a:pt x="218162" y="5736509"/>
                </a:lnTo>
                <a:cubicBezTo>
                  <a:pt x="97675" y="5736509"/>
                  <a:pt x="0" y="5638810"/>
                  <a:pt x="0" y="5518286"/>
                </a:cubicBezTo>
                <a:lnTo>
                  <a:pt x="0" y="218226"/>
                </a:lnTo>
              </a:path>
            </a:pathLst>
          </a:custGeom>
          <a:solidFill xmlns:a="http://schemas.openxmlformats.org/drawingml/2006/main">
            <a:srgbClr val="FFEED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83" name="text-648 (a)">
            <a:extLst xmlns:a="http://schemas.openxmlformats.org/drawingml/2006/main">
              <a:ext uri="{FF2B5EF4-FFF2-40B4-BE49-F238E27FC236}">
                <a16:creationId xmlns:a16="http://schemas.microsoft.com/office/drawing/2014/main" id="{BB5D09F4-8116-4AA1-AC16-D127C578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590" y="1918901"/>
            <a:ext cx="373284" cy="355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2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2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defRPr>
            </a:pPr>
            <a:r>
              <a:rPr sz="2002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rPr>
              <a:t>(a)</a:t>
            </a:r>
          </a:p>
        </p:txBody>
      </p:sp>
      <p:sp>
        <p:nvSpPr>
          <p:cNvPr id="684" name="text-648 Agent">
            <a:extLst xmlns:a="http://schemas.openxmlformats.org/drawingml/2006/main">
              <a:ext uri="{FF2B5EF4-FFF2-40B4-BE49-F238E27FC236}">
                <a16:creationId xmlns:a16="http://schemas.microsoft.com/office/drawing/2014/main" id="{D35662B0-F30D-4649-B568-C5418883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393" y="1918747"/>
            <a:ext cx="762181" cy="356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3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3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defRPr>
            </a:pPr>
            <a:r>
              <a:rPr sz="2003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rPr>
              <a:t>Agent</a:t>
            </a:r>
          </a:p>
        </p:txBody>
      </p:sp>
      <p:sp>
        <p:nvSpPr>
          <p:cNvPr id="685" name="text-648 code">
            <a:extLst xmlns:a="http://schemas.openxmlformats.org/drawingml/2006/main">
              <a:ext uri="{FF2B5EF4-FFF2-40B4-BE49-F238E27FC236}">
                <a16:creationId xmlns:a16="http://schemas.microsoft.com/office/drawing/2014/main" id="{19323368-F026-45C8-9E3D-9AE97D0F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4873" y="1919248"/>
            <a:ext cx="600754" cy="355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9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9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defRPr>
            </a:pPr>
            <a:r>
              <a:rPr sz="1999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rPr>
              <a:t>code</a:t>
            </a:r>
          </a:p>
        </p:txBody>
      </p:sp>
      <p:sp>
        <p:nvSpPr>
          <p:cNvPr id="686" name="text-648 evolution">
            <a:extLst xmlns:a="http://schemas.openxmlformats.org/drawingml/2006/main">
              <a:ext uri="{FF2B5EF4-FFF2-40B4-BE49-F238E27FC236}">
                <a16:creationId xmlns:a16="http://schemas.microsoft.com/office/drawing/2014/main" id="{9E87B828-0256-4FCC-ABA0-143B3012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1771" y="1918767"/>
            <a:ext cx="1105500" cy="356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3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3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defRPr>
            </a:pPr>
            <a:r>
              <a:rPr sz="2003" b="1" i="0">
                <a:solidFill>
                  <a:srgbClr val="8A3512"/>
                </a:solidFill>
                <a:latin typeface="Comic Sans MS"/>
                <a:ea typeface="Comic Sans MS"/>
                <a:cs typeface="Comic Sans MS"/>
              </a:rPr>
              <a:t>evolution</a:t>
            </a:r>
          </a:p>
        </p:txBody>
      </p:sp>
      <p:sp>
        <p:nvSpPr>
          <p:cNvPr id="687" name="path-649">
            <a:extLst xmlns:a="http://schemas.openxmlformats.org/drawingml/2006/main">
              <a:ext uri="{FF2B5EF4-FFF2-40B4-BE49-F238E27FC236}">
                <a16:creationId xmlns:a16="http://schemas.microsoft.com/office/drawing/2014/main" id="{E907BB77-3EC7-4942-94CE-7138F05D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42" y="2384188"/>
            <a:ext cx="1762219" cy="774366"/>
          </a:xfrm>
          <a:custGeom xmlns:a="http://schemas.openxmlformats.org/drawingml/2006/main">
            <a:pathLst>
              <a:path w="1762219" h="774366">
                <a:moveTo>
                  <a:pt x="0" y="0"/>
                </a:moveTo>
                <a:lnTo>
                  <a:pt x="1762219" y="0"/>
                </a:lnTo>
                <a:lnTo>
                  <a:pt x="1762219" y="774366"/>
                </a:lnTo>
                <a:lnTo>
                  <a:pt x="0" y="774366"/>
                </a:lnTo>
                <a:close/>
              </a:path>
            </a:pathLst>
          </a:custGeom>
          <a:solidFill xmlns:a="http://schemas.openxmlformats.org/drawingml/2006/main">
            <a:srgbClr val="172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" name="path-650">
            <a:extLst xmlns:a="http://schemas.openxmlformats.org/drawingml/2006/main">
              <a:ext uri="{FF2B5EF4-FFF2-40B4-BE49-F238E27FC236}">
                <a16:creationId xmlns:a16="http://schemas.microsoft.com/office/drawing/2014/main" id="{2D81C707-1E07-419B-BE83-4DE897AF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42" y="2384188"/>
            <a:ext cx="1762219" cy="774366"/>
          </a:xfrm>
          <a:custGeom xmlns:a="http://schemas.openxmlformats.org/drawingml/2006/main">
            <a:pathLst>
              <a:path w="1762219" h="774366">
                <a:moveTo>
                  <a:pt x="0" y="0"/>
                </a:moveTo>
                <a:lnTo>
                  <a:pt x="1762219" y="0"/>
                </a:lnTo>
                <a:lnTo>
                  <a:pt x="1762219" y="774366"/>
                </a:lnTo>
                <a:lnTo>
                  <a:pt x="0" y="77436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17212E"/>
            </a:solidFill>
            <a:prstDash val="solid"/>
          </a:ln>
        </p:spPr>
      </p:sp>
      <p:sp>
        <p:nvSpPr>
          <p:cNvPr id="689" name="path-651">
            <a:extLst xmlns:a="http://schemas.openxmlformats.org/drawingml/2006/main">
              <a:ext uri="{FF2B5EF4-FFF2-40B4-BE49-F238E27FC236}">
                <a16:creationId xmlns:a16="http://schemas.microsoft.com/office/drawing/2014/main" id="{516125FA-F87F-446B-9CA8-BCC12DE9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45" y="2440267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" name="path-652">
            <a:extLst xmlns:a="http://schemas.openxmlformats.org/drawingml/2006/main">
              <a:ext uri="{FF2B5EF4-FFF2-40B4-BE49-F238E27FC236}">
                <a16:creationId xmlns:a16="http://schemas.microsoft.com/office/drawing/2014/main" id="{DD8B9462-1368-42EB-A2AE-D4B39582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45" y="2440267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91" name="path-653">
            <a:extLst xmlns:a="http://schemas.openxmlformats.org/drawingml/2006/main">
              <a:ext uri="{FF2B5EF4-FFF2-40B4-BE49-F238E27FC236}">
                <a16:creationId xmlns:a16="http://schemas.microsoft.com/office/drawing/2014/main" id="{21F92372-9241-43AF-9C55-5ACC042B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45" y="3046490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" name="path-654">
            <a:extLst xmlns:a="http://schemas.openxmlformats.org/drawingml/2006/main">
              <a:ext uri="{FF2B5EF4-FFF2-40B4-BE49-F238E27FC236}">
                <a16:creationId xmlns:a16="http://schemas.microsoft.com/office/drawing/2014/main" id="{4500C203-9E96-4649-B3BE-512BCB62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45" y="3046490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93" name="path-655">
            <a:extLst xmlns:a="http://schemas.openxmlformats.org/drawingml/2006/main">
              <a:ext uri="{FF2B5EF4-FFF2-40B4-BE49-F238E27FC236}">
                <a16:creationId xmlns:a16="http://schemas.microsoft.com/office/drawing/2014/main" id="{0DFA2E4E-ED25-4EDB-A234-FE4CA728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59" y="2440267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" name="path-656">
            <a:extLst xmlns:a="http://schemas.openxmlformats.org/drawingml/2006/main">
              <a:ext uri="{FF2B5EF4-FFF2-40B4-BE49-F238E27FC236}">
                <a16:creationId xmlns:a16="http://schemas.microsoft.com/office/drawing/2014/main" id="{215A39A9-AF30-4D47-8086-930BFEFB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59" y="2440267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95" name="path-657">
            <a:extLst xmlns:a="http://schemas.openxmlformats.org/drawingml/2006/main">
              <a:ext uri="{FF2B5EF4-FFF2-40B4-BE49-F238E27FC236}">
                <a16:creationId xmlns:a16="http://schemas.microsoft.com/office/drawing/2014/main" id="{D1DBF170-1ED4-4249-A7F1-3CE4A7F0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59" y="3046490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" name="path-658">
            <a:extLst xmlns:a="http://schemas.openxmlformats.org/drawingml/2006/main">
              <a:ext uri="{FF2B5EF4-FFF2-40B4-BE49-F238E27FC236}">
                <a16:creationId xmlns:a16="http://schemas.microsoft.com/office/drawing/2014/main" id="{6B02CF72-5368-44A7-8634-7753A5ED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59" y="3046490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97" name="path-659">
            <a:extLst xmlns:a="http://schemas.openxmlformats.org/drawingml/2006/main">
              <a:ext uri="{FF2B5EF4-FFF2-40B4-BE49-F238E27FC236}">
                <a16:creationId xmlns:a16="http://schemas.microsoft.com/office/drawing/2014/main" id="{8695889C-873A-4B20-9D79-B4B808A6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67" y="2440267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" name="path-660">
            <a:extLst xmlns:a="http://schemas.openxmlformats.org/drawingml/2006/main">
              <a:ext uri="{FF2B5EF4-FFF2-40B4-BE49-F238E27FC236}">
                <a16:creationId xmlns:a16="http://schemas.microsoft.com/office/drawing/2014/main" id="{A7C88CF7-C96B-42C8-9C3F-DFF07835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67" y="2440267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699" name="path-661">
            <a:extLst xmlns:a="http://schemas.openxmlformats.org/drawingml/2006/main">
              <a:ext uri="{FF2B5EF4-FFF2-40B4-BE49-F238E27FC236}">
                <a16:creationId xmlns:a16="http://schemas.microsoft.com/office/drawing/2014/main" id="{8B10EEFF-A7FE-419D-AA9C-E6B6A3AB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67" y="3046490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" name="path-662">
            <a:extLst xmlns:a="http://schemas.openxmlformats.org/drawingml/2006/main">
              <a:ext uri="{FF2B5EF4-FFF2-40B4-BE49-F238E27FC236}">
                <a16:creationId xmlns:a16="http://schemas.microsoft.com/office/drawing/2014/main" id="{47633E59-C1A5-4294-8366-53DE8631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67" y="3046490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01" name="path-663">
            <a:extLst xmlns:a="http://schemas.openxmlformats.org/drawingml/2006/main">
              <a:ext uri="{FF2B5EF4-FFF2-40B4-BE49-F238E27FC236}">
                <a16:creationId xmlns:a16="http://schemas.microsoft.com/office/drawing/2014/main" id="{A833E740-E5F1-41FA-882C-183BBC9F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81" y="2440267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" name="path-664">
            <a:extLst xmlns:a="http://schemas.openxmlformats.org/drawingml/2006/main">
              <a:ext uri="{FF2B5EF4-FFF2-40B4-BE49-F238E27FC236}">
                <a16:creationId xmlns:a16="http://schemas.microsoft.com/office/drawing/2014/main" id="{DC98519B-2132-4955-B4AE-A19FCE09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81" y="2440267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03" name="path-665">
            <a:extLst xmlns:a="http://schemas.openxmlformats.org/drawingml/2006/main">
              <a:ext uri="{FF2B5EF4-FFF2-40B4-BE49-F238E27FC236}">
                <a16:creationId xmlns:a16="http://schemas.microsoft.com/office/drawing/2014/main" id="{E7F72C3E-67AD-4AEF-9FA0-2078933D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81" y="3046490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" name="path-666">
            <a:extLst xmlns:a="http://schemas.openxmlformats.org/drawingml/2006/main">
              <a:ext uri="{FF2B5EF4-FFF2-40B4-BE49-F238E27FC236}">
                <a16:creationId xmlns:a16="http://schemas.microsoft.com/office/drawing/2014/main" id="{D1D538CB-E27C-46C9-97CA-AFD90B73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81" y="3046490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05" name="path-667">
            <a:extLst xmlns:a="http://schemas.openxmlformats.org/drawingml/2006/main">
              <a:ext uri="{FF2B5EF4-FFF2-40B4-BE49-F238E27FC236}">
                <a16:creationId xmlns:a16="http://schemas.microsoft.com/office/drawing/2014/main" id="{E300EDF6-ADB5-46E5-95B9-12F3381A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8" y="2440267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" name="path-668">
            <a:extLst xmlns:a="http://schemas.openxmlformats.org/drawingml/2006/main">
              <a:ext uri="{FF2B5EF4-FFF2-40B4-BE49-F238E27FC236}">
                <a16:creationId xmlns:a16="http://schemas.microsoft.com/office/drawing/2014/main" id="{2D440838-587F-4502-B161-65740525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8" y="2440267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07" name="path-669">
            <a:extLst xmlns:a="http://schemas.openxmlformats.org/drawingml/2006/main">
              <a:ext uri="{FF2B5EF4-FFF2-40B4-BE49-F238E27FC236}">
                <a16:creationId xmlns:a16="http://schemas.microsoft.com/office/drawing/2014/main" id="{F353D0E9-C0D7-4844-8B1B-BF811CFF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8" y="3046490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" name="path-670">
            <a:extLst xmlns:a="http://schemas.openxmlformats.org/drawingml/2006/main">
              <a:ext uri="{FF2B5EF4-FFF2-40B4-BE49-F238E27FC236}">
                <a16:creationId xmlns:a16="http://schemas.microsoft.com/office/drawing/2014/main" id="{6E8F309F-2F40-420F-8EAF-422A3308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8" y="3046490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09" name="path-671">
            <a:extLst xmlns:a="http://schemas.openxmlformats.org/drawingml/2006/main">
              <a:ext uri="{FF2B5EF4-FFF2-40B4-BE49-F238E27FC236}">
                <a16:creationId xmlns:a16="http://schemas.microsoft.com/office/drawing/2014/main" id="{8E7664C0-8641-473C-A8E0-65EE61F6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502" y="2440267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" name="path-672">
            <a:extLst xmlns:a="http://schemas.openxmlformats.org/drawingml/2006/main">
              <a:ext uri="{FF2B5EF4-FFF2-40B4-BE49-F238E27FC236}">
                <a16:creationId xmlns:a16="http://schemas.microsoft.com/office/drawing/2014/main" id="{0DD0EF9F-8C9C-449C-BEC2-A4710198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502" y="2440267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11" name="path-673">
            <a:extLst xmlns:a="http://schemas.openxmlformats.org/drawingml/2006/main">
              <a:ext uri="{FF2B5EF4-FFF2-40B4-BE49-F238E27FC236}">
                <a16:creationId xmlns:a16="http://schemas.microsoft.com/office/drawing/2014/main" id="{ADE1BDFC-B338-40F4-83F2-99BB4EDD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502" y="3046490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" name="path-674">
            <a:extLst xmlns:a="http://schemas.openxmlformats.org/drawingml/2006/main">
              <a:ext uri="{FF2B5EF4-FFF2-40B4-BE49-F238E27FC236}">
                <a16:creationId xmlns:a16="http://schemas.microsoft.com/office/drawing/2014/main" id="{874C166D-C472-43D9-A1D5-9EB48784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502" y="3046490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13" name="path-675">
            <a:extLst xmlns:a="http://schemas.openxmlformats.org/drawingml/2006/main">
              <a:ext uri="{FF2B5EF4-FFF2-40B4-BE49-F238E27FC236}">
                <a16:creationId xmlns:a16="http://schemas.microsoft.com/office/drawing/2014/main" id="{7C1F4A20-EAEF-4034-B768-143A31EE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110" y="2440267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" name="path-676">
            <a:extLst xmlns:a="http://schemas.openxmlformats.org/drawingml/2006/main">
              <a:ext uri="{FF2B5EF4-FFF2-40B4-BE49-F238E27FC236}">
                <a16:creationId xmlns:a16="http://schemas.microsoft.com/office/drawing/2014/main" id="{CA75E9DB-82A2-4638-BF5B-38D1BE38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110" y="2440267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15" name="path-677">
            <a:extLst xmlns:a="http://schemas.openxmlformats.org/drawingml/2006/main">
              <a:ext uri="{FF2B5EF4-FFF2-40B4-BE49-F238E27FC236}">
                <a16:creationId xmlns:a16="http://schemas.microsoft.com/office/drawing/2014/main" id="{3CD57241-6092-44ED-A1BF-9667074D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110" y="3046490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" name="path-678">
            <a:extLst xmlns:a="http://schemas.openxmlformats.org/drawingml/2006/main">
              <a:ext uri="{FF2B5EF4-FFF2-40B4-BE49-F238E27FC236}">
                <a16:creationId xmlns:a16="http://schemas.microsoft.com/office/drawing/2014/main" id="{6889C5F8-171A-4AAD-B1A6-6FB24B9A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110" y="3046490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17" name="path-679">
            <a:extLst xmlns:a="http://schemas.openxmlformats.org/drawingml/2006/main">
              <a:ext uri="{FF2B5EF4-FFF2-40B4-BE49-F238E27FC236}">
                <a16:creationId xmlns:a16="http://schemas.microsoft.com/office/drawing/2014/main" id="{925D4439-6EA7-4810-B266-FCAA837C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24" y="2440267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" name="path-680">
            <a:extLst xmlns:a="http://schemas.openxmlformats.org/drawingml/2006/main">
              <a:ext uri="{FF2B5EF4-FFF2-40B4-BE49-F238E27FC236}">
                <a16:creationId xmlns:a16="http://schemas.microsoft.com/office/drawing/2014/main" id="{EEAF151D-3B25-4BD0-BA1C-54558C66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24" y="2440267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19" name="path-681">
            <a:extLst xmlns:a="http://schemas.openxmlformats.org/drawingml/2006/main">
              <a:ext uri="{FF2B5EF4-FFF2-40B4-BE49-F238E27FC236}">
                <a16:creationId xmlns:a16="http://schemas.microsoft.com/office/drawing/2014/main" id="{ED343361-0ED3-49D6-AD56-7AE292F1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24" y="3046490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" name="path-682">
            <a:extLst xmlns:a="http://schemas.openxmlformats.org/drawingml/2006/main">
              <a:ext uri="{FF2B5EF4-FFF2-40B4-BE49-F238E27FC236}">
                <a16:creationId xmlns:a16="http://schemas.microsoft.com/office/drawing/2014/main" id="{667956EF-C9E3-48AF-ADED-E208C508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24" y="3046490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21" name="path-683">
            <a:extLst xmlns:a="http://schemas.openxmlformats.org/drawingml/2006/main">
              <a:ext uri="{FF2B5EF4-FFF2-40B4-BE49-F238E27FC236}">
                <a16:creationId xmlns:a16="http://schemas.microsoft.com/office/drawing/2014/main" id="{AA578A29-2216-444B-8AB4-7952DD2F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231" y="2440267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" name="path-684">
            <a:extLst xmlns:a="http://schemas.openxmlformats.org/drawingml/2006/main">
              <a:ext uri="{FF2B5EF4-FFF2-40B4-BE49-F238E27FC236}">
                <a16:creationId xmlns:a16="http://schemas.microsoft.com/office/drawing/2014/main" id="{244E9412-4084-4635-996E-F0B35A31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231" y="2440267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23" name="path-685">
            <a:extLst xmlns:a="http://schemas.openxmlformats.org/drawingml/2006/main">
              <a:ext uri="{FF2B5EF4-FFF2-40B4-BE49-F238E27FC236}">
                <a16:creationId xmlns:a16="http://schemas.microsoft.com/office/drawing/2014/main" id="{D7F6F083-FD16-4F46-A932-53D437E9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231" y="3046490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" name="path-686">
            <a:extLst xmlns:a="http://schemas.openxmlformats.org/drawingml/2006/main">
              <a:ext uri="{FF2B5EF4-FFF2-40B4-BE49-F238E27FC236}">
                <a16:creationId xmlns:a16="http://schemas.microsoft.com/office/drawing/2014/main" id="{8A3BA363-A2EF-4866-B213-F50CB74D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231" y="3046490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25" name="path-687">
            <a:extLst xmlns:a="http://schemas.openxmlformats.org/drawingml/2006/main">
              <a:ext uri="{FF2B5EF4-FFF2-40B4-BE49-F238E27FC236}">
                <a16:creationId xmlns:a16="http://schemas.microsoft.com/office/drawing/2014/main" id="{0F9A016C-DA77-42AB-B817-83E2B28E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745" y="2440267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" name="path-688">
            <a:extLst xmlns:a="http://schemas.openxmlformats.org/drawingml/2006/main">
              <a:ext uri="{FF2B5EF4-FFF2-40B4-BE49-F238E27FC236}">
                <a16:creationId xmlns:a16="http://schemas.microsoft.com/office/drawing/2014/main" id="{BE96618B-9D8B-4514-947A-1C93CD3A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745" y="2440267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27" name="path-689">
            <a:extLst xmlns:a="http://schemas.openxmlformats.org/drawingml/2006/main">
              <a:ext uri="{FF2B5EF4-FFF2-40B4-BE49-F238E27FC236}">
                <a16:creationId xmlns:a16="http://schemas.microsoft.com/office/drawing/2014/main" id="{BC236A62-17A6-40D5-93E9-540CDE3B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745" y="3046490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" name="path-690">
            <a:extLst xmlns:a="http://schemas.openxmlformats.org/drawingml/2006/main">
              <a:ext uri="{FF2B5EF4-FFF2-40B4-BE49-F238E27FC236}">
                <a16:creationId xmlns:a16="http://schemas.microsoft.com/office/drawing/2014/main" id="{0E15E185-2C24-410D-BBD6-91C857AB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745" y="3046490"/>
            <a:ext cx="56025" cy="56040"/>
          </a:xfrm>
          <a:custGeom xmlns:a="http://schemas.openxmlformats.org/drawingml/2006/main">
            <a:pathLst>
              <a:path w="56025" h="56040">
                <a:moveTo>
                  <a:pt x="0" y="0"/>
                </a:moveTo>
                <a:lnTo>
                  <a:pt x="56025" y="0"/>
                </a:lnTo>
                <a:lnTo>
                  <a:pt x="56025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29" name="path-691">
            <a:extLst xmlns:a="http://schemas.openxmlformats.org/drawingml/2006/main">
              <a:ext uri="{FF2B5EF4-FFF2-40B4-BE49-F238E27FC236}">
                <a16:creationId xmlns:a16="http://schemas.microsoft.com/office/drawing/2014/main" id="{5297F7B1-502A-444B-A768-052FE94D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353" y="2440267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" name="path-692">
            <a:extLst xmlns:a="http://schemas.openxmlformats.org/drawingml/2006/main">
              <a:ext uri="{FF2B5EF4-FFF2-40B4-BE49-F238E27FC236}">
                <a16:creationId xmlns:a16="http://schemas.microsoft.com/office/drawing/2014/main" id="{3C141095-E15C-40B9-AE3B-4D43E396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353" y="2440267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31" name="path-693">
            <a:extLst xmlns:a="http://schemas.openxmlformats.org/drawingml/2006/main">
              <a:ext uri="{FF2B5EF4-FFF2-40B4-BE49-F238E27FC236}">
                <a16:creationId xmlns:a16="http://schemas.microsoft.com/office/drawing/2014/main" id="{8F2EE97A-C838-4102-A67C-CB1566C8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353" y="3046490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" name="path-694">
            <a:extLst xmlns:a="http://schemas.openxmlformats.org/drawingml/2006/main">
              <a:ext uri="{FF2B5EF4-FFF2-40B4-BE49-F238E27FC236}">
                <a16:creationId xmlns:a16="http://schemas.microsoft.com/office/drawing/2014/main" id="{E57CD243-68A9-4A73-AE73-16376AF8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353" y="3046490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33" name="path-695">
            <a:extLst xmlns:a="http://schemas.openxmlformats.org/drawingml/2006/main">
              <a:ext uri="{FF2B5EF4-FFF2-40B4-BE49-F238E27FC236}">
                <a16:creationId xmlns:a16="http://schemas.microsoft.com/office/drawing/2014/main" id="{2EA98F9A-437E-40AF-B8BC-342C257E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867" y="2440267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" name="path-696">
            <a:extLst xmlns:a="http://schemas.openxmlformats.org/drawingml/2006/main">
              <a:ext uri="{FF2B5EF4-FFF2-40B4-BE49-F238E27FC236}">
                <a16:creationId xmlns:a16="http://schemas.microsoft.com/office/drawing/2014/main" id="{E06AB288-4BBD-4893-BAFB-FD8DB089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867" y="2440267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35" name="path-697">
            <a:extLst xmlns:a="http://schemas.openxmlformats.org/drawingml/2006/main">
              <a:ext uri="{FF2B5EF4-FFF2-40B4-BE49-F238E27FC236}">
                <a16:creationId xmlns:a16="http://schemas.microsoft.com/office/drawing/2014/main" id="{D2B07113-3DB2-4C8C-94D4-9673AD49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867" y="3046490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" name="path-698">
            <a:extLst xmlns:a="http://schemas.openxmlformats.org/drawingml/2006/main">
              <a:ext uri="{FF2B5EF4-FFF2-40B4-BE49-F238E27FC236}">
                <a16:creationId xmlns:a16="http://schemas.microsoft.com/office/drawing/2014/main" id="{BEE804F5-A98C-42D8-A986-3B35BDE7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867" y="3046490"/>
            <a:ext cx="56024" cy="56040"/>
          </a:xfrm>
          <a:custGeom xmlns:a="http://schemas.openxmlformats.org/drawingml/2006/main">
            <a:pathLst>
              <a:path w="56024" h="56040">
                <a:moveTo>
                  <a:pt x="0" y="0"/>
                </a:moveTo>
                <a:lnTo>
                  <a:pt x="56024" y="0"/>
                </a:lnTo>
                <a:lnTo>
                  <a:pt x="56024" y="56040"/>
                </a:lnTo>
                <a:lnTo>
                  <a:pt x="0" y="56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E8EDF2"/>
            </a:solidFill>
            <a:prstDash val="solid"/>
          </a:ln>
        </p:spPr>
      </p:sp>
      <p:sp>
        <p:nvSpPr>
          <p:cNvPr id="737" name="text-699 …">
            <a:extLst xmlns:a="http://schemas.openxmlformats.org/drawingml/2006/main">
              <a:ext uri="{FF2B5EF4-FFF2-40B4-BE49-F238E27FC236}">
                <a16:creationId xmlns:a16="http://schemas.microsoft.com/office/drawing/2014/main" id="{9836A1A5-D4B5-41CB-9C37-99CDF673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5502" y="2600768"/>
            <a:ext cx="165693" cy="271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52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…</a:t>
            </a:r>
          </a:p>
        </p:txBody>
      </p:sp>
      <p:sp>
        <p:nvSpPr>
          <p:cNvPr id="738" name="path-700">
            <a:extLst xmlns:a="http://schemas.openxmlformats.org/drawingml/2006/main">
              <a:ext uri="{FF2B5EF4-FFF2-40B4-BE49-F238E27FC236}">
                <a16:creationId xmlns:a16="http://schemas.microsoft.com/office/drawing/2014/main" id="{97AED11A-C3DD-4DB3-9742-DE425CA5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317" y="2445305"/>
            <a:ext cx="1517749" cy="1747506"/>
          </a:xfrm>
          <a:custGeom xmlns:a="http://schemas.openxmlformats.org/drawingml/2006/main">
            <a:pathLst>
              <a:path w="1517749" h="1747506">
                <a:moveTo>
                  <a:pt x="0" y="29640"/>
                </a:moveTo>
                <a:cubicBezTo>
                  <a:pt x="0" y="13299"/>
                  <a:pt x="13227" y="0"/>
                  <a:pt x="29568" y="0"/>
                </a:cubicBezTo>
                <a:lnTo>
                  <a:pt x="1488180" y="0"/>
                </a:lnTo>
                <a:cubicBezTo>
                  <a:pt x="1504521" y="0"/>
                  <a:pt x="1517749" y="13299"/>
                  <a:pt x="1517749" y="29640"/>
                </a:cubicBezTo>
                <a:lnTo>
                  <a:pt x="1517749" y="1717867"/>
                </a:lnTo>
                <a:cubicBezTo>
                  <a:pt x="1517749" y="1734207"/>
                  <a:pt x="1504521" y="1747506"/>
                  <a:pt x="1488180" y="1747506"/>
                </a:cubicBezTo>
                <a:lnTo>
                  <a:pt x="29568" y="1747506"/>
                </a:lnTo>
                <a:cubicBezTo>
                  <a:pt x="13227" y="1747506"/>
                  <a:pt x="0" y="1734207"/>
                  <a:pt x="0" y="1717867"/>
                </a:cubicBezTo>
                <a:lnTo>
                  <a:pt x="0" y="29640"/>
                </a:lnTo>
              </a:path>
            </a:pathLst>
          </a:custGeom>
          <a:solidFill xmlns:a="http://schemas.openxmlformats.org/drawingml/2006/main">
            <a:srgbClr val="FFF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" name="path-701">
            <a:extLst xmlns:a="http://schemas.openxmlformats.org/drawingml/2006/main">
              <a:ext uri="{FF2B5EF4-FFF2-40B4-BE49-F238E27FC236}">
                <a16:creationId xmlns:a16="http://schemas.microsoft.com/office/drawing/2014/main" id="{44269529-0277-4B7B-BC3F-802C040E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317" y="2445305"/>
            <a:ext cx="1517749" cy="1747506"/>
          </a:xfrm>
          <a:custGeom xmlns:a="http://schemas.openxmlformats.org/drawingml/2006/main">
            <a:pathLst>
              <a:path w="1517749" h="1747506">
                <a:moveTo>
                  <a:pt x="0" y="29640"/>
                </a:moveTo>
                <a:cubicBezTo>
                  <a:pt x="0" y="13299"/>
                  <a:pt x="13227" y="0"/>
                  <a:pt x="29568" y="0"/>
                </a:cubicBezTo>
                <a:lnTo>
                  <a:pt x="1488180" y="0"/>
                </a:lnTo>
                <a:cubicBezTo>
                  <a:pt x="1504521" y="0"/>
                  <a:pt x="1517749" y="13299"/>
                  <a:pt x="1517749" y="29640"/>
                </a:cubicBezTo>
                <a:lnTo>
                  <a:pt x="1517749" y="1717867"/>
                </a:lnTo>
                <a:cubicBezTo>
                  <a:pt x="1517749" y="1734207"/>
                  <a:pt x="1504521" y="1747506"/>
                  <a:pt x="1488180" y="1747506"/>
                </a:cubicBezTo>
                <a:lnTo>
                  <a:pt x="29568" y="1747506"/>
                </a:lnTo>
                <a:cubicBezTo>
                  <a:pt x="13227" y="1747506"/>
                  <a:pt x="0" y="1734207"/>
                  <a:pt x="0" y="1717867"/>
                </a:cubicBezTo>
                <a:lnTo>
                  <a:pt x="0" y="29640"/>
                </a:lnTo>
              </a:path>
            </a:pathLst>
          </a:custGeom>
          <a:noFill xmlns:a="http://schemas.openxmlformats.org/drawingml/2006/main"/>
          <a:ln xmlns:a="http://schemas.openxmlformats.org/drawingml/2006/main" w="14152">
            <a:solidFill>
              <a:srgbClr val="C55A11"/>
            </a:solidFill>
            <a:prstDash val="dash"/>
          </a:ln>
        </p:spPr>
      </p:sp>
      <p:sp>
        <p:nvSpPr>
          <p:cNvPr id="740" name="path-702">
            <a:extLst xmlns:a="http://schemas.openxmlformats.org/drawingml/2006/main">
              <a:ext uri="{FF2B5EF4-FFF2-40B4-BE49-F238E27FC236}">
                <a16:creationId xmlns:a16="http://schemas.microsoft.com/office/drawing/2014/main" id="{E6B3FEFE-3F2D-488F-A838-B4B23827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911" y="2534484"/>
            <a:ext cx="320867" cy="310772"/>
          </a:xfrm>
          <a:custGeom xmlns:a="http://schemas.openxmlformats.org/drawingml/2006/main">
            <a:pathLst>
              <a:path w="320867" h="310772">
                <a:moveTo>
                  <a:pt x="0" y="0"/>
                </a:moveTo>
                <a:lnTo>
                  <a:pt x="320867" y="0"/>
                </a:lnTo>
                <a:lnTo>
                  <a:pt x="320867" y="310772"/>
                </a:lnTo>
                <a:lnTo>
                  <a:pt x="0" y="310772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" name="text-703 A">
            <a:extLst xmlns:a="http://schemas.openxmlformats.org/drawingml/2006/main">
              <a:ext uri="{FF2B5EF4-FFF2-40B4-BE49-F238E27FC236}">
                <a16:creationId xmlns:a16="http://schemas.microsoft.com/office/drawing/2014/main" id="{627051ED-D3F7-4607-A642-68279018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9768" y="2513231"/>
            <a:ext cx="241747" cy="37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0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90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defRPr>
            </a:pPr>
            <a:r>
              <a:rPr sz="2090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742" name="path-704">
            <a:extLst xmlns:a="http://schemas.openxmlformats.org/drawingml/2006/main">
              <a:ext uri="{FF2B5EF4-FFF2-40B4-BE49-F238E27FC236}">
                <a16:creationId xmlns:a16="http://schemas.microsoft.com/office/drawing/2014/main" id="{4D88D689-3FA2-4879-ADA8-A198E6B6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187" y="2608346"/>
            <a:ext cx="733409" cy="30568"/>
          </a:xfrm>
          <a:custGeom xmlns:a="http://schemas.openxmlformats.org/drawingml/2006/main">
            <a:pathLst>
              <a:path w="733409" h="30568">
                <a:moveTo>
                  <a:pt x="0" y="0"/>
                </a:moveTo>
                <a:lnTo>
                  <a:pt x="733409" y="0"/>
                </a:lnTo>
                <a:lnTo>
                  <a:pt x="733409" y="30568"/>
                </a:lnTo>
                <a:lnTo>
                  <a:pt x="0" y="30568"/>
                </a:lnTo>
                <a:close/>
              </a:path>
            </a:pathLst>
          </a:custGeom>
          <a:solidFill xmlns:a="http://schemas.openxmlformats.org/drawingml/2006/main">
            <a:srgbClr val="93A6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" name="path-705">
            <a:extLst xmlns:a="http://schemas.openxmlformats.org/drawingml/2006/main">
              <a:ext uri="{FF2B5EF4-FFF2-40B4-BE49-F238E27FC236}">
                <a16:creationId xmlns:a16="http://schemas.microsoft.com/office/drawing/2014/main" id="{0713ADFD-9F2D-4685-95FB-C43D1830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187" y="2608346"/>
            <a:ext cx="733409" cy="30568"/>
          </a:xfrm>
          <a:custGeom xmlns:a="http://schemas.openxmlformats.org/drawingml/2006/main">
            <a:pathLst>
              <a:path w="733409" h="30568">
                <a:moveTo>
                  <a:pt x="0" y="0"/>
                </a:moveTo>
                <a:lnTo>
                  <a:pt x="733409" y="0"/>
                </a:lnTo>
                <a:lnTo>
                  <a:pt x="733409" y="30568"/>
                </a:lnTo>
                <a:lnTo>
                  <a:pt x="0" y="305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93A6B9"/>
            </a:solidFill>
            <a:prstDash val="solid"/>
          </a:ln>
        </p:spPr>
      </p:sp>
      <p:sp>
        <p:nvSpPr>
          <p:cNvPr id="744" name="path-706">
            <a:extLst xmlns:a="http://schemas.openxmlformats.org/drawingml/2006/main">
              <a:ext uri="{FF2B5EF4-FFF2-40B4-BE49-F238E27FC236}">
                <a16:creationId xmlns:a16="http://schemas.microsoft.com/office/drawing/2014/main" id="{5406F1B9-1431-492D-A089-BAAB3A1B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187" y="2725559"/>
            <a:ext cx="590801" cy="30568"/>
          </a:xfrm>
          <a:custGeom xmlns:a="http://schemas.openxmlformats.org/drawingml/2006/main">
            <a:pathLst>
              <a:path w="590801" h="30568">
                <a:moveTo>
                  <a:pt x="0" y="0"/>
                </a:moveTo>
                <a:lnTo>
                  <a:pt x="590801" y="0"/>
                </a:lnTo>
                <a:lnTo>
                  <a:pt x="590801" y="30568"/>
                </a:lnTo>
                <a:lnTo>
                  <a:pt x="0" y="30568"/>
                </a:lnTo>
                <a:close/>
              </a:path>
            </a:pathLst>
          </a:custGeom>
          <a:solidFill xmlns:a="http://schemas.openxmlformats.org/drawingml/2006/main">
            <a:srgbClr val="93A6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" name="path-707">
            <a:extLst xmlns:a="http://schemas.openxmlformats.org/drawingml/2006/main">
              <a:ext uri="{FF2B5EF4-FFF2-40B4-BE49-F238E27FC236}">
                <a16:creationId xmlns:a16="http://schemas.microsoft.com/office/drawing/2014/main" id="{BAD0EF59-CCFF-4E40-AC61-8DA830FE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187" y="2725559"/>
            <a:ext cx="590801" cy="30568"/>
          </a:xfrm>
          <a:custGeom xmlns:a="http://schemas.openxmlformats.org/drawingml/2006/main">
            <a:pathLst>
              <a:path w="590801" h="30568">
                <a:moveTo>
                  <a:pt x="0" y="0"/>
                </a:moveTo>
                <a:lnTo>
                  <a:pt x="590801" y="0"/>
                </a:lnTo>
                <a:lnTo>
                  <a:pt x="590801" y="30568"/>
                </a:lnTo>
                <a:lnTo>
                  <a:pt x="0" y="305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93A6B9"/>
            </a:solidFill>
            <a:prstDash val="solid"/>
          </a:ln>
        </p:spPr>
      </p:sp>
      <p:sp>
        <p:nvSpPr>
          <p:cNvPr id="746" name="path-708">
            <a:extLst xmlns:a="http://schemas.openxmlformats.org/drawingml/2006/main">
              <a:ext uri="{FF2B5EF4-FFF2-40B4-BE49-F238E27FC236}">
                <a16:creationId xmlns:a16="http://schemas.microsoft.com/office/drawing/2014/main" id="{9F2E10A3-B8B5-46D1-865E-D036E15C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187" y="2837606"/>
            <a:ext cx="402356" cy="35662"/>
          </a:xfrm>
          <a:custGeom xmlns:a="http://schemas.openxmlformats.org/drawingml/2006/main">
            <a:pathLst>
              <a:path w="402356" h="35662">
                <a:moveTo>
                  <a:pt x="0" y="0"/>
                </a:moveTo>
                <a:lnTo>
                  <a:pt x="402356" y="0"/>
                </a:lnTo>
                <a:lnTo>
                  <a:pt x="402356" y="35662"/>
                </a:lnTo>
                <a:lnTo>
                  <a:pt x="0" y="35662"/>
                </a:lnTo>
                <a:close/>
              </a:path>
            </a:pathLst>
          </a:custGeom>
          <a:solidFill xmlns:a="http://schemas.openxmlformats.org/drawingml/2006/main">
            <a:srgbClr val="93A6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" name="path-709">
            <a:extLst xmlns:a="http://schemas.openxmlformats.org/drawingml/2006/main">
              <a:ext uri="{FF2B5EF4-FFF2-40B4-BE49-F238E27FC236}">
                <a16:creationId xmlns:a16="http://schemas.microsoft.com/office/drawing/2014/main" id="{B36F76C2-53B1-4F16-80ED-43F502FF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187" y="2837606"/>
            <a:ext cx="402356" cy="35662"/>
          </a:xfrm>
          <a:custGeom xmlns:a="http://schemas.openxmlformats.org/drawingml/2006/main">
            <a:pathLst>
              <a:path w="402356" h="35662">
                <a:moveTo>
                  <a:pt x="0" y="0"/>
                </a:moveTo>
                <a:lnTo>
                  <a:pt x="402356" y="0"/>
                </a:lnTo>
                <a:lnTo>
                  <a:pt x="402356" y="35662"/>
                </a:lnTo>
                <a:lnTo>
                  <a:pt x="0" y="356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93A6B9"/>
            </a:solidFill>
            <a:prstDash val="solid"/>
          </a:ln>
        </p:spPr>
      </p:sp>
      <p:sp>
        <p:nvSpPr>
          <p:cNvPr id="748" name="path-710">
            <a:extLst xmlns:a="http://schemas.openxmlformats.org/drawingml/2006/main">
              <a:ext uri="{FF2B5EF4-FFF2-40B4-BE49-F238E27FC236}">
                <a16:creationId xmlns:a16="http://schemas.microsoft.com/office/drawing/2014/main" id="{5CD1D934-5DC9-4B25-BD5A-1F16BC81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55" y="3224835"/>
            <a:ext cx="1752032" cy="967975"/>
          </a:xfrm>
          <a:custGeom xmlns:a="http://schemas.openxmlformats.org/drawingml/2006/main">
            <a:pathLst>
              <a:path w="1752032" h="967975">
                <a:moveTo>
                  <a:pt x="0" y="49304"/>
                </a:moveTo>
                <a:cubicBezTo>
                  <a:pt x="0" y="22070"/>
                  <a:pt x="22063" y="0"/>
                  <a:pt x="49283" y="0"/>
                </a:cubicBezTo>
                <a:lnTo>
                  <a:pt x="1702728" y="0"/>
                </a:lnTo>
                <a:cubicBezTo>
                  <a:pt x="1729962" y="0"/>
                  <a:pt x="1752032" y="22070"/>
                  <a:pt x="1752032" y="49304"/>
                </a:cubicBezTo>
                <a:lnTo>
                  <a:pt x="1752032" y="918671"/>
                </a:lnTo>
                <a:cubicBezTo>
                  <a:pt x="1752032" y="945905"/>
                  <a:pt x="1729962" y="967975"/>
                  <a:pt x="1702728" y="967975"/>
                </a:cubicBezTo>
                <a:lnTo>
                  <a:pt x="49283" y="967975"/>
                </a:lnTo>
                <a:cubicBezTo>
                  <a:pt x="22063" y="967975"/>
                  <a:pt x="0" y="945905"/>
                  <a:pt x="0" y="918671"/>
                </a:cubicBezTo>
                <a:lnTo>
                  <a:pt x="0" y="49304"/>
                </a:lnTo>
              </a:path>
            </a:pathLst>
          </a:custGeom>
          <a:solidFill xmlns:a="http://schemas.openxmlformats.org/drawingml/2006/main">
            <a:srgbClr val="F6F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" name="path-711">
            <a:extLst xmlns:a="http://schemas.openxmlformats.org/drawingml/2006/main">
              <a:ext uri="{FF2B5EF4-FFF2-40B4-BE49-F238E27FC236}">
                <a16:creationId xmlns:a16="http://schemas.microsoft.com/office/drawing/2014/main" id="{807A58E5-266B-4F46-A437-A56FD391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55" y="3224835"/>
            <a:ext cx="1752032" cy="967975"/>
          </a:xfrm>
          <a:custGeom xmlns:a="http://schemas.openxmlformats.org/drawingml/2006/main">
            <a:pathLst>
              <a:path w="1752032" h="967975">
                <a:moveTo>
                  <a:pt x="0" y="49304"/>
                </a:moveTo>
                <a:cubicBezTo>
                  <a:pt x="0" y="22070"/>
                  <a:pt x="22063" y="0"/>
                  <a:pt x="49283" y="0"/>
                </a:cubicBezTo>
                <a:lnTo>
                  <a:pt x="1702728" y="0"/>
                </a:lnTo>
                <a:cubicBezTo>
                  <a:pt x="1729962" y="0"/>
                  <a:pt x="1752032" y="22070"/>
                  <a:pt x="1752032" y="49304"/>
                </a:cubicBezTo>
                <a:lnTo>
                  <a:pt x="1752032" y="918671"/>
                </a:lnTo>
                <a:cubicBezTo>
                  <a:pt x="1752032" y="945905"/>
                  <a:pt x="1729962" y="967975"/>
                  <a:pt x="1702728" y="967975"/>
                </a:cubicBezTo>
                <a:lnTo>
                  <a:pt x="49283" y="967975"/>
                </a:lnTo>
                <a:cubicBezTo>
                  <a:pt x="22063" y="967975"/>
                  <a:pt x="0" y="945905"/>
                  <a:pt x="0" y="918671"/>
                </a:cubicBezTo>
                <a:lnTo>
                  <a:pt x="0" y="49304"/>
                </a:lnTo>
              </a:path>
            </a:pathLst>
          </a:custGeom>
          <a:noFill xmlns:a="http://schemas.openxmlformats.org/drawingml/2006/main"/>
          <a:ln xmlns:a="http://schemas.openxmlformats.org/drawingml/2006/main" w="14152">
            <a:solidFill>
              <a:srgbClr val="2F5597"/>
            </a:solidFill>
            <a:prstDash val="solid"/>
          </a:ln>
        </p:spPr>
      </p:sp>
      <p:sp>
        <p:nvSpPr>
          <p:cNvPr id="750" name="text-712 Video">
            <a:extLst xmlns:a="http://schemas.openxmlformats.org/drawingml/2006/main">
              <a:ext uri="{FF2B5EF4-FFF2-40B4-BE49-F238E27FC236}">
                <a16:creationId xmlns:a16="http://schemas.microsoft.com/office/drawing/2014/main" id="{A3716823-F665-4E72-A0EE-6CA49C09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452" y="3332229"/>
            <a:ext cx="392664" cy="195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2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2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102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751" name="text-712 +">
            <a:extLst xmlns:a="http://schemas.openxmlformats.org/drawingml/2006/main">
              <a:ext uri="{FF2B5EF4-FFF2-40B4-BE49-F238E27FC236}">
                <a16:creationId xmlns:a16="http://schemas.microsoft.com/office/drawing/2014/main" id="{61B488BF-A0C3-4E2E-A4DE-243527BD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5846" y="3334395"/>
            <a:ext cx="108833" cy="192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08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752" name="text-712 question">
            <a:extLst xmlns:a="http://schemas.openxmlformats.org/drawingml/2006/main">
              <a:ext uri="{FF2B5EF4-FFF2-40B4-BE49-F238E27FC236}">
                <a16:creationId xmlns:a16="http://schemas.microsoft.com/office/drawing/2014/main" id="{5BF4DA7D-A34E-4C3D-B175-F2B2CB38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3313" y="3333094"/>
            <a:ext cx="565387" cy="194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09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753" name="text-713 Answer">
            <a:extLst xmlns:a="http://schemas.openxmlformats.org/drawingml/2006/main">
              <a:ext uri="{FF2B5EF4-FFF2-40B4-BE49-F238E27FC236}">
                <a16:creationId xmlns:a16="http://schemas.microsoft.com/office/drawing/2014/main" id="{BB8E0F2E-3B6A-4606-98C8-9A92E17B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1119" y="3953577"/>
            <a:ext cx="508619" cy="195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09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754" name="text-713 +">
            <a:extLst xmlns:a="http://schemas.openxmlformats.org/drawingml/2006/main">
              <a:ext uri="{FF2B5EF4-FFF2-40B4-BE49-F238E27FC236}">
                <a16:creationId xmlns:a16="http://schemas.microsoft.com/office/drawing/2014/main" id="{3118FCA2-9142-482F-9C70-2B12FAFB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5688" y="3955401"/>
            <a:ext cx="108833" cy="192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08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755" name="text-714 E">
            <a:extLst xmlns:a="http://schemas.openxmlformats.org/drawingml/2006/main">
              <a:ext uri="{FF2B5EF4-FFF2-40B4-BE49-F238E27FC236}">
                <a16:creationId xmlns:a16="http://schemas.microsoft.com/office/drawing/2014/main" id="{82217892-D37E-4AA3-B63D-80B5BEFE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2722" y="3955484"/>
            <a:ext cx="110768" cy="19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08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E</a:t>
            </a:r>
          </a:p>
        </p:txBody>
      </p:sp>
      <p:sp>
        <p:nvSpPr>
          <p:cNvPr id="756" name="text-715 vidence">
            <a:extLst xmlns:a="http://schemas.openxmlformats.org/drawingml/2006/main">
              <a:ext uri="{FF2B5EF4-FFF2-40B4-BE49-F238E27FC236}">
                <a16:creationId xmlns:a16="http://schemas.microsoft.com/office/drawing/2014/main" id="{3AB00EE0-9AF7-4C72-8AD4-4B87FDCB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0366" y="3953745"/>
            <a:ext cx="514181" cy="1951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09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vidence</a:t>
            </a:r>
          </a:p>
        </p:txBody>
      </p:sp>
      <p:sp>
        <p:nvSpPr>
          <p:cNvPr id="757" name="path-716">
            <a:extLst xmlns:a="http://schemas.openxmlformats.org/drawingml/2006/main">
              <a:ext uri="{FF2B5EF4-FFF2-40B4-BE49-F238E27FC236}">
                <a16:creationId xmlns:a16="http://schemas.microsoft.com/office/drawing/2014/main" id="{A31516C6-BC86-420B-9E7D-482B13C8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63" y="4849964"/>
            <a:ext cx="1492283" cy="1049536"/>
          </a:xfrm>
          <a:custGeom xmlns:a="http://schemas.openxmlformats.org/drawingml/2006/main">
            <a:pathLst>
              <a:path w="1492283" h="1049536">
                <a:moveTo>
                  <a:pt x="0" y="70738"/>
                </a:moveTo>
                <a:cubicBezTo>
                  <a:pt x="0" y="31690"/>
                  <a:pt x="31648" y="0"/>
                  <a:pt x="70695" y="0"/>
                </a:cubicBezTo>
                <a:lnTo>
                  <a:pt x="1421617" y="0"/>
                </a:lnTo>
                <a:cubicBezTo>
                  <a:pt x="1460664" y="0"/>
                  <a:pt x="1492283" y="31690"/>
                  <a:pt x="1492283" y="70738"/>
                </a:cubicBezTo>
                <a:lnTo>
                  <a:pt x="1492283" y="978798"/>
                </a:lnTo>
                <a:cubicBezTo>
                  <a:pt x="1492283" y="1017845"/>
                  <a:pt x="1460664" y="1049536"/>
                  <a:pt x="1421617" y="1049536"/>
                </a:cubicBezTo>
                <a:lnTo>
                  <a:pt x="70695" y="1049536"/>
                </a:lnTo>
                <a:cubicBezTo>
                  <a:pt x="31648" y="1049536"/>
                  <a:pt x="0" y="1017845"/>
                  <a:pt x="0" y="978798"/>
                </a:cubicBezTo>
                <a:lnTo>
                  <a:pt x="0" y="7073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" name="path-717">
            <a:extLst xmlns:a="http://schemas.openxmlformats.org/drawingml/2006/main">
              <a:ext uri="{FF2B5EF4-FFF2-40B4-BE49-F238E27FC236}">
                <a16:creationId xmlns:a16="http://schemas.microsoft.com/office/drawing/2014/main" id="{E50B5BCF-6179-42D9-A90B-93571FC8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63" y="4849964"/>
            <a:ext cx="1492283" cy="1049536"/>
          </a:xfrm>
          <a:custGeom xmlns:a="http://schemas.openxmlformats.org/drawingml/2006/main">
            <a:pathLst>
              <a:path w="1492283" h="1049536">
                <a:moveTo>
                  <a:pt x="0" y="70738"/>
                </a:moveTo>
                <a:cubicBezTo>
                  <a:pt x="0" y="31690"/>
                  <a:pt x="31648" y="0"/>
                  <a:pt x="70695" y="0"/>
                </a:cubicBezTo>
                <a:lnTo>
                  <a:pt x="1421617" y="0"/>
                </a:lnTo>
                <a:cubicBezTo>
                  <a:pt x="1460664" y="0"/>
                  <a:pt x="1492283" y="31690"/>
                  <a:pt x="1492283" y="70738"/>
                </a:cubicBezTo>
                <a:lnTo>
                  <a:pt x="1492283" y="978798"/>
                </a:lnTo>
                <a:cubicBezTo>
                  <a:pt x="1492283" y="1017845"/>
                  <a:pt x="1460664" y="1049536"/>
                  <a:pt x="1421617" y="1049536"/>
                </a:cubicBezTo>
                <a:lnTo>
                  <a:pt x="70695" y="1049536"/>
                </a:lnTo>
                <a:cubicBezTo>
                  <a:pt x="31648" y="1049536"/>
                  <a:pt x="0" y="1017845"/>
                  <a:pt x="0" y="978798"/>
                </a:cubicBezTo>
                <a:lnTo>
                  <a:pt x="0" y="70738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AFC3DB"/>
            </a:solidFill>
            <a:prstDash val="solid"/>
          </a:ln>
        </p:spPr>
      </p:sp>
      <p:sp>
        <p:nvSpPr>
          <p:cNvPr id="759" name="path-718">
            <a:extLst xmlns:a="http://schemas.openxmlformats.org/drawingml/2006/main">
              <a:ext uri="{FF2B5EF4-FFF2-40B4-BE49-F238E27FC236}">
                <a16:creationId xmlns:a16="http://schemas.microsoft.com/office/drawing/2014/main" id="{BD10A198-A4FB-4173-87EB-99AE3909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63" y="4849985"/>
            <a:ext cx="1492283" cy="178309"/>
          </a:xfrm>
          <a:custGeom xmlns:a="http://schemas.openxmlformats.org/drawingml/2006/main">
            <a:pathLst>
              <a:path w="1492283" h="178309">
                <a:moveTo>
                  <a:pt x="0" y="0"/>
                </a:moveTo>
                <a:lnTo>
                  <a:pt x="1492283" y="0"/>
                </a:lnTo>
                <a:lnTo>
                  <a:pt x="1492283" y="178309"/>
                </a:lnTo>
                <a:lnTo>
                  <a:pt x="0" y="178309"/>
                </a:lnTo>
                <a:close/>
              </a:path>
            </a:pathLst>
          </a:custGeom>
          <a:solidFill xmlns:a="http://schemas.openxmlformats.org/drawingml/2006/main">
            <a:srgbClr val="7890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" name="path-719">
            <a:extLst xmlns:a="http://schemas.openxmlformats.org/drawingml/2006/main">
              <a:ext uri="{FF2B5EF4-FFF2-40B4-BE49-F238E27FC236}">
                <a16:creationId xmlns:a16="http://schemas.microsoft.com/office/drawing/2014/main" id="{CEB8947E-8238-415F-8BCC-0C513171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63" y="4849985"/>
            <a:ext cx="1492283" cy="178309"/>
          </a:xfrm>
          <a:custGeom xmlns:a="http://schemas.openxmlformats.org/drawingml/2006/main">
            <a:pathLst>
              <a:path w="1492283" h="178309">
                <a:moveTo>
                  <a:pt x="0" y="0"/>
                </a:moveTo>
                <a:lnTo>
                  <a:pt x="1492283" y="0"/>
                </a:lnTo>
                <a:lnTo>
                  <a:pt x="1492283" y="178309"/>
                </a:lnTo>
                <a:lnTo>
                  <a:pt x="0" y="17830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7890A9"/>
            </a:solidFill>
            <a:prstDash val="solid"/>
          </a:ln>
        </p:spPr>
      </p:sp>
      <p:sp>
        <p:nvSpPr>
          <p:cNvPr id="761" name="path-720">
            <a:extLst xmlns:a="http://schemas.openxmlformats.org/drawingml/2006/main">
              <a:ext uri="{FF2B5EF4-FFF2-40B4-BE49-F238E27FC236}">
                <a16:creationId xmlns:a16="http://schemas.microsoft.com/office/drawing/2014/main" id="{BEED8529-621A-4541-9C85-5765820F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25" y="4916245"/>
            <a:ext cx="45838" cy="45838"/>
          </a:xfrm>
          <a:custGeom xmlns:a="http://schemas.openxmlformats.org/drawingml/2006/main">
            <a:pathLst>
              <a:path w="45838" h="45838">
                <a:moveTo>
                  <a:pt x="0" y="22919"/>
                </a:moveTo>
                <a:cubicBezTo>
                  <a:pt x="0" y="10257"/>
                  <a:pt x="10264" y="0"/>
                  <a:pt x="22919" y="0"/>
                </a:cubicBezTo>
                <a:cubicBezTo>
                  <a:pt x="35574" y="0"/>
                  <a:pt x="45838" y="10257"/>
                  <a:pt x="45838" y="22919"/>
                </a:cubicBezTo>
                <a:cubicBezTo>
                  <a:pt x="45838" y="35581"/>
                  <a:pt x="35574" y="45838"/>
                  <a:pt x="22919" y="45838"/>
                </a:cubicBezTo>
                <a:cubicBezTo>
                  <a:pt x="10264" y="45838"/>
                  <a:pt x="0" y="35581"/>
                  <a:pt x="0" y="22919"/>
                </a:cubicBezTo>
              </a:path>
            </a:pathLst>
          </a:custGeom>
          <a:solidFill xmlns:a="http://schemas.openxmlformats.org/drawingml/2006/main">
            <a:srgbClr val="FF81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" name="path-721">
            <a:extLst xmlns:a="http://schemas.openxmlformats.org/drawingml/2006/main">
              <a:ext uri="{FF2B5EF4-FFF2-40B4-BE49-F238E27FC236}">
                <a16:creationId xmlns:a16="http://schemas.microsoft.com/office/drawing/2014/main" id="{A6D780AF-5E4A-4097-AC9B-9051C1C5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25" y="4916245"/>
            <a:ext cx="45838" cy="45838"/>
          </a:xfrm>
          <a:custGeom xmlns:a="http://schemas.openxmlformats.org/drawingml/2006/main">
            <a:pathLst>
              <a:path w="45838" h="45838">
                <a:moveTo>
                  <a:pt x="0" y="22919"/>
                </a:moveTo>
                <a:cubicBezTo>
                  <a:pt x="0" y="10257"/>
                  <a:pt x="10264" y="0"/>
                  <a:pt x="22919" y="0"/>
                </a:cubicBezTo>
                <a:cubicBezTo>
                  <a:pt x="35574" y="0"/>
                  <a:pt x="45838" y="10257"/>
                  <a:pt x="45838" y="22919"/>
                </a:cubicBezTo>
                <a:cubicBezTo>
                  <a:pt x="45838" y="35581"/>
                  <a:pt x="35574" y="45838"/>
                  <a:pt x="22919" y="45838"/>
                </a:cubicBezTo>
                <a:cubicBezTo>
                  <a:pt x="10264" y="45838"/>
                  <a:pt x="0" y="35581"/>
                  <a:pt x="0" y="229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8176"/>
            </a:solidFill>
            <a:prstDash val="solid"/>
          </a:ln>
        </p:spPr>
      </p:sp>
      <p:sp>
        <p:nvSpPr>
          <p:cNvPr id="763" name="path-722">
            <a:extLst xmlns:a="http://schemas.openxmlformats.org/drawingml/2006/main">
              <a:ext uri="{FF2B5EF4-FFF2-40B4-BE49-F238E27FC236}">
                <a16:creationId xmlns:a16="http://schemas.microsoft.com/office/drawing/2014/main" id="{635DD143-61BF-450B-B042-44AC0095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94" y="4916245"/>
            <a:ext cx="50931" cy="45838"/>
          </a:xfrm>
          <a:custGeom xmlns:a="http://schemas.openxmlformats.org/drawingml/2006/main">
            <a:pathLst>
              <a:path w="50931" h="45838">
                <a:moveTo>
                  <a:pt x="0" y="22919"/>
                </a:moveTo>
                <a:cubicBezTo>
                  <a:pt x="0" y="10257"/>
                  <a:pt x="11403" y="0"/>
                  <a:pt x="25466" y="0"/>
                </a:cubicBezTo>
                <a:cubicBezTo>
                  <a:pt x="39528" y="0"/>
                  <a:pt x="50931" y="10257"/>
                  <a:pt x="50931" y="22919"/>
                </a:cubicBezTo>
                <a:cubicBezTo>
                  <a:pt x="50931" y="35581"/>
                  <a:pt x="39528" y="45838"/>
                  <a:pt x="25466" y="45838"/>
                </a:cubicBezTo>
                <a:cubicBezTo>
                  <a:pt x="11403" y="45838"/>
                  <a:pt x="0" y="35581"/>
                  <a:pt x="0" y="22919"/>
                </a:cubicBezTo>
              </a:path>
            </a:pathLst>
          </a:custGeom>
          <a:solidFill xmlns:a="http://schemas.openxmlformats.org/drawingml/2006/main">
            <a:srgbClr val="FFE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" name="path-723">
            <a:extLst xmlns:a="http://schemas.openxmlformats.org/drawingml/2006/main">
              <a:ext uri="{FF2B5EF4-FFF2-40B4-BE49-F238E27FC236}">
                <a16:creationId xmlns:a16="http://schemas.microsoft.com/office/drawing/2014/main" id="{DA1F99AA-F1C6-4B2F-803E-D14B92D5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94" y="4916245"/>
            <a:ext cx="50931" cy="45838"/>
          </a:xfrm>
          <a:custGeom xmlns:a="http://schemas.openxmlformats.org/drawingml/2006/main">
            <a:pathLst>
              <a:path w="50931" h="45838">
                <a:moveTo>
                  <a:pt x="0" y="22919"/>
                </a:moveTo>
                <a:cubicBezTo>
                  <a:pt x="0" y="10257"/>
                  <a:pt x="11403" y="0"/>
                  <a:pt x="25466" y="0"/>
                </a:cubicBezTo>
                <a:cubicBezTo>
                  <a:pt x="39528" y="0"/>
                  <a:pt x="50931" y="10257"/>
                  <a:pt x="50931" y="22919"/>
                </a:cubicBezTo>
                <a:cubicBezTo>
                  <a:pt x="50931" y="35581"/>
                  <a:pt x="39528" y="45838"/>
                  <a:pt x="25466" y="45838"/>
                </a:cubicBezTo>
                <a:cubicBezTo>
                  <a:pt x="11403" y="45838"/>
                  <a:pt x="0" y="35581"/>
                  <a:pt x="0" y="229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E17B"/>
            </a:solidFill>
            <a:prstDash val="solid"/>
          </a:ln>
        </p:spPr>
      </p:sp>
      <p:sp>
        <p:nvSpPr>
          <p:cNvPr id="765" name="path-724">
            <a:extLst xmlns:a="http://schemas.openxmlformats.org/drawingml/2006/main">
              <a:ext uri="{FF2B5EF4-FFF2-40B4-BE49-F238E27FC236}">
                <a16:creationId xmlns:a16="http://schemas.microsoft.com/office/drawing/2014/main" id="{F4E38EE8-F27E-49CF-AD4A-9679A957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57" y="4916245"/>
            <a:ext cx="45838" cy="45838"/>
          </a:xfrm>
          <a:custGeom xmlns:a="http://schemas.openxmlformats.org/drawingml/2006/main">
            <a:pathLst>
              <a:path w="45838" h="45838">
                <a:moveTo>
                  <a:pt x="0" y="22919"/>
                </a:moveTo>
                <a:cubicBezTo>
                  <a:pt x="0" y="10257"/>
                  <a:pt x="10264" y="0"/>
                  <a:pt x="22919" y="0"/>
                </a:cubicBezTo>
                <a:cubicBezTo>
                  <a:pt x="35574" y="0"/>
                  <a:pt x="45838" y="10257"/>
                  <a:pt x="45838" y="22919"/>
                </a:cubicBezTo>
                <a:cubicBezTo>
                  <a:pt x="45838" y="35581"/>
                  <a:pt x="35574" y="45838"/>
                  <a:pt x="22919" y="45838"/>
                </a:cubicBezTo>
                <a:cubicBezTo>
                  <a:pt x="10264" y="45838"/>
                  <a:pt x="0" y="35581"/>
                  <a:pt x="0" y="22919"/>
                </a:cubicBezTo>
              </a:path>
            </a:pathLst>
          </a:custGeom>
          <a:solidFill xmlns:a="http://schemas.openxmlformats.org/drawingml/2006/main">
            <a:srgbClr val="84D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" name="path-725">
            <a:extLst xmlns:a="http://schemas.openxmlformats.org/drawingml/2006/main">
              <a:ext uri="{FF2B5EF4-FFF2-40B4-BE49-F238E27FC236}">
                <a16:creationId xmlns:a16="http://schemas.microsoft.com/office/drawing/2014/main" id="{DB51E4F6-9E9F-497C-9134-F9430FD4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57" y="4916245"/>
            <a:ext cx="45838" cy="45838"/>
          </a:xfrm>
          <a:custGeom xmlns:a="http://schemas.openxmlformats.org/drawingml/2006/main">
            <a:pathLst>
              <a:path w="45838" h="45838">
                <a:moveTo>
                  <a:pt x="0" y="22919"/>
                </a:moveTo>
                <a:cubicBezTo>
                  <a:pt x="0" y="10257"/>
                  <a:pt x="10264" y="0"/>
                  <a:pt x="22919" y="0"/>
                </a:cubicBezTo>
                <a:cubicBezTo>
                  <a:pt x="35574" y="0"/>
                  <a:pt x="45838" y="10257"/>
                  <a:pt x="45838" y="22919"/>
                </a:cubicBezTo>
                <a:cubicBezTo>
                  <a:pt x="45838" y="35581"/>
                  <a:pt x="35574" y="45838"/>
                  <a:pt x="22919" y="45838"/>
                </a:cubicBezTo>
                <a:cubicBezTo>
                  <a:pt x="10264" y="45838"/>
                  <a:pt x="0" y="35581"/>
                  <a:pt x="0" y="229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84DB9B"/>
            </a:solidFill>
            <a:prstDash val="solid"/>
          </a:ln>
        </p:spPr>
      </p:sp>
      <p:sp>
        <p:nvSpPr>
          <p:cNvPr id="767" name="text-726 1">
            <a:extLst xmlns:a="http://schemas.openxmlformats.org/drawingml/2006/main">
              <a:ext uri="{FF2B5EF4-FFF2-40B4-BE49-F238E27FC236}">
                <a16:creationId xmlns:a16="http://schemas.microsoft.com/office/drawing/2014/main" id="{BA8B649E-52BE-4732-AA64-DD5763E2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698" y="5132207"/>
            <a:ext cx="73953" cy="16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pPr>
            <a:r>
              <a: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768" name="text-727 2">
            <a:extLst xmlns:a="http://schemas.openxmlformats.org/drawingml/2006/main">
              <a:ext uri="{FF2B5EF4-FFF2-40B4-BE49-F238E27FC236}">
                <a16:creationId xmlns:a16="http://schemas.microsoft.com/office/drawing/2014/main" id="{176C7F57-D94D-440E-B3B5-FD12A1D1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389" y="5310241"/>
            <a:ext cx="92745" cy="164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pPr>
            <a:r>
              <a: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769" name="text-728 3">
            <a:extLst xmlns:a="http://schemas.openxmlformats.org/drawingml/2006/main">
              <a:ext uri="{FF2B5EF4-FFF2-40B4-BE49-F238E27FC236}">
                <a16:creationId xmlns:a16="http://schemas.microsoft.com/office/drawing/2014/main" id="{F84EAE54-B7D7-481F-9587-9E4F64D8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389" y="5488854"/>
            <a:ext cx="92745" cy="164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pPr>
            <a:r>
              <a: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770" name="text-729 4">
            <a:extLst xmlns:a="http://schemas.openxmlformats.org/drawingml/2006/main">
              <a:ext uri="{FF2B5EF4-FFF2-40B4-BE49-F238E27FC236}">
                <a16:creationId xmlns:a16="http://schemas.microsoft.com/office/drawing/2014/main" id="{E2FF155A-FCAB-4CDE-8C7D-166289FE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389" y="5666971"/>
            <a:ext cx="92745" cy="164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pPr>
            <a:r>
              <a:rPr sz="92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rPr>
              <a:t>4</a:t>
            </a:r>
          </a:p>
        </p:txBody>
      </p:sp>
      <p:sp>
        <p:nvSpPr>
          <p:cNvPr id="771" name="text-730 def">
            <a:extLst xmlns:a="http://schemas.openxmlformats.org/drawingml/2006/main">
              <a:ext uri="{FF2B5EF4-FFF2-40B4-BE49-F238E27FC236}">
                <a16:creationId xmlns:a16="http://schemas.microsoft.com/office/drawing/2014/main" id="{763C06D5-6DB6-407C-AED5-B3EC1920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393" y="5122462"/>
            <a:ext cx="243980" cy="186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8" b="1" i="0">
                <a:solidFill>
                  <a:srgbClr val="B12FF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8" b="1" i="0">
                <a:solidFill>
                  <a:srgbClr val="B12FF0"/>
                </a:solidFill>
                <a:latin typeface="Comic Sans MS"/>
                <a:ea typeface="Comic Sans MS"/>
                <a:cs typeface="Comic Sans MS"/>
              </a:defRPr>
            </a:pPr>
            <a:r>
              <a:rPr sz="1048" b="1" i="0">
                <a:solidFill>
                  <a:srgbClr val="B12FF0"/>
                </a:solidFill>
                <a:latin typeface="Comic Sans MS"/>
                <a:ea typeface="Comic Sans MS"/>
                <a:cs typeface="Comic Sans MS"/>
              </a:rPr>
              <a:t>def</a:t>
            </a:r>
          </a:p>
        </p:txBody>
      </p:sp>
      <p:sp>
        <p:nvSpPr>
          <p:cNvPr id="772" name="text-731 a">
            <a:extLst xmlns:a="http://schemas.openxmlformats.org/drawingml/2006/main">
              <a:ext uri="{FF2B5EF4-FFF2-40B4-BE49-F238E27FC236}">
                <a16:creationId xmlns:a16="http://schemas.microsoft.com/office/drawing/2014/main" id="{B2995FE2-A796-4AFA-AEE1-D7C1B4CC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811" y="5122883"/>
            <a:ext cx="97565" cy="185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5" b="1" i="0">
                <a:solidFill>
                  <a:srgbClr val="1768D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5" b="1" i="0">
                <a:solidFill>
                  <a:srgbClr val="1768DC"/>
                </a:solidFill>
                <a:latin typeface="Comic Sans MS"/>
                <a:ea typeface="Comic Sans MS"/>
                <a:cs typeface="Comic Sans MS"/>
              </a:defRPr>
            </a:pPr>
            <a:r>
              <a:rPr sz="1045" b="1" i="0">
                <a:solidFill>
                  <a:srgbClr val="1768DC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773" name="text-732 nswer">
            <a:extLst xmlns:a="http://schemas.openxmlformats.org/drawingml/2006/main">
              <a:ext uri="{FF2B5EF4-FFF2-40B4-BE49-F238E27FC236}">
                <a16:creationId xmlns:a16="http://schemas.microsoft.com/office/drawing/2014/main" id="{7B16ADF1-5D1B-4BBC-A2DF-7C38BD87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8166" y="5124173"/>
            <a:ext cx="382524" cy="183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5" b="1" i="0">
                <a:solidFill>
                  <a:srgbClr val="1768D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5" b="1" i="0">
                <a:solidFill>
                  <a:srgbClr val="1768DC"/>
                </a:solidFill>
                <a:latin typeface="Comic Sans MS"/>
                <a:ea typeface="Comic Sans MS"/>
                <a:cs typeface="Comic Sans MS"/>
              </a:defRPr>
            </a:pPr>
            <a:r>
              <a:rPr sz="1035" b="1" i="0">
                <a:solidFill>
                  <a:srgbClr val="1768DC"/>
                </a:solidFill>
                <a:latin typeface="Comic Sans MS"/>
                <a:ea typeface="Comic Sans MS"/>
                <a:cs typeface="Comic Sans MS"/>
              </a:rPr>
              <a:t>nswer</a:t>
            </a:r>
          </a:p>
        </p:txBody>
      </p:sp>
      <p:sp>
        <p:nvSpPr>
          <p:cNvPr id="774" name="text-733 ():">
            <a:extLst xmlns:a="http://schemas.openxmlformats.org/drawingml/2006/main">
              <a:ext uri="{FF2B5EF4-FFF2-40B4-BE49-F238E27FC236}">
                <a16:creationId xmlns:a16="http://schemas.microsoft.com/office/drawing/2014/main" id="{D019410F-9030-4065-A46B-66870A87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0343" y="5123268"/>
            <a:ext cx="160103" cy="185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2" b="0" i="0">
                <a:solidFill>
                  <a:srgbClr val="263E5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2" b="0" i="0">
                <a:solidFill>
                  <a:srgbClr val="263E5B"/>
                </a:solidFill>
                <a:latin typeface="Comic Sans MS"/>
                <a:ea typeface="Comic Sans MS"/>
                <a:cs typeface="Comic Sans MS"/>
              </a:defRPr>
            </a:pPr>
            <a:r>
              <a:rPr sz="1042" b="0" i="0">
                <a:solidFill>
                  <a:srgbClr val="263E5B"/>
                </a:solidFill>
                <a:latin typeface="Comic Sans MS"/>
                <a:ea typeface="Comic Sans MS"/>
                <a:cs typeface="Comic Sans MS"/>
              </a:rPr>
              <a:t>():</a:t>
            </a:r>
          </a:p>
        </p:txBody>
      </p:sp>
      <p:sp>
        <p:nvSpPr>
          <p:cNvPr id="775" name="text-734 obs">
            <a:extLst xmlns:a="http://schemas.openxmlformats.org/drawingml/2006/main">
              <a:ext uri="{FF2B5EF4-FFF2-40B4-BE49-F238E27FC236}">
                <a16:creationId xmlns:a16="http://schemas.microsoft.com/office/drawing/2014/main" id="{37BE2CD4-AC2D-4E9F-BDE3-A72F9FAB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899" y="5301444"/>
            <a:ext cx="235937" cy="185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1" b="1" i="0">
                <a:solidFill>
                  <a:srgbClr val="2E70D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1" b="1" i="0">
                <a:solidFill>
                  <a:srgbClr val="2E70DE"/>
                </a:solidFill>
                <a:latin typeface="Comic Sans MS"/>
                <a:ea typeface="Comic Sans MS"/>
                <a:cs typeface="Comic Sans MS"/>
              </a:defRPr>
            </a:pPr>
            <a:r>
              <a:rPr sz="1041" b="1" i="0">
                <a:solidFill>
                  <a:srgbClr val="2E70DE"/>
                </a:solidFill>
                <a:latin typeface="Comic Sans MS"/>
                <a:ea typeface="Comic Sans MS"/>
                <a:cs typeface="Comic Sans MS"/>
              </a:rPr>
              <a:t>obs</a:t>
            </a:r>
          </a:p>
        </p:txBody>
      </p:sp>
      <p:sp>
        <p:nvSpPr>
          <p:cNvPr id="776" name="text-735 =">
            <a:extLst xmlns:a="http://schemas.openxmlformats.org/drawingml/2006/main">
              <a:ext uri="{FF2B5EF4-FFF2-40B4-BE49-F238E27FC236}">
                <a16:creationId xmlns:a16="http://schemas.microsoft.com/office/drawing/2014/main" id="{6D64D9F2-A8F3-4803-A809-5850D180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589" y="5300988"/>
            <a:ext cx="104818" cy="18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5" b="1" i="0">
                <a:solidFill>
                  <a:srgbClr val="B12FF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5" b="1" i="0">
                <a:solidFill>
                  <a:srgbClr val="B12FF0"/>
                </a:solidFill>
                <a:latin typeface="Comic Sans MS"/>
                <a:ea typeface="Comic Sans MS"/>
                <a:cs typeface="Comic Sans MS"/>
              </a:defRPr>
            </a:pPr>
            <a:r>
              <a:rPr sz="1045" b="1" i="0">
                <a:solidFill>
                  <a:srgbClr val="B12FF0"/>
                </a:solidFill>
                <a:latin typeface="Comic Sans MS"/>
                <a:ea typeface="Comic Sans MS"/>
                <a:cs typeface="Comic Sans MS"/>
              </a:rPr>
              <a:t>=</a:t>
            </a:r>
          </a:p>
        </p:txBody>
      </p:sp>
      <p:sp>
        <p:nvSpPr>
          <p:cNvPr id="777" name="text-736 tool">
            <a:extLst xmlns:a="http://schemas.openxmlformats.org/drawingml/2006/main">
              <a:ext uri="{FF2B5EF4-FFF2-40B4-BE49-F238E27FC236}">
                <a16:creationId xmlns:a16="http://schemas.microsoft.com/office/drawing/2014/main" id="{B094A727-0AE1-47B1-97FD-AA454D01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431" y="5302882"/>
            <a:ext cx="258366" cy="183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0" b="0" i="0">
                <a:solidFill>
                  <a:srgbClr val="216F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0" b="0" i="0">
                <a:solidFill>
                  <a:srgbClr val="216F7C"/>
                </a:solidFill>
                <a:latin typeface="Comic Sans MS"/>
                <a:ea typeface="Comic Sans MS"/>
                <a:cs typeface="Comic Sans MS"/>
              </a:defRPr>
            </a:pPr>
            <a:r>
              <a:rPr sz="1030" b="0" i="0">
                <a:solidFill>
                  <a:srgbClr val="216F7C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778" name="text-737 ()">
            <a:extLst xmlns:a="http://schemas.openxmlformats.org/drawingml/2006/main">
              <a:ext uri="{FF2B5EF4-FFF2-40B4-BE49-F238E27FC236}">
                <a16:creationId xmlns:a16="http://schemas.microsoft.com/office/drawing/2014/main" id="{A076629D-03F7-40D7-A597-CD118F99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185" y="5297777"/>
            <a:ext cx="123953" cy="190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0" b="0" i="0">
                <a:solidFill>
                  <a:srgbClr val="263E5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0" b="0" i="0">
                <a:solidFill>
                  <a:srgbClr val="263E5B"/>
                </a:solidFill>
                <a:latin typeface="Comic Sans MS"/>
                <a:ea typeface="Comic Sans MS"/>
                <a:cs typeface="Comic Sans MS"/>
              </a:defRPr>
            </a:pPr>
            <a:r>
              <a:rPr sz="1070" b="0" i="0">
                <a:solidFill>
                  <a:srgbClr val="263E5B"/>
                </a:solidFill>
                <a:latin typeface="Comic Sans MS"/>
                <a:ea typeface="Comic Sans MS"/>
                <a:cs typeface="Comic Sans MS"/>
              </a:rPr>
              <a:t>()</a:t>
            </a:r>
          </a:p>
        </p:txBody>
      </p:sp>
      <p:sp>
        <p:nvSpPr>
          <p:cNvPr id="779" name="text-738 reason">
            <a:extLst xmlns:a="http://schemas.openxmlformats.org/drawingml/2006/main">
              <a:ext uri="{FF2B5EF4-FFF2-40B4-BE49-F238E27FC236}">
                <a16:creationId xmlns:a16="http://schemas.microsoft.com/office/drawing/2014/main" id="{C112F872-1D52-4B88-9D84-60DE0F81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899" y="5480466"/>
            <a:ext cx="428876" cy="184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8" b="0" i="0">
                <a:solidFill>
                  <a:srgbClr val="3DA35A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8" b="0" i="0">
                <a:solidFill>
                  <a:srgbClr val="3DA35A"/>
                </a:solidFill>
                <a:latin typeface="Comic Sans MS"/>
                <a:ea typeface="Comic Sans MS"/>
                <a:cs typeface="Comic Sans MS"/>
              </a:defRPr>
            </a:pPr>
            <a:r>
              <a:rPr sz="1038" b="0" i="0">
                <a:solidFill>
                  <a:srgbClr val="3DA35A"/>
                </a:solidFill>
                <a:latin typeface="Comic Sans MS"/>
                <a:ea typeface="Comic Sans MS"/>
                <a:cs typeface="Comic Sans MS"/>
              </a:rPr>
              <a:t>reason</a:t>
            </a:r>
          </a:p>
        </p:txBody>
      </p:sp>
      <p:sp>
        <p:nvSpPr>
          <p:cNvPr id="780" name="text-739 ()">
            <a:extLst xmlns:a="http://schemas.openxmlformats.org/drawingml/2006/main">
              <a:ext uri="{FF2B5EF4-FFF2-40B4-BE49-F238E27FC236}">
                <a16:creationId xmlns:a16="http://schemas.microsoft.com/office/drawing/2014/main" id="{1058C197-D995-454F-A226-8510C53C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212" y="5476389"/>
            <a:ext cx="123953" cy="190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0" b="0" i="0">
                <a:solidFill>
                  <a:srgbClr val="263E5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0" b="0" i="0">
                <a:solidFill>
                  <a:srgbClr val="263E5B"/>
                </a:solidFill>
                <a:latin typeface="Comic Sans MS"/>
                <a:ea typeface="Comic Sans MS"/>
                <a:cs typeface="Comic Sans MS"/>
              </a:defRPr>
            </a:pPr>
            <a:r>
              <a:rPr sz="1070" b="0" i="0">
                <a:solidFill>
                  <a:srgbClr val="263E5B"/>
                </a:solidFill>
                <a:latin typeface="Comic Sans MS"/>
                <a:ea typeface="Comic Sans MS"/>
                <a:cs typeface="Comic Sans MS"/>
              </a:rPr>
              <a:t>()</a:t>
            </a:r>
          </a:p>
        </p:txBody>
      </p:sp>
      <p:sp>
        <p:nvSpPr>
          <p:cNvPr id="781" name="text-740 return">
            <a:extLst xmlns:a="http://schemas.openxmlformats.org/drawingml/2006/main">
              <a:ext uri="{FF2B5EF4-FFF2-40B4-BE49-F238E27FC236}">
                <a16:creationId xmlns:a16="http://schemas.microsoft.com/office/drawing/2014/main" id="{8B5C5A35-D17D-4829-8BC1-0C62D800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899" y="5658320"/>
            <a:ext cx="424004" cy="184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1" i="0">
                <a:solidFill>
                  <a:srgbClr val="B12FF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1" i="0">
                <a:solidFill>
                  <a:srgbClr val="B12FF0"/>
                </a:solidFill>
                <a:latin typeface="Comic Sans MS"/>
                <a:ea typeface="Comic Sans MS"/>
                <a:cs typeface="Comic Sans MS"/>
              </a:defRPr>
            </a:pPr>
            <a:r>
              <a:rPr sz="1040" b="1" i="0">
                <a:solidFill>
                  <a:srgbClr val="B12FF0"/>
                </a:solidFill>
                <a:latin typeface="Comic Sans MS"/>
                <a:ea typeface="Comic Sans MS"/>
                <a:cs typeface="Comic Sans MS"/>
              </a:rPr>
              <a:t>return</a:t>
            </a:r>
          </a:p>
        </p:txBody>
      </p:sp>
      <p:sp>
        <p:nvSpPr>
          <p:cNvPr id="782" name="text-741 result">
            <a:extLst xmlns:a="http://schemas.openxmlformats.org/drawingml/2006/main">
              <a:ext uri="{FF2B5EF4-FFF2-40B4-BE49-F238E27FC236}">
                <a16:creationId xmlns:a16="http://schemas.microsoft.com/office/drawing/2014/main" id="{F1D636AF-04B0-458C-89F7-E7278594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2532" y="5658486"/>
            <a:ext cx="391455" cy="18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8" b="1" i="0">
                <a:solidFill>
                  <a:srgbClr val="1768D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8" b="1" i="0">
                <a:solidFill>
                  <a:srgbClr val="1768DC"/>
                </a:solidFill>
                <a:latin typeface="Comic Sans MS"/>
                <a:ea typeface="Comic Sans MS"/>
                <a:cs typeface="Comic Sans MS"/>
              </a:defRPr>
            </a:pPr>
            <a:r>
              <a:rPr sz="1038" b="1" i="0">
                <a:solidFill>
                  <a:srgbClr val="1768DC"/>
                </a:solidFill>
                <a:latin typeface="Comic Sans MS"/>
                <a:ea typeface="Comic Sans MS"/>
                <a:cs typeface="Comic Sans MS"/>
              </a:rPr>
              <a:t>result</a:t>
            </a:r>
          </a:p>
        </p:txBody>
      </p:sp>
      <p:sp>
        <p:nvSpPr>
          <p:cNvPr id="783" name="text-742 Review">
            <a:extLst xmlns:a="http://schemas.openxmlformats.org/drawingml/2006/main">
              <a:ext uri="{FF2B5EF4-FFF2-40B4-BE49-F238E27FC236}">
                <a16:creationId xmlns:a16="http://schemas.microsoft.com/office/drawing/2014/main" id="{534021EF-6124-482A-B0FA-4EB4FF52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8810" y="4547456"/>
            <a:ext cx="622583" cy="257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4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Review</a:t>
            </a:r>
          </a:p>
        </p:txBody>
      </p:sp>
      <p:sp>
        <p:nvSpPr>
          <p:cNvPr id="784" name="text-742 &amp;">
            <a:extLst xmlns:a="http://schemas.openxmlformats.org/drawingml/2006/main">
              <a:ext uri="{FF2B5EF4-FFF2-40B4-BE49-F238E27FC236}">
                <a16:creationId xmlns:a16="http://schemas.microsoft.com/office/drawing/2014/main" id="{C0CF0B0F-25ED-4819-A3AC-4FF1B875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6671" y="4547708"/>
            <a:ext cx="153110" cy="256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4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785" name="text-742 Diagnosis">
            <a:extLst xmlns:a="http://schemas.openxmlformats.org/drawingml/2006/main">
              <a:ext uri="{FF2B5EF4-FFF2-40B4-BE49-F238E27FC236}">
                <a16:creationId xmlns:a16="http://schemas.microsoft.com/office/drawing/2014/main" id="{DF36CBA6-9D02-4B57-98C8-1A6FD321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5434" y="4547013"/>
            <a:ext cx="841931" cy="257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0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0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50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Diagnosis</a:t>
            </a:r>
          </a:p>
        </p:txBody>
      </p:sp>
      <p:sp>
        <p:nvSpPr>
          <p:cNvPr id="786" name="path-743">
            <a:extLst xmlns:a="http://schemas.openxmlformats.org/drawingml/2006/main">
              <a:ext uri="{FF2B5EF4-FFF2-40B4-BE49-F238E27FC236}">
                <a16:creationId xmlns:a16="http://schemas.microsoft.com/office/drawing/2014/main" id="{4175C94A-A45D-437E-B0A3-5774640E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320" y="4900895"/>
            <a:ext cx="1283466" cy="1008791"/>
          </a:xfrm>
          <a:custGeom xmlns:a="http://schemas.openxmlformats.org/drawingml/2006/main">
            <a:pathLst>
              <a:path w="1283466" h="1008791">
                <a:moveTo>
                  <a:pt x="0" y="67979"/>
                </a:moveTo>
                <a:cubicBezTo>
                  <a:pt x="0" y="30488"/>
                  <a:pt x="30417" y="0"/>
                  <a:pt x="67979" y="0"/>
                </a:cubicBezTo>
                <a:lnTo>
                  <a:pt x="1215486" y="0"/>
                </a:lnTo>
                <a:cubicBezTo>
                  <a:pt x="1253048" y="0"/>
                  <a:pt x="1283466" y="30488"/>
                  <a:pt x="1283466" y="67979"/>
                </a:cubicBezTo>
                <a:lnTo>
                  <a:pt x="1283466" y="940812"/>
                </a:lnTo>
                <a:cubicBezTo>
                  <a:pt x="1283466" y="978303"/>
                  <a:pt x="1253048" y="1008791"/>
                  <a:pt x="1215486" y="1008791"/>
                </a:cubicBezTo>
                <a:lnTo>
                  <a:pt x="67979" y="1008791"/>
                </a:lnTo>
                <a:cubicBezTo>
                  <a:pt x="30417" y="1008791"/>
                  <a:pt x="0" y="978303"/>
                  <a:pt x="0" y="940812"/>
                </a:cubicBezTo>
                <a:lnTo>
                  <a:pt x="0" y="6797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" name="path-744">
            <a:extLst xmlns:a="http://schemas.openxmlformats.org/drawingml/2006/main">
              <a:ext uri="{FF2B5EF4-FFF2-40B4-BE49-F238E27FC236}">
                <a16:creationId xmlns:a16="http://schemas.microsoft.com/office/drawing/2014/main" id="{1F818E39-68FB-43A1-8E3D-A6A2C533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320" y="4900895"/>
            <a:ext cx="1283466" cy="1008791"/>
          </a:xfrm>
          <a:custGeom xmlns:a="http://schemas.openxmlformats.org/drawingml/2006/main">
            <a:pathLst>
              <a:path w="1283466" h="1008791">
                <a:moveTo>
                  <a:pt x="0" y="67979"/>
                </a:moveTo>
                <a:cubicBezTo>
                  <a:pt x="0" y="30488"/>
                  <a:pt x="30417" y="0"/>
                  <a:pt x="67979" y="0"/>
                </a:cubicBezTo>
                <a:lnTo>
                  <a:pt x="1215486" y="0"/>
                </a:lnTo>
                <a:cubicBezTo>
                  <a:pt x="1253048" y="0"/>
                  <a:pt x="1283466" y="30488"/>
                  <a:pt x="1283466" y="67979"/>
                </a:cubicBezTo>
                <a:lnTo>
                  <a:pt x="1283466" y="940812"/>
                </a:lnTo>
                <a:cubicBezTo>
                  <a:pt x="1283466" y="978303"/>
                  <a:pt x="1253048" y="1008791"/>
                  <a:pt x="1215486" y="1008791"/>
                </a:cubicBezTo>
                <a:lnTo>
                  <a:pt x="67979" y="1008791"/>
                </a:lnTo>
                <a:cubicBezTo>
                  <a:pt x="30417" y="1008791"/>
                  <a:pt x="0" y="978303"/>
                  <a:pt x="0" y="940812"/>
                </a:cubicBezTo>
                <a:lnTo>
                  <a:pt x="0" y="67979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788" name="path-745">
            <a:extLst xmlns:a="http://schemas.openxmlformats.org/drawingml/2006/main">
              <a:ext uri="{FF2B5EF4-FFF2-40B4-BE49-F238E27FC236}">
                <a16:creationId xmlns:a16="http://schemas.microsoft.com/office/drawing/2014/main" id="{94CD192A-6061-4163-AB5C-97073DC3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636" y="5051212"/>
            <a:ext cx="50932" cy="56025"/>
          </a:xfrm>
          <a:custGeom xmlns:a="http://schemas.openxmlformats.org/drawingml/2006/main">
            <a:pathLst>
              <a:path w="50932" h="56025">
                <a:moveTo>
                  <a:pt x="0" y="0"/>
                </a:moveTo>
                <a:lnTo>
                  <a:pt x="50932" y="56025"/>
                </a:lnTo>
              </a:path>
            </a:pathLst>
          </a:custGeom>
          <a:noFill xmlns:a="http://schemas.openxmlformats.org/drawingml/2006/main"/>
          <a:ln xmlns:a="http://schemas.openxmlformats.org/drawingml/2006/main" w="31045">
            <a:solidFill>
              <a:srgbClr val="58B85A"/>
            </a:solidFill>
            <a:prstDash val="solid"/>
          </a:ln>
        </p:spPr>
      </p:sp>
      <p:sp>
        <p:nvSpPr>
          <p:cNvPr id="789" name="path-746">
            <a:extLst xmlns:a="http://schemas.openxmlformats.org/drawingml/2006/main">
              <a:ext uri="{FF2B5EF4-FFF2-40B4-BE49-F238E27FC236}">
                <a16:creationId xmlns:a16="http://schemas.microsoft.com/office/drawing/2014/main" id="{FABA8B8D-5DC1-472D-BD36-08815D51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568" y="5000282"/>
            <a:ext cx="91676" cy="106955"/>
          </a:xfrm>
          <a:custGeom xmlns:a="http://schemas.openxmlformats.org/drawingml/2006/main">
            <a:pathLst>
              <a:path w="91676" h="106955">
                <a:moveTo>
                  <a:pt x="0" y="106955"/>
                </a:moveTo>
                <a:lnTo>
                  <a:pt x="916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045">
            <a:solidFill>
              <a:srgbClr val="58B85A"/>
            </a:solidFill>
            <a:prstDash val="solid"/>
          </a:ln>
        </p:spPr>
      </p:sp>
      <p:sp>
        <p:nvSpPr>
          <p:cNvPr id="790" name="path-747">
            <a:extLst xmlns:a="http://schemas.openxmlformats.org/drawingml/2006/main">
              <a:ext uri="{FF2B5EF4-FFF2-40B4-BE49-F238E27FC236}">
                <a16:creationId xmlns:a16="http://schemas.microsoft.com/office/drawing/2014/main" id="{B215F6E3-6836-47CD-9605-230051C5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636" y="5255008"/>
            <a:ext cx="50932" cy="56024"/>
          </a:xfrm>
          <a:custGeom xmlns:a="http://schemas.openxmlformats.org/drawingml/2006/main">
            <a:pathLst>
              <a:path w="50932" h="56024">
                <a:moveTo>
                  <a:pt x="0" y="0"/>
                </a:moveTo>
                <a:lnTo>
                  <a:pt x="50932" y="56024"/>
                </a:lnTo>
              </a:path>
            </a:pathLst>
          </a:custGeom>
          <a:noFill xmlns:a="http://schemas.openxmlformats.org/drawingml/2006/main"/>
          <a:ln xmlns:a="http://schemas.openxmlformats.org/drawingml/2006/main" w="31045">
            <a:solidFill>
              <a:srgbClr val="58B85A"/>
            </a:solidFill>
            <a:prstDash val="solid"/>
          </a:ln>
        </p:spPr>
      </p:sp>
      <p:sp>
        <p:nvSpPr>
          <p:cNvPr id="791" name="path-748">
            <a:extLst xmlns:a="http://schemas.openxmlformats.org/drawingml/2006/main">
              <a:ext uri="{FF2B5EF4-FFF2-40B4-BE49-F238E27FC236}">
                <a16:creationId xmlns:a16="http://schemas.microsoft.com/office/drawing/2014/main" id="{6E44EF3A-081F-4463-9EAD-0FC77451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568" y="5198984"/>
            <a:ext cx="91676" cy="112049"/>
          </a:xfrm>
          <a:custGeom xmlns:a="http://schemas.openxmlformats.org/drawingml/2006/main">
            <a:pathLst>
              <a:path w="91676" h="112049">
                <a:moveTo>
                  <a:pt x="0" y="112049"/>
                </a:moveTo>
                <a:lnTo>
                  <a:pt x="916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045">
            <a:solidFill>
              <a:srgbClr val="58B85A"/>
            </a:solidFill>
            <a:prstDash val="solid"/>
          </a:ln>
        </p:spPr>
      </p:sp>
      <p:sp>
        <p:nvSpPr>
          <p:cNvPr id="792" name="path-749">
            <a:extLst xmlns:a="http://schemas.openxmlformats.org/drawingml/2006/main">
              <a:ext uri="{FF2B5EF4-FFF2-40B4-BE49-F238E27FC236}">
                <a16:creationId xmlns:a16="http://schemas.microsoft.com/office/drawing/2014/main" id="{3EB0BC03-4A2A-4266-8557-1C826C8E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636" y="5453710"/>
            <a:ext cx="50932" cy="56025"/>
          </a:xfrm>
          <a:custGeom xmlns:a="http://schemas.openxmlformats.org/drawingml/2006/main">
            <a:pathLst>
              <a:path w="50932" h="56025">
                <a:moveTo>
                  <a:pt x="0" y="0"/>
                </a:moveTo>
                <a:lnTo>
                  <a:pt x="50932" y="56025"/>
                </a:lnTo>
              </a:path>
            </a:pathLst>
          </a:custGeom>
          <a:noFill xmlns:a="http://schemas.openxmlformats.org/drawingml/2006/main"/>
          <a:ln xmlns:a="http://schemas.openxmlformats.org/drawingml/2006/main" w="31045">
            <a:solidFill>
              <a:srgbClr val="58B85A"/>
            </a:solidFill>
            <a:prstDash val="solid"/>
          </a:ln>
        </p:spPr>
      </p:sp>
      <p:sp>
        <p:nvSpPr>
          <p:cNvPr id="793" name="path-750">
            <a:extLst xmlns:a="http://schemas.openxmlformats.org/drawingml/2006/main">
              <a:ext uri="{FF2B5EF4-FFF2-40B4-BE49-F238E27FC236}">
                <a16:creationId xmlns:a16="http://schemas.microsoft.com/office/drawing/2014/main" id="{0FF445D7-4EB4-4BB0-BD57-17FD6EB6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568" y="5402708"/>
            <a:ext cx="91676" cy="107027"/>
          </a:xfrm>
          <a:custGeom xmlns:a="http://schemas.openxmlformats.org/drawingml/2006/main">
            <a:pathLst>
              <a:path w="91676" h="107027">
                <a:moveTo>
                  <a:pt x="0" y="107027"/>
                </a:moveTo>
                <a:lnTo>
                  <a:pt x="916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045">
            <a:solidFill>
              <a:srgbClr val="58B85A"/>
            </a:solidFill>
            <a:prstDash val="solid"/>
          </a:ln>
        </p:spPr>
      </p:sp>
      <p:sp>
        <p:nvSpPr>
          <p:cNvPr id="794" name="path-751">
            <a:extLst xmlns:a="http://schemas.openxmlformats.org/drawingml/2006/main">
              <a:ext uri="{FF2B5EF4-FFF2-40B4-BE49-F238E27FC236}">
                <a16:creationId xmlns:a16="http://schemas.microsoft.com/office/drawing/2014/main" id="{DFDF3993-7861-4A66-BA43-D70F2240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458" y="5731356"/>
            <a:ext cx="117141" cy="117142"/>
          </a:xfrm>
          <a:custGeom xmlns:a="http://schemas.openxmlformats.org/drawingml/2006/main">
            <a:pathLst>
              <a:path w="117141" h="117142">
                <a:moveTo>
                  <a:pt x="0" y="0"/>
                </a:moveTo>
                <a:lnTo>
                  <a:pt x="117141" y="117142"/>
                </a:lnTo>
              </a:path>
            </a:pathLst>
          </a:custGeom>
          <a:noFill xmlns:a="http://schemas.openxmlformats.org/drawingml/2006/main"/>
          <a:ln xmlns:a="http://schemas.openxmlformats.org/drawingml/2006/main" w="77613">
            <a:solidFill>
              <a:srgbClr val="285E9B"/>
            </a:solidFill>
            <a:prstDash val="solid"/>
          </a:ln>
        </p:spPr>
      </p:sp>
      <p:sp>
        <p:nvSpPr>
          <p:cNvPr id="795" name="text-752 Code">
            <a:extLst xmlns:a="http://schemas.openxmlformats.org/drawingml/2006/main">
              <a:ext uri="{FF2B5EF4-FFF2-40B4-BE49-F238E27FC236}">
                <a16:creationId xmlns:a16="http://schemas.microsoft.com/office/drawing/2014/main" id="{B7F75C15-3D27-475F-BB85-EF286B9E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586" y="6639627"/>
            <a:ext cx="460038" cy="260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7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7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defRPr>
            </a:pPr>
            <a:r>
              <a:rPr sz="1467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rPr>
              <a:t>Code</a:t>
            </a:r>
          </a:p>
        </p:txBody>
      </p:sp>
      <p:sp>
        <p:nvSpPr>
          <p:cNvPr id="796" name="text-752 updates">
            <a:extLst xmlns:a="http://schemas.openxmlformats.org/drawingml/2006/main">
              <a:ext uri="{FF2B5EF4-FFF2-40B4-BE49-F238E27FC236}">
                <a16:creationId xmlns:a16="http://schemas.microsoft.com/office/drawing/2014/main" id="{BB878C29-A2A6-49E6-AC1D-C3061A6F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343" y="6639438"/>
            <a:ext cx="725851" cy="261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8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8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defRPr>
            </a:pPr>
            <a:r>
              <a:rPr sz="1468" b="1" i="0">
                <a:solidFill>
                  <a:srgbClr val="C05B20"/>
                </a:solidFill>
                <a:latin typeface="Comic Sans MS"/>
                <a:ea typeface="Comic Sans MS"/>
                <a:cs typeface="Comic Sans MS"/>
              </a:rPr>
              <a:t>updates</a:t>
            </a:r>
          </a:p>
        </p:txBody>
      </p:sp>
      <p:sp>
        <p:nvSpPr>
          <p:cNvPr id="797" name="path-753">
            <a:extLst xmlns:a="http://schemas.openxmlformats.org/drawingml/2006/main">
              <a:ext uri="{FF2B5EF4-FFF2-40B4-BE49-F238E27FC236}">
                <a16:creationId xmlns:a16="http://schemas.microsoft.com/office/drawing/2014/main" id="{5C3D7F90-301F-4EDB-B79F-B85CD4CB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093" y="6133783"/>
            <a:ext cx="993158" cy="835540"/>
          </a:xfrm>
          <a:custGeom xmlns:a="http://schemas.openxmlformats.org/drawingml/2006/main">
            <a:pathLst>
              <a:path w="993158" h="835540">
                <a:moveTo>
                  <a:pt x="0" y="54327"/>
                </a:moveTo>
                <a:cubicBezTo>
                  <a:pt x="0" y="24334"/>
                  <a:pt x="24263" y="0"/>
                  <a:pt x="54256" y="0"/>
                </a:cubicBezTo>
                <a:lnTo>
                  <a:pt x="938902" y="0"/>
                </a:lnTo>
                <a:cubicBezTo>
                  <a:pt x="968895" y="0"/>
                  <a:pt x="993158" y="24334"/>
                  <a:pt x="993158" y="54327"/>
                </a:cubicBezTo>
                <a:lnTo>
                  <a:pt x="993158" y="781298"/>
                </a:lnTo>
                <a:cubicBezTo>
                  <a:pt x="993158" y="811242"/>
                  <a:pt x="968895" y="835540"/>
                  <a:pt x="938902" y="835540"/>
                </a:cubicBezTo>
                <a:lnTo>
                  <a:pt x="54256" y="835540"/>
                </a:lnTo>
                <a:cubicBezTo>
                  <a:pt x="24263" y="835540"/>
                  <a:pt x="0" y="811242"/>
                  <a:pt x="0" y="781298"/>
                </a:cubicBezTo>
                <a:lnTo>
                  <a:pt x="0" y="5432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" name="path-754">
            <a:extLst xmlns:a="http://schemas.openxmlformats.org/drawingml/2006/main">
              <a:ext uri="{FF2B5EF4-FFF2-40B4-BE49-F238E27FC236}">
                <a16:creationId xmlns:a16="http://schemas.microsoft.com/office/drawing/2014/main" id="{36F1CB49-E4C5-4D1A-B872-2D88C4DE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093" y="6133783"/>
            <a:ext cx="993158" cy="835540"/>
          </a:xfrm>
          <a:custGeom xmlns:a="http://schemas.openxmlformats.org/drawingml/2006/main">
            <a:pathLst>
              <a:path w="993158" h="835540">
                <a:moveTo>
                  <a:pt x="0" y="54327"/>
                </a:moveTo>
                <a:cubicBezTo>
                  <a:pt x="0" y="24334"/>
                  <a:pt x="24263" y="0"/>
                  <a:pt x="54256" y="0"/>
                </a:cubicBezTo>
                <a:lnTo>
                  <a:pt x="938902" y="0"/>
                </a:lnTo>
                <a:cubicBezTo>
                  <a:pt x="968895" y="0"/>
                  <a:pt x="993158" y="24334"/>
                  <a:pt x="993158" y="54327"/>
                </a:cubicBezTo>
                <a:lnTo>
                  <a:pt x="993158" y="781298"/>
                </a:lnTo>
                <a:cubicBezTo>
                  <a:pt x="993158" y="811242"/>
                  <a:pt x="968895" y="835540"/>
                  <a:pt x="938902" y="835540"/>
                </a:cubicBezTo>
                <a:lnTo>
                  <a:pt x="54256" y="835540"/>
                </a:lnTo>
                <a:cubicBezTo>
                  <a:pt x="24263" y="835540"/>
                  <a:pt x="0" y="811242"/>
                  <a:pt x="0" y="781298"/>
                </a:cubicBezTo>
                <a:lnTo>
                  <a:pt x="0" y="54327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AFC3DB"/>
            </a:solidFill>
            <a:prstDash val="solid"/>
          </a:ln>
        </p:spPr>
      </p:sp>
      <p:sp>
        <p:nvSpPr>
          <p:cNvPr id="799" name="path-755">
            <a:extLst xmlns:a="http://schemas.openxmlformats.org/drawingml/2006/main">
              <a:ext uri="{FF2B5EF4-FFF2-40B4-BE49-F238E27FC236}">
                <a16:creationId xmlns:a16="http://schemas.microsoft.com/office/drawing/2014/main" id="{05980E0B-A149-4AA0-B3CC-DF68E9A4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093" y="6133805"/>
            <a:ext cx="993158" cy="178308"/>
          </a:xfrm>
          <a:custGeom xmlns:a="http://schemas.openxmlformats.org/drawingml/2006/main">
            <a:pathLst>
              <a:path w="993158" h="178308">
                <a:moveTo>
                  <a:pt x="0" y="0"/>
                </a:moveTo>
                <a:lnTo>
                  <a:pt x="993158" y="0"/>
                </a:lnTo>
                <a:lnTo>
                  <a:pt x="993158" y="178308"/>
                </a:lnTo>
                <a:lnTo>
                  <a:pt x="0" y="178308"/>
                </a:lnTo>
                <a:close/>
              </a:path>
            </a:pathLst>
          </a:custGeom>
          <a:solidFill xmlns:a="http://schemas.openxmlformats.org/drawingml/2006/main">
            <a:srgbClr val="7990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" name="path-756">
            <a:extLst xmlns:a="http://schemas.openxmlformats.org/drawingml/2006/main">
              <a:ext uri="{FF2B5EF4-FFF2-40B4-BE49-F238E27FC236}">
                <a16:creationId xmlns:a16="http://schemas.microsoft.com/office/drawing/2014/main" id="{57AB5D65-F01E-469D-81E1-2C891078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093" y="6133805"/>
            <a:ext cx="993158" cy="178308"/>
          </a:xfrm>
          <a:custGeom xmlns:a="http://schemas.openxmlformats.org/drawingml/2006/main">
            <a:pathLst>
              <a:path w="993158" h="178308">
                <a:moveTo>
                  <a:pt x="0" y="0"/>
                </a:moveTo>
                <a:lnTo>
                  <a:pt x="993158" y="0"/>
                </a:lnTo>
                <a:lnTo>
                  <a:pt x="993158" y="178308"/>
                </a:lnTo>
                <a:lnTo>
                  <a:pt x="0" y="1783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7990A6"/>
            </a:solidFill>
            <a:prstDash val="solid"/>
          </a:ln>
        </p:spPr>
      </p:sp>
      <p:sp>
        <p:nvSpPr>
          <p:cNvPr id="801" name="path-757">
            <a:extLst xmlns:a="http://schemas.openxmlformats.org/drawingml/2006/main">
              <a:ext uri="{FF2B5EF4-FFF2-40B4-BE49-F238E27FC236}">
                <a16:creationId xmlns:a16="http://schemas.microsoft.com/office/drawing/2014/main" id="{8A462488-ABAD-4FA0-A032-197C0A1C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490" y="6194971"/>
            <a:ext cx="45838" cy="45838"/>
          </a:xfrm>
          <a:custGeom xmlns:a="http://schemas.openxmlformats.org/drawingml/2006/main">
            <a:pathLst>
              <a:path w="45838" h="45838">
                <a:moveTo>
                  <a:pt x="0" y="22919"/>
                </a:moveTo>
                <a:cubicBezTo>
                  <a:pt x="0" y="10257"/>
                  <a:pt x="10257" y="0"/>
                  <a:pt x="22919" y="0"/>
                </a:cubicBezTo>
                <a:cubicBezTo>
                  <a:pt x="35581" y="0"/>
                  <a:pt x="45838" y="10257"/>
                  <a:pt x="45838" y="22919"/>
                </a:cubicBezTo>
                <a:cubicBezTo>
                  <a:pt x="45838" y="35581"/>
                  <a:pt x="35581" y="45838"/>
                  <a:pt x="22919" y="45838"/>
                </a:cubicBezTo>
                <a:cubicBezTo>
                  <a:pt x="10257" y="45838"/>
                  <a:pt x="0" y="35581"/>
                  <a:pt x="0" y="22919"/>
                </a:cubicBezTo>
              </a:path>
            </a:pathLst>
          </a:custGeom>
          <a:solidFill xmlns:a="http://schemas.openxmlformats.org/drawingml/2006/main">
            <a:srgbClr val="FF81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" name="path-758">
            <a:extLst xmlns:a="http://schemas.openxmlformats.org/drawingml/2006/main">
              <a:ext uri="{FF2B5EF4-FFF2-40B4-BE49-F238E27FC236}">
                <a16:creationId xmlns:a16="http://schemas.microsoft.com/office/drawing/2014/main" id="{8937D2E8-91FE-4FE8-A2FE-5F7ED4FC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490" y="6194971"/>
            <a:ext cx="45838" cy="45838"/>
          </a:xfrm>
          <a:custGeom xmlns:a="http://schemas.openxmlformats.org/drawingml/2006/main">
            <a:pathLst>
              <a:path w="45838" h="45838">
                <a:moveTo>
                  <a:pt x="0" y="22919"/>
                </a:moveTo>
                <a:cubicBezTo>
                  <a:pt x="0" y="10257"/>
                  <a:pt x="10257" y="0"/>
                  <a:pt x="22919" y="0"/>
                </a:cubicBezTo>
                <a:cubicBezTo>
                  <a:pt x="35581" y="0"/>
                  <a:pt x="45838" y="10257"/>
                  <a:pt x="45838" y="22919"/>
                </a:cubicBezTo>
                <a:cubicBezTo>
                  <a:pt x="45838" y="35581"/>
                  <a:pt x="35581" y="45838"/>
                  <a:pt x="22919" y="45838"/>
                </a:cubicBezTo>
                <a:cubicBezTo>
                  <a:pt x="10257" y="45838"/>
                  <a:pt x="0" y="35581"/>
                  <a:pt x="0" y="229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8176"/>
            </a:solidFill>
            <a:prstDash val="solid"/>
          </a:ln>
        </p:spPr>
      </p:sp>
      <p:sp>
        <p:nvSpPr>
          <p:cNvPr id="803" name="path-759">
            <a:extLst xmlns:a="http://schemas.openxmlformats.org/drawingml/2006/main">
              <a:ext uri="{FF2B5EF4-FFF2-40B4-BE49-F238E27FC236}">
                <a16:creationId xmlns:a16="http://schemas.microsoft.com/office/drawing/2014/main" id="{E9019ECB-0B89-42DA-9A15-2251399D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353" y="6194971"/>
            <a:ext cx="45838" cy="45838"/>
          </a:xfrm>
          <a:custGeom xmlns:a="http://schemas.openxmlformats.org/drawingml/2006/main">
            <a:pathLst>
              <a:path w="45838" h="45838">
                <a:moveTo>
                  <a:pt x="0" y="22919"/>
                </a:moveTo>
                <a:cubicBezTo>
                  <a:pt x="0" y="10257"/>
                  <a:pt x="10257" y="0"/>
                  <a:pt x="22919" y="0"/>
                </a:cubicBezTo>
                <a:cubicBezTo>
                  <a:pt x="35581" y="0"/>
                  <a:pt x="45838" y="10257"/>
                  <a:pt x="45838" y="22919"/>
                </a:cubicBezTo>
                <a:cubicBezTo>
                  <a:pt x="45838" y="35581"/>
                  <a:pt x="35581" y="45838"/>
                  <a:pt x="22919" y="45838"/>
                </a:cubicBezTo>
                <a:cubicBezTo>
                  <a:pt x="10257" y="45838"/>
                  <a:pt x="0" y="35581"/>
                  <a:pt x="0" y="22919"/>
                </a:cubicBezTo>
              </a:path>
            </a:pathLst>
          </a:custGeom>
          <a:solidFill xmlns:a="http://schemas.openxmlformats.org/drawingml/2006/main">
            <a:srgbClr val="FFE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" name="path-760">
            <a:extLst xmlns:a="http://schemas.openxmlformats.org/drawingml/2006/main">
              <a:ext uri="{FF2B5EF4-FFF2-40B4-BE49-F238E27FC236}">
                <a16:creationId xmlns:a16="http://schemas.microsoft.com/office/drawing/2014/main" id="{EA46FC8A-96C7-40D2-A0C1-72950368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353" y="6194971"/>
            <a:ext cx="45838" cy="45838"/>
          </a:xfrm>
          <a:custGeom xmlns:a="http://schemas.openxmlformats.org/drawingml/2006/main">
            <a:pathLst>
              <a:path w="45838" h="45838">
                <a:moveTo>
                  <a:pt x="0" y="22919"/>
                </a:moveTo>
                <a:cubicBezTo>
                  <a:pt x="0" y="10257"/>
                  <a:pt x="10257" y="0"/>
                  <a:pt x="22919" y="0"/>
                </a:cubicBezTo>
                <a:cubicBezTo>
                  <a:pt x="35581" y="0"/>
                  <a:pt x="45838" y="10257"/>
                  <a:pt x="45838" y="22919"/>
                </a:cubicBezTo>
                <a:cubicBezTo>
                  <a:pt x="45838" y="35581"/>
                  <a:pt x="35581" y="45838"/>
                  <a:pt x="22919" y="45838"/>
                </a:cubicBezTo>
                <a:cubicBezTo>
                  <a:pt x="10257" y="45838"/>
                  <a:pt x="0" y="35581"/>
                  <a:pt x="0" y="229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E17B"/>
            </a:solidFill>
            <a:prstDash val="solid"/>
          </a:ln>
        </p:spPr>
      </p:sp>
      <p:sp>
        <p:nvSpPr>
          <p:cNvPr id="805" name="path-761">
            <a:extLst xmlns:a="http://schemas.openxmlformats.org/drawingml/2006/main">
              <a:ext uri="{FF2B5EF4-FFF2-40B4-BE49-F238E27FC236}">
                <a16:creationId xmlns:a16="http://schemas.microsoft.com/office/drawing/2014/main" id="{69CA9D97-3C67-470C-A904-F9556715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215" y="6194971"/>
            <a:ext cx="45838" cy="45838"/>
          </a:xfrm>
          <a:custGeom xmlns:a="http://schemas.openxmlformats.org/drawingml/2006/main">
            <a:pathLst>
              <a:path w="45838" h="45838">
                <a:moveTo>
                  <a:pt x="0" y="22919"/>
                </a:moveTo>
                <a:cubicBezTo>
                  <a:pt x="0" y="10257"/>
                  <a:pt x="10257" y="0"/>
                  <a:pt x="22919" y="0"/>
                </a:cubicBezTo>
                <a:cubicBezTo>
                  <a:pt x="35581" y="0"/>
                  <a:pt x="45838" y="10257"/>
                  <a:pt x="45838" y="22919"/>
                </a:cubicBezTo>
                <a:cubicBezTo>
                  <a:pt x="45838" y="35581"/>
                  <a:pt x="35581" y="45838"/>
                  <a:pt x="22919" y="45838"/>
                </a:cubicBezTo>
                <a:cubicBezTo>
                  <a:pt x="10257" y="45838"/>
                  <a:pt x="0" y="35581"/>
                  <a:pt x="0" y="22919"/>
                </a:cubicBezTo>
              </a:path>
            </a:pathLst>
          </a:custGeom>
          <a:solidFill xmlns:a="http://schemas.openxmlformats.org/drawingml/2006/main">
            <a:srgbClr val="84D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" name="path-762">
            <a:extLst xmlns:a="http://schemas.openxmlformats.org/drawingml/2006/main">
              <a:ext uri="{FF2B5EF4-FFF2-40B4-BE49-F238E27FC236}">
                <a16:creationId xmlns:a16="http://schemas.microsoft.com/office/drawing/2014/main" id="{65136A48-36E0-4A0C-BCD0-F60371A4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215" y="6194971"/>
            <a:ext cx="45838" cy="45838"/>
          </a:xfrm>
          <a:custGeom xmlns:a="http://schemas.openxmlformats.org/drawingml/2006/main">
            <a:pathLst>
              <a:path w="45838" h="45838">
                <a:moveTo>
                  <a:pt x="0" y="22919"/>
                </a:moveTo>
                <a:cubicBezTo>
                  <a:pt x="0" y="10257"/>
                  <a:pt x="10257" y="0"/>
                  <a:pt x="22919" y="0"/>
                </a:cubicBezTo>
                <a:cubicBezTo>
                  <a:pt x="35581" y="0"/>
                  <a:pt x="45838" y="10257"/>
                  <a:pt x="45838" y="22919"/>
                </a:cubicBezTo>
                <a:cubicBezTo>
                  <a:pt x="45838" y="35581"/>
                  <a:pt x="35581" y="45838"/>
                  <a:pt x="22919" y="45838"/>
                </a:cubicBezTo>
                <a:cubicBezTo>
                  <a:pt x="10257" y="45838"/>
                  <a:pt x="0" y="35581"/>
                  <a:pt x="0" y="229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84DB9B"/>
            </a:solidFill>
            <a:prstDash val="solid"/>
          </a:ln>
        </p:spPr>
      </p:sp>
      <p:sp>
        <p:nvSpPr>
          <p:cNvPr id="807" name="text-763 1">
            <a:extLst xmlns:a="http://schemas.openxmlformats.org/drawingml/2006/main">
              <a:ext uri="{FF2B5EF4-FFF2-40B4-BE49-F238E27FC236}">
                <a16:creationId xmlns:a16="http://schemas.microsoft.com/office/drawing/2014/main" id="{E2894A9A-1477-45D7-B0C5-CA8EF52E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184" y="6344769"/>
            <a:ext cx="64316" cy="14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4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04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pPr>
            <a:r>
              <a:rPr sz="804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808" name="text-764 2">
            <a:extLst xmlns:a="http://schemas.openxmlformats.org/drawingml/2006/main">
              <a:ext uri="{FF2B5EF4-FFF2-40B4-BE49-F238E27FC236}">
                <a16:creationId xmlns:a16="http://schemas.microsoft.com/office/drawing/2014/main" id="{934C3C21-BE2E-46E5-9F77-37B9C117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2766" y="6484529"/>
            <a:ext cx="80528" cy="1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3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03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pPr>
            <a:r>
              <a:rPr sz="803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809" name="text-765 3">
            <a:extLst xmlns:a="http://schemas.openxmlformats.org/drawingml/2006/main">
              <a:ext uri="{FF2B5EF4-FFF2-40B4-BE49-F238E27FC236}">
                <a16:creationId xmlns:a16="http://schemas.microsoft.com/office/drawing/2014/main" id="{D81D0D77-670B-4C8A-A2DF-9F0C1CAE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2766" y="6654668"/>
            <a:ext cx="80671" cy="143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0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pPr>
            <a:r>
              <a:rPr sz="80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810" name="text-766 8">
            <a:extLst xmlns:a="http://schemas.openxmlformats.org/drawingml/2006/main">
              <a:ext uri="{FF2B5EF4-FFF2-40B4-BE49-F238E27FC236}">
                <a16:creationId xmlns:a16="http://schemas.microsoft.com/office/drawing/2014/main" id="{374DAE55-7A56-432F-862A-82AA826E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2766" y="6802015"/>
            <a:ext cx="80671" cy="143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0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defRPr>
            </a:pPr>
            <a:r>
              <a:rPr sz="805" b="0" i="0">
                <a:solidFill>
                  <a:srgbClr val="8796A9"/>
                </a:solidFill>
                <a:latin typeface="Comic Sans MS"/>
                <a:ea typeface="Comic Sans MS"/>
                <a:cs typeface="Comic Sans MS"/>
              </a:rPr>
              <a:t>8</a:t>
            </a:r>
          </a:p>
        </p:txBody>
      </p:sp>
      <p:sp>
        <p:nvSpPr>
          <p:cNvPr id="811" name="path-767">
            <a:extLst xmlns:a="http://schemas.openxmlformats.org/drawingml/2006/main">
              <a:ext uri="{FF2B5EF4-FFF2-40B4-BE49-F238E27FC236}">
                <a16:creationId xmlns:a16="http://schemas.microsoft.com/office/drawing/2014/main" id="{0A8EEE7F-7209-4DA2-A94A-75E11A44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6373293"/>
            <a:ext cx="234283" cy="25473"/>
          </a:xfrm>
          <a:custGeom xmlns:a="http://schemas.openxmlformats.org/drawingml/2006/main">
            <a:pathLst>
              <a:path w="234283" h="25473">
                <a:moveTo>
                  <a:pt x="0" y="0"/>
                </a:moveTo>
                <a:lnTo>
                  <a:pt x="234283" y="0"/>
                </a:lnTo>
                <a:lnTo>
                  <a:pt x="234283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B05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" name="path-768">
            <a:extLst xmlns:a="http://schemas.openxmlformats.org/drawingml/2006/main">
              <a:ext uri="{FF2B5EF4-FFF2-40B4-BE49-F238E27FC236}">
                <a16:creationId xmlns:a16="http://schemas.microsoft.com/office/drawing/2014/main" id="{14DB6F7F-B7E2-4A8B-A131-2C683671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6373293"/>
            <a:ext cx="234283" cy="25473"/>
          </a:xfrm>
          <a:custGeom xmlns:a="http://schemas.openxmlformats.org/drawingml/2006/main">
            <a:pathLst>
              <a:path w="234283" h="25473">
                <a:moveTo>
                  <a:pt x="0" y="0"/>
                </a:moveTo>
                <a:lnTo>
                  <a:pt x="234283" y="0"/>
                </a:lnTo>
                <a:lnTo>
                  <a:pt x="234283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B054EA"/>
            </a:solidFill>
            <a:prstDash val="solid"/>
          </a:ln>
        </p:spPr>
      </p:sp>
      <p:sp>
        <p:nvSpPr>
          <p:cNvPr id="813" name="path-769">
            <a:extLst xmlns:a="http://schemas.openxmlformats.org/drawingml/2006/main">
              <a:ext uri="{FF2B5EF4-FFF2-40B4-BE49-F238E27FC236}">
                <a16:creationId xmlns:a16="http://schemas.microsoft.com/office/drawing/2014/main" id="{BB18E6E4-E51B-40EA-890A-4A33CF65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871" y="6373293"/>
            <a:ext cx="81490" cy="25473"/>
          </a:xfrm>
          <a:custGeom xmlns:a="http://schemas.openxmlformats.org/drawingml/2006/main">
            <a:pathLst>
              <a:path w="81490" h="25473">
                <a:moveTo>
                  <a:pt x="0" y="0"/>
                </a:moveTo>
                <a:lnTo>
                  <a:pt x="81490" y="0"/>
                </a:lnTo>
                <a:lnTo>
                  <a:pt x="81490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63D5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" name="path-770">
            <a:extLst xmlns:a="http://schemas.openxmlformats.org/drawingml/2006/main">
              <a:ext uri="{FF2B5EF4-FFF2-40B4-BE49-F238E27FC236}">
                <a16:creationId xmlns:a16="http://schemas.microsoft.com/office/drawing/2014/main" id="{8C776361-706B-4BF6-82FE-55A92CBF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871" y="6373293"/>
            <a:ext cx="81490" cy="25473"/>
          </a:xfrm>
          <a:custGeom xmlns:a="http://schemas.openxmlformats.org/drawingml/2006/main">
            <a:pathLst>
              <a:path w="81490" h="25473">
                <a:moveTo>
                  <a:pt x="0" y="0"/>
                </a:moveTo>
                <a:lnTo>
                  <a:pt x="81490" y="0"/>
                </a:lnTo>
                <a:lnTo>
                  <a:pt x="81490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63D5A4"/>
            </a:solidFill>
            <a:prstDash val="solid"/>
          </a:ln>
        </p:spPr>
      </p:sp>
      <p:sp>
        <p:nvSpPr>
          <p:cNvPr id="815" name="path-771">
            <a:extLst xmlns:a="http://schemas.openxmlformats.org/drawingml/2006/main">
              <a:ext uri="{FF2B5EF4-FFF2-40B4-BE49-F238E27FC236}">
                <a16:creationId xmlns:a16="http://schemas.microsoft.com/office/drawing/2014/main" id="{55142A4C-EABF-428B-BBCD-A3F072DD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012" y="6373293"/>
            <a:ext cx="275029" cy="25473"/>
          </a:xfrm>
          <a:custGeom xmlns:a="http://schemas.openxmlformats.org/drawingml/2006/main">
            <a:pathLst>
              <a:path w="275029" h="25473">
                <a:moveTo>
                  <a:pt x="0" y="0"/>
                </a:moveTo>
                <a:lnTo>
                  <a:pt x="275029" y="0"/>
                </a:lnTo>
                <a:lnTo>
                  <a:pt x="275029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8BA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" name="path-772">
            <a:extLst xmlns:a="http://schemas.openxmlformats.org/drawingml/2006/main">
              <a:ext uri="{FF2B5EF4-FFF2-40B4-BE49-F238E27FC236}">
                <a16:creationId xmlns:a16="http://schemas.microsoft.com/office/drawing/2014/main" id="{61BEEC2F-5C81-4CE8-A1AF-EE42779F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012" y="6373293"/>
            <a:ext cx="275029" cy="25473"/>
          </a:xfrm>
          <a:custGeom xmlns:a="http://schemas.openxmlformats.org/drawingml/2006/main">
            <a:pathLst>
              <a:path w="275029" h="25473">
                <a:moveTo>
                  <a:pt x="0" y="0"/>
                </a:moveTo>
                <a:lnTo>
                  <a:pt x="275029" y="0"/>
                </a:lnTo>
                <a:lnTo>
                  <a:pt x="275029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8BA6C1"/>
            </a:solidFill>
            <a:prstDash val="solid"/>
          </a:ln>
        </p:spPr>
      </p:sp>
      <p:sp>
        <p:nvSpPr>
          <p:cNvPr id="817" name="path-773">
            <a:extLst xmlns:a="http://schemas.openxmlformats.org/drawingml/2006/main">
              <a:ext uri="{FF2B5EF4-FFF2-40B4-BE49-F238E27FC236}">
                <a16:creationId xmlns:a16="http://schemas.microsoft.com/office/drawing/2014/main" id="{E0BC6F85-81EA-4516-9A2E-5F469CCC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6434411"/>
            <a:ext cx="193539" cy="25473"/>
          </a:xfrm>
          <a:custGeom xmlns:a="http://schemas.openxmlformats.org/drawingml/2006/main">
            <a:pathLst>
              <a:path w="193539" h="25473">
                <a:moveTo>
                  <a:pt x="0" y="0"/>
                </a:moveTo>
                <a:lnTo>
                  <a:pt x="193539" y="0"/>
                </a:lnTo>
                <a:lnTo>
                  <a:pt x="193539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B05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" name="path-774">
            <a:extLst xmlns:a="http://schemas.openxmlformats.org/drawingml/2006/main">
              <a:ext uri="{FF2B5EF4-FFF2-40B4-BE49-F238E27FC236}">
                <a16:creationId xmlns:a16="http://schemas.microsoft.com/office/drawing/2014/main" id="{326150F9-6A70-4154-8220-B90E55DA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6434411"/>
            <a:ext cx="193539" cy="25473"/>
          </a:xfrm>
          <a:custGeom xmlns:a="http://schemas.openxmlformats.org/drawingml/2006/main">
            <a:pathLst>
              <a:path w="193539" h="25473">
                <a:moveTo>
                  <a:pt x="0" y="0"/>
                </a:moveTo>
                <a:lnTo>
                  <a:pt x="193539" y="0"/>
                </a:lnTo>
                <a:lnTo>
                  <a:pt x="193539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B054EA"/>
            </a:solidFill>
            <a:prstDash val="solid"/>
          </a:ln>
        </p:spPr>
      </p:sp>
      <p:sp>
        <p:nvSpPr>
          <p:cNvPr id="819" name="path-775">
            <a:extLst xmlns:a="http://schemas.openxmlformats.org/drawingml/2006/main">
              <a:ext uri="{FF2B5EF4-FFF2-40B4-BE49-F238E27FC236}">
                <a16:creationId xmlns:a16="http://schemas.microsoft.com/office/drawing/2014/main" id="{78B8DA8B-76EB-4E92-9BE4-B045EE7C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219" y="6434411"/>
            <a:ext cx="295401" cy="25473"/>
          </a:xfrm>
          <a:custGeom xmlns:a="http://schemas.openxmlformats.org/drawingml/2006/main">
            <a:pathLst>
              <a:path w="295401" h="25473">
                <a:moveTo>
                  <a:pt x="0" y="0"/>
                </a:moveTo>
                <a:lnTo>
                  <a:pt x="295401" y="0"/>
                </a:lnTo>
                <a:lnTo>
                  <a:pt x="295401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8BA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" name="path-776">
            <a:extLst xmlns:a="http://schemas.openxmlformats.org/drawingml/2006/main">
              <a:ext uri="{FF2B5EF4-FFF2-40B4-BE49-F238E27FC236}">
                <a16:creationId xmlns:a16="http://schemas.microsoft.com/office/drawing/2014/main" id="{E67C0BBC-ED46-44AD-A8F7-5EE2EA09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219" y="6434411"/>
            <a:ext cx="295401" cy="25473"/>
          </a:xfrm>
          <a:custGeom xmlns:a="http://schemas.openxmlformats.org/drawingml/2006/main">
            <a:pathLst>
              <a:path w="295401" h="25473">
                <a:moveTo>
                  <a:pt x="0" y="0"/>
                </a:moveTo>
                <a:lnTo>
                  <a:pt x="295401" y="0"/>
                </a:lnTo>
                <a:lnTo>
                  <a:pt x="295401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8BA6C1"/>
            </a:solidFill>
            <a:prstDash val="solid"/>
          </a:ln>
        </p:spPr>
      </p:sp>
      <p:sp>
        <p:nvSpPr>
          <p:cNvPr id="821" name="path-777">
            <a:extLst xmlns:a="http://schemas.openxmlformats.org/drawingml/2006/main">
              <a:ext uri="{FF2B5EF4-FFF2-40B4-BE49-F238E27FC236}">
                <a16:creationId xmlns:a16="http://schemas.microsoft.com/office/drawing/2014/main" id="{80947E30-082B-4A0A-8D54-C1F54A48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6526087"/>
            <a:ext cx="356519" cy="25474"/>
          </a:xfrm>
          <a:custGeom xmlns:a="http://schemas.openxmlformats.org/drawingml/2006/main">
            <a:pathLst>
              <a:path w="356519" h="25474">
                <a:moveTo>
                  <a:pt x="0" y="0"/>
                </a:moveTo>
                <a:lnTo>
                  <a:pt x="356519" y="0"/>
                </a:lnTo>
                <a:lnTo>
                  <a:pt x="356519" y="25474"/>
                </a:lnTo>
                <a:lnTo>
                  <a:pt x="0" y="25474"/>
                </a:lnTo>
                <a:close/>
              </a:path>
            </a:pathLst>
          </a:custGeom>
          <a:solidFill xmlns:a="http://schemas.openxmlformats.org/drawingml/2006/main">
            <a:srgbClr val="8BA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" name="path-778">
            <a:extLst xmlns:a="http://schemas.openxmlformats.org/drawingml/2006/main">
              <a:ext uri="{FF2B5EF4-FFF2-40B4-BE49-F238E27FC236}">
                <a16:creationId xmlns:a16="http://schemas.microsoft.com/office/drawing/2014/main" id="{C03E70FF-305B-4315-BBBF-616650C8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6526087"/>
            <a:ext cx="356519" cy="25474"/>
          </a:xfrm>
          <a:custGeom xmlns:a="http://schemas.openxmlformats.org/drawingml/2006/main">
            <a:pathLst>
              <a:path w="356519" h="25474">
                <a:moveTo>
                  <a:pt x="0" y="0"/>
                </a:moveTo>
                <a:lnTo>
                  <a:pt x="356519" y="0"/>
                </a:lnTo>
                <a:lnTo>
                  <a:pt x="356519" y="25474"/>
                </a:lnTo>
                <a:lnTo>
                  <a:pt x="0" y="254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8BA6C1"/>
            </a:solidFill>
            <a:prstDash val="solid"/>
          </a:ln>
        </p:spPr>
      </p:sp>
      <p:sp>
        <p:nvSpPr>
          <p:cNvPr id="823" name="path-779">
            <a:extLst xmlns:a="http://schemas.openxmlformats.org/drawingml/2006/main">
              <a:ext uri="{FF2B5EF4-FFF2-40B4-BE49-F238E27FC236}">
                <a16:creationId xmlns:a16="http://schemas.microsoft.com/office/drawing/2014/main" id="{49F3299D-8EC9-472D-96A7-3B5B2FB4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6658579"/>
            <a:ext cx="132421" cy="25473"/>
          </a:xfrm>
          <a:custGeom xmlns:a="http://schemas.openxmlformats.org/drawingml/2006/main">
            <a:pathLst>
              <a:path w="132421" h="25473">
                <a:moveTo>
                  <a:pt x="0" y="0"/>
                </a:moveTo>
                <a:lnTo>
                  <a:pt x="132421" y="0"/>
                </a:lnTo>
                <a:lnTo>
                  <a:pt x="132421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AFC3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4" name="path-780">
            <a:extLst xmlns:a="http://schemas.openxmlformats.org/drawingml/2006/main">
              <a:ext uri="{FF2B5EF4-FFF2-40B4-BE49-F238E27FC236}">
                <a16:creationId xmlns:a16="http://schemas.microsoft.com/office/drawing/2014/main" id="{FFC1FCD9-C4CB-4C1A-B04F-06538621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6658579"/>
            <a:ext cx="132421" cy="25473"/>
          </a:xfrm>
          <a:custGeom xmlns:a="http://schemas.openxmlformats.org/drawingml/2006/main">
            <a:pathLst>
              <a:path w="132421" h="25473">
                <a:moveTo>
                  <a:pt x="0" y="0"/>
                </a:moveTo>
                <a:lnTo>
                  <a:pt x="132421" y="0"/>
                </a:lnTo>
                <a:lnTo>
                  <a:pt x="132421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AFC3D5"/>
            </a:solidFill>
            <a:prstDash val="solid"/>
          </a:ln>
        </p:spPr>
      </p:sp>
      <p:sp>
        <p:nvSpPr>
          <p:cNvPr id="825" name="path-781">
            <a:extLst xmlns:a="http://schemas.openxmlformats.org/drawingml/2006/main">
              <a:ext uri="{FF2B5EF4-FFF2-40B4-BE49-F238E27FC236}">
                <a16:creationId xmlns:a16="http://schemas.microsoft.com/office/drawing/2014/main" id="{A05C8E07-8F67-4C8B-9235-F46F9736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636" y="6658579"/>
            <a:ext cx="203725" cy="25473"/>
          </a:xfrm>
          <a:custGeom xmlns:a="http://schemas.openxmlformats.org/drawingml/2006/main">
            <a:pathLst>
              <a:path w="203725" h="25473">
                <a:moveTo>
                  <a:pt x="0" y="0"/>
                </a:moveTo>
                <a:lnTo>
                  <a:pt x="203725" y="0"/>
                </a:lnTo>
                <a:lnTo>
                  <a:pt x="203725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B05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6" name="path-782">
            <a:extLst xmlns:a="http://schemas.openxmlformats.org/drawingml/2006/main">
              <a:ext uri="{FF2B5EF4-FFF2-40B4-BE49-F238E27FC236}">
                <a16:creationId xmlns:a16="http://schemas.microsoft.com/office/drawing/2014/main" id="{7A49320F-E4F6-4B4A-BF6E-B6511301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636" y="6658579"/>
            <a:ext cx="203725" cy="25473"/>
          </a:xfrm>
          <a:custGeom xmlns:a="http://schemas.openxmlformats.org/drawingml/2006/main">
            <a:pathLst>
              <a:path w="203725" h="25473">
                <a:moveTo>
                  <a:pt x="0" y="0"/>
                </a:moveTo>
                <a:lnTo>
                  <a:pt x="203725" y="0"/>
                </a:lnTo>
                <a:lnTo>
                  <a:pt x="203725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B054EA"/>
            </a:solidFill>
            <a:prstDash val="solid"/>
          </a:ln>
        </p:spPr>
      </p:sp>
      <p:sp>
        <p:nvSpPr>
          <p:cNvPr id="827" name="path-783">
            <a:extLst xmlns:a="http://schemas.openxmlformats.org/drawingml/2006/main">
              <a:ext uri="{FF2B5EF4-FFF2-40B4-BE49-F238E27FC236}">
                <a16:creationId xmlns:a16="http://schemas.microsoft.com/office/drawing/2014/main" id="{1FEF4220-0F83-4DB5-9EED-B2066373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409" y="6658579"/>
            <a:ext cx="112048" cy="25473"/>
          </a:xfrm>
          <a:custGeom xmlns:a="http://schemas.openxmlformats.org/drawingml/2006/main">
            <a:pathLst>
              <a:path w="112048" h="25473">
                <a:moveTo>
                  <a:pt x="0" y="0"/>
                </a:moveTo>
                <a:lnTo>
                  <a:pt x="112048" y="0"/>
                </a:lnTo>
                <a:lnTo>
                  <a:pt x="112048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63D5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8" name="path-784">
            <a:extLst xmlns:a="http://schemas.openxmlformats.org/drawingml/2006/main">
              <a:ext uri="{FF2B5EF4-FFF2-40B4-BE49-F238E27FC236}">
                <a16:creationId xmlns:a16="http://schemas.microsoft.com/office/drawing/2014/main" id="{C674DEA0-177F-4D08-B38E-6D2355F4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409" y="6658579"/>
            <a:ext cx="112048" cy="25473"/>
          </a:xfrm>
          <a:custGeom xmlns:a="http://schemas.openxmlformats.org/drawingml/2006/main">
            <a:pathLst>
              <a:path w="112048" h="25473">
                <a:moveTo>
                  <a:pt x="0" y="0"/>
                </a:moveTo>
                <a:lnTo>
                  <a:pt x="112048" y="0"/>
                </a:lnTo>
                <a:lnTo>
                  <a:pt x="112048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63D5A4"/>
            </a:solidFill>
            <a:prstDash val="solid"/>
          </a:ln>
        </p:spPr>
      </p:sp>
      <p:sp>
        <p:nvSpPr>
          <p:cNvPr id="829" name="path-785">
            <a:extLst xmlns:a="http://schemas.openxmlformats.org/drawingml/2006/main">
              <a:ext uri="{FF2B5EF4-FFF2-40B4-BE49-F238E27FC236}">
                <a16:creationId xmlns:a16="http://schemas.microsoft.com/office/drawing/2014/main" id="{1CE97537-CACD-4AA1-96AC-DE3C31E1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6719696"/>
            <a:ext cx="264842" cy="25473"/>
          </a:xfrm>
          <a:custGeom xmlns:a="http://schemas.openxmlformats.org/drawingml/2006/main">
            <a:pathLst>
              <a:path w="264842" h="25473">
                <a:moveTo>
                  <a:pt x="0" y="0"/>
                </a:moveTo>
                <a:lnTo>
                  <a:pt x="264842" y="0"/>
                </a:lnTo>
                <a:lnTo>
                  <a:pt x="264842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AFC3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0" name="path-786">
            <a:extLst xmlns:a="http://schemas.openxmlformats.org/drawingml/2006/main">
              <a:ext uri="{FF2B5EF4-FFF2-40B4-BE49-F238E27FC236}">
                <a16:creationId xmlns:a16="http://schemas.microsoft.com/office/drawing/2014/main" id="{F39556B1-6AF2-44CE-99AA-FF734B30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6719696"/>
            <a:ext cx="264842" cy="25473"/>
          </a:xfrm>
          <a:custGeom xmlns:a="http://schemas.openxmlformats.org/drawingml/2006/main">
            <a:pathLst>
              <a:path w="264842" h="25473">
                <a:moveTo>
                  <a:pt x="0" y="0"/>
                </a:moveTo>
                <a:lnTo>
                  <a:pt x="264842" y="0"/>
                </a:lnTo>
                <a:lnTo>
                  <a:pt x="264842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AFC3D5"/>
            </a:solidFill>
            <a:prstDash val="solid"/>
          </a:ln>
        </p:spPr>
      </p:sp>
      <p:sp>
        <p:nvSpPr>
          <p:cNvPr id="831" name="path-787">
            <a:extLst xmlns:a="http://schemas.openxmlformats.org/drawingml/2006/main">
              <a:ext uri="{FF2B5EF4-FFF2-40B4-BE49-F238E27FC236}">
                <a16:creationId xmlns:a16="http://schemas.microsoft.com/office/drawing/2014/main" id="{EC7CFDB2-D21F-41B7-96BC-52819CE2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337" y="6719696"/>
            <a:ext cx="366705" cy="25473"/>
          </a:xfrm>
          <a:custGeom xmlns:a="http://schemas.openxmlformats.org/drawingml/2006/main">
            <a:pathLst>
              <a:path w="366705" h="25473">
                <a:moveTo>
                  <a:pt x="0" y="0"/>
                </a:moveTo>
                <a:lnTo>
                  <a:pt x="366705" y="0"/>
                </a:lnTo>
                <a:lnTo>
                  <a:pt x="366705" y="25473"/>
                </a:lnTo>
                <a:lnTo>
                  <a:pt x="0" y="25473"/>
                </a:lnTo>
                <a:close/>
              </a:path>
            </a:pathLst>
          </a:custGeom>
          <a:solidFill xmlns:a="http://schemas.openxmlformats.org/drawingml/2006/main">
            <a:srgbClr val="8BA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2" name="path-788">
            <a:extLst xmlns:a="http://schemas.openxmlformats.org/drawingml/2006/main">
              <a:ext uri="{FF2B5EF4-FFF2-40B4-BE49-F238E27FC236}">
                <a16:creationId xmlns:a16="http://schemas.microsoft.com/office/drawing/2014/main" id="{7F48AD28-C412-428F-B1CA-19D8C0D7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337" y="6719696"/>
            <a:ext cx="366705" cy="25473"/>
          </a:xfrm>
          <a:custGeom xmlns:a="http://schemas.openxmlformats.org/drawingml/2006/main">
            <a:pathLst>
              <a:path w="366705" h="25473">
                <a:moveTo>
                  <a:pt x="0" y="0"/>
                </a:moveTo>
                <a:lnTo>
                  <a:pt x="366705" y="0"/>
                </a:lnTo>
                <a:lnTo>
                  <a:pt x="366705" y="25473"/>
                </a:lnTo>
                <a:lnTo>
                  <a:pt x="0" y="25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8BA6C1"/>
            </a:solidFill>
            <a:prstDash val="solid"/>
          </a:ln>
        </p:spPr>
      </p:sp>
      <p:sp>
        <p:nvSpPr>
          <p:cNvPr id="833" name="path-789">
            <a:extLst xmlns:a="http://schemas.openxmlformats.org/drawingml/2006/main">
              <a:ext uri="{FF2B5EF4-FFF2-40B4-BE49-F238E27FC236}">
                <a16:creationId xmlns:a16="http://schemas.microsoft.com/office/drawing/2014/main" id="{8F74FE0D-98B3-4E44-B602-4C393407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6785908"/>
            <a:ext cx="193539" cy="20379"/>
          </a:xfrm>
          <a:custGeom xmlns:a="http://schemas.openxmlformats.org/drawingml/2006/main">
            <a:pathLst>
              <a:path w="193539" h="20379">
                <a:moveTo>
                  <a:pt x="0" y="0"/>
                </a:moveTo>
                <a:lnTo>
                  <a:pt x="193539" y="0"/>
                </a:lnTo>
                <a:lnTo>
                  <a:pt x="193539" y="20379"/>
                </a:lnTo>
                <a:lnTo>
                  <a:pt x="0" y="20379"/>
                </a:lnTo>
                <a:close/>
              </a:path>
            </a:pathLst>
          </a:custGeom>
          <a:solidFill xmlns:a="http://schemas.openxmlformats.org/drawingml/2006/main">
            <a:srgbClr val="8BA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4" name="path-790">
            <a:extLst xmlns:a="http://schemas.openxmlformats.org/drawingml/2006/main">
              <a:ext uri="{FF2B5EF4-FFF2-40B4-BE49-F238E27FC236}">
                <a16:creationId xmlns:a16="http://schemas.microsoft.com/office/drawing/2014/main" id="{254ABA6D-8468-48E1-AF68-DA905E4E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6785908"/>
            <a:ext cx="193539" cy="20379"/>
          </a:xfrm>
          <a:custGeom xmlns:a="http://schemas.openxmlformats.org/drawingml/2006/main">
            <a:pathLst>
              <a:path w="193539" h="20379">
                <a:moveTo>
                  <a:pt x="0" y="0"/>
                </a:moveTo>
                <a:lnTo>
                  <a:pt x="193539" y="0"/>
                </a:lnTo>
                <a:lnTo>
                  <a:pt x="193539" y="20379"/>
                </a:lnTo>
                <a:lnTo>
                  <a:pt x="0" y="203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8BA6C1"/>
            </a:solidFill>
            <a:prstDash val="solid"/>
          </a:ln>
        </p:spPr>
      </p:sp>
      <p:sp>
        <p:nvSpPr>
          <p:cNvPr id="835" name="path-791">
            <a:extLst xmlns:a="http://schemas.openxmlformats.org/drawingml/2006/main">
              <a:ext uri="{FF2B5EF4-FFF2-40B4-BE49-F238E27FC236}">
                <a16:creationId xmlns:a16="http://schemas.microsoft.com/office/drawing/2014/main" id="{1FCDF13C-7DD1-40E2-991C-85C50AD6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940" y="6785908"/>
            <a:ext cx="300494" cy="20379"/>
          </a:xfrm>
          <a:custGeom xmlns:a="http://schemas.openxmlformats.org/drawingml/2006/main">
            <a:pathLst>
              <a:path w="300494" h="20379">
                <a:moveTo>
                  <a:pt x="0" y="0"/>
                </a:moveTo>
                <a:lnTo>
                  <a:pt x="300494" y="0"/>
                </a:lnTo>
                <a:lnTo>
                  <a:pt x="300494" y="20379"/>
                </a:lnTo>
                <a:lnTo>
                  <a:pt x="0" y="20379"/>
                </a:lnTo>
                <a:close/>
              </a:path>
            </a:pathLst>
          </a:custGeom>
          <a:solidFill xmlns:a="http://schemas.openxmlformats.org/drawingml/2006/main">
            <a:srgbClr val="8BA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6" name="path-792">
            <a:extLst xmlns:a="http://schemas.openxmlformats.org/drawingml/2006/main">
              <a:ext uri="{FF2B5EF4-FFF2-40B4-BE49-F238E27FC236}">
                <a16:creationId xmlns:a16="http://schemas.microsoft.com/office/drawing/2014/main" id="{64FBCB4E-7546-4F8A-B4CE-599ED5D0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940" y="6785908"/>
            <a:ext cx="300494" cy="20379"/>
          </a:xfrm>
          <a:custGeom xmlns:a="http://schemas.openxmlformats.org/drawingml/2006/main">
            <a:pathLst>
              <a:path w="300494" h="20379">
                <a:moveTo>
                  <a:pt x="0" y="0"/>
                </a:moveTo>
                <a:lnTo>
                  <a:pt x="300494" y="0"/>
                </a:lnTo>
                <a:lnTo>
                  <a:pt x="300494" y="20379"/>
                </a:lnTo>
                <a:lnTo>
                  <a:pt x="0" y="203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8BA6C1"/>
            </a:solidFill>
            <a:prstDash val="solid"/>
          </a:ln>
        </p:spPr>
      </p:sp>
      <p:sp>
        <p:nvSpPr>
          <p:cNvPr id="837" name="path-793">
            <a:extLst xmlns:a="http://schemas.openxmlformats.org/drawingml/2006/main">
              <a:ext uri="{FF2B5EF4-FFF2-40B4-BE49-F238E27FC236}">
                <a16:creationId xmlns:a16="http://schemas.microsoft.com/office/drawing/2014/main" id="{E51B5FAB-39FE-4EC1-9AF2-63E92AEE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6862376"/>
            <a:ext cx="346332" cy="20379"/>
          </a:xfrm>
          <a:custGeom xmlns:a="http://schemas.openxmlformats.org/drawingml/2006/main">
            <a:pathLst>
              <a:path w="346332" h="20379">
                <a:moveTo>
                  <a:pt x="0" y="0"/>
                </a:moveTo>
                <a:lnTo>
                  <a:pt x="346332" y="0"/>
                </a:lnTo>
                <a:lnTo>
                  <a:pt x="346332" y="20379"/>
                </a:lnTo>
                <a:lnTo>
                  <a:pt x="0" y="20379"/>
                </a:lnTo>
                <a:close/>
              </a:path>
            </a:pathLst>
          </a:custGeom>
          <a:solidFill xmlns:a="http://schemas.openxmlformats.org/drawingml/2006/main">
            <a:srgbClr val="8BA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8" name="path-794">
            <a:extLst xmlns:a="http://schemas.openxmlformats.org/drawingml/2006/main">
              <a:ext uri="{FF2B5EF4-FFF2-40B4-BE49-F238E27FC236}">
                <a16:creationId xmlns:a16="http://schemas.microsoft.com/office/drawing/2014/main" id="{BACA7846-9AC3-4C33-848D-CD816A88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936" y="6862376"/>
            <a:ext cx="346332" cy="20379"/>
          </a:xfrm>
          <a:custGeom xmlns:a="http://schemas.openxmlformats.org/drawingml/2006/main">
            <a:pathLst>
              <a:path w="346332" h="20379">
                <a:moveTo>
                  <a:pt x="0" y="0"/>
                </a:moveTo>
                <a:lnTo>
                  <a:pt x="346332" y="0"/>
                </a:lnTo>
                <a:lnTo>
                  <a:pt x="346332" y="20379"/>
                </a:lnTo>
                <a:lnTo>
                  <a:pt x="0" y="203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8BA6C1"/>
            </a:solidFill>
            <a:prstDash val="solid"/>
          </a:ln>
        </p:spPr>
      </p:sp>
      <p:sp>
        <p:nvSpPr>
          <p:cNvPr id="839" name="path-795">
            <a:extLst xmlns:a="http://schemas.openxmlformats.org/drawingml/2006/main">
              <a:ext uri="{FF2B5EF4-FFF2-40B4-BE49-F238E27FC236}">
                <a16:creationId xmlns:a16="http://schemas.microsoft.com/office/drawing/2014/main" id="{856C4E2B-F682-4349-895E-6F3CC167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0" y="7091593"/>
            <a:ext cx="3651765" cy="443229"/>
          </a:xfrm>
          <a:custGeom xmlns:a="http://schemas.openxmlformats.org/drawingml/2006/main">
            <a:pathLst>
              <a:path w="3651765" h="443229">
                <a:moveTo>
                  <a:pt x="0" y="54772"/>
                </a:moveTo>
                <a:cubicBezTo>
                  <a:pt x="0" y="24525"/>
                  <a:pt x="24511" y="0"/>
                  <a:pt x="54751" y="0"/>
                </a:cubicBezTo>
                <a:lnTo>
                  <a:pt x="3597014" y="0"/>
                </a:lnTo>
                <a:cubicBezTo>
                  <a:pt x="3627219" y="0"/>
                  <a:pt x="3651765" y="24525"/>
                  <a:pt x="3651765" y="54772"/>
                </a:cubicBezTo>
                <a:lnTo>
                  <a:pt x="3651765" y="388464"/>
                </a:lnTo>
                <a:cubicBezTo>
                  <a:pt x="3651765" y="418711"/>
                  <a:pt x="3627219" y="443229"/>
                  <a:pt x="3597014" y="443229"/>
                </a:cubicBezTo>
                <a:lnTo>
                  <a:pt x="54751" y="443229"/>
                </a:lnTo>
                <a:cubicBezTo>
                  <a:pt x="24511" y="443229"/>
                  <a:pt x="0" y="418711"/>
                  <a:pt x="0" y="388464"/>
                </a:cubicBezTo>
                <a:lnTo>
                  <a:pt x="0" y="54772"/>
                </a:lnTo>
              </a:path>
            </a:pathLst>
          </a:custGeom>
          <a:noFill xmlns:a="http://schemas.openxmlformats.org/drawingml/2006/main"/>
          <a:ln xmlns:a="http://schemas.openxmlformats.org/drawingml/2006/main" w="14152">
            <a:solidFill>
              <a:srgbClr val="C55A11"/>
            </a:solidFill>
            <a:prstDash val="solid"/>
          </a:ln>
        </p:spPr>
      </p:sp>
      <p:sp>
        <p:nvSpPr>
          <p:cNvPr id="840" name="text-796 Relies">
            <a:extLst xmlns:a="http://schemas.openxmlformats.org/drawingml/2006/main">
              <a:ext uri="{FF2B5EF4-FFF2-40B4-BE49-F238E27FC236}">
                <a16:creationId xmlns:a16="http://schemas.microsoft.com/office/drawing/2014/main" id="{97D03413-7937-42E5-A6F2-B9D7DC53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380" y="7207335"/>
            <a:ext cx="590326" cy="277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1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1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defRPr>
            </a:pPr>
            <a:r>
              <a:rPr sz="1561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rPr>
              <a:t>Relies</a:t>
            </a:r>
          </a:p>
        </p:txBody>
      </p:sp>
      <p:sp>
        <p:nvSpPr>
          <p:cNvPr id="841" name="text-796 on">
            <a:extLst xmlns:a="http://schemas.openxmlformats.org/drawingml/2006/main">
              <a:ext uri="{FF2B5EF4-FFF2-40B4-BE49-F238E27FC236}">
                <a16:creationId xmlns:a16="http://schemas.microsoft.com/office/drawing/2014/main" id="{2AADC00B-9BDE-4DEF-850C-3D4B6A20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5338" y="7208936"/>
            <a:ext cx="241651" cy="275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9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9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defRPr>
            </a:pPr>
            <a:r>
              <a:rPr sz="1549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rPr>
              <a:t>on</a:t>
            </a:r>
          </a:p>
        </p:txBody>
      </p:sp>
      <p:sp>
        <p:nvSpPr>
          <p:cNvPr id="842" name="text-796 previously">
            <a:extLst xmlns:a="http://schemas.openxmlformats.org/drawingml/2006/main">
              <a:ext uri="{FF2B5EF4-FFF2-40B4-BE49-F238E27FC236}">
                <a16:creationId xmlns:a16="http://schemas.microsoft.com/office/drawing/2014/main" id="{6906895A-1D66-4B00-843B-A8C60DE4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598" y="7207696"/>
            <a:ext cx="965198" cy="277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8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8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defRPr>
            </a:pPr>
            <a:r>
              <a:rPr sz="1558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rPr>
              <a:t>previously</a:t>
            </a:r>
          </a:p>
        </p:txBody>
      </p:sp>
      <p:sp>
        <p:nvSpPr>
          <p:cNvPr id="843" name="text-796 annotated">
            <a:extLst xmlns:a="http://schemas.openxmlformats.org/drawingml/2006/main">
              <a:ext uri="{FF2B5EF4-FFF2-40B4-BE49-F238E27FC236}">
                <a16:creationId xmlns:a16="http://schemas.microsoft.com/office/drawing/2014/main" id="{74B34B0D-1BCF-4FB5-ABCB-197E25DC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3497" y="7208230"/>
            <a:ext cx="976964" cy="276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4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4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defRPr>
            </a:pPr>
            <a:r>
              <a:rPr sz="1554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rPr>
              <a:t>annotated</a:t>
            </a:r>
          </a:p>
        </p:txBody>
      </p:sp>
      <p:sp>
        <p:nvSpPr>
          <p:cNvPr id="844" name="text-796 data">
            <a:extLst xmlns:a="http://schemas.openxmlformats.org/drawingml/2006/main">
              <a:ext uri="{FF2B5EF4-FFF2-40B4-BE49-F238E27FC236}">
                <a16:creationId xmlns:a16="http://schemas.microsoft.com/office/drawing/2014/main" id="{0E0149F1-10D5-4355-86BE-D420E5F6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1734" y="7206768"/>
            <a:ext cx="466938" cy="278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defRPr>
            </a:pPr>
            <a:r>
              <a:rPr sz="1566" b="1" i="0">
                <a:solidFill>
                  <a:srgbClr val="9A3F12"/>
                </a:solidFill>
                <a:latin typeface="Comic Sans MS"/>
                <a:ea typeface="Comic Sans MS"/>
                <a:cs typeface="Comic Sans MS"/>
              </a:rPr>
              <a:t>data</a:t>
            </a:r>
          </a:p>
        </p:txBody>
      </p:sp>
      <p:pic>
        <p:nvPic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501F0376-2CCC-4DDB-9EC4-1EBFB0773F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9516c84244d4f"/>
          <a:stretch xmlns:a="http://schemas.openxmlformats.org/drawingml/2006/main"/>
        </p:blipFill>
        <p:spPr>
          <a:xfrm xmlns:a="http://schemas.openxmlformats.org/drawingml/2006/main">
            <a:off x="401182" y="2505924"/>
            <a:ext cx="514350" cy="495300"/>
          </a:xfrm>
          <a:prstGeom xmlns:a="http://schemas.openxmlformats.org/drawingml/2006/main" prst="rect">
            <a:avLst/>
          </a:prstGeom>
        </p:spPr>
      </p:pic>
      <p:pic>
        <p:nvPicPr>
          <p:cNvPr id="846" name="">
            <a:extLst xmlns:a="http://schemas.openxmlformats.org/drawingml/2006/main">
              <a:ext uri="{FF2B5EF4-FFF2-40B4-BE49-F238E27FC236}">
                <a16:creationId xmlns:a16="http://schemas.microsoft.com/office/drawing/2014/main" id="{5E59A8B6-A59E-48E1-9F1F-B8BA74AF08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a12a85d1f4366"/>
          <a:stretch xmlns:a="http://schemas.openxmlformats.org/drawingml/2006/main"/>
        </p:blipFill>
        <p:spPr>
          <a:xfrm xmlns:a="http://schemas.openxmlformats.org/drawingml/2006/main">
            <a:off x="1001257" y="2515449"/>
            <a:ext cx="504825" cy="485775"/>
          </a:xfrm>
          <a:prstGeom xmlns:a="http://schemas.openxmlformats.org/drawingml/2006/main" prst="rect">
            <a:avLst/>
          </a:prstGeom>
        </p:spPr>
      </p:pic>
      <p:pic>
        <p:nvPic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B546F76B-1BBF-44FB-B20A-D801472755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265a3495647e6"/>
          <a:stretch xmlns:a="http://schemas.openxmlformats.org/drawingml/2006/main"/>
        </p:blipFill>
        <p:spPr>
          <a:xfrm xmlns:a="http://schemas.openxmlformats.org/drawingml/2006/main">
            <a:off x="1572757" y="2515449"/>
            <a:ext cx="514350" cy="485775"/>
          </a:xfrm>
          <a:prstGeom xmlns:a="http://schemas.openxmlformats.org/drawingml/2006/main" prst="rect">
            <a:avLst/>
          </a:prstGeom>
        </p:spPr>
      </p:pic>
      <p:sp>
        <p:nvSpPr>
          <p:cNvPr id="848" name="text-800 Correctness">
            <a:extLst xmlns:a="http://schemas.openxmlformats.org/drawingml/2006/main">
              <a:ext uri="{FF2B5EF4-FFF2-40B4-BE49-F238E27FC236}">
                <a16:creationId xmlns:a16="http://schemas.microsoft.com/office/drawing/2014/main" id="{E8E01287-C914-4A5D-B8B2-15B82CD0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290" y="4955285"/>
            <a:ext cx="832755" cy="19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115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Correctness</a:t>
            </a:r>
          </a:p>
        </p:txBody>
      </p:sp>
      <p:sp>
        <p:nvSpPr>
          <p:cNvPr id="849" name="text-801 Grounding">
            <a:extLst xmlns:a="http://schemas.openxmlformats.org/drawingml/2006/main">
              <a:ext uri="{FF2B5EF4-FFF2-40B4-BE49-F238E27FC236}">
                <a16:creationId xmlns:a16="http://schemas.microsoft.com/office/drawing/2014/main" id="{9FA4F5A0-816F-42C5-9F30-EC0EE785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5784" y="5150881"/>
            <a:ext cx="686351" cy="198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11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Grounding</a:t>
            </a:r>
          </a:p>
        </p:txBody>
      </p:sp>
      <p:sp>
        <p:nvSpPr>
          <p:cNvPr id="850" name="text-802 Attribution">
            <a:extLst xmlns:a="http://schemas.openxmlformats.org/drawingml/2006/main">
              <a:ext uri="{FF2B5EF4-FFF2-40B4-BE49-F238E27FC236}">
                <a16:creationId xmlns:a16="http://schemas.microsoft.com/office/drawing/2014/main" id="{0CD6E290-AEC2-4EA5-83A7-0DFA3F59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7116" y="5333681"/>
            <a:ext cx="781915" cy="198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114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Attribution</a:t>
            </a:r>
          </a:p>
        </p:txBody>
      </p:sp>
      <p:sp>
        <p:nvSpPr>
          <p:cNvPr id="851" name="path-803">
            <a:extLst xmlns:a="http://schemas.openxmlformats.org/drawingml/2006/main">
              <a:ext uri="{FF2B5EF4-FFF2-40B4-BE49-F238E27FC236}">
                <a16:creationId xmlns:a16="http://schemas.microsoft.com/office/drawing/2014/main" id="{371B3238-BA31-41AB-860A-452746F1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87" y="3535586"/>
            <a:ext cx="1650170" cy="611316"/>
          </a:xfrm>
          <a:custGeom xmlns:a="http://schemas.openxmlformats.org/drawingml/2006/main">
            <a:pathLst>
              <a:path w="1650170" h="611316">
                <a:moveTo>
                  <a:pt x="0" y="66847"/>
                </a:moveTo>
                <a:cubicBezTo>
                  <a:pt x="0" y="29922"/>
                  <a:pt x="29922" y="0"/>
                  <a:pt x="66826" y="0"/>
                </a:cubicBezTo>
                <a:lnTo>
                  <a:pt x="1583323" y="0"/>
                </a:lnTo>
                <a:cubicBezTo>
                  <a:pt x="1620248" y="0"/>
                  <a:pt x="1650170" y="29922"/>
                  <a:pt x="1650170" y="66847"/>
                </a:cubicBezTo>
                <a:lnTo>
                  <a:pt x="1650170" y="544469"/>
                </a:lnTo>
                <a:cubicBezTo>
                  <a:pt x="1650170" y="581394"/>
                  <a:pt x="1620248" y="611316"/>
                  <a:pt x="1583323" y="611316"/>
                </a:cubicBezTo>
                <a:lnTo>
                  <a:pt x="66826" y="611316"/>
                </a:lnTo>
                <a:cubicBezTo>
                  <a:pt x="29922" y="611316"/>
                  <a:pt x="0" y="581394"/>
                  <a:pt x="0" y="544469"/>
                </a:cubicBezTo>
                <a:lnTo>
                  <a:pt x="0" y="6684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2" name="path-804">
            <a:extLst xmlns:a="http://schemas.openxmlformats.org/drawingml/2006/main">
              <a:ext uri="{FF2B5EF4-FFF2-40B4-BE49-F238E27FC236}">
                <a16:creationId xmlns:a16="http://schemas.microsoft.com/office/drawing/2014/main" id="{DAD019A3-B454-4391-85DE-65F18073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87" y="3535586"/>
            <a:ext cx="1650170" cy="611316"/>
          </a:xfrm>
          <a:custGeom xmlns:a="http://schemas.openxmlformats.org/drawingml/2006/main">
            <a:pathLst>
              <a:path w="1650170" h="611316">
                <a:moveTo>
                  <a:pt x="0" y="66847"/>
                </a:moveTo>
                <a:cubicBezTo>
                  <a:pt x="0" y="29922"/>
                  <a:pt x="29922" y="0"/>
                  <a:pt x="66826" y="0"/>
                </a:cubicBezTo>
                <a:lnTo>
                  <a:pt x="1583323" y="0"/>
                </a:lnTo>
                <a:cubicBezTo>
                  <a:pt x="1620248" y="0"/>
                  <a:pt x="1650170" y="29922"/>
                  <a:pt x="1650170" y="66847"/>
                </a:cubicBezTo>
                <a:lnTo>
                  <a:pt x="1650170" y="544469"/>
                </a:lnTo>
                <a:cubicBezTo>
                  <a:pt x="1650170" y="581394"/>
                  <a:pt x="1620248" y="611316"/>
                  <a:pt x="1583323" y="611316"/>
                </a:cubicBezTo>
                <a:lnTo>
                  <a:pt x="66826" y="611316"/>
                </a:lnTo>
                <a:cubicBezTo>
                  <a:pt x="29922" y="611316"/>
                  <a:pt x="0" y="581394"/>
                  <a:pt x="0" y="544469"/>
                </a:cubicBezTo>
                <a:lnTo>
                  <a:pt x="0" y="66847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853" name="path-805">
            <a:extLst xmlns:a="http://schemas.openxmlformats.org/drawingml/2006/main">
              <a:ext uri="{FF2B5EF4-FFF2-40B4-BE49-F238E27FC236}">
                <a16:creationId xmlns:a16="http://schemas.microsoft.com/office/drawing/2014/main" id="{E2B5CBCD-BB6F-4196-A193-F197FF36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526" y="2944643"/>
            <a:ext cx="1400607" cy="489081"/>
          </a:xfrm>
          <a:custGeom xmlns:a="http://schemas.openxmlformats.org/drawingml/2006/main">
            <a:pathLst>
              <a:path w="1400607" h="489081">
                <a:moveTo>
                  <a:pt x="0" y="53407"/>
                </a:moveTo>
                <a:cubicBezTo>
                  <a:pt x="0" y="23909"/>
                  <a:pt x="23909" y="0"/>
                  <a:pt x="53478" y="0"/>
                </a:cubicBezTo>
                <a:lnTo>
                  <a:pt x="1347130" y="0"/>
                </a:lnTo>
                <a:cubicBezTo>
                  <a:pt x="1376698" y="0"/>
                  <a:pt x="1400607" y="23909"/>
                  <a:pt x="1400607" y="53407"/>
                </a:cubicBezTo>
                <a:lnTo>
                  <a:pt x="1400607" y="435603"/>
                </a:lnTo>
                <a:cubicBezTo>
                  <a:pt x="1400607" y="465101"/>
                  <a:pt x="1376698" y="489081"/>
                  <a:pt x="1347130" y="489081"/>
                </a:cubicBezTo>
                <a:lnTo>
                  <a:pt x="53478" y="489081"/>
                </a:lnTo>
                <a:cubicBezTo>
                  <a:pt x="23909" y="489081"/>
                  <a:pt x="0" y="465101"/>
                  <a:pt x="0" y="435603"/>
                </a:cubicBezTo>
                <a:lnTo>
                  <a:pt x="0" y="5340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4" name="path-806">
            <a:extLst xmlns:a="http://schemas.openxmlformats.org/drawingml/2006/main">
              <a:ext uri="{FF2B5EF4-FFF2-40B4-BE49-F238E27FC236}">
                <a16:creationId xmlns:a16="http://schemas.microsoft.com/office/drawing/2014/main" id="{CBB64C49-0D85-4FA6-B832-5B3A4D65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526" y="2944643"/>
            <a:ext cx="1400607" cy="489081"/>
          </a:xfrm>
          <a:custGeom xmlns:a="http://schemas.openxmlformats.org/drawingml/2006/main">
            <a:pathLst>
              <a:path w="1400607" h="489081">
                <a:moveTo>
                  <a:pt x="0" y="53407"/>
                </a:moveTo>
                <a:cubicBezTo>
                  <a:pt x="0" y="23909"/>
                  <a:pt x="23909" y="0"/>
                  <a:pt x="53478" y="0"/>
                </a:cubicBezTo>
                <a:lnTo>
                  <a:pt x="1347130" y="0"/>
                </a:lnTo>
                <a:cubicBezTo>
                  <a:pt x="1376698" y="0"/>
                  <a:pt x="1400607" y="23909"/>
                  <a:pt x="1400607" y="53407"/>
                </a:cubicBezTo>
                <a:lnTo>
                  <a:pt x="1400607" y="435603"/>
                </a:lnTo>
                <a:cubicBezTo>
                  <a:pt x="1400607" y="465101"/>
                  <a:pt x="1376698" y="489081"/>
                  <a:pt x="1347130" y="489081"/>
                </a:cubicBezTo>
                <a:lnTo>
                  <a:pt x="53478" y="489081"/>
                </a:lnTo>
                <a:cubicBezTo>
                  <a:pt x="23909" y="489081"/>
                  <a:pt x="0" y="465101"/>
                  <a:pt x="0" y="435603"/>
                </a:cubicBezTo>
                <a:lnTo>
                  <a:pt x="0" y="53407"/>
                </a:lnTo>
              </a:path>
            </a:pathLst>
          </a:custGeom>
          <a:noFill xmlns:a="http://schemas.openxmlformats.org/drawingml/2006/main"/>
          <a:ln xmlns:a="http://schemas.openxmlformats.org/drawingml/2006/main" w="15522">
            <a:solidFill>
              <a:srgbClr val="8FAADC"/>
            </a:solidFill>
            <a:prstDash val="solid"/>
          </a:ln>
        </p:spPr>
      </p:sp>
      <p:sp>
        <p:nvSpPr>
          <p:cNvPr id="855" name="text-807 How">
            <a:extLst xmlns:a="http://schemas.openxmlformats.org/drawingml/2006/main">
              <a:ext uri="{FF2B5EF4-FFF2-40B4-BE49-F238E27FC236}">
                <a16:creationId xmlns:a16="http://schemas.microsoft.com/office/drawing/2014/main" id="{A89CB7AC-C942-44B3-AD88-490BB9E9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473" y="3559895"/>
            <a:ext cx="340429" cy="220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How</a:t>
            </a:r>
          </a:p>
        </p:txBody>
      </p:sp>
      <p:sp>
        <p:nvSpPr>
          <p:cNvPr id="856" name="text-807 should">
            <a:extLst xmlns:a="http://schemas.openxmlformats.org/drawingml/2006/main">
              <a:ext uri="{FF2B5EF4-FFF2-40B4-BE49-F238E27FC236}">
                <a16:creationId xmlns:a16="http://schemas.microsoft.com/office/drawing/2014/main" id="{53FA2168-7830-4F60-8D40-456FF545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380" y="3561093"/>
            <a:ext cx="493427" cy="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should</a:t>
            </a:r>
          </a:p>
        </p:txBody>
      </p:sp>
      <p:sp>
        <p:nvSpPr>
          <p:cNvPr id="857" name="text-807 the">
            <a:extLst xmlns:a="http://schemas.openxmlformats.org/drawingml/2006/main">
              <a:ext uri="{FF2B5EF4-FFF2-40B4-BE49-F238E27FC236}">
                <a16:creationId xmlns:a16="http://schemas.microsoft.com/office/drawing/2014/main" id="{DDE4D17E-9606-4022-B2C3-11CD6CB3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6451" y="3561230"/>
            <a:ext cx="277875" cy="219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858" name="text-807 knife">
            <a:extLst xmlns:a="http://schemas.openxmlformats.org/drawingml/2006/main">
              <a:ext uri="{FF2B5EF4-FFF2-40B4-BE49-F238E27FC236}">
                <a16:creationId xmlns:a16="http://schemas.microsoft.com/office/drawing/2014/main" id="{EB797835-0337-431F-8370-EE90BC39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2187" y="3562547"/>
            <a:ext cx="400138" cy="21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knife</a:t>
            </a:r>
          </a:p>
        </p:txBody>
      </p:sp>
      <p:sp>
        <p:nvSpPr>
          <p:cNvPr id="859" name="text-808 be">
            <a:extLst xmlns:a="http://schemas.openxmlformats.org/drawingml/2006/main">
              <a:ext uri="{FF2B5EF4-FFF2-40B4-BE49-F238E27FC236}">
                <a16:creationId xmlns:a16="http://schemas.microsoft.com/office/drawing/2014/main" id="{E1F288C7-B290-40A4-8F12-64A2D6A1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78" y="3750056"/>
            <a:ext cx="206388" cy="21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be</a:t>
            </a:r>
          </a:p>
        </p:txBody>
      </p:sp>
      <p:sp>
        <p:nvSpPr>
          <p:cNvPr id="860" name="text-808 positioned">
            <a:extLst xmlns:a="http://schemas.openxmlformats.org/drawingml/2006/main">
              <a:ext uri="{FF2B5EF4-FFF2-40B4-BE49-F238E27FC236}">
                <a16:creationId xmlns:a16="http://schemas.microsoft.com/office/drawing/2014/main" id="{8FB8D557-D914-4C62-B233-ED9F1F94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812" y="3749920"/>
            <a:ext cx="772840" cy="218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positioned</a:t>
            </a:r>
          </a:p>
        </p:txBody>
      </p:sp>
      <p:sp>
        <p:nvSpPr>
          <p:cNvPr id="861" name="text-808 when">
            <a:extLst xmlns:a="http://schemas.openxmlformats.org/drawingml/2006/main">
              <a:ext uri="{FF2B5EF4-FFF2-40B4-BE49-F238E27FC236}">
                <a16:creationId xmlns:a16="http://schemas.microsoft.com/office/drawing/2014/main" id="{CC4954E8-3D2D-4624-A93C-FB504A8E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023" y="3750848"/>
            <a:ext cx="390481" cy="217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4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when</a:t>
            </a:r>
          </a:p>
        </p:txBody>
      </p:sp>
      <p:sp>
        <p:nvSpPr>
          <p:cNvPr id="862" name="text-809 slicing">
            <a:extLst xmlns:a="http://schemas.openxmlformats.org/drawingml/2006/main">
              <a:ext uri="{FF2B5EF4-FFF2-40B4-BE49-F238E27FC236}">
                <a16:creationId xmlns:a16="http://schemas.microsoft.com/office/drawing/2014/main" id="{01F37A02-FEA7-4A00-920F-1C9E8AE7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77" y="3933871"/>
            <a:ext cx="478542" cy="218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slicing</a:t>
            </a:r>
          </a:p>
        </p:txBody>
      </p:sp>
      <p:sp>
        <p:nvSpPr>
          <p:cNvPr id="863" name="text-809 scallions?">
            <a:extLst xmlns:a="http://schemas.openxmlformats.org/drawingml/2006/main">
              <a:ext uri="{FF2B5EF4-FFF2-40B4-BE49-F238E27FC236}">
                <a16:creationId xmlns:a16="http://schemas.microsoft.com/office/drawing/2014/main" id="{9620E427-9570-4D6A-83E3-BF979DA1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845" y="3933252"/>
            <a:ext cx="716990" cy="219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3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scallions?</a:t>
            </a:r>
          </a:p>
        </p:txBody>
      </p:sp>
      <p:sp>
        <p:nvSpPr>
          <p:cNvPr id="864" name="text-810 Keep">
            <a:extLst xmlns:a="http://schemas.openxmlformats.org/drawingml/2006/main">
              <a:ext uri="{FF2B5EF4-FFF2-40B4-BE49-F238E27FC236}">
                <a16:creationId xmlns:a16="http://schemas.microsoft.com/office/drawing/2014/main" id="{512F5763-12DD-4D05-9D3B-D85189A5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9124" y="2996057"/>
            <a:ext cx="377491" cy="218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8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Keep</a:t>
            </a:r>
          </a:p>
        </p:txBody>
      </p:sp>
      <p:sp>
        <p:nvSpPr>
          <p:cNvPr id="865" name="text-810 the">
            <a:extLst xmlns:a="http://schemas.openxmlformats.org/drawingml/2006/main">
              <a:ext uri="{FF2B5EF4-FFF2-40B4-BE49-F238E27FC236}">
                <a16:creationId xmlns:a16="http://schemas.microsoft.com/office/drawing/2014/main" id="{E5933846-E805-4F64-9CE2-60AD44D9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6180" y="2995838"/>
            <a:ext cx="277348" cy="218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9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866" name="text-810 blade">
            <a:extLst xmlns:a="http://schemas.openxmlformats.org/drawingml/2006/main">
              <a:ext uri="{FF2B5EF4-FFF2-40B4-BE49-F238E27FC236}">
                <a16:creationId xmlns:a16="http://schemas.microsoft.com/office/drawing/2014/main" id="{4210A4BD-CFFE-4314-B5D8-8550FB73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1442" y="2998012"/>
            <a:ext cx="414788" cy="215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12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blade</a:t>
            </a:r>
          </a:p>
        </p:txBody>
      </p:sp>
      <p:sp>
        <p:nvSpPr>
          <p:cNvPr id="867" name="text-811 below">
            <a:extLst xmlns:a="http://schemas.openxmlformats.org/drawingml/2006/main">
              <a:ext uri="{FF2B5EF4-FFF2-40B4-BE49-F238E27FC236}">
                <a16:creationId xmlns:a16="http://schemas.microsoft.com/office/drawing/2014/main" id="{0FBD85FC-BAC7-4848-A8EB-FC44E289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4034" y="3184839"/>
            <a:ext cx="436795" cy="218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6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6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26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below</a:t>
            </a:r>
          </a:p>
        </p:txBody>
      </p:sp>
      <p:sp>
        <p:nvSpPr>
          <p:cNvPr id="868" name="text-811 the">
            <a:extLst xmlns:a="http://schemas.openxmlformats.org/drawingml/2006/main">
              <a:ext uri="{FF2B5EF4-FFF2-40B4-BE49-F238E27FC236}">
                <a16:creationId xmlns:a16="http://schemas.microsoft.com/office/drawing/2014/main" id="{A2B96F9F-B053-4D94-943A-3EF072E0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7518" y="3184326"/>
            <a:ext cx="277523" cy="218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0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869" name="text-811 fingers.">
            <a:extLst xmlns:a="http://schemas.openxmlformats.org/drawingml/2006/main">
              <a:ext uri="{FF2B5EF4-FFF2-40B4-BE49-F238E27FC236}">
                <a16:creationId xmlns:a16="http://schemas.microsoft.com/office/drawing/2014/main" id="{20B0361F-7DED-40D7-982F-A635A764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2780" y="3184233"/>
            <a:ext cx="591955" cy="218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defRPr>
            </a:pPr>
            <a:r>
              <a:rPr sz="1231" b="0" i="0">
                <a:solidFill>
                  <a:srgbClr val="173B6C"/>
                </a:solidFill>
                <a:latin typeface="Comic Sans MS"/>
                <a:ea typeface="Comic Sans MS"/>
                <a:cs typeface="Comic Sans MS"/>
              </a:rPr>
              <a:t>fingers.</a:t>
            </a:r>
          </a:p>
        </p:txBody>
      </p:sp>
      <p:sp>
        <p:nvSpPr>
          <p:cNvPr id="870" name="path-812">
            <a:extLst xmlns:a="http://schemas.openxmlformats.org/drawingml/2006/main">
              <a:ext uri="{FF2B5EF4-FFF2-40B4-BE49-F238E27FC236}">
                <a16:creationId xmlns:a16="http://schemas.microsoft.com/office/drawing/2014/main" id="{F704D885-05DB-495D-8F86-2404D76B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713" y="3576331"/>
            <a:ext cx="1227442" cy="356659"/>
          </a:xfrm>
          <a:custGeom xmlns:a="http://schemas.openxmlformats.org/drawingml/2006/main">
            <a:pathLst>
              <a:path w="1227442" h="356659">
                <a:moveTo>
                  <a:pt x="0" y="6225"/>
                </a:moveTo>
                <a:cubicBezTo>
                  <a:pt x="0" y="2758"/>
                  <a:pt x="2759" y="0"/>
                  <a:pt x="6225" y="0"/>
                </a:cubicBezTo>
                <a:lnTo>
                  <a:pt x="1221216" y="0"/>
                </a:lnTo>
                <a:cubicBezTo>
                  <a:pt x="1224682" y="0"/>
                  <a:pt x="1227442" y="2758"/>
                  <a:pt x="1227442" y="6225"/>
                </a:cubicBezTo>
                <a:lnTo>
                  <a:pt x="1227442" y="350435"/>
                </a:lnTo>
                <a:cubicBezTo>
                  <a:pt x="1227442" y="353830"/>
                  <a:pt x="1224682" y="356659"/>
                  <a:pt x="1221216" y="356659"/>
                </a:cubicBezTo>
                <a:lnTo>
                  <a:pt x="6225" y="356659"/>
                </a:lnTo>
                <a:cubicBezTo>
                  <a:pt x="2759" y="356659"/>
                  <a:pt x="0" y="353830"/>
                  <a:pt x="0" y="350435"/>
                </a:cubicBezTo>
                <a:lnTo>
                  <a:pt x="0" y="6225"/>
                </a:lnTo>
              </a:path>
            </a:pathLst>
          </a:custGeom>
          <a:solidFill xmlns:a="http://schemas.openxmlformats.org/drawingml/2006/main">
            <a:srgbClr val="0B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1" name="path-813">
            <a:extLst xmlns:a="http://schemas.openxmlformats.org/drawingml/2006/main">
              <a:ext uri="{FF2B5EF4-FFF2-40B4-BE49-F238E27FC236}">
                <a16:creationId xmlns:a16="http://schemas.microsoft.com/office/drawing/2014/main" id="{FFDA05AF-FE3C-423B-A961-62303F5B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713" y="3576331"/>
            <a:ext cx="1227442" cy="356659"/>
          </a:xfrm>
          <a:custGeom xmlns:a="http://schemas.openxmlformats.org/drawingml/2006/main">
            <a:pathLst>
              <a:path w="1227442" h="356659">
                <a:moveTo>
                  <a:pt x="0" y="6225"/>
                </a:moveTo>
                <a:cubicBezTo>
                  <a:pt x="0" y="2758"/>
                  <a:pt x="2759" y="0"/>
                  <a:pt x="6225" y="0"/>
                </a:cubicBezTo>
                <a:lnTo>
                  <a:pt x="1221216" y="0"/>
                </a:lnTo>
                <a:cubicBezTo>
                  <a:pt x="1224682" y="0"/>
                  <a:pt x="1227442" y="2758"/>
                  <a:pt x="1227442" y="6225"/>
                </a:cubicBezTo>
                <a:lnTo>
                  <a:pt x="1227442" y="350435"/>
                </a:lnTo>
                <a:cubicBezTo>
                  <a:pt x="1227442" y="353830"/>
                  <a:pt x="1224682" y="356659"/>
                  <a:pt x="1221216" y="356659"/>
                </a:cubicBezTo>
                <a:lnTo>
                  <a:pt x="6225" y="356659"/>
                </a:lnTo>
                <a:cubicBezTo>
                  <a:pt x="2759" y="356659"/>
                  <a:pt x="0" y="353830"/>
                  <a:pt x="0" y="350435"/>
                </a:cubicBezTo>
                <a:lnTo>
                  <a:pt x="0" y="6225"/>
                </a:lnTo>
              </a:path>
            </a:pathLst>
          </a:custGeom>
          <a:noFill xmlns:a="http://schemas.openxmlformats.org/drawingml/2006/main"/>
          <a:ln xmlns:a="http://schemas.openxmlformats.org/drawingml/2006/main" w="15921">
            <a:solidFill>
              <a:srgbClr val="0B213C"/>
            </a:solidFill>
            <a:prstDash val="solid"/>
          </a:ln>
        </p:spPr>
      </p:sp>
      <p:sp>
        <p:nvSpPr>
          <p:cNvPr id="872" name="path-814">
            <a:extLst xmlns:a="http://schemas.openxmlformats.org/drawingml/2006/main">
              <a:ext uri="{FF2B5EF4-FFF2-40B4-BE49-F238E27FC236}">
                <a16:creationId xmlns:a16="http://schemas.microsoft.com/office/drawing/2014/main" id="{0325A742-D065-4EDE-9029-5B8B4C08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365" y="3622162"/>
            <a:ext cx="280122" cy="270013"/>
          </a:xfrm>
          <a:custGeom xmlns:a="http://schemas.openxmlformats.org/drawingml/2006/main">
            <a:pathLst>
              <a:path w="280122" h="270013">
                <a:moveTo>
                  <a:pt x="0" y="0"/>
                </a:moveTo>
                <a:lnTo>
                  <a:pt x="280122" y="0"/>
                </a:lnTo>
                <a:lnTo>
                  <a:pt x="280122" y="270013"/>
                </a:lnTo>
                <a:lnTo>
                  <a:pt x="0" y="270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sp>
        <p:nvSpPr>
          <p:cNvPr id="873" name="path-815">
            <a:extLst xmlns:a="http://schemas.openxmlformats.org/drawingml/2006/main">
              <a:ext uri="{FF2B5EF4-FFF2-40B4-BE49-F238E27FC236}">
                <a16:creationId xmlns:a16="http://schemas.microsoft.com/office/drawing/2014/main" id="{C8DB3555-FA2F-4752-8C10-3F0890EA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579" y="3622162"/>
            <a:ext cx="280122" cy="270013"/>
          </a:xfrm>
          <a:custGeom xmlns:a="http://schemas.openxmlformats.org/drawingml/2006/main">
            <a:pathLst>
              <a:path w="280122" h="270013">
                <a:moveTo>
                  <a:pt x="0" y="0"/>
                </a:moveTo>
                <a:lnTo>
                  <a:pt x="280122" y="0"/>
                </a:lnTo>
                <a:lnTo>
                  <a:pt x="280122" y="270013"/>
                </a:lnTo>
                <a:lnTo>
                  <a:pt x="0" y="270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sp>
        <p:nvSpPr>
          <p:cNvPr id="874" name="path-816">
            <a:extLst xmlns:a="http://schemas.openxmlformats.org/drawingml/2006/main">
              <a:ext uri="{FF2B5EF4-FFF2-40B4-BE49-F238E27FC236}">
                <a16:creationId xmlns:a16="http://schemas.microsoft.com/office/drawing/2014/main" id="{AC569563-52A7-4807-BF28-B0AA4D0A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794" y="3622162"/>
            <a:ext cx="280122" cy="270013"/>
          </a:xfrm>
          <a:custGeom xmlns:a="http://schemas.openxmlformats.org/drawingml/2006/main">
            <a:pathLst>
              <a:path w="280122" h="270013">
                <a:moveTo>
                  <a:pt x="0" y="0"/>
                </a:moveTo>
                <a:lnTo>
                  <a:pt x="280122" y="0"/>
                </a:lnTo>
                <a:lnTo>
                  <a:pt x="280122" y="270013"/>
                </a:lnTo>
                <a:lnTo>
                  <a:pt x="0" y="270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sp>
        <p:nvSpPr>
          <p:cNvPr id="875" name="path-817">
            <a:extLst xmlns:a="http://schemas.openxmlformats.org/drawingml/2006/main">
              <a:ext uri="{FF2B5EF4-FFF2-40B4-BE49-F238E27FC236}">
                <a16:creationId xmlns:a16="http://schemas.microsoft.com/office/drawing/2014/main" id="{470312E3-761E-4EB4-BB02-EA2A2CCF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008" y="3622162"/>
            <a:ext cx="285215" cy="270013"/>
          </a:xfrm>
          <a:custGeom xmlns:a="http://schemas.openxmlformats.org/drawingml/2006/main">
            <a:pathLst>
              <a:path w="285215" h="270013">
                <a:moveTo>
                  <a:pt x="0" y="0"/>
                </a:moveTo>
                <a:lnTo>
                  <a:pt x="285215" y="0"/>
                </a:lnTo>
                <a:lnTo>
                  <a:pt x="285215" y="270013"/>
                </a:lnTo>
                <a:lnTo>
                  <a:pt x="0" y="270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sp>
        <p:nvSpPr>
          <p:cNvPr id="876" name="path-818">
            <a:extLst xmlns:a="http://schemas.openxmlformats.org/drawingml/2006/main">
              <a:ext uri="{FF2B5EF4-FFF2-40B4-BE49-F238E27FC236}">
                <a16:creationId xmlns:a16="http://schemas.microsoft.com/office/drawing/2014/main" id="{E51092DA-613A-49D6-841F-279A77F8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179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6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6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7" name="path-819">
            <a:extLst xmlns:a="http://schemas.openxmlformats.org/drawingml/2006/main">
              <a:ext uri="{FF2B5EF4-FFF2-40B4-BE49-F238E27FC236}">
                <a16:creationId xmlns:a16="http://schemas.microsoft.com/office/drawing/2014/main" id="{58DD16DC-9F89-4048-9D2B-FAF7B23A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179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6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6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78" name="path-820">
            <a:extLst xmlns:a="http://schemas.openxmlformats.org/drawingml/2006/main">
              <a:ext uri="{FF2B5EF4-FFF2-40B4-BE49-F238E27FC236}">
                <a16:creationId xmlns:a16="http://schemas.microsoft.com/office/drawing/2014/main" id="{0630CAFC-87E3-4366-B8F0-43985FBD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179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6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6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9" name="path-821">
            <a:extLst xmlns:a="http://schemas.openxmlformats.org/drawingml/2006/main">
              <a:ext uri="{FF2B5EF4-FFF2-40B4-BE49-F238E27FC236}">
                <a16:creationId xmlns:a16="http://schemas.microsoft.com/office/drawing/2014/main" id="{956A8596-34BF-479E-8D9B-7CF033DD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179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6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6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80" name="path-822">
            <a:extLst xmlns:a="http://schemas.openxmlformats.org/drawingml/2006/main">
              <a:ext uri="{FF2B5EF4-FFF2-40B4-BE49-F238E27FC236}">
                <a16:creationId xmlns:a16="http://schemas.microsoft.com/office/drawing/2014/main" id="{12C9C6B2-851E-4E7B-B88B-E5695E76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203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1" name="path-823">
            <a:extLst xmlns:a="http://schemas.openxmlformats.org/drawingml/2006/main">
              <a:ext uri="{FF2B5EF4-FFF2-40B4-BE49-F238E27FC236}">
                <a16:creationId xmlns:a16="http://schemas.microsoft.com/office/drawing/2014/main" id="{05F0B235-A8AF-4D39-9D66-689F069E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203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82" name="path-824">
            <a:extLst xmlns:a="http://schemas.openxmlformats.org/drawingml/2006/main">
              <a:ext uri="{FF2B5EF4-FFF2-40B4-BE49-F238E27FC236}">
                <a16:creationId xmlns:a16="http://schemas.microsoft.com/office/drawing/2014/main" id="{19F44222-51B8-4304-948C-C2F8BD47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203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7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3" name="path-825">
            <a:extLst xmlns:a="http://schemas.openxmlformats.org/drawingml/2006/main">
              <a:ext uri="{FF2B5EF4-FFF2-40B4-BE49-F238E27FC236}">
                <a16:creationId xmlns:a16="http://schemas.microsoft.com/office/drawing/2014/main" id="{5F8745CE-70CF-4675-B01E-8B059A57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203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7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84" name="path-826">
            <a:extLst xmlns:a="http://schemas.openxmlformats.org/drawingml/2006/main">
              <a:ext uri="{FF2B5EF4-FFF2-40B4-BE49-F238E27FC236}">
                <a16:creationId xmlns:a16="http://schemas.microsoft.com/office/drawing/2014/main" id="{3BEA8484-3E4F-40DA-9324-53AD2A29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320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5" name="path-827">
            <a:extLst xmlns:a="http://schemas.openxmlformats.org/drawingml/2006/main">
              <a:ext uri="{FF2B5EF4-FFF2-40B4-BE49-F238E27FC236}">
                <a16:creationId xmlns:a16="http://schemas.microsoft.com/office/drawing/2014/main" id="{453856DF-C8CE-4961-BB2A-DB444453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320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86" name="path-828">
            <a:extLst xmlns:a="http://schemas.openxmlformats.org/drawingml/2006/main">
              <a:ext uri="{FF2B5EF4-FFF2-40B4-BE49-F238E27FC236}">
                <a16:creationId xmlns:a16="http://schemas.microsoft.com/office/drawing/2014/main" id="{AC72E679-4B50-4503-BF65-6796C525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320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70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7" name="path-829">
            <a:extLst xmlns:a="http://schemas.openxmlformats.org/drawingml/2006/main">
              <a:ext uri="{FF2B5EF4-FFF2-40B4-BE49-F238E27FC236}">
                <a16:creationId xmlns:a16="http://schemas.microsoft.com/office/drawing/2014/main" id="{D2A140AC-83E2-48BA-8C6C-1F6BEA42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320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70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88" name="path-830">
            <a:extLst xmlns:a="http://schemas.openxmlformats.org/drawingml/2006/main">
              <a:ext uri="{FF2B5EF4-FFF2-40B4-BE49-F238E27FC236}">
                <a16:creationId xmlns:a16="http://schemas.microsoft.com/office/drawing/2014/main" id="{4D9BE85E-FC24-4A74-AE5F-F3B7F503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45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9" name="path-831">
            <a:extLst xmlns:a="http://schemas.openxmlformats.org/drawingml/2006/main">
              <a:ext uri="{FF2B5EF4-FFF2-40B4-BE49-F238E27FC236}">
                <a16:creationId xmlns:a16="http://schemas.microsoft.com/office/drawing/2014/main" id="{66E5CF89-9FBC-4AA1-9207-48260CD1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45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90" name="path-832">
            <a:extLst xmlns:a="http://schemas.openxmlformats.org/drawingml/2006/main">
              <a:ext uri="{FF2B5EF4-FFF2-40B4-BE49-F238E27FC236}">
                <a16:creationId xmlns:a16="http://schemas.microsoft.com/office/drawing/2014/main" id="{20B92772-939B-4B4F-8FE6-F3961003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45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7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1" name="path-833">
            <a:extLst xmlns:a="http://schemas.openxmlformats.org/drawingml/2006/main">
              <a:ext uri="{FF2B5EF4-FFF2-40B4-BE49-F238E27FC236}">
                <a16:creationId xmlns:a16="http://schemas.microsoft.com/office/drawing/2014/main" id="{CA653FEF-155D-442C-8FB8-274C27E4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45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7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92" name="path-834">
            <a:extLst xmlns:a="http://schemas.openxmlformats.org/drawingml/2006/main">
              <a:ext uri="{FF2B5EF4-FFF2-40B4-BE49-F238E27FC236}">
                <a16:creationId xmlns:a16="http://schemas.microsoft.com/office/drawing/2014/main" id="{FAAEED6C-EE23-4958-BD78-A680337D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5462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3" name="path-835">
            <a:extLst xmlns:a="http://schemas.openxmlformats.org/drawingml/2006/main">
              <a:ext uri="{FF2B5EF4-FFF2-40B4-BE49-F238E27FC236}">
                <a16:creationId xmlns:a16="http://schemas.microsoft.com/office/drawing/2014/main" id="{F92B2784-AEF0-4671-9917-292723FB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5462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94" name="path-836">
            <a:extLst xmlns:a="http://schemas.openxmlformats.org/drawingml/2006/main">
              <a:ext uri="{FF2B5EF4-FFF2-40B4-BE49-F238E27FC236}">
                <a16:creationId xmlns:a16="http://schemas.microsoft.com/office/drawing/2014/main" id="{BC7B5FA2-DDAB-496C-81DB-600C1341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5462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8" y="15280"/>
                  <a:pt x="35157" y="15280"/>
                </a:cubicBezTo>
                <a:lnTo>
                  <a:pt x="5588" y="15280"/>
                </a:lnTo>
                <a:cubicBezTo>
                  <a:pt x="2475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5" name="path-837">
            <a:extLst xmlns:a="http://schemas.openxmlformats.org/drawingml/2006/main">
              <a:ext uri="{FF2B5EF4-FFF2-40B4-BE49-F238E27FC236}">
                <a16:creationId xmlns:a16="http://schemas.microsoft.com/office/drawing/2014/main" id="{D48C1AF3-F184-4D92-BBFF-6ECA0C9D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5462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8" y="15280"/>
                  <a:pt x="35157" y="15280"/>
                </a:cubicBezTo>
                <a:lnTo>
                  <a:pt x="5588" y="15280"/>
                </a:lnTo>
                <a:cubicBezTo>
                  <a:pt x="2475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96" name="path-838">
            <a:extLst xmlns:a="http://schemas.openxmlformats.org/drawingml/2006/main">
              <a:ext uri="{FF2B5EF4-FFF2-40B4-BE49-F238E27FC236}">
                <a16:creationId xmlns:a16="http://schemas.microsoft.com/office/drawing/2014/main" id="{9EB41DAE-15B2-4FC3-85B6-88DD97BE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486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7" name="path-839">
            <a:extLst xmlns:a="http://schemas.openxmlformats.org/drawingml/2006/main">
              <a:ext uri="{FF2B5EF4-FFF2-40B4-BE49-F238E27FC236}">
                <a16:creationId xmlns:a16="http://schemas.microsoft.com/office/drawing/2014/main" id="{10C1A241-8CD1-4628-BE1B-4339324F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486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898" name="path-840">
            <a:extLst xmlns:a="http://schemas.openxmlformats.org/drawingml/2006/main">
              <a:ext uri="{FF2B5EF4-FFF2-40B4-BE49-F238E27FC236}">
                <a16:creationId xmlns:a16="http://schemas.microsoft.com/office/drawing/2014/main" id="{CF19A45B-457A-4DD4-BC75-9400415E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486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9" name="path-841">
            <a:extLst xmlns:a="http://schemas.openxmlformats.org/drawingml/2006/main">
              <a:ext uri="{FF2B5EF4-FFF2-40B4-BE49-F238E27FC236}">
                <a16:creationId xmlns:a16="http://schemas.microsoft.com/office/drawing/2014/main" id="{F0EAEA8C-06DA-44CD-9C10-75935ED0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486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00" name="path-842">
            <a:extLst xmlns:a="http://schemas.openxmlformats.org/drawingml/2006/main">
              <a:ext uri="{FF2B5EF4-FFF2-40B4-BE49-F238E27FC236}">
                <a16:creationId xmlns:a16="http://schemas.microsoft.com/office/drawing/2014/main" id="{55927230-476D-4178-982C-06CB8F97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603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1" name="path-843">
            <a:extLst xmlns:a="http://schemas.openxmlformats.org/drawingml/2006/main">
              <a:ext uri="{FF2B5EF4-FFF2-40B4-BE49-F238E27FC236}">
                <a16:creationId xmlns:a16="http://schemas.microsoft.com/office/drawing/2014/main" id="{12209802-D1FC-44F0-B930-56ECFA27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603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02" name="path-844">
            <a:extLst xmlns:a="http://schemas.openxmlformats.org/drawingml/2006/main">
              <a:ext uri="{FF2B5EF4-FFF2-40B4-BE49-F238E27FC236}">
                <a16:creationId xmlns:a16="http://schemas.microsoft.com/office/drawing/2014/main" id="{F619D51B-62BA-4543-912C-67AE4032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603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70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3" name="path-845">
            <a:extLst xmlns:a="http://schemas.openxmlformats.org/drawingml/2006/main">
              <a:ext uri="{FF2B5EF4-FFF2-40B4-BE49-F238E27FC236}">
                <a16:creationId xmlns:a16="http://schemas.microsoft.com/office/drawing/2014/main" id="{5B9971A0-53C0-40DA-A8B1-55C8E412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603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70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04" name="path-846">
            <a:extLst xmlns:a="http://schemas.openxmlformats.org/drawingml/2006/main">
              <a:ext uri="{FF2B5EF4-FFF2-40B4-BE49-F238E27FC236}">
                <a16:creationId xmlns:a16="http://schemas.microsoft.com/office/drawing/2014/main" id="{8B89378F-0A51-4D5C-BAD1-727CD39D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28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5" name="path-847">
            <a:extLst xmlns:a="http://schemas.openxmlformats.org/drawingml/2006/main">
              <a:ext uri="{FF2B5EF4-FFF2-40B4-BE49-F238E27FC236}">
                <a16:creationId xmlns:a16="http://schemas.microsoft.com/office/drawing/2014/main" id="{ED7306A7-A970-4033-AE5D-5EF9CFD5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28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06" name="path-848">
            <a:extLst xmlns:a="http://schemas.openxmlformats.org/drawingml/2006/main">
              <a:ext uri="{FF2B5EF4-FFF2-40B4-BE49-F238E27FC236}">
                <a16:creationId xmlns:a16="http://schemas.microsoft.com/office/drawing/2014/main" id="{D8D741A1-F131-4A7F-91FC-6CF33487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28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7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7" name="path-849">
            <a:extLst xmlns:a="http://schemas.openxmlformats.org/drawingml/2006/main">
              <a:ext uri="{FF2B5EF4-FFF2-40B4-BE49-F238E27FC236}">
                <a16:creationId xmlns:a16="http://schemas.microsoft.com/office/drawing/2014/main" id="{C2E32BC4-A859-4C35-9218-844FFF3B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28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7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08" name="path-850">
            <a:extLst xmlns:a="http://schemas.openxmlformats.org/drawingml/2006/main">
              <a:ext uri="{FF2B5EF4-FFF2-40B4-BE49-F238E27FC236}">
                <a16:creationId xmlns:a16="http://schemas.microsoft.com/office/drawing/2014/main" id="{1C7AAAB6-FE02-4672-8563-BE3A119E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746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9" name="path-851">
            <a:extLst xmlns:a="http://schemas.openxmlformats.org/drawingml/2006/main">
              <a:ext uri="{FF2B5EF4-FFF2-40B4-BE49-F238E27FC236}">
                <a16:creationId xmlns:a16="http://schemas.microsoft.com/office/drawing/2014/main" id="{7100C0C0-5C2F-4D83-8D9A-B0EB04C4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746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6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10" name="path-852">
            <a:extLst xmlns:a="http://schemas.openxmlformats.org/drawingml/2006/main">
              <a:ext uri="{FF2B5EF4-FFF2-40B4-BE49-F238E27FC236}">
                <a16:creationId xmlns:a16="http://schemas.microsoft.com/office/drawing/2014/main" id="{A7DE9BC5-51D1-4A33-8070-09506C37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746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8" y="15280"/>
                  <a:pt x="35156" y="15280"/>
                </a:cubicBezTo>
                <a:lnTo>
                  <a:pt x="5588" y="15280"/>
                </a:lnTo>
                <a:cubicBezTo>
                  <a:pt x="2475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1" name="path-853">
            <a:extLst xmlns:a="http://schemas.openxmlformats.org/drawingml/2006/main">
              <a:ext uri="{FF2B5EF4-FFF2-40B4-BE49-F238E27FC236}">
                <a16:creationId xmlns:a16="http://schemas.microsoft.com/office/drawing/2014/main" id="{6DDAE08B-4D2C-461C-8584-A46EA60A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746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5" y="0"/>
                  <a:pt x="5588" y="0"/>
                </a:cubicBezTo>
                <a:lnTo>
                  <a:pt x="35156" y="0"/>
                </a:lnTo>
                <a:cubicBezTo>
                  <a:pt x="38268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8" y="15280"/>
                  <a:pt x="35156" y="15280"/>
                </a:cubicBezTo>
                <a:lnTo>
                  <a:pt x="5588" y="15280"/>
                </a:lnTo>
                <a:cubicBezTo>
                  <a:pt x="2475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12" name="path-854">
            <a:extLst xmlns:a="http://schemas.openxmlformats.org/drawingml/2006/main">
              <a:ext uri="{FF2B5EF4-FFF2-40B4-BE49-F238E27FC236}">
                <a16:creationId xmlns:a16="http://schemas.microsoft.com/office/drawing/2014/main" id="{EF8920C0-1F4A-426A-9BBC-479B1A4A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770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6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6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3" name="path-855">
            <a:extLst xmlns:a="http://schemas.openxmlformats.org/drawingml/2006/main">
              <a:ext uri="{FF2B5EF4-FFF2-40B4-BE49-F238E27FC236}">
                <a16:creationId xmlns:a16="http://schemas.microsoft.com/office/drawing/2014/main" id="{AF2CC0BB-F7CD-4F9D-9F8E-41BE1BF0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770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6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6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14" name="path-856">
            <a:extLst xmlns:a="http://schemas.openxmlformats.org/drawingml/2006/main">
              <a:ext uri="{FF2B5EF4-FFF2-40B4-BE49-F238E27FC236}">
                <a16:creationId xmlns:a16="http://schemas.microsoft.com/office/drawing/2014/main" id="{B2ECCA84-507E-462D-A8C5-66CDF686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770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6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6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5" name="path-857">
            <a:extLst xmlns:a="http://schemas.openxmlformats.org/drawingml/2006/main">
              <a:ext uri="{FF2B5EF4-FFF2-40B4-BE49-F238E27FC236}">
                <a16:creationId xmlns:a16="http://schemas.microsoft.com/office/drawing/2014/main" id="{2E21A604-2571-4D43-B01D-08F29987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770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6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6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16" name="path-858">
            <a:extLst xmlns:a="http://schemas.openxmlformats.org/drawingml/2006/main">
              <a:ext uri="{FF2B5EF4-FFF2-40B4-BE49-F238E27FC236}">
                <a16:creationId xmlns:a16="http://schemas.microsoft.com/office/drawing/2014/main" id="{1F203846-833C-423D-AFE2-99A0E0CA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887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7" name="path-859">
            <a:extLst xmlns:a="http://schemas.openxmlformats.org/drawingml/2006/main">
              <a:ext uri="{FF2B5EF4-FFF2-40B4-BE49-F238E27FC236}">
                <a16:creationId xmlns:a16="http://schemas.microsoft.com/office/drawing/2014/main" id="{CDA7E05F-F463-4372-964B-EDCB602C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887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18" name="path-860">
            <a:extLst xmlns:a="http://schemas.openxmlformats.org/drawingml/2006/main">
              <a:ext uri="{FF2B5EF4-FFF2-40B4-BE49-F238E27FC236}">
                <a16:creationId xmlns:a16="http://schemas.microsoft.com/office/drawing/2014/main" id="{601CBA65-DA99-4A0A-97E6-E71A162F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887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70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9" name="path-861">
            <a:extLst xmlns:a="http://schemas.openxmlformats.org/drawingml/2006/main">
              <a:ext uri="{FF2B5EF4-FFF2-40B4-BE49-F238E27FC236}">
                <a16:creationId xmlns:a16="http://schemas.microsoft.com/office/drawing/2014/main" id="{4B5AF0A9-5C41-431A-B57E-112A00DD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887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70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20" name="path-862">
            <a:extLst xmlns:a="http://schemas.openxmlformats.org/drawingml/2006/main">
              <a:ext uri="{FF2B5EF4-FFF2-40B4-BE49-F238E27FC236}">
                <a16:creationId xmlns:a16="http://schemas.microsoft.com/office/drawing/2014/main" id="{C6B544A3-1326-46BC-9E51-6E97B728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911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1" name="path-863">
            <a:extLst xmlns:a="http://schemas.openxmlformats.org/drawingml/2006/main">
              <a:ext uri="{FF2B5EF4-FFF2-40B4-BE49-F238E27FC236}">
                <a16:creationId xmlns:a16="http://schemas.microsoft.com/office/drawing/2014/main" id="{2596DEE3-57B0-4948-9D9D-5FEBA934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911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9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22" name="path-864">
            <a:extLst xmlns:a="http://schemas.openxmlformats.org/drawingml/2006/main">
              <a:ext uri="{FF2B5EF4-FFF2-40B4-BE49-F238E27FC236}">
                <a16:creationId xmlns:a16="http://schemas.microsoft.com/office/drawing/2014/main" id="{B9CDD653-1A4F-4E71-82DB-79BFF9A8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911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7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3" name="path-865">
            <a:extLst xmlns:a="http://schemas.openxmlformats.org/drawingml/2006/main">
              <a:ext uri="{FF2B5EF4-FFF2-40B4-BE49-F238E27FC236}">
                <a16:creationId xmlns:a16="http://schemas.microsoft.com/office/drawing/2014/main" id="{5C7078B6-EEB5-4DD3-AD2A-0D73B287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911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7" y="0"/>
                </a:lnTo>
                <a:cubicBezTo>
                  <a:pt x="38269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9" y="15280"/>
                  <a:pt x="35157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24" name="path-866">
            <a:extLst xmlns:a="http://schemas.openxmlformats.org/drawingml/2006/main">
              <a:ext uri="{FF2B5EF4-FFF2-40B4-BE49-F238E27FC236}">
                <a16:creationId xmlns:a16="http://schemas.microsoft.com/office/drawing/2014/main" id="{73614489-E72F-43E3-9EA6-36CA3A65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29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5" name="path-867">
            <a:extLst xmlns:a="http://schemas.openxmlformats.org/drawingml/2006/main">
              <a:ext uri="{FF2B5EF4-FFF2-40B4-BE49-F238E27FC236}">
                <a16:creationId xmlns:a16="http://schemas.microsoft.com/office/drawing/2014/main" id="{2756DC61-9AB0-43B1-AFC1-2EB68108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29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26" name="path-868">
            <a:extLst xmlns:a="http://schemas.openxmlformats.org/drawingml/2006/main">
              <a:ext uri="{FF2B5EF4-FFF2-40B4-BE49-F238E27FC236}">
                <a16:creationId xmlns:a16="http://schemas.microsoft.com/office/drawing/2014/main" id="{C623AD85-0940-400E-AE76-370A38E3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29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8" y="15280"/>
                  <a:pt x="35157" y="15280"/>
                </a:cubicBezTo>
                <a:lnTo>
                  <a:pt x="5588" y="15280"/>
                </a:lnTo>
                <a:cubicBezTo>
                  <a:pt x="2475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7" name="path-869">
            <a:extLst xmlns:a="http://schemas.openxmlformats.org/drawingml/2006/main">
              <a:ext uri="{FF2B5EF4-FFF2-40B4-BE49-F238E27FC236}">
                <a16:creationId xmlns:a16="http://schemas.microsoft.com/office/drawing/2014/main" id="{13015573-2F17-4438-865C-7213F2A2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29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5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8" y="15280"/>
                  <a:pt x="35157" y="15280"/>
                </a:cubicBezTo>
                <a:lnTo>
                  <a:pt x="5588" y="15280"/>
                </a:lnTo>
                <a:cubicBezTo>
                  <a:pt x="2475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28" name="path-870">
            <a:extLst xmlns:a="http://schemas.openxmlformats.org/drawingml/2006/main">
              <a:ext uri="{FF2B5EF4-FFF2-40B4-BE49-F238E27FC236}">
                <a16:creationId xmlns:a16="http://schemas.microsoft.com/office/drawing/2014/main" id="{C3A579DF-41FD-446B-9E15-6627256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146" y="3591611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0063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3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9" name="path-871">
            <a:extLst xmlns:a="http://schemas.openxmlformats.org/drawingml/2006/main">
              <a:ext uri="{FF2B5EF4-FFF2-40B4-BE49-F238E27FC236}">
                <a16:creationId xmlns:a16="http://schemas.microsoft.com/office/drawing/2014/main" id="{29083521-DFE9-409D-8BA4-3546CF46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146" y="3591611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0063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3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30" name="path-872">
            <a:extLst xmlns:a="http://schemas.openxmlformats.org/drawingml/2006/main">
              <a:ext uri="{FF2B5EF4-FFF2-40B4-BE49-F238E27FC236}">
                <a16:creationId xmlns:a16="http://schemas.microsoft.com/office/drawing/2014/main" id="{4F522155-AA1E-4B80-B22B-1DAD76C8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146" y="3907454"/>
            <a:ext cx="35652" cy="15280"/>
          </a:xfrm>
          <a:custGeom xmlns:a="http://schemas.openxmlformats.org/drawingml/2006/main">
            <a:pathLst>
              <a:path w="35652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0063" y="0"/>
                </a:lnTo>
                <a:cubicBezTo>
                  <a:pt x="33176" y="0"/>
                  <a:pt x="35652" y="2546"/>
                  <a:pt x="35652" y="5589"/>
                </a:cubicBezTo>
                <a:lnTo>
                  <a:pt x="35652" y="9762"/>
                </a:lnTo>
                <a:cubicBezTo>
                  <a:pt x="35652" y="12804"/>
                  <a:pt x="33176" y="15280"/>
                  <a:pt x="30063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1" name="path-873">
            <a:extLst xmlns:a="http://schemas.openxmlformats.org/drawingml/2006/main">
              <a:ext uri="{FF2B5EF4-FFF2-40B4-BE49-F238E27FC236}">
                <a16:creationId xmlns:a16="http://schemas.microsoft.com/office/drawing/2014/main" id="{3E9B5086-2A23-4FBB-940A-14698A61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146" y="3907454"/>
            <a:ext cx="35652" cy="15280"/>
          </a:xfrm>
          <a:custGeom xmlns:a="http://schemas.openxmlformats.org/drawingml/2006/main">
            <a:pathLst>
              <a:path w="35652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0063" y="0"/>
                </a:lnTo>
                <a:cubicBezTo>
                  <a:pt x="33176" y="0"/>
                  <a:pt x="35652" y="2546"/>
                  <a:pt x="35652" y="5589"/>
                </a:cubicBezTo>
                <a:lnTo>
                  <a:pt x="35652" y="9762"/>
                </a:lnTo>
                <a:cubicBezTo>
                  <a:pt x="35652" y="12804"/>
                  <a:pt x="33176" y="15280"/>
                  <a:pt x="30063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32" name="path-874">
            <a:extLst xmlns:a="http://schemas.openxmlformats.org/drawingml/2006/main">
              <a:ext uri="{FF2B5EF4-FFF2-40B4-BE49-F238E27FC236}">
                <a16:creationId xmlns:a16="http://schemas.microsoft.com/office/drawing/2014/main" id="{3909D727-494F-4E09-94B3-30EA09B2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170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3" name="path-875">
            <a:extLst xmlns:a="http://schemas.openxmlformats.org/drawingml/2006/main">
              <a:ext uri="{FF2B5EF4-FFF2-40B4-BE49-F238E27FC236}">
                <a16:creationId xmlns:a16="http://schemas.microsoft.com/office/drawing/2014/main" id="{D6172409-5113-497C-BC03-84DC4FB9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170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34" name="path-876">
            <a:extLst xmlns:a="http://schemas.openxmlformats.org/drawingml/2006/main">
              <a:ext uri="{FF2B5EF4-FFF2-40B4-BE49-F238E27FC236}">
                <a16:creationId xmlns:a16="http://schemas.microsoft.com/office/drawing/2014/main" id="{BAA81DFC-1AC4-4D24-A799-F1EC1CC3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170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70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5" name="path-877">
            <a:extLst xmlns:a="http://schemas.openxmlformats.org/drawingml/2006/main">
              <a:ext uri="{FF2B5EF4-FFF2-40B4-BE49-F238E27FC236}">
                <a16:creationId xmlns:a16="http://schemas.microsoft.com/office/drawing/2014/main" id="{31315972-AE05-4E59-B3A1-2F442D12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170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70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36" name="path-878">
            <a:extLst xmlns:a="http://schemas.openxmlformats.org/drawingml/2006/main">
              <a:ext uri="{FF2B5EF4-FFF2-40B4-BE49-F238E27FC236}">
                <a16:creationId xmlns:a16="http://schemas.microsoft.com/office/drawing/2014/main" id="{472784A2-149B-49C3-ABE8-707C9226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288" y="3591611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4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7" name="path-879">
            <a:extLst xmlns:a="http://schemas.openxmlformats.org/drawingml/2006/main">
              <a:ext uri="{FF2B5EF4-FFF2-40B4-BE49-F238E27FC236}">
                <a16:creationId xmlns:a16="http://schemas.microsoft.com/office/drawing/2014/main" id="{0C167F50-815C-465D-AEB7-DB4C37DF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288" y="3591611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4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38" name="path-880">
            <a:extLst xmlns:a="http://schemas.openxmlformats.org/drawingml/2006/main">
              <a:ext uri="{FF2B5EF4-FFF2-40B4-BE49-F238E27FC236}">
                <a16:creationId xmlns:a16="http://schemas.microsoft.com/office/drawing/2014/main" id="{BB6072D2-392E-4E45-B911-46B19F87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288" y="3907454"/>
            <a:ext cx="35652" cy="15280"/>
          </a:xfrm>
          <a:custGeom xmlns:a="http://schemas.openxmlformats.org/drawingml/2006/main">
            <a:pathLst>
              <a:path w="35652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546"/>
                  <a:pt x="35652" y="5589"/>
                </a:cubicBezTo>
                <a:lnTo>
                  <a:pt x="35652" y="9762"/>
                </a:lnTo>
                <a:cubicBezTo>
                  <a:pt x="35652" y="12804"/>
                  <a:pt x="33176" y="15280"/>
                  <a:pt x="30064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9" name="path-881">
            <a:extLst xmlns:a="http://schemas.openxmlformats.org/drawingml/2006/main">
              <a:ext uri="{FF2B5EF4-FFF2-40B4-BE49-F238E27FC236}">
                <a16:creationId xmlns:a16="http://schemas.microsoft.com/office/drawing/2014/main" id="{3CB6332D-E151-4C07-9DC0-A88F5433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288" y="3907454"/>
            <a:ext cx="35652" cy="15280"/>
          </a:xfrm>
          <a:custGeom xmlns:a="http://schemas.openxmlformats.org/drawingml/2006/main">
            <a:pathLst>
              <a:path w="35652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546"/>
                  <a:pt x="35652" y="5589"/>
                </a:cubicBezTo>
                <a:lnTo>
                  <a:pt x="35652" y="9762"/>
                </a:lnTo>
                <a:cubicBezTo>
                  <a:pt x="35652" y="12804"/>
                  <a:pt x="33176" y="15280"/>
                  <a:pt x="30064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40" name="path-882">
            <a:extLst xmlns:a="http://schemas.openxmlformats.org/drawingml/2006/main">
              <a:ext uri="{FF2B5EF4-FFF2-40B4-BE49-F238E27FC236}">
                <a16:creationId xmlns:a16="http://schemas.microsoft.com/office/drawing/2014/main" id="{51220F0C-90DE-49FD-9F11-D5939D95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312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1" name="path-883">
            <a:extLst xmlns:a="http://schemas.openxmlformats.org/drawingml/2006/main">
              <a:ext uri="{FF2B5EF4-FFF2-40B4-BE49-F238E27FC236}">
                <a16:creationId xmlns:a16="http://schemas.microsoft.com/office/drawing/2014/main" id="{9E0859D2-70E0-4360-8CDB-C22AC20D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312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68" y="15279"/>
                  <a:pt x="35157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42" name="path-884">
            <a:extLst xmlns:a="http://schemas.openxmlformats.org/drawingml/2006/main">
              <a:ext uri="{FF2B5EF4-FFF2-40B4-BE49-F238E27FC236}">
                <a16:creationId xmlns:a16="http://schemas.microsoft.com/office/drawing/2014/main" id="{7B47D7E4-F194-49A9-A3AD-56CC6FF3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312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8" y="15280"/>
                  <a:pt x="35157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3" name="path-885">
            <a:extLst xmlns:a="http://schemas.openxmlformats.org/drawingml/2006/main">
              <a:ext uri="{FF2B5EF4-FFF2-40B4-BE49-F238E27FC236}">
                <a16:creationId xmlns:a16="http://schemas.microsoft.com/office/drawing/2014/main" id="{5E83A15F-E7E6-445E-901E-07DE70BE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312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5157" y="0"/>
                </a:lnTo>
                <a:cubicBezTo>
                  <a:pt x="38268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68" y="15280"/>
                  <a:pt x="35157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44" name="path-886">
            <a:extLst xmlns:a="http://schemas.openxmlformats.org/drawingml/2006/main">
              <a:ext uri="{FF2B5EF4-FFF2-40B4-BE49-F238E27FC236}">
                <a16:creationId xmlns:a16="http://schemas.microsoft.com/office/drawing/2014/main" id="{B6441394-6A40-4CDB-A1ED-E051D37D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430" y="3591611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0063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3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5" name="path-887">
            <a:extLst xmlns:a="http://schemas.openxmlformats.org/drawingml/2006/main">
              <a:ext uri="{FF2B5EF4-FFF2-40B4-BE49-F238E27FC236}">
                <a16:creationId xmlns:a16="http://schemas.microsoft.com/office/drawing/2014/main" id="{1B6E0EBB-DCB2-4F6B-861E-B35D55BE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430" y="3591611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0063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3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46" name="path-888">
            <a:extLst xmlns:a="http://schemas.openxmlformats.org/drawingml/2006/main">
              <a:ext uri="{FF2B5EF4-FFF2-40B4-BE49-F238E27FC236}">
                <a16:creationId xmlns:a16="http://schemas.microsoft.com/office/drawing/2014/main" id="{642F2B53-F736-452D-AE0E-F6478D1F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430" y="3907454"/>
            <a:ext cx="35652" cy="15280"/>
          </a:xfrm>
          <a:custGeom xmlns:a="http://schemas.openxmlformats.org/drawingml/2006/main">
            <a:pathLst>
              <a:path w="35652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0063" y="0"/>
                </a:lnTo>
                <a:cubicBezTo>
                  <a:pt x="33176" y="0"/>
                  <a:pt x="35652" y="2546"/>
                  <a:pt x="35652" y="5589"/>
                </a:cubicBezTo>
                <a:lnTo>
                  <a:pt x="35652" y="9762"/>
                </a:lnTo>
                <a:cubicBezTo>
                  <a:pt x="35652" y="12804"/>
                  <a:pt x="33176" y="15280"/>
                  <a:pt x="30063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7" name="path-889">
            <a:extLst xmlns:a="http://schemas.openxmlformats.org/drawingml/2006/main">
              <a:ext uri="{FF2B5EF4-FFF2-40B4-BE49-F238E27FC236}">
                <a16:creationId xmlns:a16="http://schemas.microsoft.com/office/drawing/2014/main" id="{07DC465D-2430-4A25-86A2-A06E020C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430" y="3907454"/>
            <a:ext cx="35652" cy="15280"/>
          </a:xfrm>
          <a:custGeom xmlns:a="http://schemas.openxmlformats.org/drawingml/2006/main">
            <a:pathLst>
              <a:path w="35652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0063" y="0"/>
                </a:lnTo>
                <a:cubicBezTo>
                  <a:pt x="33176" y="0"/>
                  <a:pt x="35652" y="2546"/>
                  <a:pt x="35652" y="5589"/>
                </a:cubicBezTo>
                <a:lnTo>
                  <a:pt x="35652" y="9762"/>
                </a:lnTo>
                <a:cubicBezTo>
                  <a:pt x="35652" y="12804"/>
                  <a:pt x="33176" y="15280"/>
                  <a:pt x="30063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48" name="path-890">
            <a:extLst xmlns:a="http://schemas.openxmlformats.org/drawingml/2006/main">
              <a:ext uri="{FF2B5EF4-FFF2-40B4-BE49-F238E27FC236}">
                <a16:creationId xmlns:a16="http://schemas.microsoft.com/office/drawing/2014/main" id="{505FD763-2E0F-4FC3-B3B9-CBF8D59F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454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9" name="path-891">
            <a:extLst xmlns:a="http://schemas.openxmlformats.org/drawingml/2006/main">
              <a:ext uri="{FF2B5EF4-FFF2-40B4-BE49-F238E27FC236}">
                <a16:creationId xmlns:a16="http://schemas.microsoft.com/office/drawing/2014/main" id="{0A3F3718-51F5-47E6-A1E8-E6EFE2BE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454" y="3591611"/>
            <a:ext cx="40745" cy="15279"/>
          </a:xfrm>
          <a:custGeom xmlns:a="http://schemas.openxmlformats.org/drawingml/2006/main">
            <a:pathLst>
              <a:path w="40745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476"/>
                  <a:pt x="40745" y="5588"/>
                </a:cubicBezTo>
                <a:lnTo>
                  <a:pt x="40745" y="9762"/>
                </a:lnTo>
                <a:cubicBezTo>
                  <a:pt x="40745" y="12803"/>
                  <a:pt x="38270" y="15279"/>
                  <a:pt x="35157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50" name="path-892">
            <a:extLst xmlns:a="http://schemas.openxmlformats.org/drawingml/2006/main">
              <a:ext uri="{FF2B5EF4-FFF2-40B4-BE49-F238E27FC236}">
                <a16:creationId xmlns:a16="http://schemas.microsoft.com/office/drawing/2014/main" id="{44EDFBDE-DA97-470A-90B0-14562014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454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70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1" name="path-893">
            <a:extLst xmlns:a="http://schemas.openxmlformats.org/drawingml/2006/main">
              <a:ext uri="{FF2B5EF4-FFF2-40B4-BE49-F238E27FC236}">
                <a16:creationId xmlns:a16="http://schemas.microsoft.com/office/drawing/2014/main" id="{566C681C-07EF-407A-921F-6BDE84D8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454" y="3907454"/>
            <a:ext cx="40745" cy="15280"/>
          </a:xfrm>
          <a:custGeom xmlns:a="http://schemas.openxmlformats.org/drawingml/2006/main">
            <a:pathLst>
              <a:path w="40745" h="15280">
                <a:moveTo>
                  <a:pt x="0" y="5589"/>
                </a:moveTo>
                <a:cubicBezTo>
                  <a:pt x="0" y="2546"/>
                  <a:pt x="2476" y="0"/>
                  <a:pt x="5589" y="0"/>
                </a:cubicBezTo>
                <a:lnTo>
                  <a:pt x="35157" y="0"/>
                </a:lnTo>
                <a:cubicBezTo>
                  <a:pt x="38270" y="0"/>
                  <a:pt x="40745" y="2546"/>
                  <a:pt x="40745" y="5589"/>
                </a:cubicBezTo>
                <a:lnTo>
                  <a:pt x="40745" y="9762"/>
                </a:lnTo>
                <a:cubicBezTo>
                  <a:pt x="40745" y="12804"/>
                  <a:pt x="38270" y="15280"/>
                  <a:pt x="35157" y="15280"/>
                </a:cubicBezTo>
                <a:lnTo>
                  <a:pt x="5589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52" name="path-894">
            <a:extLst xmlns:a="http://schemas.openxmlformats.org/drawingml/2006/main">
              <a:ext uri="{FF2B5EF4-FFF2-40B4-BE49-F238E27FC236}">
                <a16:creationId xmlns:a16="http://schemas.microsoft.com/office/drawing/2014/main" id="{5A2EE7B1-84E5-43DB-A6A9-4B9556FA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571" y="3591611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4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3" name="path-895">
            <a:extLst xmlns:a="http://schemas.openxmlformats.org/drawingml/2006/main">
              <a:ext uri="{FF2B5EF4-FFF2-40B4-BE49-F238E27FC236}">
                <a16:creationId xmlns:a16="http://schemas.microsoft.com/office/drawing/2014/main" id="{2B894FE0-2D4D-44A6-89EB-B3EF6E11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571" y="3591611"/>
            <a:ext cx="35652" cy="15279"/>
          </a:xfrm>
          <a:custGeom xmlns:a="http://schemas.openxmlformats.org/drawingml/2006/main">
            <a:pathLst>
              <a:path w="35652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476"/>
                  <a:pt x="35652" y="5588"/>
                </a:cubicBezTo>
                <a:lnTo>
                  <a:pt x="35652" y="9762"/>
                </a:lnTo>
                <a:cubicBezTo>
                  <a:pt x="35652" y="12803"/>
                  <a:pt x="33176" y="15279"/>
                  <a:pt x="30064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54" name="path-896">
            <a:extLst xmlns:a="http://schemas.openxmlformats.org/drawingml/2006/main">
              <a:ext uri="{FF2B5EF4-FFF2-40B4-BE49-F238E27FC236}">
                <a16:creationId xmlns:a16="http://schemas.microsoft.com/office/drawing/2014/main" id="{955D931C-7714-48A6-9180-C8D751D7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571" y="3907454"/>
            <a:ext cx="35652" cy="15280"/>
          </a:xfrm>
          <a:custGeom xmlns:a="http://schemas.openxmlformats.org/drawingml/2006/main">
            <a:pathLst>
              <a:path w="35652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546"/>
                  <a:pt x="35652" y="5589"/>
                </a:cubicBezTo>
                <a:lnTo>
                  <a:pt x="35652" y="9762"/>
                </a:lnTo>
                <a:cubicBezTo>
                  <a:pt x="35652" y="12804"/>
                  <a:pt x="33176" y="15280"/>
                  <a:pt x="30064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5" name="path-897">
            <a:extLst xmlns:a="http://schemas.openxmlformats.org/drawingml/2006/main">
              <a:ext uri="{FF2B5EF4-FFF2-40B4-BE49-F238E27FC236}">
                <a16:creationId xmlns:a16="http://schemas.microsoft.com/office/drawing/2014/main" id="{8E16794C-C102-40DF-B04B-E7E19F2F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571" y="3907454"/>
            <a:ext cx="35652" cy="15280"/>
          </a:xfrm>
          <a:custGeom xmlns:a="http://schemas.openxmlformats.org/drawingml/2006/main">
            <a:pathLst>
              <a:path w="35652" h="15280">
                <a:moveTo>
                  <a:pt x="0" y="5589"/>
                </a:moveTo>
                <a:cubicBezTo>
                  <a:pt x="0" y="2546"/>
                  <a:pt x="2476" y="0"/>
                  <a:pt x="5588" y="0"/>
                </a:cubicBezTo>
                <a:lnTo>
                  <a:pt x="30064" y="0"/>
                </a:lnTo>
                <a:cubicBezTo>
                  <a:pt x="33176" y="0"/>
                  <a:pt x="35652" y="2546"/>
                  <a:pt x="35652" y="5589"/>
                </a:cubicBezTo>
                <a:lnTo>
                  <a:pt x="35652" y="9762"/>
                </a:lnTo>
                <a:cubicBezTo>
                  <a:pt x="35652" y="12804"/>
                  <a:pt x="33176" y="15280"/>
                  <a:pt x="30064" y="15280"/>
                </a:cubicBezTo>
                <a:lnTo>
                  <a:pt x="5588" y="15280"/>
                </a:lnTo>
                <a:cubicBezTo>
                  <a:pt x="2476" y="15280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56" name="path-898">
            <a:extLst xmlns:a="http://schemas.openxmlformats.org/drawingml/2006/main">
              <a:ext uri="{FF2B5EF4-FFF2-40B4-BE49-F238E27FC236}">
                <a16:creationId xmlns:a16="http://schemas.microsoft.com/office/drawing/2014/main" id="{78A616A5-C0F9-44B1-A714-C0DAE3F4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207" y="3545794"/>
            <a:ext cx="5093" cy="422849"/>
          </a:xfrm>
          <a:custGeom xmlns:a="http://schemas.openxmlformats.org/drawingml/2006/main">
            <a:pathLst>
              <a:path w="5093" h="422849">
                <a:moveTo>
                  <a:pt x="0" y="0"/>
                </a:moveTo>
                <a:lnTo>
                  <a:pt x="5093" y="0"/>
                </a:lnTo>
                <a:lnTo>
                  <a:pt x="5093" y="422849"/>
                </a:lnTo>
                <a:lnTo>
                  <a:pt x="0" y="422849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7" name="path-899">
            <a:extLst xmlns:a="http://schemas.openxmlformats.org/drawingml/2006/main">
              <a:ext uri="{FF2B5EF4-FFF2-40B4-BE49-F238E27FC236}">
                <a16:creationId xmlns:a16="http://schemas.microsoft.com/office/drawing/2014/main" id="{66938167-A7FC-4492-AFF1-3D1F9B8D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207" y="3545794"/>
            <a:ext cx="5093" cy="422849"/>
          </a:xfrm>
          <a:custGeom xmlns:a="http://schemas.openxmlformats.org/drawingml/2006/main">
            <a:pathLst>
              <a:path w="5093" h="422849">
                <a:moveTo>
                  <a:pt x="0" y="0"/>
                </a:moveTo>
                <a:lnTo>
                  <a:pt x="5093" y="0"/>
                </a:lnTo>
                <a:lnTo>
                  <a:pt x="5093" y="422849"/>
                </a:lnTo>
                <a:lnTo>
                  <a:pt x="0" y="4228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47A00"/>
            </a:solidFill>
            <a:prstDash val="solid"/>
          </a:ln>
        </p:spPr>
      </p:sp>
      <p:sp>
        <p:nvSpPr>
          <p:cNvPr id="958" name="path-900">
            <a:extLst xmlns:a="http://schemas.openxmlformats.org/drawingml/2006/main">
              <a:ext uri="{FF2B5EF4-FFF2-40B4-BE49-F238E27FC236}">
                <a16:creationId xmlns:a16="http://schemas.microsoft.com/office/drawing/2014/main" id="{F45E373D-42A6-4117-B635-C5AAD0A5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195" y="3545794"/>
            <a:ext cx="5093" cy="422849"/>
          </a:xfrm>
          <a:custGeom xmlns:a="http://schemas.openxmlformats.org/drawingml/2006/main">
            <a:pathLst>
              <a:path w="5093" h="422849">
                <a:moveTo>
                  <a:pt x="0" y="0"/>
                </a:moveTo>
                <a:lnTo>
                  <a:pt x="5093" y="0"/>
                </a:lnTo>
                <a:lnTo>
                  <a:pt x="5093" y="422849"/>
                </a:lnTo>
                <a:lnTo>
                  <a:pt x="0" y="422849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9" name="path-901">
            <a:extLst xmlns:a="http://schemas.openxmlformats.org/drawingml/2006/main">
              <a:ext uri="{FF2B5EF4-FFF2-40B4-BE49-F238E27FC236}">
                <a16:creationId xmlns:a16="http://schemas.microsoft.com/office/drawing/2014/main" id="{EECE39EF-5105-44D5-89C2-7E751E1A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195" y="3545794"/>
            <a:ext cx="5093" cy="422849"/>
          </a:xfrm>
          <a:custGeom xmlns:a="http://schemas.openxmlformats.org/drawingml/2006/main">
            <a:pathLst>
              <a:path w="5093" h="422849">
                <a:moveTo>
                  <a:pt x="0" y="0"/>
                </a:moveTo>
                <a:lnTo>
                  <a:pt x="5093" y="0"/>
                </a:lnTo>
                <a:lnTo>
                  <a:pt x="5093" y="422849"/>
                </a:lnTo>
                <a:lnTo>
                  <a:pt x="0" y="4228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47A00"/>
            </a:solidFill>
            <a:prstDash val="solid"/>
          </a:ln>
        </p:spPr>
      </p:sp>
      <p:sp>
        <p:nvSpPr>
          <p:cNvPr id="960" name="path-902">
            <a:extLst xmlns:a="http://schemas.openxmlformats.org/drawingml/2006/main">
              <a:ext uri="{FF2B5EF4-FFF2-40B4-BE49-F238E27FC236}">
                <a16:creationId xmlns:a16="http://schemas.microsoft.com/office/drawing/2014/main" id="{41B212BE-BC8D-4CA4-B566-664B3224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300" y="3545771"/>
            <a:ext cx="147701" cy="5094"/>
          </a:xfrm>
          <a:custGeom xmlns:a="http://schemas.openxmlformats.org/drawingml/2006/main">
            <a:pathLst>
              <a:path w="147701" h="5094">
                <a:moveTo>
                  <a:pt x="0" y="0"/>
                </a:moveTo>
                <a:lnTo>
                  <a:pt x="147701" y="0"/>
                </a:lnTo>
                <a:lnTo>
                  <a:pt x="147701" y="5094"/>
                </a:lnTo>
                <a:lnTo>
                  <a:pt x="0" y="5094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1" name="path-903">
            <a:extLst xmlns:a="http://schemas.openxmlformats.org/drawingml/2006/main">
              <a:ext uri="{FF2B5EF4-FFF2-40B4-BE49-F238E27FC236}">
                <a16:creationId xmlns:a16="http://schemas.microsoft.com/office/drawing/2014/main" id="{9DFF88D5-A1D8-4DCF-98E6-16EF6802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300" y="3545771"/>
            <a:ext cx="147701" cy="5094"/>
          </a:xfrm>
          <a:custGeom xmlns:a="http://schemas.openxmlformats.org/drawingml/2006/main">
            <a:pathLst>
              <a:path w="147701" h="5094">
                <a:moveTo>
                  <a:pt x="0" y="0"/>
                </a:moveTo>
                <a:lnTo>
                  <a:pt x="147701" y="0"/>
                </a:lnTo>
                <a:lnTo>
                  <a:pt x="147701" y="5094"/>
                </a:lnTo>
                <a:lnTo>
                  <a:pt x="0" y="50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76">
            <a:solidFill>
              <a:srgbClr val="F47A00"/>
            </a:solidFill>
            <a:prstDash val="solid"/>
          </a:ln>
        </p:spPr>
      </p:sp>
      <p:sp>
        <p:nvSpPr>
          <p:cNvPr id="962" name="path-904">
            <a:extLst xmlns:a="http://schemas.openxmlformats.org/drawingml/2006/main">
              <a:ext uri="{FF2B5EF4-FFF2-40B4-BE49-F238E27FC236}">
                <a16:creationId xmlns:a16="http://schemas.microsoft.com/office/drawing/2014/main" id="{0900D3D0-8134-447C-8DA6-8B1AB648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9681" y="3545771"/>
            <a:ext cx="142607" cy="5094"/>
          </a:xfrm>
          <a:custGeom xmlns:a="http://schemas.openxmlformats.org/drawingml/2006/main">
            <a:pathLst>
              <a:path w="142607" h="5094">
                <a:moveTo>
                  <a:pt x="0" y="0"/>
                </a:moveTo>
                <a:lnTo>
                  <a:pt x="142607" y="0"/>
                </a:lnTo>
                <a:lnTo>
                  <a:pt x="142607" y="5094"/>
                </a:lnTo>
                <a:lnTo>
                  <a:pt x="0" y="5094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3" name="path-905">
            <a:extLst xmlns:a="http://schemas.openxmlformats.org/drawingml/2006/main">
              <a:ext uri="{FF2B5EF4-FFF2-40B4-BE49-F238E27FC236}">
                <a16:creationId xmlns:a16="http://schemas.microsoft.com/office/drawing/2014/main" id="{68684194-DCDE-4792-B527-8459D40C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9681" y="3545771"/>
            <a:ext cx="142607" cy="5094"/>
          </a:xfrm>
          <a:custGeom xmlns:a="http://schemas.openxmlformats.org/drawingml/2006/main">
            <a:pathLst>
              <a:path w="142607" h="5094">
                <a:moveTo>
                  <a:pt x="0" y="0"/>
                </a:moveTo>
                <a:lnTo>
                  <a:pt x="142607" y="0"/>
                </a:lnTo>
                <a:lnTo>
                  <a:pt x="142607" y="5094"/>
                </a:lnTo>
                <a:lnTo>
                  <a:pt x="0" y="50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76">
            <a:solidFill>
              <a:srgbClr val="F47A00"/>
            </a:solidFill>
            <a:prstDash val="solid"/>
          </a:ln>
        </p:spPr>
      </p:sp>
      <p:sp>
        <p:nvSpPr>
          <p:cNvPr id="964" name="path-906">
            <a:extLst xmlns:a="http://schemas.openxmlformats.org/drawingml/2006/main">
              <a:ext uri="{FF2B5EF4-FFF2-40B4-BE49-F238E27FC236}">
                <a16:creationId xmlns:a16="http://schemas.microsoft.com/office/drawing/2014/main" id="{497516BB-E256-474D-85AE-D437A09E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300" y="3958453"/>
            <a:ext cx="142608" cy="10189"/>
          </a:xfrm>
          <a:custGeom xmlns:a="http://schemas.openxmlformats.org/drawingml/2006/main">
            <a:pathLst>
              <a:path w="142608" h="10189">
                <a:moveTo>
                  <a:pt x="0" y="0"/>
                </a:moveTo>
                <a:lnTo>
                  <a:pt x="142608" y="0"/>
                </a:lnTo>
                <a:lnTo>
                  <a:pt x="142608" y="10189"/>
                </a:lnTo>
                <a:lnTo>
                  <a:pt x="0" y="10189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5" name="path-907">
            <a:extLst xmlns:a="http://schemas.openxmlformats.org/drawingml/2006/main">
              <a:ext uri="{FF2B5EF4-FFF2-40B4-BE49-F238E27FC236}">
                <a16:creationId xmlns:a16="http://schemas.microsoft.com/office/drawing/2014/main" id="{85B2D580-862C-4489-AE96-1F21706A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300" y="3958453"/>
            <a:ext cx="142608" cy="10189"/>
          </a:xfrm>
          <a:custGeom xmlns:a="http://schemas.openxmlformats.org/drawingml/2006/main">
            <a:pathLst>
              <a:path w="142608" h="10189">
                <a:moveTo>
                  <a:pt x="0" y="0"/>
                </a:moveTo>
                <a:lnTo>
                  <a:pt x="142608" y="0"/>
                </a:lnTo>
                <a:lnTo>
                  <a:pt x="142608" y="10189"/>
                </a:lnTo>
                <a:lnTo>
                  <a:pt x="0" y="101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76">
            <a:solidFill>
              <a:srgbClr val="F47A00"/>
            </a:solidFill>
            <a:prstDash val="solid"/>
          </a:ln>
        </p:spPr>
      </p:sp>
      <p:sp>
        <p:nvSpPr>
          <p:cNvPr id="966" name="path-908">
            <a:extLst xmlns:a="http://schemas.openxmlformats.org/drawingml/2006/main">
              <a:ext uri="{FF2B5EF4-FFF2-40B4-BE49-F238E27FC236}">
                <a16:creationId xmlns:a16="http://schemas.microsoft.com/office/drawing/2014/main" id="{ABF5665B-CE48-4B5D-865E-5F932678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9681" y="3963548"/>
            <a:ext cx="142607" cy="5095"/>
          </a:xfrm>
          <a:custGeom xmlns:a="http://schemas.openxmlformats.org/drawingml/2006/main">
            <a:pathLst>
              <a:path w="142607" h="5095">
                <a:moveTo>
                  <a:pt x="0" y="0"/>
                </a:moveTo>
                <a:lnTo>
                  <a:pt x="142607" y="0"/>
                </a:lnTo>
                <a:lnTo>
                  <a:pt x="142607" y="5095"/>
                </a:lnTo>
                <a:lnTo>
                  <a:pt x="0" y="5095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7" name="path-909">
            <a:extLst xmlns:a="http://schemas.openxmlformats.org/drawingml/2006/main">
              <a:ext uri="{FF2B5EF4-FFF2-40B4-BE49-F238E27FC236}">
                <a16:creationId xmlns:a16="http://schemas.microsoft.com/office/drawing/2014/main" id="{D3AEB955-00B5-4065-856E-7D80065E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9681" y="3963548"/>
            <a:ext cx="142607" cy="5095"/>
          </a:xfrm>
          <a:custGeom xmlns:a="http://schemas.openxmlformats.org/drawingml/2006/main">
            <a:pathLst>
              <a:path w="142607" h="5095">
                <a:moveTo>
                  <a:pt x="0" y="0"/>
                </a:moveTo>
                <a:lnTo>
                  <a:pt x="142607" y="0"/>
                </a:lnTo>
                <a:lnTo>
                  <a:pt x="142607" y="5095"/>
                </a:lnTo>
                <a:lnTo>
                  <a:pt x="0" y="50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76">
            <a:solidFill>
              <a:srgbClr val="F47A00"/>
            </a:solidFill>
            <a:prstDash val="solid"/>
          </a:ln>
        </p:spPr>
      </p:sp>
      <p:pic>
        <p:nvPicPr>
          <p:cNvPr id="968" name="">
            <a:extLst xmlns:a="http://schemas.openxmlformats.org/drawingml/2006/main">
              <a:ext uri="{FF2B5EF4-FFF2-40B4-BE49-F238E27FC236}">
                <a16:creationId xmlns:a16="http://schemas.microsoft.com/office/drawing/2014/main" id="{FC80DB8A-55FA-42D3-8AD0-6B8CF1067D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decf7ff6142de"/>
          <a:stretch xmlns:a="http://schemas.openxmlformats.org/drawingml/2006/main"/>
        </p:blipFill>
        <p:spPr>
          <a:xfrm xmlns:a="http://schemas.openxmlformats.org/drawingml/2006/main">
            <a:off x="2496682" y="3610824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969" name="">
            <a:extLst xmlns:a="http://schemas.openxmlformats.org/drawingml/2006/main">
              <a:ext uri="{FF2B5EF4-FFF2-40B4-BE49-F238E27FC236}">
                <a16:creationId xmlns:a16="http://schemas.microsoft.com/office/drawing/2014/main" id="{E56A9B7C-1155-43C8-A0F3-4E6B39BAE9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ac5ef5f264e63"/>
          <a:stretch xmlns:a="http://schemas.openxmlformats.org/drawingml/2006/main"/>
        </p:blipFill>
        <p:spPr>
          <a:xfrm xmlns:a="http://schemas.openxmlformats.org/drawingml/2006/main">
            <a:off x="2782432" y="3610824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970" name="">
            <a:extLst xmlns:a="http://schemas.openxmlformats.org/drawingml/2006/main">
              <a:ext uri="{FF2B5EF4-FFF2-40B4-BE49-F238E27FC236}">
                <a16:creationId xmlns:a16="http://schemas.microsoft.com/office/drawing/2014/main" id="{41683277-FD0E-4630-8040-45571DCF14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ca508cd0c45e0"/>
          <a:stretch xmlns:a="http://schemas.openxmlformats.org/drawingml/2006/main"/>
        </p:blipFill>
        <p:spPr>
          <a:xfrm xmlns:a="http://schemas.openxmlformats.org/drawingml/2006/main">
            <a:off x="3068182" y="3610824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971" name="">
            <a:extLst xmlns:a="http://schemas.openxmlformats.org/drawingml/2006/main">
              <a:ext uri="{FF2B5EF4-FFF2-40B4-BE49-F238E27FC236}">
                <a16:creationId xmlns:a16="http://schemas.microsoft.com/office/drawing/2014/main" id="{CB3EE792-0DC2-4046-857C-DA8C90C982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1859906954d4b"/>
          <a:stretch xmlns:a="http://schemas.openxmlformats.org/drawingml/2006/main"/>
        </p:blipFill>
        <p:spPr>
          <a:xfrm xmlns:a="http://schemas.openxmlformats.org/drawingml/2006/main">
            <a:off x="3353932" y="3610824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972" name="path-914">
            <a:extLst xmlns:a="http://schemas.openxmlformats.org/drawingml/2006/main">
              <a:ext uri="{FF2B5EF4-FFF2-40B4-BE49-F238E27FC236}">
                <a16:creationId xmlns:a16="http://schemas.microsoft.com/office/drawing/2014/main" id="{6D36E3BE-ACBC-47CA-88A4-AB9E3454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312" y="3476237"/>
            <a:ext cx="262437" cy="57580"/>
          </a:xfrm>
          <a:custGeom xmlns:a="http://schemas.openxmlformats.org/drawingml/2006/main">
            <a:pathLst>
              <a:path w="262437" h="57580">
                <a:moveTo>
                  <a:pt x="0" y="25253"/>
                </a:moveTo>
                <a:lnTo>
                  <a:pt x="0" y="32327"/>
                </a:lnTo>
                <a:lnTo>
                  <a:pt x="255433" y="32327"/>
                </a:lnTo>
                <a:lnTo>
                  <a:pt x="255433" y="25253"/>
                </a:lnTo>
                <a:close/>
                <a:moveTo>
                  <a:pt x="214759" y="919"/>
                </a:moveTo>
                <a:lnTo>
                  <a:pt x="262437" y="28790"/>
                </a:lnTo>
                <a:lnTo>
                  <a:pt x="214759" y="56590"/>
                </a:lnTo>
                <a:cubicBezTo>
                  <a:pt x="213062" y="57580"/>
                  <a:pt x="210940" y="57015"/>
                  <a:pt x="209949" y="55317"/>
                </a:cubicBezTo>
                <a:cubicBezTo>
                  <a:pt x="208959" y="53619"/>
                  <a:pt x="209525" y="51497"/>
                  <a:pt x="211222" y="50507"/>
                </a:cubicBezTo>
                <a:lnTo>
                  <a:pt x="253665" y="25748"/>
                </a:lnTo>
                <a:lnTo>
                  <a:pt x="253665" y="31832"/>
                </a:lnTo>
                <a:lnTo>
                  <a:pt x="211222" y="7074"/>
                </a:lnTo>
                <a:cubicBezTo>
                  <a:pt x="209525" y="6084"/>
                  <a:pt x="208959" y="3891"/>
                  <a:pt x="209949" y="2193"/>
                </a:cubicBezTo>
                <a:cubicBezTo>
                  <a:pt x="210940" y="566"/>
                  <a:pt x="213062" y="0"/>
                  <a:pt x="214759" y="91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3" name="path-915">
            <a:extLst xmlns:a="http://schemas.openxmlformats.org/drawingml/2006/main">
              <a:ext uri="{FF2B5EF4-FFF2-40B4-BE49-F238E27FC236}">
                <a16:creationId xmlns:a16="http://schemas.microsoft.com/office/drawing/2014/main" id="{C12A960D-CEA9-45D9-BD25-C07E5D18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4903" y="5578492"/>
            <a:ext cx="876016" cy="280192"/>
          </a:xfrm>
          <a:custGeom xmlns:a="http://schemas.openxmlformats.org/drawingml/2006/main">
            <a:pathLst>
              <a:path w="876016" h="280192">
                <a:moveTo>
                  <a:pt x="0" y="5093"/>
                </a:moveTo>
                <a:cubicBezTo>
                  <a:pt x="0" y="2264"/>
                  <a:pt x="2263" y="0"/>
                  <a:pt x="5093" y="0"/>
                </a:cubicBezTo>
                <a:lnTo>
                  <a:pt x="870923" y="0"/>
                </a:lnTo>
                <a:cubicBezTo>
                  <a:pt x="873753" y="0"/>
                  <a:pt x="876016" y="2264"/>
                  <a:pt x="876016" y="5093"/>
                </a:cubicBezTo>
                <a:lnTo>
                  <a:pt x="876016" y="275099"/>
                </a:lnTo>
                <a:cubicBezTo>
                  <a:pt x="876016" y="277929"/>
                  <a:pt x="873753" y="280192"/>
                  <a:pt x="870923" y="280192"/>
                </a:cubicBezTo>
                <a:lnTo>
                  <a:pt x="5093" y="280192"/>
                </a:lnTo>
                <a:cubicBezTo>
                  <a:pt x="2263" y="280192"/>
                  <a:pt x="0" y="277929"/>
                  <a:pt x="0" y="275099"/>
                </a:cubicBezTo>
                <a:lnTo>
                  <a:pt x="0" y="5093"/>
                </a:lnTo>
              </a:path>
            </a:pathLst>
          </a:custGeom>
          <a:solidFill xmlns:a="http://schemas.openxmlformats.org/drawingml/2006/main">
            <a:srgbClr val="0B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4" name="path-916">
            <a:extLst xmlns:a="http://schemas.openxmlformats.org/drawingml/2006/main">
              <a:ext uri="{FF2B5EF4-FFF2-40B4-BE49-F238E27FC236}">
                <a16:creationId xmlns:a16="http://schemas.microsoft.com/office/drawing/2014/main" id="{1BA3BED3-90C5-4384-808E-CCCBA9D7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4903" y="5578492"/>
            <a:ext cx="876016" cy="280192"/>
          </a:xfrm>
          <a:custGeom xmlns:a="http://schemas.openxmlformats.org/drawingml/2006/main">
            <a:pathLst>
              <a:path w="876016" h="280192">
                <a:moveTo>
                  <a:pt x="0" y="5093"/>
                </a:moveTo>
                <a:cubicBezTo>
                  <a:pt x="0" y="2264"/>
                  <a:pt x="2263" y="0"/>
                  <a:pt x="5093" y="0"/>
                </a:cubicBezTo>
                <a:lnTo>
                  <a:pt x="870923" y="0"/>
                </a:lnTo>
                <a:cubicBezTo>
                  <a:pt x="873753" y="0"/>
                  <a:pt x="876016" y="2264"/>
                  <a:pt x="876016" y="5093"/>
                </a:cubicBezTo>
                <a:lnTo>
                  <a:pt x="876016" y="275099"/>
                </a:lnTo>
                <a:cubicBezTo>
                  <a:pt x="876016" y="277929"/>
                  <a:pt x="873753" y="280192"/>
                  <a:pt x="870923" y="280192"/>
                </a:cubicBezTo>
                <a:lnTo>
                  <a:pt x="5093" y="280192"/>
                </a:lnTo>
                <a:cubicBezTo>
                  <a:pt x="2263" y="280192"/>
                  <a:pt x="0" y="277929"/>
                  <a:pt x="0" y="275099"/>
                </a:cubicBezTo>
                <a:lnTo>
                  <a:pt x="0" y="5093"/>
                </a:lnTo>
              </a:path>
            </a:pathLst>
          </a:custGeom>
          <a:noFill xmlns:a="http://schemas.openxmlformats.org/drawingml/2006/main"/>
          <a:ln xmlns:a="http://schemas.openxmlformats.org/drawingml/2006/main" w="15921">
            <a:solidFill>
              <a:srgbClr val="0B213C"/>
            </a:solidFill>
            <a:prstDash val="solid"/>
          </a:ln>
        </p:spPr>
      </p:sp>
      <p:sp>
        <p:nvSpPr>
          <p:cNvPr id="975" name="path-917">
            <a:extLst xmlns:a="http://schemas.openxmlformats.org/drawingml/2006/main">
              <a:ext uri="{FF2B5EF4-FFF2-40B4-BE49-F238E27FC236}">
                <a16:creationId xmlns:a16="http://schemas.microsoft.com/office/drawing/2014/main" id="{825BBFF5-3803-4B0A-9FD0-1D067AB7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69" y="5614158"/>
            <a:ext cx="269935" cy="208875"/>
          </a:xfrm>
          <a:custGeom xmlns:a="http://schemas.openxmlformats.org/drawingml/2006/main">
            <a:pathLst>
              <a:path w="269935" h="208875">
                <a:moveTo>
                  <a:pt x="0" y="0"/>
                </a:moveTo>
                <a:lnTo>
                  <a:pt x="269935" y="0"/>
                </a:lnTo>
                <a:lnTo>
                  <a:pt x="269935" y="208875"/>
                </a:lnTo>
                <a:lnTo>
                  <a:pt x="0" y="2088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sp>
        <p:nvSpPr>
          <p:cNvPr id="976" name="path-918">
            <a:extLst xmlns:a="http://schemas.openxmlformats.org/drawingml/2006/main">
              <a:ext uri="{FF2B5EF4-FFF2-40B4-BE49-F238E27FC236}">
                <a16:creationId xmlns:a16="http://schemas.microsoft.com/office/drawing/2014/main" id="{3B033D62-1A3B-4137-B5FC-C16BC6A8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397" y="5614158"/>
            <a:ext cx="275028" cy="208875"/>
          </a:xfrm>
          <a:custGeom xmlns:a="http://schemas.openxmlformats.org/drawingml/2006/main">
            <a:pathLst>
              <a:path w="275028" h="208875">
                <a:moveTo>
                  <a:pt x="0" y="0"/>
                </a:moveTo>
                <a:lnTo>
                  <a:pt x="275028" y="0"/>
                </a:lnTo>
                <a:lnTo>
                  <a:pt x="275028" y="208875"/>
                </a:lnTo>
                <a:lnTo>
                  <a:pt x="0" y="2088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pic>
        <p:nvPicPr>
          <p:cNvPr id="977" name="">
            <a:extLst xmlns:a="http://schemas.openxmlformats.org/drawingml/2006/main">
              <a:ext uri="{FF2B5EF4-FFF2-40B4-BE49-F238E27FC236}">
                <a16:creationId xmlns:a16="http://schemas.microsoft.com/office/drawing/2014/main" id="{14101053-2B21-404B-941F-16AD1D099D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d3ebd4043423f"/>
          <a:stretch xmlns:a="http://schemas.openxmlformats.org/drawingml/2006/main"/>
        </p:blipFill>
        <p:spPr>
          <a:xfrm xmlns:a="http://schemas.openxmlformats.org/drawingml/2006/main">
            <a:off x="2715757" y="5611074"/>
            <a:ext cx="276225" cy="209550"/>
          </a:xfrm>
          <a:prstGeom xmlns:a="http://schemas.openxmlformats.org/drawingml/2006/main" prst="rect">
            <a:avLst/>
          </a:prstGeom>
        </p:spPr>
      </p:pic>
      <p:pic>
        <p:nvPicPr>
          <p:cNvPr id="978" name="">
            <a:extLst xmlns:a="http://schemas.openxmlformats.org/drawingml/2006/main">
              <a:ext uri="{FF2B5EF4-FFF2-40B4-BE49-F238E27FC236}">
                <a16:creationId xmlns:a16="http://schemas.microsoft.com/office/drawing/2014/main" id="{0FC1A6DD-B331-4250-80C8-1D8C1E0088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14cb36c64414c"/>
          <a:stretch xmlns:a="http://schemas.openxmlformats.org/drawingml/2006/main"/>
        </p:blipFill>
        <p:spPr>
          <a:xfrm xmlns:a="http://schemas.openxmlformats.org/drawingml/2006/main">
            <a:off x="2991982" y="5611074"/>
            <a:ext cx="276225" cy="209550"/>
          </a:xfrm>
          <a:prstGeom xmlns:a="http://schemas.openxmlformats.org/drawingml/2006/main" prst="rect">
            <a:avLst/>
          </a:prstGeom>
        </p:spPr>
      </p:pic>
      <p:pic>
        <p:nvPicPr>
          <p:cNvPr id="979" name="">
            <a:extLst xmlns:a="http://schemas.openxmlformats.org/drawingml/2006/main">
              <a:ext uri="{FF2B5EF4-FFF2-40B4-BE49-F238E27FC236}">
                <a16:creationId xmlns:a16="http://schemas.microsoft.com/office/drawing/2014/main" id="{95E8C634-9F06-49AB-AA07-0E7189122C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c67527473479f"/>
          <a:stretch xmlns:a="http://schemas.openxmlformats.org/drawingml/2006/main"/>
        </p:blipFill>
        <p:spPr>
          <a:xfrm xmlns:a="http://schemas.openxmlformats.org/drawingml/2006/main">
            <a:off x="3258682" y="5611074"/>
            <a:ext cx="285750" cy="209550"/>
          </a:xfrm>
          <a:prstGeom xmlns:a="http://schemas.openxmlformats.org/drawingml/2006/main" prst="rect">
            <a:avLst/>
          </a:prstGeom>
        </p:spPr>
      </p:pic>
      <p:sp>
        <p:nvSpPr>
          <p:cNvPr id="980" name="path-922">
            <a:extLst xmlns:a="http://schemas.openxmlformats.org/drawingml/2006/main">
              <a:ext uri="{FF2B5EF4-FFF2-40B4-BE49-F238E27FC236}">
                <a16:creationId xmlns:a16="http://schemas.microsoft.com/office/drawing/2014/main" id="{D3CF229D-B96F-43A9-AB92-B5419E40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426" y="5614158"/>
            <a:ext cx="275028" cy="208875"/>
          </a:xfrm>
          <a:custGeom xmlns:a="http://schemas.openxmlformats.org/drawingml/2006/main">
            <a:pathLst>
              <a:path w="275028" h="208875">
                <a:moveTo>
                  <a:pt x="0" y="0"/>
                </a:moveTo>
                <a:lnTo>
                  <a:pt x="275028" y="0"/>
                </a:lnTo>
                <a:lnTo>
                  <a:pt x="275028" y="208875"/>
                </a:lnTo>
                <a:lnTo>
                  <a:pt x="0" y="2088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34">
            <a:solidFill>
              <a:srgbClr val="0B213C"/>
            </a:solidFill>
            <a:prstDash val="solid"/>
          </a:ln>
        </p:spPr>
      </p:sp>
      <p:sp>
        <p:nvSpPr>
          <p:cNvPr id="981" name="path-923">
            <a:extLst xmlns:a="http://schemas.openxmlformats.org/drawingml/2006/main">
              <a:ext uri="{FF2B5EF4-FFF2-40B4-BE49-F238E27FC236}">
                <a16:creationId xmlns:a16="http://schemas.microsoft.com/office/drawing/2014/main" id="{A1A6718D-E32D-49B6-A3AF-EB3CA4ED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69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2" name="path-924">
            <a:extLst xmlns:a="http://schemas.openxmlformats.org/drawingml/2006/main">
              <a:ext uri="{FF2B5EF4-FFF2-40B4-BE49-F238E27FC236}">
                <a16:creationId xmlns:a16="http://schemas.microsoft.com/office/drawing/2014/main" id="{4F9CD0AD-2336-4145-96D8-32FC791C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69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83" name="path-925">
            <a:extLst xmlns:a="http://schemas.openxmlformats.org/drawingml/2006/main">
              <a:ext uri="{FF2B5EF4-FFF2-40B4-BE49-F238E27FC236}">
                <a16:creationId xmlns:a16="http://schemas.microsoft.com/office/drawing/2014/main" id="{584E6642-E433-4024-A8D2-A1CCC9EB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69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4" name="path-926">
            <a:extLst xmlns:a="http://schemas.openxmlformats.org/drawingml/2006/main">
              <a:ext uri="{FF2B5EF4-FFF2-40B4-BE49-F238E27FC236}">
                <a16:creationId xmlns:a16="http://schemas.microsoft.com/office/drawing/2014/main" id="{96AA0EB1-3AFF-4FDE-AB52-C8EC6BC5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69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85" name="path-927">
            <a:extLst xmlns:a="http://schemas.openxmlformats.org/drawingml/2006/main">
              <a:ext uri="{FF2B5EF4-FFF2-40B4-BE49-F238E27FC236}">
                <a16:creationId xmlns:a16="http://schemas.microsoft.com/office/drawing/2014/main" id="{DA399E5C-4139-45E1-A153-AA4BE3A2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207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6" name="path-928">
            <a:extLst xmlns:a="http://schemas.openxmlformats.org/drawingml/2006/main">
              <a:ext uri="{FF2B5EF4-FFF2-40B4-BE49-F238E27FC236}">
                <a16:creationId xmlns:a16="http://schemas.microsoft.com/office/drawing/2014/main" id="{C452042B-F7E1-423A-BE18-32926896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207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87" name="path-929">
            <a:extLst xmlns:a="http://schemas.openxmlformats.org/drawingml/2006/main">
              <a:ext uri="{FF2B5EF4-FFF2-40B4-BE49-F238E27FC236}">
                <a16:creationId xmlns:a16="http://schemas.microsoft.com/office/drawing/2014/main" id="{04D4FE9C-4FA9-48A5-BD1D-C39D1746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207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8" name="path-930">
            <a:extLst xmlns:a="http://schemas.openxmlformats.org/drawingml/2006/main">
              <a:ext uri="{FF2B5EF4-FFF2-40B4-BE49-F238E27FC236}">
                <a16:creationId xmlns:a16="http://schemas.microsoft.com/office/drawing/2014/main" id="{4CF8A32F-5572-4BBA-87F6-C33E62E9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207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89" name="path-931">
            <a:extLst xmlns:a="http://schemas.openxmlformats.org/drawingml/2006/main">
              <a:ext uri="{FF2B5EF4-FFF2-40B4-BE49-F238E27FC236}">
                <a16:creationId xmlns:a16="http://schemas.microsoft.com/office/drawing/2014/main" id="{0878B428-C000-4EFA-90A1-F79B2E87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045" y="5588678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8"/>
                </a:cubicBezTo>
                <a:lnTo>
                  <a:pt x="30558" y="9762"/>
                </a:lnTo>
                <a:cubicBezTo>
                  <a:pt x="30558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0" name="path-932">
            <a:extLst xmlns:a="http://schemas.openxmlformats.org/drawingml/2006/main">
              <a:ext uri="{FF2B5EF4-FFF2-40B4-BE49-F238E27FC236}">
                <a16:creationId xmlns:a16="http://schemas.microsoft.com/office/drawing/2014/main" id="{62B82219-D8C3-44F1-92B4-59B8707F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045" y="5588678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8"/>
                </a:cubicBezTo>
                <a:lnTo>
                  <a:pt x="30558" y="9762"/>
                </a:lnTo>
                <a:cubicBezTo>
                  <a:pt x="30558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91" name="path-933">
            <a:extLst xmlns:a="http://schemas.openxmlformats.org/drawingml/2006/main">
              <a:ext uri="{FF2B5EF4-FFF2-40B4-BE49-F238E27FC236}">
                <a16:creationId xmlns:a16="http://schemas.microsoft.com/office/drawing/2014/main" id="{54B6CC2D-EF4C-4E82-BCBA-6AC465DA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045" y="5833218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9"/>
                </a:cubicBezTo>
                <a:lnTo>
                  <a:pt x="30558" y="9762"/>
                </a:lnTo>
                <a:cubicBezTo>
                  <a:pt x="30558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2" name="path-934">
            <a:extLst xmlns:a="http://schemas.openxmlformats.org/drawingml/2006/main">
              <a:ext uri="{FF2B5EF4-FFF2-40B4-BE49-F238E27FC236}">
                <a16:creationId xmlns:a16="http://schemas.microsoft.com/office/drawing/2014/main" id="{F6A93F54-9D80-4BFC-8953-3BF0AF11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045" y="5833218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9"/>
                </a:cubicBezTo>
                <a:lnTo>
                  <a:pt x="30558" y="9762"/>
                </a:lnTo>
                <a:cubicBezTo>
                  <a:pt x="30558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93" name="path-935">
            <a:extLst xmlns:a="http://schemas.openxmlformats.org/drawingml/2006/main">
              <a:ext uri="{FF2B5EF4-FFF2-40B4-BE49-F238E27FC236}">
                <a16:creationId xmlns:a16="http://schemas.microsoft.com/office/drawing/2014/main" id="{0CD90DCE-ED8A-4153-A6F4-B6118DD0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883" y="5588678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8"/>
                </a:cubicBezTo>
                <a:lnTo>
                  <a:pt x="30558" y="9762"/>
                </a:lnTo>
                <a:cubicBezTo>
                  <a:pt x="30558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4" name="path-936">
            <a:extLst xmlns:a="http://schemas.openxmlformats.org/drawingml/2006/main">
              <a:ext uri="{FF2B5EF4-FFF2-40B4-BE49-F238E27FC236}">
                <a16:creationId xmlns:a16="http://schemas.microsoft.com/office/drawing/2014/main" id="{4F2D6535-DFB8-4163-A3A9-4BE78687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883" y="5588678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8"/>
                </a:cubicBezTo>
                <a:lnTo>
                  <a:pt x="30558" y="9762"/>
                </a:lnTo>
                <a:cubicBezTo>
                  <a:pt x="30558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95" name="path-937">
            <a:extLst xmlns:a="http://schemas.openxmlformats.org/drawingml/2006/main">
              <a:ext uri="{FF2B5EF4-FFF2-40B4-BE49-F238E27FC236}">
                <a16:creationId xmlns:a16="http://schemas.microsoft.com/office/drawing/2014/main" id="{75FC6821-1667-4E4F-B988-3AE99326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883" y="5833218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9"/>
                </a:moveTo>
                <a:cubicBezTo>
                  <a:pt x="0" y="2476"/>
                  <a:pt x="2475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9"/>
                </a:cubicBezTo>
                <a:lnTo>
                  <a:pt x="30558" y="9762"/>
                </a:lnTo>
                <a:cubicBezTo>
                  <a:pt x="30558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5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6" name="path-938">
            <a:extLst xmlns:a="http://schemas.openxmlformats.org/drawingml/2006/main">
              <a:ext uri="{FF2B5EF4-FFF2-40B4-BE49-F238E27FC236}">
                <a16:creationId xmlns:a16="http://schemas.microsoft.com/office/drawing/2014/main" id="{6E64F906-9F35-4346-B85B-2E1132AF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883" y="5833218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9"/>
                </a:moveTo>
                <a:cubicBezTo>
                  <a:pt x="0" y="2476"/>
                  <a:pt x="2475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9"/>
                </a:cubicBezTo>
                <a:lnTo>
                  <a:pt x="30558" y="9762"/>
                </a:lnTo>
                <a:cubicBezTo>
                  <a:pt x="30558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5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97" name="path-939">
            <a:extLst xmlns:a="http://schemas.openxmlformats.org/drawingml/2006/main">
              <a:ext uri="{FF2B5EF4-FFF2-40B4-BE49-F238E27FC236}">
                <a16:creationId xmlns:a16="http://schemas.microsoft.com/office/drawing/2014/main" id="{AB0C3A93-CE77-493E-B19F-F0B8A471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14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8" name="path-940">
            <a:extLst xmlns:a="http://schemas.openxmlformats.org/drawingml/2006/main">
              <a:ext uri="{FF2B5EF4-FFF2-40B4-BE49-F238E27FC236}">
                <a16:creationId xmlns:a16="http://schemas.microsoft.com/office/drawing/2014/main" id="{FEBA52BB-4AB0-457F-9BC8-FF66B712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14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999" name="path-941">
            <a:extLst xmlns:a="http://schemas.openxmlformats.org/drawingml/2006/main">
              <a:ext uri="{FF2B5EF4-FFF2-40B4-BE49-F238E27FC236}">
                <a16:creationId xmlns:a16="http://schemas.microsoft.com/office/drawing/2014/main" id="{E0EBBC7D-4221-45A4-9A56-F8B704AE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14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0" name="path-942">
            <a:extLst xmlns:a="http://schemas.openxmlformats.org/drawingml/2006/main">
              <a:ext uri="{FF2B5EF4-FFF2-40B4-BE49-F238E27FC236}">
                <a16:creationId xmlns:a16="http://schemas.microsoft.com/office/drawing/2014/main" id="{2915D3ED-8FE0-4940-A12E-8E28A3C3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14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01" name="path-943">
            <a:extLst xmlns:a="http://schemas.openxmlformats.org/drawingml/2006/main">
              <a:ext uri="{FF2B5EF4-FFF2-40B4-BE49-F238E27FC236}">
                <a16:creationId xmlns:a16="http://schemas.microsoft.com/office/drawing/2014/main" id="{D29DD54E-A6A3-4377-864F-1234139E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652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2" name="path-944">
            <a:extLst xmlns:a="http://schemas.openxmlformats.org/drawingml/2006/main">
              <a:ext uri="{FF2B5EF4-FFF2-40B4-BE49-F238E27FC236}">
                <a16:creationId xmlns:a16="http://schemas.microsoft.com/office/drawing/2014/main" id="{3F9496A8-52F0-4368-8F09-E3C7EC97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652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03" name="path-945">
            <a:extLst xmlns:a="http://schemas.openxmlformats.org/drawingml/2006/main">
              <a:ext uri="{FF2B5EF4-FFF2-40B4-BE49-F238E27FC236}">
                <a16:creationId xmlns:a16="http://schemas.microsoft.com/office/drawing/2014/main" id="{B7BF7312-7329-4E35-BEA8-963DB240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652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4" name="path-946">
            <a:extLst xmlns:a="http://schemas.openxmlformats.org/drawingml/2006/main">
              <a:ext uri="{FF2B5EF4-FFF2-40B4-BE49-F238E27FC236}">
                <a16:creationId xmlns:a16="http://schemas.microsoft.com/office/drawing/2014/main" id="{C90844F4-36D8-4427-A2C3-4065B296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652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05" name="path-947">
            <a:extLst xmlns:a="http://schemas.openxmlformats.org/drawingml/2006/main">
              <a:ext uri="{FF2B5EF4-FFF2-40B4-BE49-F238E27FC236}">
                <a16:creationId xmlns:a16="http://schemas.microsoft.com/office/drawing/2014/main" id="{BEC84CC6-C6A8-4D25-A6C5-28910DE7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490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6" name="path-948">
            <a:extLst xmlns:a="http://schemas.openxmlformats.org/drawingml/2006/main">
              <a:ext uri="{FF2B5EF4-FFF2-40B4-BE49-F238E27FC236}">
                <a16:creationId xmlns:a16="http://schemas.microsoft.com/office/drawing/2014/main" id="{D314792D-4F03-4EF4-B8D1-743B0E8B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490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07" name="path-949">
            <a:extLst xmlns:a="http://schemas.openxmlformats.org/drawingml/2006/main">
              <a:ext uri="{FF2B5EF4-FFF2-40B4-BE49-F238E27FC236}">
                <a16:creationId xmlns:a16="http://schemas.microsoft.com/office/drawing/2014/main" id="{57A83424-C549-40FA-BB4B-020EE8ED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490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8" name="path-950">
            <a:extLst xmlns:a="http://schemas.openxmlformats.org/drawingml/2006/main">
              <a:ext uri="{FF2B5EF4-FFF2-40B4-BE49-F238E27FC236}">
                <a16:creationId xmlns:a16="http://schemas.microsoft.com/office/drawing/2014/main" id="{47FADEDD-069A-4D9A-BB46-DCAC0BB3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490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09" name="path-951">
            <a:extLst xmlns:a="http://schemas.openxmlformats.org/drawingml/2006/main">
              <a:ext uri="{FF2B5EF4-FFF2-40B4-BE49-F238E27FC236}">
                <a16:creationId xmlns:a16="http://schemas.microsoft.com/office/drawing/2014/main" id="{0686C8A4-9E1C-4C64-837A-E326292E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328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4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4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0" name="path-952">
            <a:extLst xmlns:a="http://schemas.openxmlformats.org/drawingml/2006/main">
              <a:ext uri="{FF2B5EF4-FFF2-40B4-BE49-F238E27FC236}">
                <a16:creationId xmlns:a16="http://schemas.microsoft.com/office/drawing/2014/main" id="{04C43B7D-22E2-495A-B3AA-B747AA46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328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4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4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11" name="path-953">
            <a:extLst xmlns:a="http://schemas.openxmlformats.org/drawingml/2006/main">
              <a:ext uri="{FF2B5EF4-FFF2-40B4-BE49-F238E27FC236}">
                <a16:creationId xmlns:a16="http://schemas.microsoft.com/office/drawing/2014/main" id="{A0A5F7D7-D05E-4164-9F8F-EB944AAB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328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4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4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2" name="path-954">
            <a:extLst xmlns:a="http://schemas.openxmlformats.org/drawingml/2006/main">
              <a:ext uri="{FF2B5EF4-FFF2-40B4-BE49-F238E27FC236}">
                <a16:creationId xmlns:a16="http://schemas.microsoft.com/office/drawing/2014/main" id="{33F6D88D-8099-42FF-9C4E-9529F373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328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4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4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13" name="path-955">
            <a:extLst xmlns:a="http://schemas.openxmlformats.org/drawingml/2006/main">
              <a:ext uri="{FF2B5EF4-FFF2-40B4-BE49-F238E27FC236}">
                <a16:creationId xmlns:a16="http://schemas.microsoft.com/office/drawing/2014/main" id="{5754A4EC-2C76-4F37-9957-446A1615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2166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4" name="path-956">
            <a:extLst xmlns:a="http://schemas.openxmlformats.org/drawingml/2006/main">
              <a:ext uri="{FF2B5EF4-FFF2-40B4-BE49-F238E27FC236}">
                <a16:creationId xmlns:a16="http://schemas.microsoft.com/office/drawing/2014/main" id="{62D8EBB6-B73E-475F-81A6-8E3CCA3A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2166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15" name="path-957">
            <a:extLst xmlns:a="http://schemas.openxmlformats.org/drawingml/2006/main">
              <a:ext uri="{FF2B5EF4-FFF2-40B4-BE49-F238E27FC236}">
                <a16:creationId xmlns:a16="http://schemas.microsoft.com/office/drawing/2014/main" id="{25052992-931F-4D84-A385-5998D530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2166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6" name="path-958">
            <a:extLst xmlns:a="http://schemas.openxmlformats.org/drawingml/2006/main">
              <a:ext uri="{FF2B5EF4-FFF2-40B4-BE49-F238E27FC236}">
                <a16:creationId xmlns:a16="http://schemas.microsoft.com/office/drawing/2014/main" id="{86C55DA9-410C-4431-8947-10B50140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2166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17" name="path-959">
            <a:extLst xmlns:a="http://schemas.openxmlformats.org/drawingml/2006/main">
              <a:ext uri="{FF2B5EF4-FFF2-40B4-BE49-F238E27FC236}">
                <a16:creationId xmlns:a16="http://schemas.microsoft.com/office/drawing/2014/main" id="{72D4BA0C-57CB-499F-94F1-229772AD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097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8" name="path-960">
            <a:extLst xmlns:a="http://schemas.openxmlformats.org/drawingml/2006/main">
              <a:ext uri="{FF2B5EF4-FFF2-40B4-BE49-F238E27FC236}">
                <a16:creationId xmlns:a16="http://schemas.microsoft.com/office/drawing/2014/main" id="{D5B0A387-FD2E-43F8-B249-C797921E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097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19" name="path-961">
            <a:extLst xmlns:a="http://schemas.openxmlformats.org/drawingml/2006/main">
              <a:ext uri="{FF2B5EF4-FFF2-40B4-BE49-F238E27FC236}">
                <a16:creationId xmlns:a16="http://schemas.microsoft.com/office/drawing/2014/main" id="{FB2B8CC3-97AF-46A1-B3D9-64FA41F8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097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0" name="path-962">
            <a:extLst xmlns:a="http://schemas.openxmlformats.org/drawingml/2006/main">
              <a:ext uri="{FF2B5EF4-FFF2-40B4-BE49-F238E27FC236}">
                <a16:creationId xmlns:a16="http://schemas.microsoft.com/office/drawing/2014/main" id="{A27C2A3F-A01A-478E-81DD-7F2D49EB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097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21" name="path-963">
            <a:extLst xmlns:a="http://schemas.openxmlformats.org/drawingml/2006/main">
              <a:ext uri="{FF2B5EF4-FFF2-40B4-BE49-F238E27FC236}">
                <a16:creationId xmlns:a16="http://schemas.microsoft.com/office/drawing/2014/main" id="{10369D60-EAC5-4D25-97F6-37D38208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936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2" name="path-964">
            <a:extLst xmlns:a="http://schemas.openxmlformats.org/drawingml/2006/main">
              <a:ext uri="{FF2B5EF4-FFF2-40B4-BE49-F238E27FC236}">
                <a16:creationId xmlns:a16="http://schemas.microsoft.com/office/drawing/2014/main" id="{A9D19153-F635-4DA7-8975-754B25E1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936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23" name="path-965">
            <a:extLst xmlns:a="http://schemas.openxmlformats.org/drawingml/2006/main">
              <a:ext uri="{FF2B5EF4-FFF2-40B4-BE49-F238E27FC236}">
                <a16:creationId xmlns:a16="http://schemas.microsoft.com/office/drawing/2014/main" id="{D5F8B87B-D032-48DB-9AA3-1B2EEB1A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936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4" name="path-966">
            <a:extLst xmlns:a="http://schemas.openxmlformats.org/drawingml/2006/main">
              <a:ext uri="{FF2B5EF4-FFF2-40B4-BE49-F238E27FC236}">
                <a16:creationId xmlns:a16="http://schemas.microsoft.com/office/drawing/2014/main" id="{408BE7F8-015D-4CE6-847A-B5EF93DF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936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25" name="path-967">
            <a:extLst xmlns:a="http://schemas.openxmlformats.org/drawingml/2006/main">
              <a:ext uri="{FF2B5EF4-FFF2-40B4-BE49-F238E27FC236}">
                <a16:creationId xmlns:a16="http://schemas.microsoft.com/office/drawing/2014/main" id="{C3479E17-4667-413E-B268-647B79D4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774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6" name="path-968">
            <a:extLst xmlns:a="http://schemas.openxmlformats.org/drawingml/2006/main">
              <a:ext uri="{FF2B5EF4-FFF2-40B4-BE49-F238E27FC236}">
                <a16:creationId xmlns:a16="http://schemas.microsoft.com/office/drawing/2014/main" id="{1FBE9C75-2BC4-4166-81FD-0E6C1DF0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774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27" name="path-969">
            <a:extLst xmlns:a="http://schemas.openxmlformats.org/drawingml/2006/main">
              <a:ext uri="{FF2B5EF4-FFF2-40B4-BE49-F238E27FC236}">
                <a16:creationId xmlns:a16="http://schemas.microsoft.com/office/drawing/2014/main" id="{380BF1AB-3535-4FA9-99DC-57888E48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774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8" name="path-970">
            <a:extLst xmlns:a="http://schemas.openxmlformats.org/drawingml/2006/main">
              <a:ext uri="{FF2B5EF4-FFF2-40B4-BE49-F238E27FC236}">
                <a16:creationId xmlns:a16="http://schemas.microsoft.com/office/drawing/2014/main" id="{77EE744F-0C48-4AA6-8E2E-A6BB90D3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774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29" name="path-971">
            <a:extLst xmlns:a="http://schemas.openxmlformats.org/drawingml/2006/main">
              <a:ext uri="{FF2B5EF4-FFF2-40B4-BE49-F238E27FC236}">
                <a16:creationId xmlns:a16="http://schemas.microsoft.com/office/drawing/2014/main" id="{19AB1DE8-002F-4865-AEED-3B05B4BE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611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0" name="path-972">
            <a:extLst xmlns:a="http://schemas.openxmlformats.org/drawingml/2006/main">
              <a:ext uri="{FF2B5EF4-FFF2-40B4-BE49-F238E27FC236}">
                <a16:creationId xmlns:a16="http://schemas.microsoft.com/office/drawing/2014/main" id="{18E29A11-4106-467A-8A2C-D1991C77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611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31" name="path-973">
            <a:extLst xmlns:a="http://schemas.openxmlformats.org/drawingml/2006/main">
              <a:ext uri="{FF2B5EF4-FFF2-40B4-BE49-F238E27FC236}">
                <a16:creationId xmlns:a16="http://schemas.microsoft.com/office/drawing/2014/main" id="{0B740F9F-1861-40B5-9650-5335BD05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611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2" name="path-974">
            <a:extLst xmlns:a="http://schemas.openxmlformats.org/drawingml/2006/main">
              <a:ext uri="{FF2B5EF4-FFF2-40B4-BE49-F238E27FC236}">
                <a16:creationId xmlns:a16="http://schemas.microsoft.com/office/drawing/2014/main" id="{7EFDFE40-06A7-4D0E-8FD4-76E64CF5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611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33" name="path-975">
            <a:extLst xmlns:a="http://schemas.openxmlformats.org/drawingml/2006/main">
              <a:ext uri="{FF2B5EF4-FFF2-40B4-BE49-F238E27FC236}">
                <a16:creationId xmlns:a16="http://schemas.microsoft.com/office/drawing/2014/main" id="{936D67FF-5BCA-4950-828A-F477C4A6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450" y="5588678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8"/>
                </a:cubicBezTo>
                <a:lnTo>
                  <a:pt x="30558" y="9762"/>
                </a:lnTo>
                <a:cubicBezTo>
                  <a:pt x="30558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4" name="path-976">
            <a:extLst xmlns:a="http://schemas.openxmlformats.org/drawingml/2006/main">
              <a:ext uri="{FF2B5EF4-FFF2-40B4-BE49-F238E27FC236}">
                <a16:creationId xmlns:a16="http://schemas.microsoft.com/office/drawing/2014/main" id="{49A821A3-EA87-4EF2-AB31-D4DF68A6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450" y="5588678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8"/>
                </a:moveTo>
                <a:cubicBezTo>
                  <a:pt x="0" y="2476"/>
                  <a:pt x="2475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8"/>
                </a:cubicBezTo>
                <a:lnTo>
                  <a:pt x="30558" y="9762"/>
                </a:lnTo>
                <a:cubicBezTo>
                  <a:pt x="30558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5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35" name="path-977">
            <a:extLst xmlns:a="http://schemas.openxmlformats.org/drawingml/2006/main">
              <a:ext uri="{FF2B5EF4-FFF2-40B4-BE49-F238E27FC236}">
                <a16:creationId xmlns:a16="http://schemas.microsoft.com/office/drawing/2014/main" id="{E87A3E7F-0059-4F1F-BBE7-D74078D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450" y="5833218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9"/>
                </a:moveTo>
                <a:cubicBezTo>
                  <a:pt x="0" y="2476"/>
                  <a:pt x="2475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9"/>
                </a:cubicBezTo>
                <a:lnTo>
                  <a:pt x="30558" y="9762"/>
                </a:lnTo>
                <a:cubicBezTo>
                  <a:pt x="30558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5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6" name="path-978">
            <a:extLst xmlns:a="http://schemas.openxmlformats.org/drawingml/2006/main">
              <a:ext uri="{FF2B5EF4-FFF2-40B4-BE49-F238E27FC236}">
                <a16:creationId xmlns:a16="http://schemas.microsoft.com/office/drawing/2014/main" id="{AA12838E-46D8-40CE-BB7A-9565EBD3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450" y="5833218"/>
            <a:ext cx="30558" cy="15279"/>
          </a:xfrm>
          <a:custGeom xmlns:a="http://schemas.openxmlformats.org/drawingml/2006/main">
            <a:pathLst>
              <a:path w="30558" h="15279">
                <a:moveTo>
                  <a:pt x="0" y="5589"/>
                </a:moveTo>
                <a:cubicBezTo>
                  <a:pt x="0" y="2476"/>
                  <a:pt x="2475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8" y="2476"/>
                  <a:pt x="30558" y="5589"/>
                </a:cubicBezTo>
                <a:lnTo>
                  <a:pt x="30558" y="9762"/>
                </a:lnTo>
                <a:cubicBezTo>
                  <a:pt x="30558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5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37" name="path-979">
            <a:extLst xmlns:a="http://schemas.openxmlformats.org/drawingml/2006/main">
              <a:ext uri="{FF2B5EF4-FFF2-40B4-BE49-F238E27FC236}">
                <a16:creationId xmlns:a16="http://schemas.microsoft.com/office/drawing/2014/main" id="{C737260A-20FC-4381-B11F-71AFFC69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288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8" name="path-980">
            <a:extLst xmlns:a="http://schemas.openxmlformats.org/drawingml/2006/main">
              <a:ext uri="{FF2B5EF4-FFF2-40B4-BE49-F238E27FC236}">
                <a16:creationId xmlns:a16="http://schemas.microsoft.com/office/drawing/2014/main" id="{536ED16B-B20E-4FA1-B043-458728A8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288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39" name="path-981">
            <a:extLst xmlns:a="http://schemas.openxmlformats.org/drawingml/2006/main">
              <a:ext uri="{FF2B5EF4-FFF2-40B4-BE49-F238E27FC236}">
                <a16:creationId xmlns:a16="http://schemas.microsoft.com/office/drawing/2014/main" id="{56ADE2A3-E0DC-4915-A1AF-9FE4F4C6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288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0" name="path-982">
            <a:extLst xmlns:a="http://schemas.openxmlformats.org/drawingml/2006/main">
              <a:ext uri="{FF2B5EF4-FFF2-40B4-BE49-F238E27FC236}">
                <a16:creationId xmlns:a16="http://schemas.microsoft.com/office/drawing/2014/main" id="{3A3A68D6-478F-4050-ABA7-69962731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288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41" name="path-983">
            <a:extLst xmlns:a="http://schemas.openxmlformats.org/drawingml/2006/main">
              <a:ext uri="{FF2B5EF4-FFF2-40B4-BE49-F238E27FC236}">
                <a16:creationId xmlns:a16="http://schemas.microsoft.com/office/drawing/2014/main" id="{40D03800-CBFA-4D08-9E13-8A7F35BA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19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2" name="path-984">
            <a:extLst xmlns:a="http://schemas.openxmlformats.org/drawingml/2006/main">
              <a:ext uri="{FF2B5EF4-FFF2-40B4-BE49-F238E27FC236}">
                <a16:creationId xmlns:a16="http://schemas.microsoft.com/office/drawing/2014/main" id="{0341289B-1382-4C33-A8D9-507D8727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19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43" name="path-985">
            <a:extLst xmlns:a="http://schemas.openxmlformats.org/drawingml/2006/main">
              <a:ext uri="{FF2B5EF4-FFF2-40B4-BE49-F238E27FC236}">
                <a16:creationId xmlns:a16="http://schemas.microsoft.com/office/drawing/2014/main" id="{76EA5C39-7164-4F79-BCAF-444E24DB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19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4" name="path-986">
            <a:extLst xmlns:a="http://schemas.openxmlformats.org/drawingml/2006/main">
              <a:ext uri="{FF2B5EF4-FFF2-40B4-BE49-F238E27FC236}">
                <a16:creationId xmlns:a16="http://schemas.microsoft.com/office/drawing/2014/main" id="{2BF57AD4-9ECA-448F-84D6-E31BDA87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19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45" name="path-987">
            <a:extLst xmlns:a="http://schemas.openxmlformats.org/drawingml/2006/main">
              <a:ext uri="{FF2B5EF4-FFF2-40B4-BE49-F238E27FC236}">
                <a16:creationId xmlns:a16="http://schemas.microsoft.com/office/drawing/2014/main" id="{987FCE08-D32A-4D9C-BA81-BFEDE106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057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6" name="path-988">
            <a:extLst xmlns:a="http://schemas.openxmlformats.org/drawingml/2006/main">
              <a:ext uri="{FF2B5EF4-FFF2-40B4-BE49-F238E27FC236}">
                <a16:creationId xmlns:a16="http://schemas.microsoft.com/office/drawing/2014/main" id="{2BF45CC2-4420-4675-94B3-4EEB65B5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057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47" name="path-989">
            <a:extLst xmlns:a="http://schemas.openxmlformats.org/drawingml/2006/main">
              <a:ext uri="{FF2B5EF4-FFF2-40B4-BE49-F238E27FC236}">
                <a16:creationId xmlns:a16="http://schemas.microsoft.com/office/drawing/2014/main" id="{F242D1A5-F717-4188-B744-9EB4BF28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057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8" name="path-990">
            <a:extLst xmlns:a="http://schemas.openxmlformats.org/drawingml/2006/main">
              <a:ext uri="{FF2B5EF4-FFF2-40B4-BE49-F238E27FC236}">
                <a16:creationId xmlns:a16="http://schemas.microsoft.com/office/drawing/2014/main" id="{28D500D0-00BE-4407-BCC3-FC54F7B3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057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8" y="0"/>
                </a:cubicBezTo>
                <a:lnTo>
                  <a:pt x="24970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0" y="15279"/>
                </a:cubicBezTo>
                <a:lnTo>
                  <a:pt x="5588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49" name="path-991">
            <a:extLst xmlns:a="http://schemas.openxmlformats.org/drawingml/2006/main">
              <a:ext uri="{FF2B5EF4-FFF2-40B4-BE49-F238E27FC236}">
                <a16:creationId xmlns:a16="http://schemas.microsoft.com/office/drawing/2014/main" id="{DC96DF84-B952-4932-B458-5798C9A4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895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0" name="path-992">
            <a:extLst xmlns:a="http://schemas.openxmlformats.org/drawingml/2006/main">
              <a:ext uri="{FF2B5EF4-FFF2-40B4-BE49-F238E27FC236}">
                <a16:creationId xmlns:a16="http://schemas.microsoft.com/office/drawing/2014/main" id="{7A559CB7-41D1-4253-8B7B-C8CF2956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895" y="558867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8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8"/>
                </a:cubicBezTo>
                <a:lnTo>
                  <a:pt x="30559" y="9762"/>
                </a:lnTo>
                <a:cubicBezTo>
                  <a:pt x="30559" y="12803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3"/>
                  <a:pt x="0" y="9762"/>
                </a:cubicBezTo>
                <a:lnTo>
                  <a:pt x="0" y="5588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51" name="path-993">
            <a:extLst xmlns:a="http://schemas.openxmlformats.org/drawingml/2006/main">
              <a:ext uri="{FF2B5EF4-FFF2-40B4-BE49-F238E27FC236}">
                <a16:creationId xmlns:a16="http://schemas.microsoft.com/office/drawing/2014/main" id="{CAA0CC4A-6D2F-4AAC-AD6A-BD5DEEEA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895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2" name="path-994">
            <a:extLst xmlns:a="http://schemas.openxmlformats.org/drawingml/2006/main">
              <a:ext uri="{FF2B5EF4-FFF2-40B4-BE49-F238E27FC236}">
                <a16:creationId xmlns:a16="http://schemas.microsoft.com/office/drawing/2014/main" id="{9EF8701B-F260-422B-B777-3C5AA98B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895" y="5833218"/>
            <a:ext cx="30559" cy="15279"/>
          </a:xfrm>
          <a:custGeom xmlns:a="http://schemas.openxmlformats.org/drawingml/2006/main">
            <a:pathLst>
              <a:path w="30559" h="15279">
                <a:moveTo>
                  <a:pt x="0" y="5589"/>
                </a:moveTo>
                <a:cubicBezTo>
                  <a:pt x="0" y="2476"/>
                  <a:pt x="2476" y="0"/>
                  <a:pt x="5589" y="0"/>
                </a:cubicBezTo>
                <a:lnTo>
                  <a:pt x="24971" y="0"/>
                </a:lnTo>
                <a:cubicBezTo>
                  <a:pt x="28083" y="0"/>
                  <a:pt x="30559" y="2476"/>
                  <a:pt x="30559" y="5589"/>
                </a:cubicBezTo>
                <a:lnTo>
                  <a:pt x="30559" y="9762"/>
                </a:lnTo>
                <a:cubicBezTo>
                  <a:pt x="30559" y="12804"/>
                  <a:pt x="28083" y="15279"/>
                  <a:pt x="24971" y="15279"/>
                </a:cubicBezTo>
                <a:lnTo>
                  <a:pt x="5589" y="15279"/>
                </a:lnTo>
                <a:cubicBezTo>
                  <a:pt x="2476" y="15279"/>
                  <a:pt x="0" y="12804"/>
                  <a:pt x="0" y="9762"/>
                </a:cubicBezTo>
                <a:lnTo>
                  <a:pt x="0" y="5589"/>
                </a:lnTo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FFDF9"/>
            </a:solidFill>
            <a:prstDash val="solid"/>
          </a:ln>
        </p:spPr>
      </p:sp>
      <p:sp>
        <p:nvSpPr>
          <p:cNvPr id="1053" name="path-995">
            <a:extLst xmlns:a="http://schemas.openxmlformats.org/drawingml/2006/main">
              <a:ext uri="{FF2B5EF4-FFF2-40B4-BE49-F238E27FC236}">
                <a16:creationId xmlns:a16="http://schemas.microsoft.com/office/drawing/2014/main" id="{8DB76FA9-6E62-45D3-99EA-86D5ECC0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17" y="5558098"/>
            <a:ext cx="5094" cy="320958"/>
          </a:xfrm>
          <a:custGeom xmlns:a="http://schemas.openxmlformats.org/drawingml/2006/main">
            <a:pathLst>
              <a:path w="5094" h="320958">
                <a:moveTo>
                  <a:pt x="0" y="0"/>
                </a:moveTo>
                <a:lnTo>
                  <a:pt x="5094" y="0"/>
                </a:lnTo>
                <a:lnTo>
                  <a:pt x="5094" y="320958"/>
                </a:lnTo>
                <a:lnTo>
                  <a:pt x="0" y="320958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4" name="path-996">
            <a:extLst xmlns:a="http://schemas.openxmlformats.org/drawingml/2006/main">
              <a:ext uri="{FF2B5EF4-FFF2-40B4-BE49-F238E27FC236}">
                <a16:creationId xmlns:a16="http://schemas.microsoft.com/office/drawing/2014/main" id="{CDF4EDD6-034D-4326-8AF6-35250842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17" y="5558098"/>
            <a:ext cx="5094" cy="320958"/>
          </a:xfrm>
          <a:custGeom xmlns:a="http://schemas.openxmlformats.org/drawingml/2006/main">
            <a:pathLst>
              <a:path w="5094" h="320958">
                <a:moveTo>
                  <a:pt x="0" y="0"/>
                </a:moveTo>
                <a:lnTo>
                  <a:pt x="5094" y="0"/>
                </a:lnTo>
                <a:lnTo>
                  <a:pt x="5094" y="320958"/>
                </a:lnTo>
                <a:lnTo>
                  <a:pt x="0" y="3209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47A00"/>
            </a:solidFill>
            <a:prstDash val="solid"/>
          </a:ln>
        </p:spPr>
      </p:sp>
      <p:sp>
        <p:nvSpPr>
          <p:cNvPr id="1055" name="path-997">
            <a:extLst xmlns:a="http://schemas.openxmlformats.org/drawingml/2006/main">
              <a:ext uri="{FF2B5EF4-FFF2-40B4-BE49-F238E27FC236}">
                <a16:creationId xmlns:a16="http://schemas.microsoft.com/office/drawing/2014/main" id="{793C6885-9F27-46DD-BA7E-9CC7FFE9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518" y="5558098"/>
            <a:ext cx="10186" cy="320958"/>
          </a:xfrm>
          <a:custGeom xmlns:a="http://schemas.openxmlformats.org/drawingml/2006/main">
            <a:pathLst>
              <a:path w="10186" h="320958">
                <a:moveTo>
                  <a:pt x="0" y="0"/>
                </a:moveTo>
                <a:lnTo>
                  <a:pt x="10186" y="0"/>
                </a:lnTo>
                <a:lnTo>
                  <a:pt x="10186" y="320958"/>
                </a:lnTo>
                <a:lnTo>
                  <a:pt x="0" y="320958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6" name="path-998">
            <a:extLst xmlns:a="http://schemas.openxmlformats.org/drawingml/2006/main">
              <a:ext uri="{FF2B5EF4-FFF2-40B4-BE49-F238E27FC236}">
                <a16:creationId xmlns:a16="http://schemas.microsoft.com/office/drawing/2014/main" id="{10864622-F6A5-45B3-AA41-C1E097EB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518" y="5558098"/>
            <a:ext cx="10186" cy="320958"/>
          </a:xfrm>
          <a:custGeom xmlns:a="http://schemas.openxmlformats.org/drawingml/2006/main">
            <a:pathLst>
              <a:path w="10186" h="320958">
                <a:moveTo>
                  <a:pt x="0" y="0"/>
                </a:moveTo>
                <a:lnTo>
                  <a:pt x="10186" y="0"/>
                </a:lnTo>
                <a:lnTo>
                  <a:pt x="10186" y="320958"/>
                </a:lnTo>
                <a:lnTo>
                  <a:pt x="0" y="3209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0">
            <a:solidFill>
              <a:srgbClr val="F47A00"/>
            </a:solidFill>
            <a:prstDash val="solid"/>
          </a:ln>
        </p:spPr>
      </p:sp>
      <p:sp>
        <p:nvSpPr>
          <p:cNvPr id="1057" name="path-999">
            <a:extLst xmlns:a="http://schemas.openxmlformats.org/drawingml/2006/main">
              <a:ext uri="{FF2B5EF4-FFF2-40B4-BE49-F238E27FC236}">
                <a16:creationId xmlns:a16="http://schemas.microsoft.com/office/drawing/2014/main" id="{373485EC-93E0-4EC0-BA69-19A5B690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5211" y="5558118"/>
            <a:ext cx="96769" cy="5095"/>
          </a:xfrm>
          <a:custGeom xmlns:a="http://schemas.openxmlformats.org/drawingml/2006/main">
            <a:pathLst>
              <a:path w="96769" h="5095">
                <a:moveTo>
                  <a:pt x="0" y="0"/>
                </a:moveTo>
                <a:lnTo>
                  <a:pt x="96769" y="0"/>
                </a:lnTo>
                <a:lnTo>
                  <a:pt x="96769" y="5095"/>
                </a:lnTo>
                <a:lnTo>
                  <a:pt x="0" y="5095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8" name="path-1000">
            <a:extLst xmlns:a="http://schemas.openxmlformats.org/drawingml/2006/main">
              <a:ext uri="{FF2B5EF4-FFF2-40B4-BE49-F238E27FC236}">
                <a16:creationId xmlns:a16="http://schemas.microsoft.com/office/drawing/2014/main" id="{4044D333-DC81-415F-BE96-DAA16DC1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5211" y="5558118"/>
            <a:ext cx="96769" cy="5095"/>
          </a:xfrm>
          <a:custGeom xmlns:a="http://schemas.openxmlformats.org/drawingml/2006/main">
            <a:pathLst>
              <a:path w="96769" h="5095">
                <a:moveTo>
                  <a:pt x="0" y="0"/>
                </a:moveTo>
                <a:lnTo>
                  <a:pt x="96769" y="0"/>
                </a:lnTo>
                <a:lnTo>
                  <a:pt x="96769" y="5095"/>
                </a:lnTo>
                <a:lnTo>
                  <a:pt x="0" y="50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538">
            <a:solidFill>
              <a:srgbClr val="F47A00"/>
            </a:solidFill>
            <a:prstDash val="solid"/>
          </a:ln>
        </p:spPr>
      </p:sp>
      <p:sp>
        <p:nvSpPr>
          <p:cNvPr id="1059" name="path-1001">
            <a:extLst xmlns:a="http://schemas.openxmlformats.org/drawingml/2006/main">
              <a:ext uri="{FF2B5EF4-FFF2-40B4-BE49-F238E27FC236}">
                <a16:creationId xmlns:a16="http://schemas.microsoft.com/office/drawing/2014/main" id="{B5291A69-50D2-43F9-B182-90A37FBF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843" y="5558118"/>
            <a:ext cx="96769" cy="5095"/>
          </a:xfrm>
          <a:custGeom xmlns:a="http://schemas.openxmlformats.org/drawingml/2006/main">
            <a:pathLst>
              <a:path w="96769" h="5095">
                <a:moveTo>
                  <a:pt x="0" y="0"/>
                </a:moveTo>
                <a:lnTo>
                  <a:pt x="96769" y="0"/>
                </a:lnTo>
                <a:lnTo>
                  <a:pt x="96769" y="5095"/>
                </a:lnTo>
                <a:lnTo>
                  <a:pt x="0" y="5095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0" name="path-1002">
            <a:extLst xmlns:a="http://schemas.openxmlformats.org/drawingml/2006/main">
              <a:ext uri="{FF2B5EF4-FFF2-40B4-BE49-F238E27FC236}">
                <a16:creationId xmlns:a16="http://schemas.microsoft.com/office/drawing/2014/main" id="{AD6682CF-606F-4CF9-88DC-A391151D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843" y="5558118"/>
            <a:ext cx="96769" cy="5095"/>
          </a:xfrm>
          <a:custGeom xmlns:a="http://schemas.openxmlformats.org/drawingml/2006/main">
            <a:pathLst>
              <a:path w="96769" h="5095">
                <a:moveTo>
                  <a:pt x="0" y="0"/>
                </a:moveTo>
                <a:lnTo>
                  <a:pt x="96769" y="0"/>
                </a:lnTo>
                <a:lnTo>
                  <a:pt x="96769" y="5095"/>
                </a:lnTo>
                <a:lnTo>
                  <a:pt x="0" y="50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538">
            <a:solidFill>
              <a:srgbClr val="F47A00"/>
            </a:solidFill>
            <a:prstDash val="solid"/>
          </a:ln>
        </p:spPr>
      </p:sp>
      <p:sp>
        <p:nvSpPr>
          <p:cNvPr id="1061" name="path-1003">
            <a:extLst xmlns:a="http://schemas.openxmlformats.org/drawingml/2006/main">
              <a:ext uri="{FF2B5EF4-FFF2-40B4-BE49-F238E27FC236}">
                <a16:creationId xmlns:a16="http://schemas.microsoft.com/office/drawing/2014/main" id="{2F122E4D-8F5C-4488-B320-2C5BC769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17" y="5873962"/>
            <a:ext cx="96769" cy="5095"/>
          </a:xfrm>
          <a:custGeom xmlns:a="http://schemas.openxmlformats.org/drawingml/2006/main">
            <a:pathLst>
              <a:path w="96769" h="5095">
                <a:moveTo>
                  <a:pt x="0" y="0"/>
                </a:moveTo>
                <a:lnTo>
                  <a:pt x="96769" y="0"/>
                </a:lnTo>
                <a:lnTo>
                  <a:pt x="96769" y="5095"/>
                </a:lnTo>
                <a:lnTo>
                  <a:pt x="0" y="5095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2" name="path-1004">
            <a:extLst xmlns:a="http://schemas.openxmlformats.org/drawingml/2006/main">
              <a:ext uri="{FF2B5EF4-FFF2-40B4-BE49-F238E27FC236}">
                <a16:creationId xmlns:a16="http://schemas.microsoft.com/office/drawing/2014/main" id="{551F74E9-E091-4C0B-9EC7-0B5C59F4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17" y="5873962"/>
            <a:ext cx="96769" cy="5095"/>
          </a:xfrm>
          <a:custGeom xmlns:a="http://schemas.openxmlformats.org/drawingml/2006/main">
            <a:pathLst>
              <a:path w="96769" h="5095">
                <a:moveTo>
                  <a:pt x="0" y="0"/>
                </a:moveTo>
                <a:lnTo>
                  <a:pt x="96769" y="0"/>
                </a:lnTo>
                <a:lnTo>
                  <a:pt x="96769" y="5095"/>
                </a:lnTo>
                <a:lnTo>
                  <a:pt x="0" y="50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538">
            <a:solidFill>
              <a:srgbClr val="F47A00"/>
            </a:solidFill>
            <a:prstDash val="solid"/>
          </a:ln>
        </p:spPr>
      </p:sp>
      <p:sp>
        <p:nvSpPr>
          <p:cNvPr id="1063" name="path-1005">
            <a:extLst xmlns:a="http://schemas.openxmlformats.org/drawingml/2006/main">
              <a:ext uri="{FF2B5EF4-FFF2-40B4-BE49-F238E27FC236}">
                <a16:creationId xmlns:a16="http://schemas.microsoft.com/office/drawing/2014/main" id="{F6CC9303-2858-47C6-AA0C-A46CAC96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843" y="5873962"/>
            <a:ext cx="96769" cy="5095"/>
          </a:xfrm>
          <a:custGeom xmlns:a="http://schemas.openxmlformats.org/drawingml/2006/main">
            <a:pathLst>
              <a:path w="96769" h="5095">
                <a:moveTo>
                  <a:pt x="0" y="0"/>
                </a:moveTo>
                <a:lnTo>
                  <a:pt x="96769" y="0"/>
                </a:lnTo>
                <a:lnTo>
                  <a:pt x="96769" y="5095"/>
                </a:lnTo>
                <a:lnTo>
                  <a:pt x="0" y="5095"/>
                </a:lnTo>
                <a:close/>
              </a:path>
            </a:pathLst>
          </a:custGeom>
          <a:solidFill xmlns:a="http://schemas.openxmlformats.org/drawingml/2006/main">
            <a:srgbClr val="F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4" name="path-1006">
            <a:extLst xmlns:a="http://schemas.openxmlformats.org/drawingml/2006/main">
              <a:ext uri="{FF2B5EF4-FFF2-40B4-BE49-F238E27FC236}">
                <a16:creationId xmlns:a16="http://schemas.microsoft.com/office/drawing/2014/main" id="{22E6AA84-16E8-4D50-838F-A4B30FEE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843" y="5873962"/>
            <a:ext cx="96769" cy="5095"/>
          </a:xfrm>
          <a:custGeom xmlns:a="http://schemas.openxmlformats.org/drawingml/2006/main">
            <a:pathLst>
              <a:path w="96769" h="5095">
                <a:moveTo>
                  <a:pt x="0" y="0"/>
                </a:moveTo>
                <a:lnTo>
                  <a:pt x="96769" y="0"/>
                </a:lnTo>
                <a:lnTo>
                  <a:pt x="96769" y="5095"/>
                </a:lnTo>
                <a:lnTo>
                  <a:pt x="0" y="50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538">
            <a:solidFill>
              <a:srgbClr val="F47A00"/>
            </a:solidFill>
            <a:prstDash val="solid"/>
          </a:ln>
        </p:spPr>
      </p:sp>
      <p:pic>
        <p:nvPicPr>
          <p:cNvPr id="1065" name="">
            <a:extLst xmlns:a="http://schemas.openxmlformats.org/drawingml/2006/main">
              <a:ext uri="{FF2B5EF4-FFF2-40B4-BE49-F238E27FC236}">
                <a16:creationId xmlns:a16="http://schemas.microsoft.com/office/drawing/2014/main" id="{856F9946-DC25-4A52-A3D7-25F1841A3B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e651207c24123"/>
          <a:stretch xmlns:a="http://schemas.openxmlformats.org/drawingml/2006/main"/>
        </p:blipFill>
        <p:spPr>
          <a:xfrm xmlns:a="http://schemas.openxmlformats.org/drawingml/2006/main">
            <a:off x="3544432" y="5487249"/>
            <a:ext cx="266700" cy="276225"/>
          </a:xfrm>
          <a:prstGeom xmlns:a="http://schemas.openxmlformats.org/drawingml/2006/main" prst="rect">
            <a:avLst/>
          </a:prstGeom>
        </p:spPr>
      </p:pic>
      <p:pic>
        <p:nvPicPr>
          <p:cNvPr id="1066" name="">
            <a:extLst xmlns:a="http://schemas.openxmlformats.org/drawingml/2006/main">
              <a:ext uri="{FF2B5EF4-FFF2-40B4-BE49-F238E27FC236}">
                <a16:creationId xmlns:a16="http://schemas.microsoft.com/office/drawing/2014/main" id="{AB0A2A37-4FA6-46EC-9690-95C326DF74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8aa5c608740f5"/>
          <a:stretch xmlns:a="http://schemas.openxmlformats.org/drawingml/2006/main"/>
        </p:blipFill>
        <p:spPr>
          <a:xfrm xmlns:a="http://schemas.openxmlformats.org/drawingml/2006/main">
            <a:off x="3544432" y="5487249"/>
            <a:ext cx="266700" cy="276225"/>
          </a:xfrm>
          <a:prstGeom xmlns:a="http://schemas.openxmlformats.org/drawingml/2006/main" prst="rect">
            <a:avLst/>
          </a:prstGeom>
        </p:spPr>
      </p:pic>
      <p:sp>
        <p:nvSpPr>
          <p:cNvPr id="1067" name="path-1009">
            <a:extLst xmlns:a="http://schemas.openxmlformats.org/drawingml/2006/main">
              <a:ext uri="{FF2B5EF4-FFF2-40B4-BE49-F238E27FC236}">
                <a16:creationId xmlns:a16="http://schemas.microsoft.com/office/drawing/2014/main" id="{9B55F3BC-B6BF-4ABA-9E7A-2763F4BD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093" y="5509735"/>
            <a:ext cx="254656" cy="249634"/>
          </a:xfrm>
          <a:custGeom xmlns:a="http://schemas.openxmlformats.org/drawingml/2006/main">
            <a:pathLst>
              <a:path w="254656" h="249634">
                <a:moveTo>
                  <a:pt x="0" y="124782"/>
                </a:moveTo>
                <a:cubicBezTo>
                  <a:pt x="0" y="55882"/>
                  <a:pt x="57015" y="0"/>
                  <a:pt x="127328" y="0"/>
                </a:cubicBezTo>
                <a:cubicBezTo>
                  <a:pt x="197642" y="0"/>
                  <a:pt x="254656" y="55882"/>
                  <a:pt x="254656" y="124782"/>
                </a:cubicBezTo>
                <a:cubicBezTo>
                  <a:pt x="254656" y="193751"/>
                  <a:pt x="197642" y="249634"/>
                  <a:pt x="127328" y="249634"/>
                </a:cubicBezTo>
                <a:cubicBezTo>
                  <a:pt x="57015" y="249634"/>
                  <a:pt x="0" y="193751"/>
                  <a:pt x="0" y="124782"/>
                </a:cubicBezTo>
              </a:path>
            </a:pathLst>
          </a:custGeom>
          <a:noFill xmlns:a="http://schemas.openxmlformats.org/drawingml/2006/main"/>
          <a:ln xmlns:a="http://schemas.openxmlformats.org/drawingml/2006/main" w="42686">
            <a:solidFill>
              <a:srgbClr val="4A7CB8"/>
            </a:solidFill>
            <a:prstDash val="solid"/>
          </a:ln>
        </p:spPr>
      </p:sp>
      <p:pic>
        <p:nvPicPr>
          <p:cNvPr id="1068" name="">
            <a:extLst xmlns:a="http://schemas.openxmlformats.org/drawingml/2006/main">
              <a:ext uri="{FF2B5EF4-FFF2-40B4-BE49-F238E27FC236}">
                <a16:creationId xmlns:a16="http://schemas.microsoft.com/office/drawing/2014/main" id="{57C24E3D-D561-4E99-A7FC-D82F44C324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b5cfc467b4be8"/>
          <a:stretch xmlns:a="http://schemas.openxmlformats.org/drawingml/2006/main"/>
        </p:blipFill>
        <p:spPr>
          <a:xfrm xmlns:a="http://schemas.openxmlformats.org/drawingml/2006/main">
            <a:off x="2449057" y="6011124"/>
            <a:ext cx="447675" cy="504825"/>
          </a:xfrm>
          <a:prstGeom xmlns:a="http://schemas.openxmlformats.org/drawingml/2006/main" prst="rect">
            <a:avLst/>
          </a:prstGeom>
        </p:spPr>
      </p:pic>
      <p:sp>
        <p:nvSpPr>
          <p:cNvPr id="1069" name="path-1011">
            <a:extLst xmlns:a="http://schemas.openxmlformats.org/drawingml/2006/main">
              <a:ext uri="{FF2B5EF4-FFF2-40B4-BE49-F238E27FC236}">
                <a16:creationId xmlns:a16="http://schemas.microsoft.com/office/drawing/2014/main" id="{BE653CD6-B6D6-49DE-BBC8-DD1355CE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06" y="3288485"/>
            <a:ext cx="295401" cy="290393"/>
          </a:xfrm>
          <a:custGeom xmlns:a="http://schemas.openxmlformats.org/drawingml/2006/main">
            <a:pathLst>
              <a:path w="295401" h="290393">
                <a:moveTo>
                  <a:pt x="0" y="0"/>
                </a:moveTo>
                <a:lnTo>
                  <a:pt x="295401" y="0"/>
                </a:lnTo>
                <a:lnTo>
                  <a:pt x="295401" y="290393"/>
                </a:lnTo>
                <a:lnTo>
                  <a:pt x="0" y="290393"/>
                </a:lnTo>
                <a:close/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0" name="text-1012 Q">
            <a:extLst xmlns:a="http://schemas.openxmlformats.org/drawingml/2006/main">
              <a:ext uri="{FF2B5EF4-FFF2-40B4-BE49-F238E27FC236}">
                <a16:creationId xmlns:a16="http://schemas.microsoft.com/office/drawing/2014/main" id="{4FDC25AD-9E3B-4872-BE57-14F5FC5C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502" y="3242930"/>
            <a:ext cx="285553" cy="378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8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8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defRPr>
            </a:pPr>
            <a:r>
              <a:rPr sz="2128" b="1" i="0">
                <a:solidFill>
                  <a:srgbClr val="2D6FC5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1071" name="path-1013">
            <a:extLst xmlns:a="http://schemas.openxmlformats.org/drawingml/2006/main">
              <a:ext uri="{FF2B5EF4-FFF2-40B4-BE49-F238E27FC236}">
                <a16:creationId xmlns:a16="http://schemas.microsoft.com/office/drawing/2014/main" id="{99E47ED4-47FF-4524-B729-8AF69105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903" y="4192810"/>
            <a:ext cx="114737" cy="359136"/>
          </a:xfrm>
          <a:custGeom xmlns:a="http://schemas.openxmlformats.org/drawingml/2006/main">
            <a:pathLst>
              <a:path w="114737" h="359136">
                <a:moveTo>
                  <a:pt x="69748" y="0"/>
                </a:moveTo>
                <a:lnTo>
                  <a:pt x="69748" y="324969"/>
                </a:lnTo>
                <a:lnTo>
                  <a:pt x="44989" y="324969"/>
                </a:lnTo>
                <a:lnTo>
                  <a:pt x="44989" y="0"/>
                </a:lnTo>
                <a:lnTo>
                  <a:pt x="69748" y="0"/>
                </a:lnTo>
                <a:moveTo>
                  <a:pt x="112261" y="218014"/>
                </a:moveTo>
                <a:lnTo>
                  <a:pt x="57369" y="359136"/>
                </a:lnTo>
                <a:lnTo>
                  <a:pt x="2476" y="218014"/>
                </a:lnTo>
                <a:cubicBezTo>
                  <a:pt x="0" y="211647"/>
                  <a:pt x="3184" y="204432"/>
                  <a:pt x="9550" y="201956"/>
                </a:cubicBezTo>
                <a:cubicBezTo>
                  <a:pt x="15917" y="199481"/>
                  <a:pt x="23132" y="202664"/>
                  <a:pt x="25607" y="209030"/>
                </a:cubicBezTo>
                <a:lnTo>
                  <a:pt x="68899" y="320442"/>
                </a:lnTo>
                <a:lnTo>
                  <a:pt x="45838" y="320442"/>
                </a:lnTo>
                <a:lnTo>
                  <a:pt x="89130" y="209030"/>
                </a:lnTo>
                <a:cubicBezTo>
                  <a:pt x="91606" y="202664"/>
                  <a:pt x="98821" y="199481"/>
                  <a:pt x="105187" y="201956"/>
                </a:cubicBezTo>
                <a:cubicBezTo>
                  <a:pt x="111554" y="204432"/>
                  <a:pt x="114737" y="211647"/>
                  <a:pt x="112261" y="218014"/>
                </a:cubicBezTo>
              </a:path>
            </a:pathLst>
          </a:custGeom>
          <a:solidFill xmlns:a="http://schemas.openxmlformats.org/drawingml/2006/main">
            <a:srgbClr val="C05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2" name="path-1014">
            <a:extLst xmlns:a="http://schemas.openxmlformats.org/drawingml/2006/main">
              <a:ext uri="{FF2B5EF4-FFF2-40B4-BE49-F238E27FC236}">
                <a16:creationId xmlns:a16="http://schemas.microsoft.com/office/drawing/2014/main" id="{FC6400FA-9AAC-40B9-A678-3BBAF623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888" y="4192528"/>
            <a:ext cx="114666" cy="359842"/>
          </a:xfrm>
          <a:custGeom xmlns:a="http://schemas.openxmlformats.org/drawingml/2006/main">
            <a:pathLst>
              <a:path w="114666" h="359842">
                <a:moveTo>
                  <a:pt x="49304" y="0"/>
                </a:moveTo>
                <a:lnTo>
                  <a:pt x="42655" y="325393"/>
                </a:lnTo>
                <a:lnTo>
                  <a:pt x="67413" y="325888"/>
                </a:lnTo>
                <a:lnTo>
                  <a:pt x="74062" y="495"/>
                </a:lnTo>
                <a:lnTo>
                  <a:pt x="49304" y="0"/>
                </a:lnTo>
                <a:moveTo>
                  <a:pt x="2335" y="217589"/>
                </a:moveTo>
                <a:lnTo>
                  <a:pt x="54327" y="359842"/>
                </a:lnTo>
                <a:lnTo>
                  <a:pt x="112048" y="219852"/>
                </a:lnTo>
                <a:cubicBezTo>
                  <a:pt x="114666" y="213557"/>
                  <a:pt x="111625" y="206271"/>
                  <a:pt x="105329" y="203653"/>
                </a:cubicBezTo>
                <a:cubicBezTo>
                  <a:pt x="99033" y="201037"/>
                  <a:pt x="91747" y="204078"/>
                  <a:pt x="89200" y="210374"/>
                </a:cubicBezTo>
                <a:lnTo>
                  <a:pt x="43574" y="320937"/>
                </a:lnTo>
                <a:lnTo>
                  <a:pt x="66635" y="321432"/>
                </a:lnTo>
                <a:lnTo>
                  <a:pt x="25607" y="209101"/>
                </a:lnTo>
                <a:cubicBezTo>
                  <a:pt x="23273" y="202663"/>
                  <a:pt x="16128" y="199409"/>
                  <a:pt x="9762" y="201743"/>
                </a:cubicBezTo>
                <a:cubicBezTo>
                  <a:pt x="3325" y="204078"/>
                  <a:pt x="0" y="211152"/>
                  <a:pt x="2335" y="217589"/>
                </a:cubicBezTo>
              </a:path>
            </a:pathLst>
          </a:custGeom>
          <a:solidFill xmlns:a="http://schemas.openxmlformats.org/drawingml/2006/main">
            <a:srgbClr val="C05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3" name="path-1015">
            <a:extLst xmlns:a="http://schemas.openxmlformats.org/drawingml/2006/main">
              <a:ext uri="{FF2B5EF4-FFF2-40B4-BE49-F238E27FC236}">
                <a16:creationId xmlns:a16="http://schemas.microsoft.com/office/drawing/2014/main" id="{2238D8E8-F465-4CFF-B05E-F1C5C887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586" y="5268873"/>
            <a:ext cx="519427" cy="114666"/>
          </a:xfrm>
          <a:custGeom xmlns:a="http://schemas.openxmlformats.org/drawingml/2006/main">
            <a:pathLst>
              <a:path w="519427" h="114666">
                <a:moveTo>
                  <a:pt x="424" y="75831"/>
                </a:moveTo>
                <a:lnTo>
                  <a:pt x="485473" y="67838"/>
                </a:lnTo>
                <a:lnTo>
                  <a:pt x="485048" y="43079"/>
                </a:lnTo>
                <a:lnTo>
                  <a:pt x="0" y="51073"/>
                </a:lnTo>
                <a:lnTo>
                  <a:pt x="424" y="75831"/>
                </a:lnTo>
                <a:moveTo>
                  <a:pt x="379225" y="112119"/>
                </a:moveTo>
                <a:lnTo>
                  <a:pt x="519427" y="54892"/>
                </a:lnTo>
                <a:lnTo>
                  <a:pt x="377456" y="2334"/>
                </a:lnTo>
                <a:cubicBezTo>
                  <a:pt x="371019" y="0"/>
                  <a:pt x="363875" y="3254"/>
                  <a:pt x="361540" y="9691"/>
                </a:cubicBezTo>
                <a:cubicBezTo>
                  <a:pt x="359135" y="16058"/>
                  <a:pt x="362460" y="23202"/>
                  <a:pt x="368826" y="25607"/>
                </a:cubicBezTo>
                <a:lnTo>
                  <a:pt x="480946" y="67060"/>
                </a:lnTo>
                <a:lnTo>
                  <a:pt x="480592" y="43999"/>
                </a:lnTo>
                <a:lnTo>
                  <a:pt x="369888" y="89200"/>
                </a:lnTo>
                <a:cubicBezTo>
                  <a:pt x="363592" y="91747"/>
                  <a:pt x="360550" y="98962"/>
                  <a:pt x="363097" y="105329"/>
                </a:cubicBezTo>
                <a:cubicBezTo>
                  <a:pt x="365714" y="111624"/>
                  <a:pt x="372929" y="114666"/>
                  <a:pt x="379225" y="112119"/>
                </a:cubicBezTo>
              </a:path>
            </a:pathLst>
          </a:custGeom>
          <a:solidFill xmlns:a="http://schemas.openxmlformats.org/drawingml/2006/main">
            <a:srgbClr val="C05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4" name="text-1016 Video">
            <a:extLst xmlns:a="http://schemas.openxmlformats.org/drawingml/2006/main">
              <a:ext uri="{FF2B5EF4-FFF2-40B4-BE49-F238E27FC236}">
                <a16:creationId xmlns:a16="http://schemas.microsoft.com/office/drawing/2014/main" id="{1EA7994E-1C65-4895-B80C-738547EE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258" y="4560564"/>
            <a:ext cx="516513" cy="2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49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1075" name="text-1016 Code">
            <a:extLst xmlns:a="http://schemas.openxmlformats.org/drawingml/2006/main">
              <a:ext uri="{FF2B5EF4-FFF2-40B4-BE49-F238E27FC236}">
                <a16:creationId xmlns:a16="http://schemas.microsoft.com/office/drawing/2014/main" id="{688A9755-4C53-4A9D-8135-141D5E95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389" y="4559573"/>
            <a:ext cx="457082" cy="258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57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Code</a:t>
            </a:r>
          </a:p>
        </p:txBody>
      </p:sp>
      <p:sp>
        <p:nvSpPr>
          <p:cNvPr id="1076" name="text-1016 Agent">
            <a:extLst xmlns:a="http://schemas.openxmlformats.org/drawingml/2006/main">
              <a:ext uri="{FF2B5EF4-FFF2-40B4-BE49-F238E27FC236}">
                <a16:creationId xmlns:a16="http://schemas.microsoft.com/office/drawing/2014/main" id="{360FEF19-E84B-4B2B-AC45-DDEAD38D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2176" y="4561970"/>
            <a:ext cx="546968" cy="255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438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Agent</a:t>
            </a:r>
          </a:p>
        </p:txBody>
      </p:sp>
      <p:sp>
        <p:nvSpPr>
          <p:cNvPr id="1077" name="text-1017 …">
            <a:extLst xmlns:a="http://schemas.openxmlformats.org/drawingml/2006/main">
              <a:ext uri="{FF2B5EF4-FFF2-40B4-BE49-F238E27FC236}">
                <a16:creationId xmlns:a16="http://schemas.microsoft.com/office/drawing/2014/main" id="{6D4A5809-5956-41E5-95FC-1D53C93B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9398" y="3558840"/>
            <a:ext cx="165693" cy="271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defRPr>
            </a:pPr>
            <a:r>
              <a:rPr sz="1526" b="1" i="0">
                <a:solidFill>
                  <a:srgbClr val="182338"/>
                </a:solidFill>
                <a:latin typeface="Comic Sans MS"/>
                <a:ea typeface="Comic Sans MS"/>
                <a:cs typeface="Comic Sans MS"/>
              </a:rPr>
              <a:t>…</a:t>
            </a:r>
          </a:p>
        </p:txBody>
      </p:sp>
      <p:sp>
        <p:nvSpPr>
          <p:cNvPr id="1078" name="path-1018">
            <a:extLst xmlns:a="http://schemas.openxmlformats.org/drawingml/2006/main">
              <a:ext uri="{FF2B5EF4-FFF2-40B4-BE49-F238E27FC236}">
                <a16:creationId xmlns:a16="http://schemas.microsoft.com/office/drawing/2014/main" id="{85007CE5-5FCF-4FA9-8C6F-98CAEE9C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531" y="5924965"/>
            <a:ext cx="674060" cy="739280"/>
          </a:xfrm>
          <a:custGeom xmlns:a="http://schemas.openxmlformats.org/drawingml/2006/main">
            <a:pathLst>
              <a:path w="674060" h="739280">
                <a:moveTo>
                  <a:pt x="674060" y="0"/>
                </a:moveTo>
                <a:lnTo>
                  <a:pt x="674060" y="198066"/>
                </a:lnTo>
                <a:lnTo>
                  <a:pt x="649302" y="198066"/>
                </a:lnTo>
                <a:lnTo>
                  <a:pt x="649302" y="0"/>
                </a:lnTo>
                <a:lnTo>
                  <a:pt x="674060" y="0"/>
                </a:lnTo>
                <a:moveTo>
                  <a:pt x="674060" y="272411"/>
                </a:moveTo>
                <a:lnTo>
                  <a:pt x="674060" y="470547"/>
                </a:lnTo>
                <a:lnTo>
                  <a:pt x="649302" y="470547"/>
                </a:lnTo>
                <a:lnTo>
                  <a:pt x="649302" y="272411"/>
                </a:lnTo>
                <a:lnTo>
                  <a:pt x="674060" y="272411"/>
                </a:lnTo>
                <a:moveTo>
                  <a:pt x="674060" y="544822"/>
                </a:moveTo>
                <a:lnTo>
                  <a:pt x="674060" y="694291"/>
                </a:lnTo>
                <a:lnTo>
                  <a:pt x="600705" y="694291"/>
                </a:lnTo>
                <a:lnTo>
                  <a:pt x="600705" y="669533"/>
                </a:lnTo>
                <a:lnTo>
                  <a:pt x="661681" y="669533"/>
                </a:lnTo>
                <a:lnTo>
                  <a:pt x="649302" y="681912"/>
                </a:lnTo>
                <a:lnTo>
                  <a:pt x="649302" y="544822"/>
                </a:lnTo>
                <a:lnTo>
                  <a:pt x="674060" y="544822"/>
                </a:lnTo>
                <a:moveTo>
                  <a:pt x="328365" y="669533"/>
                </a:moveTo>
                <a:lnTo>
                  <a:pt x="526431" y="669533"/>
                </a:lnTo>
                <a:lnTo>
                  <a:pt x="526431" y="694291"/>
                </a:lnTo>
                <a:lnTo>
                  <a:pt x="328365" y="694291"/>
                </a:lnTo>
                <a:close/>
                <a:moveTo>
                  <a:pt x="56025" y="669533"/>
                </a:moveTo>
                <a:lnTo>
                  <a:pt x="254090" y="669533"/>
                </a:lnTo>
                <a:lnTo>
                  <a:pt x="254090" y="694291"/>
                </a:lnTo>
                <a:lnTo>
                  <a:pt x="56025" y="694291"/>
                </a:lnTo>
                <a:close/>
                <a:moveTo>
                  <a:pt x="141122" y="736805"/>
                </a:moveTo>
                <a:lnTo>
                  <a:pt x="0" y="681912"/>
                </a:lnTo>
                <a:lnTo>
                  <a:pt x="141122" y="627020"/>
                </a:lnTo>
                <a:cubicBezTo>
                  <a:pt x="147488" y="624544"/>
                  <a:pt x="154633" y="627727"/>
                  <a:pt x="157109" y="634093"/>
                </a:cubicBezTo>
                <a:cubicBezTo>
                  <a:pt x="159585" y="640460"/>
                  <a:pt x="156472" y="647675"/>
                  <a:pt x="150035" y="650151"/>
                </a:cubicBezTo>
                <a:lnTo>
                  <a:pt x="38623" y="693443"/>
                </a:lnTo>
                <a:lnTo>
                  <a:pt x="38623" y="670382"/>
                </a:lnTo>
                <a:lnTo>
                  <a:pt x="150035" y="713744"/>
                </a:lnTo>
                <a:cubicBezTo>
                  <a:pt x="156472" y="716220"/>
                  <a:pt x="159585" y="723364"/>
                  <a:pt x="157109" y="729731"/>
                </a:cubicBezTo>
                <a:cubicBezTo>
                  <a:pt x="154633" y="736097"/>
                  <a:pt x="147488" y="739280"/>
                  <a:pt x="141122" y="736805"/>
                </a:cubicBezTo>
              </a:path>
            </a:pathLst>
          </a:custGeom>
          <a:solidFill xmlns:a="http://schemas.openxmlformats.org/drawingml/2006/main">
            <a:srgbClr val="C05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9" name="path-1019">
            <a:extLst xmlns:a="http://schemas.openxmlformats.org/drawingml/2006/main">
              <a:ext uri="{FF2B5EF4-FFF2-40B4-BE49-F238E27FC236}">
                <a16:creationId xmlns:a16="http://schemas.microsoft.com/office/drawing/2014/main" id="{23EC2A08-7249-41F2-A852-BB8AF3EA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25" y="5914779"/>
            <a:ext cx="718625" cy="648524"/>
          </a:xfrm>
          <a:custGeom xmlns:a="http://schemas.openxmlformats.org/drawingml/2006/main">
            <a:pathLst>
              <a:path w="718625" h="648524">
                <a:moveTo>
                  <a:pt x="520559" y="623765"/>
                </a:moveTo>
                <a:lnTo>
                  <a:pt x="718625" y="623765"/>
                </a:lnTo>
                <a:lnTo>
                  <a:pt x="718625" y="648524"/>
                </a:lnTo>
                <a:lnTo>
                  <a:pt x="520559" y="648524"/>
                </a:lnTo>
                <a:close/>
                <a:moveTo>
                  <a:pt x="248219" y="623765"/>
                </a:moveTo>
                <a:lnTo>
                  <a:pt x="446285" y="623765"/>
                </a:lnTo>
                <a:lnTo>
                  <a:pt x="446285" y="648524"/>
                </a:lnTo>
                <a:lnTo>
                  <a:pt x="248219" y="648524"/>
                </a:lnTo>
                <a:close/>
                <a:moveTo>
                  <a:pt x="173944" y="648524"/>
                </a:moveTo>
                <a:lnTo>
                  <a:pt x="43150" y="648524"/>
                </a:lnTo>
                <a:lnTo>
                  <a:pt x="43150" y="556565"/>
                </a:lnTo>
                <a:lnTo>
                  <a:pt x="67908" y="556565"/>
                </a:lnTo>
                <a:lnTo>
                  <a:pt x="67908" y="636145"/>
                </a:lnTo>
                <a:lnTo>
                  <a:pt x="55529" y="623765"/>
                </a:lnTo>
                <a:lnTo>
                  <a:pt x="173944" y="623765"/>
                </a:lnTo>
                <a:lnTo>
                  <a:pt x="173944" y="648524"/>
                </a:lnTo>
                <a:moveTo>
                  <a:pt x="43150" y="482219"/>
                </a:moveTo>
                <a:lnTo>
                  <a:pt x="43150" y="284153"/>
                </a:lnTo>
                <a:lnTo>
                  <a:pt x="67908" y="284153"/>
                </a:lnTo>
                <a:lnTo>
                  <a:pt x="67908" y="482219"/>
                </a:lnTo>
                <a:lnTo>
                  <a:pt x="43150" y="482219"/>
                </a:lnTo>
                <a:moveTo>
                  <a:pt x="43150" y="209808"/>
                </a:moveTo>
                <a:lnTo>
                  <a:pt x="43150" y="34166"/>
                </a:lnTo>
                <a:lnTo>
                  <a:pt x="67908" y="34166"/>
                </a:lnTo>
                <a:lnTo>
                  <a:pt x="67908" y="209808"/>
                </a:lnTo>
                <a:lnTo>
                  <a:pt x="43150" y="209808"/>
                </a:lnTo>
                <a:moveTo>
                  <a:pt x="2334" y="141970"/>
                </a:moveTo>
                <a:lnTo>
                  <a:pt x="54963" y="0"/>
                </a:lnTo>
                <a:lnTo>
                  <a:pt x="112049" y="140202"/>
                </a:lnTo>
                <a:cubicBezTo>
                  <a:pt x="114665" y="146568"/>
                  <a:pt x="111624" y="153784"/>
                  <a:pt x="105258" y="156331"/>
                </a:cubicBezTo>
                <a:cubicBezTo>
                  <a:pt x="98962" y="158947"/>
                  <a:pt x="91747" y="155906"/>
                  <a:pt x="89129" y="149540"/>
                </a:cubicBezTo>
                <a:lnTo>
                  <a:pt x="44069" y="38835"/>
                </a:lnTo>
                <a:lnTo>
                  <a:pt x="67130" y="38411"/>
                </a:lnTo>
                <a:lnTo>
                  <a:pt x="25536" y="150600"/>
                </a:lnTo>
                <a:cubicBezTo>
                  <a:pt x="23202" y="156967"/>
                  <a:pt x="16058" y="160221"/>
                  <a:pt x="9691" y="157886"/>
                </a:cubicBezTo>
                <a:cubicBezTo>
                  <a:pt x="3254" y="155482"/>
                  <a:pt x="0" y="148337"/>
                  <a:pt x="2334" y="141970"/>
                </a:cubicBezTo>
              </a:path>
            </a:pathLst>
          </a:custGeom>
          <a:solidFill xmlns:a="http://schemas.openxmlformats.org/drawingml/2006/main">
            <a:srgbClr val="C05B1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80" name="">
            <a:extLst xmlns:a="http://schemas.openxmlformats.org/drawingml/2006/main">
              <a:ext uri="{FF2B5EF4-FFF2-40B4-BE49-F238E27FC236}">
                <a16:creationId xmlns:a16="http://schemas.microsoft.com/office/drawing/2014/main" id="{EA6AAF84-267E-4A5F-83FF-C1A11BE068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8091a291d49d9"/>
          <a:stretch xmlns:a="http://schemas.openxmlformats.org/drawingml/2006/main"/>
        </p:blipFill>
        <p:spPr>
          <a:xfrm xmlns:a="http://schemas.openxmlformats.org/drawingml/2006/main">
            <a:off x="10050007" y="3925149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1081" name="">
            <a:extLst xmlns:a="http://schemas.openxmlformats.org/drawingml/2006/main">
              <a:ext uri="{FF2B5EF4-FFF2-40B4-BE49-F238E27FC236}">
                <a16:creationId xmlns:a16="http://schemas.microsoft.com/office/drawing/2014/main" id="{F2EA84FD-A528-4EBC-9C40-B40193756D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1d7f36b7f45bd"/>
          <a:stretch xmlns:a="http://schemas.openxmlformats.org/drawingml/2006/main"/>
        </p:blipFill>
        <p:spPr>
          <a:xfrm xmlns:a="http://schemas.openxmlformats.org/drawingml/2006/main">
            <a:off x="12745582" y="4306149"/>
            <a:ext cx="933450" cy="971550"/>
          </a:xfrm>
          <a:prstGeom xmlns:a="http://schemas.openxmlformats.org/drawingml/2006/main" prst="rect">
            <a:avLst/>
          </a:prstGeom>
        </p:spPr>
      </p:pic>
      <p:sp>
        <p:nvSpPr>
          <p:cNvPr id="1082" name="path-1022">
            <a:extLst xmlns:a="http://schemas.openxmlformats.org/drawingml/2006/main">
              <a:ext uri="{FF2B5EF4-FFF2-40B4-BE49-F238E27FC236}">
                <a16:creationId xmlns:a16="http://schemas.microsoft.com/office/drawing/2014/main" id="{0946066C-AF8D-47E4-B103-479CC4B0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1566" y="3566145"/>
            <a:ext cx="114739" cy="469203"/>
          </a:xfrm>
          <a:custGeom xmlns:a="http://schemas.openxmlformats.org/drawingml/2006/main">
            <a:pathLst>
              <a:path w="114739" h="469203">
                <a:moveTo>
                  <a:pt x="69749" y="0"/>
                </a:moveTo>
                <a:lnTo>
                  <a:pt x="69749" y="435037"/>
                </a:lnTo>
                <a:lnTo>
                  <a:pt x="44990" y="435037"/>
                </a:lnTo>
                <a:lnTo>
                  <a:pt x="44990" y="0"/>
                </a:lnTo>
                <a:lnTo>
                  <a:pt x="69749" y="0"/>
                </a:lnTo>
                <a:moveTo>
                  <a:pt x="112261" y="328082"/>
                </a:moveTo>
                <a:lnTo>
                  <a:pt x="57369" y="469203"/>
                </a:lnTo>
                <a:lnTo>
                  <a:pt x="2477" y="328082"/>
                </a:lnTo>
                <a:cubicBezTo>
                  <a:pt x="0" y="321715"/>
                  <a:pt x="3184" y="314571"/>
                  <a:pt x="9550" y="312095"/>
                </a:cubicBezTo>
                <a:cubicBezTo>
                  <a:pt x="15917" y="309619"/>
                  <a:pt x="23132" y="312732"/>
                  <a:pt x="25607" y="319168"/>
                </a:cubicBezTo>
                <a:lnTo>
                  <a:pt x="68900" y="430580"/>
                </a:lnTo>
                <a:lnTo>
                  <a:pt x="45839" y="430580"/>
                </a:lnTo>
                <a:lnTo>
                  <a:pt x="89131" y="319168"/>
                </a:lnTo>
                <a:cubicBezTo>
                  <a:pt x="91606" y="312732"/>
                  <a:pt x="98822" y="309619"/>
                  <a:pt x="105188" y="312095"/>
                </a:cubicBezTo>
                <a:cubicBezTo>
                  <a:pt x="111554" y="314571"/>
                  <a:pt x="114739" y="321715"/>
                  <a:pt x="112261" y="328082"/>
                </a:cubicBezTo>
              </a:path>
            </a:pathLst>
          </a:custGeom>
          <a:solidFill xmlns:a="http://schemas.openxmlformats.org/drawingml/2006/main">
            <a:srgbClr val="4D6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3" name="path-1023">
            <a:extLst xmlns:a="http://schemas.openxmlformats.org/drawingml/2006/main">
              <a:ext uri="{FF2B5EF4-FFF2-40B4-BE49-F238E27FC236}">
                <a16:creationId xmlns:a16="http://schemas.microsoft.com/office/drawing/2014/main" id="{563D493B-6190-47B6-BF03-EBFBA1DE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9729" y="3637449"/>
            <a:ext cx="114736" cy="355244"/>
          </a:xfrm>
          <a:custGeom xmlns:a="http://schemas.openxmlformats.org/drawingml/2006/main">
            <a:pathLst>
              <a:path w="114736" h="355244">
                <a:moveTo>
                  <a:pt x="44989" y="0"/>
                </a:moveTo>
                <a:lnTo>
                  <a:pt x="44989" y="321078"/>
                </a:lnTo>
                <a:lnTo>
                  <a:pt x="69747" y="321078"/>
                </a:lnTo>
                <a:lnTo>
                  <a:pt x="69747" y="0"/>
                </a:lnTo>
                <a:lnTo>
                  <a:pt x="44989" y="0"/>
                </a:lnTo>
                <a:moveTo>
                  <a:pt x="2475" y="214123"/>
                </a:moveTo>
                <a:lnTo>
                  <a:pt x="57368" y="355244"/>
                </a:lnTo>
                <a:lnTo>
                  <a:pt x="112261" y="214123"/>
                </a:lnTo>
                <a:cubicBezTo>
                  <a:pt x="114736" y="207756"/>
                  <a:pt x="111553" y="200541"/>
                  <a:pt x="105187" y="198065"/>
                </a:cubicBezTo>
                <a:cubicBezTo>
                  <a:pt x="98821" y="195589"/>
                  <a:pt x="91606" y="198772"/>
                  <a:pt x="89129" y="205139"/>
                </a:cubicBezTo>
                <a:lnTo>
                  <a:pt x="45838" y="316551"/>
                </a:lnTo>
                <a:lnTo>
                  <a:pt x="68899" y="316551"/>
                </a:lnTo>
                <a:lnTo>
                  <a:pt x="25607" y="205139"/>
                </a:lnTo>
                <a:cubicBezTo>
                  <a:pt x="23131" y="198772"/>
                  <a:pt x="15915" y="195589"/>
                  <a:pt x="9549" y="198065"/>
                </a:cubicBezTo>
                <a:cubicBezTo>
                  <a:pt x="3183" y="200541"/>
                  <a:pt x="0" y="207756"/>
                  <a:pt x="2475" y="214123"/>
                </a:cubicBezTo>
              </a:path>
            </a:pathLst>
          </a:custGeom>
          <a:solidFill xmlns:a="http://schemas.openxmlformats.org/drawingml/2006/main">
            <a:srgbClr val="4D6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4" name="path-1024">
            <a:extLst xmlns:a="http://schemas.openxmlformats.org/drawingml/2006/main">
              <a:ext uri="{FF2B5EF4-FFF2-40B4-BE49-F238E27FC236}">
                <a16:creationId xmlns:a16="http://schemas.microsoft.com/office/drawing/2014/main" id="{1ADB4C06-7F5E-440B-BFFE-2CF3D46E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55" y="4863970"/>
            <a:ext cx="979365" cy="114666"/>
          </a:xfrm>
          <a:custGeom xmlns:a="http://schemas.openxmlformats.org/drawingml/2006/main">
            <a:pathLst>
              <a:path w="979365" h="114666">
                <a:moveTo>
                  <a:pt x="0" y="44919"/>
                </a:moveTo>
                <a:lnTo>
                  <a:pt x="0" y="69748"/>
                </a:lnTo>
                <a:lnTo>
                  <a:pt x="945198" y="69748"/>
                </a:lnTo>
                <a:lnTo>
                  <a:pt x="945198" y="44919"/>
                </a:lnTo>
                <a:close/>
                <a:moveTo>
                  <a:pt x="838313" y="2476"/>
                </a:moveTo>
                <a:lnTo>
                  <a:pt x="979365" y="57369"/>
                </a:lnTo>
                <a:lnTo>
                  <a:pt x="838313" y="112191"/>
                </a:lnTo>
                <a:cubicBezTo>
                  <a:pt x="831947" y="114666"/>
                  <a:pt x="824731" y="111554"/>
                  <a:pt x="822256" y="105187"/>
                </a:cubicBezTo>
                <a:cubicBezTo>
                  <a:pt x="819780" y="98821"/>
                  <a:pt x="822963" y="91606"/>
                  <a:pt x="829329" y="89130"/>
                </a:cubicBezTo>
                <a:lnTo>
                  <a:pt x="940742" y="45767"/>
                </a:lnTo>
                <a:lnTo>
                  <a:pt x="940742" y="68899"/>
                </a:lnTo>
                <a:lnTo>
                  <a:pt x="829329" y="25537"/>
                </a:lnTo>
                <a:cubicBezTo>
                  <a:pt x="822963" y="23061"/>
                  <a:pt x="819780" y="15917"/>
                  <a:pt x="822256" y="9479"/>
                </a:cubicBezTo>
                <a:cubicBezTo>
                  <a:pt x="824731" y="3113"/>
                  <a:pt x="831947" y="0"/>
                  <a:pt x="838313" y="2476"/>
                </a:cubicBezTo>
              </a:path>
            </a:pathLst>
          </a:custGeom>
          <a:solidFill xmlns:a="http://schemas.openxmlformats.org/drawingml/2006/main">
            <a:srgbClr val="4D6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5" name="path-1025">
            <a:extLst xmlns:a="http://schemas.openxmlformats.org/drawingml/2006/main">
              <a:ext uri="{FF2B5EF4-FFF2-40B4-BE49-F238E27FC236}">
                <a16:creationId xmlns:a16="http://schemas.microsoft.com/office/drawing/2014/main" id="{CE820A94-60D7-4C0A-96A7-9832411E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846" y="5502095"/>
            <a:ext cx="114737" cy="369180"/>
          </a:xfrm>
          <a:custGeom xmlns:a="http://schemas.openxmlformats.org/drawingml/2006/main">
            <a:pathLst>
              <a:path w="114737" h="369180">
                <a:moveTo>
                  <a:pt x="69748" y="0"/>
                </a:moveTo>
                <a:lnTo>
                  <a:pt x="69748" y="335014"/>
                </a:lnTo>
                <a:lnTo>
                  <a:pt x="44989" y="335014"/>
                </a:lnTo>
                <a:lnTo>
                  <a:pt x="44989" y="0"/>
                </a:lnTo>
                <a:lnTo>
                  <a:pt x="69748" y="0"/>
                </a:lnTo>
                <a:moveTo>
                  <a:pt x="112261" y="228058"/>
                </a:moveTo>
                <a:lnTo>
                  <a:pt x="57368" y="369180"/>
                </a:lnTo>
                <a:lnTo>
                  <a:pt x="2476" y="228058"/>
                </a:lnTo>
                <a:cubicBezTo>
                  <a:pt x="0" y="221692"/>
                  <a:pt x="3183" y="214547"/>
                  <a:pt x="9549" y="212071"/>
                </a:cubicBezTo>
                <a:cubicBezTo>
                  <a:pt x="15915" y="209596"/>
                  <a:pt x="23131" y="212708"/>
                  <a:pt x="25607" y="219075"/>
                </a:cubicBezTo>
                <a:lnTo>
                  <a:pt x="68899" y="330557"/>
                </a:lnTo>
                <a:lnTo>
                  <a:pt x="45838" y="330557"/>
                </a:lnTo>
                <a:lnTo>
                  <a:pt x="89130" y="219075"/>
                </a:lnTo>
                <a:cubicBezTo>
                  <a:pt x="91606" y="212708"/>
                  <a:pt x="98821" y="209596"/>
                  <a:pt x="105187" y="212071"/>
                </a:cubicBezTo>
                <a:cubicBezTo>
                  <a:pt x="111553" y="214547"/>
                  <a:pt x="114737" y="221692"/>
                  <a:pt x="112261" y="228058"/>
                </a:cubicBezTo>
              </a:path>
            </a:pathLst>
          </a:custGeom>
          <a:solidFill xmlns:a="http://schemas.openxmlformats.org/drawingml/2006/main">
            <a:srgbClr val="4D6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6" name="path-1026">
            <a:extLst xmlns:a="http://schemas.openxmlformats.org/drawingml/2006/main">
              <a:ext uri="{FF2B5EF4-FFF2-40B4-BE49-F238E27FC236}">
                <a16:creationId xmlns:a16="http://schemas.microsoft.com/office/drawing/2014/main" id="{E05253D5-3F55-4B1B-8B2B-F70685BA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3592" y="5853591"/>
            <a:ext cx="114736" cy="275241"/>
          </a:xfrm>
          <a:custGeom xmlns:a="http://schemas.openxmlformats.org/drawingml/2006/main">
            <a:pathLst>
              <a:path w="114736" h="275241">
                <a:moveTo>
                  <a:pt x="69747" y="0"/>
                </a:moveTo>
                <a:lnTo>
                  <a:pt x="69747" y="241074"/>
                </a:lnTo>
                <a:lnTo>
                  <a:pt x="44989" y="241074"/>
                </a:lnTo>
                <a:lnTo>
                  <a:pt x="44989" y="0"/>
                </a:lnTo>
                <a:lnTo>
                  <a:pt x="69747" y="0"/>
                </a:lnTo>
                <a:moveTo>
                  <a:pt x="112260" y="134119"/>
                </a:moveTo>
                <a:lnTo>
                  <a:pt x="57368" y="275241"/>
                </a:lnTo>
                <a:lnTo>
                  <a:pt x="2475" y="134119"/>
                </a:lnTo>
                <a:cubicBezTo>
                  <a:pt x="0" y="127752"/>
                  <a:pt x="3183" y="120608"/>
                  <a:pt x="9549" y="118132"/>
                </a:cubicBezTo>
                <a:cubicBezTo>
                  <a:pt x="15915" y="115657"/>
                  <a:pt x="23130" y="118769"/>
                  <a:pt x="25606" y="125135"/>
                </a:cubicBezTo>
                <a:lnTo>
                  <a:pt x="68899" y="236618"/>
                </a:lnTo>
                <a:lnTo>
                  <a:pt x="45838" y="236618"/>
                </a:lnTo>
                <a:lnTo>
                  <a:pt x="89129" y="125135"/>
                </a:lnTo>
                <a:cubicBezTo>
                  <a:pt x="91605" y="118769"/>
                  <a:pt x="98820" y="115657"/>
                  <a:pt x="105187" y="118132"/>
                </a:cubicBezTo>
                <a:cubicBezTo>
                  <a:pt x="111552" y="120608"/>
                  <a:pt x="114736" y="127752"/>
                  <a:pt x="112260" y="134119"/>
                </a:cubicBezTo>
              </a:path>
            </a:pathLst>
          </a:custGeom>
          <a:solidFill xmlns:a="http://schemas.openxmlformats.org/drawingml/2006/main">
            <a:srgbClr val="4D6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7" name="path-1027">
            <a:extLst xmlns:a="http://schemas.openxmlformats.org/drawingml/2006/main">
              <a:ext uri="{FF2B5EF4-FFF2-40B4-BE49-F238E27FC236}">
                <a16:creationId xmlns:a16="http://schemas.microsoft.com/office/drawing/2014/main" id="{EE135280-3FB3-428B-B263-3D85FE96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4636" y="6412702"/>
            <a:ext cx="661681" cy="114737"/>
          </a:xfrm>
          <a:custGeom xmlns:a="http://schemas.openxmlformats.org/drawingml/2006/main">
            <a:pathLst>
              <a:path w="661681" h="114737">
                <a:moveTo>
                  <a:pt x="0" y="44989"/>
                </a:moveTo>
                <a:lnTo>
                  <a:pt x="0" y="69748"/>
                </a:lnTo>
                <a:lnTo>
                  <a:pt x="627514" y="69748"/>
                </a:lnTo>
                <a:lnTo>
                  <a:pt x="627514" y="44989"/>
                </a:lnTo>
                <a:close/>
                <a:moveTo>
                  <a:pt x="520630" y="2476"/>
                </a:moveTo>
                <a:lnTo>
                  <a:pt x="661681" y="57369"/>
                </a:lnTo>
                <a:lnTo>
                  <a:pt x="520630" y="112261"/>
                </a:lnTo>
                <a:cubicBezTo>
                  <a:pt x="514263" y="114737"/>
                  <a:pt x="507048" y="111554"/>
                  <a:pt x="504572" y="105187"/>
                </a:cubicBezTo>
                <a:cubicBezTo>
                  <a:pt x="502097" y="98821"/>
                  <a:pt x="505279" y="91606"/>
                  <a:pt x="511646" y="89130"/>
                </a:cubicBezTo>
                <a:lnTo>
                  <a:pt x="623058" y="45838"/>
                </a:lnTo>
                <a:lnTo>
                  <a:pt x="623058" y="68899"/>
                </a:lnTo>
                <a:lnTo>
                  <a:pt x="511646" y="25537"/>
                </a:lnTo>
                <a:cubicBezTo>
                  <a:pt x="505279" y="23061"/>
                  <a:pt x="502097" y="15916"/>
                  <a:pt x="504572" y="9550"/>
                </a:cubicBezTo>
                <a:cubicBezTo>
                  <a:pt x="507048" y="3184"/>
                  <a:pt x="514263" y="0"/>
                  <a:pt x="520630" y="2476"/>
                </a:cubicBezTo>
              </a:path>
            </a:pathLst>
          </a:custGeom>
          <a:solidFill xmlns:a="http://schemas.openxmlformats.org/drawingml/2006/main">
            <a:srgbClr val="4D6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8" name="path-1028">
            <a:extLst xmlns:a="http://schemas.openxmlformats.org/drawingml/2006/main">
              <a:ext uri="{FF2B5EF4-FFF2-40B4-BE49-F238E27FC236}">
                <a16:creationId xmlns:a16="http://schemas.microsoft.com/office/drawing/2014/main" id="{950E1945-6B3D-48EA-84E7-CDCEA593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943" y="5502095"/>
            <a:ext cx="2758984" cy="1476063"/>
          </a:xfrm>
          <a:custGeom xmlns:a="http://schemas.openxmlformats.org/drawingml/2006/main">
            <a:pathLst>
              <a:path w="2758984" h="1476063">
                <a:moveTo>
                  <a:pt x="2560918" y="1451298"/>
                </a:moveTo>
                <a:lnTo>
                  <a:pt x="2758984" y="1451298"/>
                </a:lnTo>
                <a:lnTo>
                  <a:pt x="2758984" y="1476063"/>
                </a:lnTo>
                <a:lnTo>
                  <a:pt x="2560918" y="1476063"/>
                </a:lnTo>
                <a:close/>
                <a:moveTo>
                  <a:pt x="2288578" y="1451298"/>
                </a:moveTo>
                <a:lnTo>
                  <a:pt x="2486643" y="1451298"/>
                </a:lnTo>
                <a:lnTo>
                  <a:pt x="2486643" y="1476063"/>
                </a:lnTo>
                <a:lnTo>
                  <a:pt x="2288578" y="1476063"/>
                </a:lnTo>
                <a:close/>
                <a:moveTo>
                  <a:pt x="2016238" y="1451298"/>
                </a:moveTo>
                <a:lnTo>
                  <a:pt x="2214303" y="1451298"/>
                </a:lnTo>
                <a:lnTo>
                  <a:pt x="2214303" y="1476063"/>
                </a:lnTo>
                <a:lnTo>
                  <a:pt x="2016238" y="1476063"/>
                </a:lnTo>
                <a:close/>
                <a:moveTo>
                  <a:pt x="1743898" y="1451298"/>
                </a:moveTo>
                <a:lnTo>
                  <a:pt x="1941963" y="1451298"/>
                </a:lnTo>
                <a:lnTo>
                  <a:pt x="1941963" y="1476063"/>
                </a:lnTo>
                <a:lnTo>
                  <a:pt x="1743898" y="1476063"/>
                </a:lnTo>
                <a:close/>
                <a:moveTo>
                  <a:pt x="1471557" y="1451298"/>
                </a:moveTo>
                <a:lnTo>
                  <a:pt x="1669623" y="1451298"/>
                </a:lnTo>
                <a:lnTo>
                  <a:pt x="1669623" y="1476063"/>
                </a:lnTo>
                <a:lnTo>
                  <a:pt x="1471557" y="1476063"/>
                </a:lnTo>
                <a:close/>
                <a:moveTo>
                  <a:pt x="1199216" y="1451298"/>
                </a:moveTo>
                <a:lnTo>
                  <a:pt x="1397282" y="1451298"/>
                </a:lnTo>
                <a:lnTo>
                  <a:pt x="1397282" y="1476063"/>
                </a:lnTo>
                <a:lnTo>
                  <a:pt x="1199216" y="1476063"/>
                </a:lnTo>
                <a:close/>
                <a:moveTo>
                  <a:pt x="926876" y="1451298"/>
                </a:moveTo>
                <a:lnTo>
                  <a:pt x="1124942" y="1451298"/>
                </a:lnTo>
                <a:lnTo>
                  <a:pt x="1124942" y="1476063"/>
                </a:lnTo>
                <a:lnTo>
                  <a:pt x="926876" y="1476063"/>
                </a:lnTo>
                <a:close/>
                <a:moveTo>
                  <a:pt x="654535" y="1451298"/>
                </a:moveTo>
                <a:lnTo>
                  <a:pt x="852602" y="1451298"/>
                </a:lnTo>
                <a:lnTo>
                  <a:pt x="852602" y="1476063"/>
                </a:lnTo>
                <a:lnTo>
                  <a:pt x="654535" y="1476063"/>
                </a:lnTo>
                <a:close/>
                <a:moveTo>
                  <a:pt x="382196" y="1451298"/>
                </a:moveTo>
                <a:lnTo>
                  <a:pt x="580262" y="1451298"/>
                </a:lnTo>
                <a:lnTo>
                  <a:pt x="580262" y="1476063"/>
                </a:lnTo>
                <a:lnTo>
                  <a:pt x="382196" y="1476063"/>
                </a:lnTo>
                <a:close/>
                <a:moveTo>
                  <a:pt x="109855" y="1451298"/>
                </a:moveTo>
                <a:lnTo>
                  <a:pt x="307920" y="1451298"/>
                </a:lnTo>
                <a:lnTo>
                  <a:pt x="307920" y="1476063"/>
                </a:lnTo>
                <a:lnTo>
                  <a:pt x="109855" y="1476063"/>
                </a:lnTo>
                <a:close/>
                <a:moveTo>
                  <a:pt x="46687" y="1440164"/>
                </a:moveTo>
                <a:lnTo>
                  <a:pt x="46687" y="1242013"/>
                </a:lnTo>
                <a:lnTo>
                  <a:pt x="71445" y="1242013"/>
                </a:lnTo>
                <a:lnTo>
                  <a:pt x="71445" y="1440164"/>
                </a:lnTo>
                <a:lnTo>
                  <a:pt x="46687" y="1440164"/>
                </a:lnTo>
                <a:moveTo>
                  <a:pt x="46687" y="1167738"/>
                </a:moveTo>
                <a:lnTo>
                  <a:pt x="46687" y="969602"/>
                </a:lnTo>
                <a:lnTo>
                  <a:pt x="71445" y="969602"/>
                </a:lnTo>
                <a:lnTo>
                  <a:pt x="71445" y="1167738"/>
                </a:lnTo>
                <a:lnTo>
                  <a:pt x="46687" y="1167738"/>
                </a:lnTo>
                <a:moveTo>
                  <a:pt x="46687" y="895328"/>
                </a:moveTo>
                <a:lnTo>
                  <a:pt x="46687" y="697191"/>
                </a:lnTo>
                <a:lnTo>
                  <a:pt x="71445" y="697191"/>
                </a:lnTo>
                <a:lnTo>
                  <a:pt x="71445" y="895328"/>
                </a:lnTo>
                <a:lnTo>
                  <a:pt x="46687" y="895328"/>
                </a:lnTo>
                <a:moveTo>
                  <a:pt x="46687" y="622916"/>
                </a:moveTo>
                <a:lnTo>
                  <a:pt x="46687" y="424780"/>
                </a:lnTo>
                <a:lnTo>
                  <a:pt x="71445" y="424780"/>
                </a:lnTo>
                <a:lnTo>
                  <a:pt x="71445" y="622916"/>
                </a:lnTo>
                <a:lnTo>
                  <a:pt x="46687" y="622916"/>
                </a:lnTo>
                <a:moveTo>
                  <a:pt x="46687" y="350505"/>
                </a:moveTo>
                <a:lnTo>
                  <a:pt x="46687" y="152369"/>
                </a:lnTo>
                <a:lnTo>
                  <a:pt x="71445" y="152369"/>
                </a:lnTo>
                <a:lnTo>
                  <a:pt x="71445" y="350505"/>
                </a:lnTo>
                <a:lnTo>
                  <a:pt x="46687" y="350505"/>
                </a:lnTo>
                <a:moveTo>
                  <a:pt x="46687" y="78094"/>
                </a:moveTo>
                <a:lnTo>
                  <a:pt x="46687" y="34166"/>
                </a:lnTo>
                <a:lnTo>
                  <a:pt x="71445" y="34166"/>
                </a:lnTo>
                <a:lnTo>
                  <a:pt x="71445" y="78094"/>
                </a:lnTo>
                <a:lnTo>
                  <a:pt x="46687" y="78094"/>
                </a:lnTo>
                <a:moveTo>
                  <a:pt x="2546" y="140272"/>
                </a:moveTo>
                <a:lnTo>
                  <a:pt x="59633" y="0"/>
                </a:lnTo>
                <a:lnTo>
                  <a:pt x="112261" y="141970"/>
                </a:lnTo>
                <a:cubicBezTo>
                  <a:pt x="114666" y="148407"/>
                  <a:pt x="111341" y="155481"/>
                  <a:pt x="104974" y="157886"/>
                </a:cubicBezTo>
                <a:cubicBezTo>
                  <a:pt x="98538" y="160291"/>
                  <a:pt x="91392" y="156967"/>
                  <a:pt x="89060" y="150600"/>
                </a:cubicBezTo>
                <a:lnTo>
                  <a:pt x="47464" y="38481"/>
                </a:lnTo>
                <a:lnTo>
                  <a:pt x="70525" y="38835"/>
                </a:lnTo>
                <a:lnTo>
                  <a:pt x="25466" y="149610"/>
                </a:lnTo>
                <a:cubicBezTo>
                  <a:pt x="22919" y="155906"/>
                  <a:pt x="15704" y="158947"/>
                  <a:pt x="9337" y="156401"/>
                </a:cubicBezTo>
                <a:cubicBezTo>
                  <a:pt x="3041" y="153783"/>
                  <a:pt x="0" y="146568"/>
                  <a:pt x="2546" y="140272"/>
                </a:cubicBezTo>
              </a:path>
            </a:pathLst>
          </a:custGeom>
          <a:solidFill xmlns:a="http://schemas.openxmlformats.org/drawingml/2006/main">
            <a:srgbClr val="008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9" name="path-1029">
            <a:extLst xmlns:a="http://schemas.openxmlformats.org/drawingml/2006/main">
              <a:ext uri="{FF2B5EF4-FFF2-40B4-BE49-F238E27FC236}">
                <a16:creationId xmlns:a16="http://schemas.microsoft.com/office/drawing/2014/main" id="{715AA52C-064F-40AB-8A4D-C21B73AE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3410" y="6875079"/>
            <a:ext cx="1629797" cy="203782"/>
          </a:xfrm>
          <a:custGeom xmlns:a="http://schemas.openxmlformats.org/drawingml/2006/main">
            <a:pathLst>
              <a:path w="1629797" h="203782">
                <a:moveTo>
                  <a:pt x="0" y="0"/>
                </a:moveTo>
                <a:lnTo>
                  <a:pt x="1629797" y="0"/>
                </a:lnTo>
                <a:lnTo>
                  <a:pt x="1629797" y="203782"/>
                </a:lnTo>
                <a:lnTo>
                  <a:pt x="0" y="203782"/>
                </a:lnTo>
                <a:close/>
              </a:path>
            </a:pathLst>
          </a:custGeom>
          <a:solidFill xmlns:a="http://schemas.openxmlformats.org/drawingml/2006/main">
            <a:srgbClr val="EEFC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0" name="text-1030 Refine">
            <a:extLst xmlns:a="http://schemas.openxmlformats.org/drawingml/2006/main">
              <a:ext uri="{FF2B5EF4-FFF2-40B4-BE49-F238E27FC236}">
                <a16:creationId xmlns:a16="http://schemas.microsoft.com/office/drawing/2014/main" id="{7E98DD48-3F50-4A3D-9C24-B6316C2A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7778" y="6890301"/>
            <a:ext cx="481566" cy="207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rPr>
              <a:t>Refine</a:t>
            </a:r>
          </a:p>
        </p:txBody>
      </p:sp>
      <p:sp>
        <p:nvSpPr>
          <p:cNvPr id="1091" name="text-1030 questioner">
            <a:extLst xmlns:a="http://schemas.openxmlformats.org/drawingml/2006/main">
              <a:ext uri="{FF2B5EF4-FFF2-40B4-BE49-F238E27FC236}">
                <a16:creationId xmlns:a16="http://schemas.microsoft.com/office/drawing/2014/main" id="{D1F1DC2F-8F4A-44EF-B3FD-3978783F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2835" y="6890438"/>
            <a:ext cx="755763" cy="207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1" i="0">
                <a:solidFill>
                  <a:srgbClr val="087863"/>
                </a:solidFill>
                <a:latin typeface="Comic Sans MS"/>
                <a:ea typeface="Comic Sans MS"/>
                <a:cs typeface="Comic Sans MS"/>
              </a:rPr>
              <a:t>questioner</a:t>
            </a:r>
          </a:p>
        </p:txBody>
      </p:sp>
      <p:sp>
        <p:nvSpPr>
          <p:cNvPr id="1092" name="path-1031">
            <a:extLst xmlns:a="http://schemas.openxmlformats.org/drawingml/2006/main">
              <a:ext uri="{FF2B5EF4-FFF2-40B4-BE49-F238E27FC236}">
                <a16:creationId xmlns:a16="http://schemas.microsoft.com/office/drawing/2014/main" id="{75B1203C-7ED5-468B-81BB-02C9B7AA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3924" y="5853591"/>
            <a:ext cx="1003485" cy="674272"/>
          </a:xfrm>
          <a:custGeom xmlns:a="http://schemas.openxmlformats.org/drawingml/2006/main">
            <a:pathLst>
              <a:path w="1003485" h="674272">
                <a:moveTo>
                  <a:pt x="0" y="649514"/>
                </a:moveTo>
                <a:lnTo>
                  <a:pt x="198065" y="649514"/>
                </a:lnTo>
                <a:lnTo>
                  <a:pt x="198065" y="674272"/>
                </a:lnTo>
                <a:lnTo>
                  <a:pt x="0" y="674272"/>
                </a:lnTo>
                <a:close/>
                <a:moveTo>
                  <a:pt x="272340" y="649514"/>
                </a:moveTo>
                <a:lnTo>
                  <a:pt x="470405" y="649514"/>
                </a:lnTo>
                <a:lnTo>
                  <a:pt x="470405" y="674272"/>
                </a:lnTo>
                <a:lnTo>
                  <a:pt x="272340" y="674272"/>
                </a:lnTo>
                <a:close/>
                <a:moveTo>
                  <a:pt x="544680" y="649514"/>
                </a:moveTo>
                <a:lnTo>
                  <a:pt x="742745" y="649514"/>
                </a:lnTo>
                <a:lnTo>
                  <a:pt x="742745" y="674272"/>
                </a:lnTo>
                <a:lnTo>
                  <a:pt x="544680" y="674272"/>
                </a:lnTo>
                <a:close/>
                <a:moveTo>
                  <a:pt x="817020" y="674272"/>
                </a:moveTo>
                <a:lnTo>
                  <a:pt x="955666" y="674272"/>
                </a:lnTo>
                <a:lnTo>
                  <a:pt x="955666" y="590095"/>
                </a:lnTo>
                <a:lnTo>
                  <a:pt x="930908" y="590095"/>
                </a:lnTo>
                <a:lnTo>
                  <a:pt x="930908" y="661893"/>
                </a:lnTo>
                <a:lnTo>
                  <a:pt x="943287" y="649514"/>
                </a:lnTo>
                <a:lnTo>
                  <a:pt x="817020" y="649514"/>
                </a:lnTo>
                <a:lnTo>
                  <a:pt x="817020" y="674272"/>
                </a:lnTo>
                <a:moveTo>
                  <a:pt x="955666" y="515820"/>
                </a:moveTo>
                <a:lnTo>
                  <a:pt x="955666" y="317683"/>
                </a:lnTo>
                <a:lnTo>
                  <a:pt x="930908" y="317683"/>
                </a:lnTo>
                <a:lnTo>
                  <a:pt x="930908" y="515820"/>
                </a:lnTo>
                <a:lnTo>
                  <a:pt x="955666" y="515820"/>
                </a:lnTo>
                <a:moveTo>
                  <a:pt x="955666" y="243408"/>
                </a:moveTo>
                <a:lnTo>
                  <a:pt x="955666" y="45272"/>
                </a:lnTo>
                <a:lnTo>
                  <a:pt x="930908" y="45272"/>
                </a:lnTo>
                <a:lnTo>
                  <a:pt x="930908" y="243408"/>
                </a:lnTo>
                <a:lnTo>
                  <a:pt x="955666" y="243408"/>
                </a:lnTo>
                <a:moveTo>
                  <a:pt x="1000867" y="139707"/>
                </a:moveTo>
                <a:lnTo>
                  <a:pt x="942437" y="0"/>
                </a:lnTo>
                <a:lnTo>
                  <a:pt x="891152" y="142466"/>
                </a:lnTo>
                <a:cubicBezTo>
                  <a:pt x="888820" y="148903"/>
                  <a:pt x="892144" y="156048"/>
                  <a:pt x="898581" y="158311"/>
                </a:cubicBezTo>
                <a:cubicBezTo>
                  <a:pt x="905018" y="160646"/>
                  <a:pt x="912163" y="157321"/>
                  <a:pt x="914426" y="150884"/>
                </a:cubicBezTo>
                <a:lnTo>
                  <a:pt x="954958" y="38411"/>
                </a:lnTo>
                <a:lnTo>
                  <a:pt x="931898" y="38976"/>
                </a:lnTo>
                <a:lnTo>
                  <a:pt x="978019" y="149257"/>
                </a:lnTo>
                <a:cubicBezTo>
                  <a:pt x="980637" y="155552"/>
                  <a:pt x="987923" y="158594"/>
                  <a:pt x="994217" y="155906"/>
                </a:cubicBezTo>
                <a:cubicBezTo>
                  <a:pt x="1000515" y="153288"/>
                  <a:pt x="1003485" y="146003"/>
                  <a:pt x="1000867" y="139707"/>
                </a:cubicBezTo>
              </a:path>
            </a:pathLst>
          </a:custGeom>
          <a:solidFill xmlns:a="http://schemas.openxmlformats.org/drawingml/2006/main">
            <a:srgbClr val="008D7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1853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2" name="path-1">
            <a:extLst xmlns:a="http://schemas.openxmlformats.org/drawingml/2006/main">
              <a:ext uri="{FF2B5EF4-FFF2-40B4-BE49-F238E27FC236}">
                <a16:creationId xmlns:a16="http://schemas.microsoft.com/office/drawing/2014/main" id="{9B4BABC0-FCCD-4080-BBB7-73CA565F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09" y="1399862"/>
            <a:ext cx="14611560" cy="6697865"/>
          </a:xfrm>
          <a:custGeom xmlns:a="http://schemas.openxmlformats.org/drawingml/2006/main">
            <a:pathLst>
              <a:path w="14611560" h="6697865">
                <a:moveTo>
                  <a:pt x="0" y="0"/>
                </a:moveTo>
                <a:lnTo>
                  <a:pt x="0" y="6697865"/>
                </a:lnTo>
                <a:lnTo>
                  <a:pt x="14611560" y="6697865"/>
                </a:lnTo>
                <a:lnTo>
                  <a:pt x="1461156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2FA08043-EE25-472D-9E76-313ED045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09" y="1399862"/>
            <a:ext cx="14612460" cy="6698316"/>
          </a:xfrm>
          <a:custGeom xmlns:a="http://schemas.openxmlformats.org/drawingml/2006/main">
            <a:pathLst>
              <a:path w="14612460" h="6698316">
                <a:moveTo>
                  <a:pt x="0" y="6698316"/>
                </a:moveTo>
                <a:lnTo>
                  <a:pt x="14612460" y="6698316"/>
                </a:lnTo>
                <a:lnTo>
                  <a:pt x="14612460" y="0"/>
                </a:lnTo>
                <a:lnTo>
                  <a:pt x="0" y="0"/>
                </a:lnTo>
                <a:lnTo>
                  <a:pt x="0" y="669831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F4EBC144-C0F7-4410-BEE9-36C24E4D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277" y="1551796"/>
            <a:ext cx="5445900" cy="2482317"/>
          </a:xfrm>
          <a:custGeom xmlns:a="http://schemas.openxmlformats.org/drawingml/2006/main">
            <a:pathLst>
              <a:path w="5445900" h="2482317">
                <a:moveTo>
                  <a:pt x="0" y="140275"/>
                </a:moveTo>
                <a:cubicBezTo>
                  <a:pt x="0" y="62804"/>
                  <a:pt x="62804" y="0"/>
                  <a:pt x="140275" y="0"/>
                </a:cubicBezTo>
                <a:lnTo>
                  <a:pt x="5305625" y="0"/>
                </a:lnTo>
                <a:cubicBezTo>
                  <a:pt x="5383097" y="0"/>
                  <a:pt x="5445900" y="62804"/>
                  <a:pt x="5445900" y="140275"/>
                </a:cubicBezTo>
                <a:lnTo>
                  <a:pt x="5445900" y="2342042"/>
                </a:lnTo>
                <a:cubicBezTo>
                  <a:pt x="5445900" y="2419514"/>
                  <a:pt x="5383097" y="2482317"/>
                  <a:pt x="5305625" y="2482317"/>
                </a:cubicBezTo>
                <a:lnTo>
                  <a:pt x="140275" y="2482317"/>
                </a:lnTo>
                <a:cubicBezTo>
                  <a:pt x="62804" y="2482317"/>
                  <a:pt x="0" y="2419514"/>
                  <a:pt x="0" y="2342042"/>
                </a:cubicBezTo>
                <a:lnTo>
                  <a:pt x="0" y="140275"/>
                </a:lnTo>
              </a:path>
            </a:pathLst>
          </a:custGeom>
          <a:solidFill xmlns:a="http://schemas.openxmlformats.org/drawingml/2006/main">
            <a:srgbClr val="F0ECF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AE671A1F-DB5B-41CD-90AA-08898756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85" y="1551801"/>
            <a:ext cx="2380435" cy="6453460"/>
          </a:xfrm>
          <a:custGeom xmlns:a="http://schemas.openxmlformats.org/drawingml/2006/main">
            <a:pathLst>
              <a:path w="2380435" h="6453460">
                <a:moveTo>
                  <a:pt x="0" y="134516"/>
                </a:moveTo>
                <a:cubicBezTo>
                  <a:pt x="0" y="60225"/>
                  <a:pt x="60226" y="0"/>
                  <a:pt x="134518" y="0"/>
                </a:cubicBezTo>
                <a:lnTo>
                  <a:pt x="2245918" y="0"/>
                </a:lnTo>
                <a:cubicBezTo>
                  <a:pt x="2320209" y="0"/>
                  <a:pt x="2380435" y="60225"/>
                  <a:pt x="2380435" y="134516"/>
                </a:cubicBezTo>
                <a:lnTo>
                  <a:pt x="2380435" y="6318943"/>
                </a:lnTo>
                <a:cubicBezTo>
                  <a:pt x="2380435" y="6393235"/>
                  <a:pt x="2320209" y="6453460"/>
                  <a:pt x="2245918" y="6453460"/>
                </a:cubicBezTo>
                <a:lnTo>
                  <a:pt x="134518" y="6453460"/>
                </a:lnTo>
                <a:cubicBezTo>
                  <a:pt x="60226" y="6453460"/>
                  <a:pt x="0" y="6393235"/>
                  <a:pt x="0" y="6318943"/>
                </a:cubicBezTo>
                <a:lnTo>
                  <a:pt x="0" y="134516"/>
                </a:lnTo>
              </a:path>
            </a:pathLst>
          </a:cu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BD7223B5-AC60-4176-8E41-5E952B9E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27" y="1525618"/>
            <a:ext cx="6355517" cy="2482317"/>
          </a:xfrm>
          <a:custGeom xmlns:a="http://schemas.openxmlformats.org/drawingml/2006/main">
            <a:pathLst>
              <a:path w="6355517" h="2482317">
                <a:moveTo>
                  <a:pt x="0" y="140275"/>
                </a:moveTo>
                <a:cubicBezTo>
                  <a:pt x="0" y="62803"/>
                  <a:pt x="62804" y="0"/>
                  <a:pt x="140275" y="0"/>
                </a:cubicBezTo>
                <a:lnTo>
                  <a:pt x="6215247" y="0"/>
                </a:lnTo>
                <a:cubicBezTo>
                  <a:pt x="6292721" y="0"/>
                  <a:pt x="6355517" y="62803"/>
                  <a:pt x="6355517" y="140275"/>
                </a:cubicBezTo>
                <a:lnTo>
                  <a:pt x="6355517" y="2342042"/>
                </a:lnTo>
                <a:cubicBezTo>
                  <a:pt x="6355517" y="2419514"/>
                  <a:pt x="6292721" y="2482317"/>
                  <a:pt x="6215247" y="2482317"/>
                </a:cubicBezTo>
                <a:lnTo>
                  <a:pt x="140275" y="2482317"/>
                </a:lnTo>
                <a:cubicBezTo>
                  <a:pt x="62804" y="2482317"/>
                  <a:pt x="0" y="2419514"/>
                  <a:pt x="0" y="2342042"/>
                </a:cubicBezTo>
                <a:lnTo>
                  <a:pt x="0" y="140275"/>
                </a:lnTo>
              </a:path>
            </a:pathLst>
          </a:cu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6EFE1602-0DBE-49BA-83D4-A5C30C04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84" y="1409194"/>
            <a:ext cx="2262793" cy="446761"/>
          </a:xfrm>
          <a:custGeom xmlns:a="http://schemas.openxmlformats.org/drawingml/2006/main">
            <a:pathLst>
              <a:path w="2262793" h="446761">
                <a:moveTo>
                  <a:pt x="0" y="74462"/>
                </a:moveTo>
                <a:cubicBezTo>
                  <a:pt x="0" y="33338"/>
                  <a:pt x="33337" y="0"/>
                  <a:pt x="74461" y="0"/>
                </a:cubicBezTo>
                <a:lnTo>
                  <a:pt x="2188331" y="0"/>
                </a:lnTo>
                <a:cubicBezTo>
                  <a:pt x="2229454" y="0"/>
                  <a:pt x="2262793" y="33338"/>
                  <a:pt x="2262793" y="74462"/>
                </a:cubicBezTo>
                <a:lnTo>
                  <a:pt x="2262793" y="372300"/>
                </a:lnTo>
                <a:cubicBezTo>
                  <a:pt x="2262793" y="413424"/>
                  <a:pt x="2229454" y="446761"/>
                  <a:pt x="2188331" y="446761"/>
                </a:cubicBezTo>
                <a:lnTo>
                  <a:pt x="74461" y="446761"/>
                </a:lnTo>
                <a:cubicBezTo>
                  <a:pt x="33337" y="446761"/>
                  <a:pt x="0" y="413424"/>
                  <a:pt x="0" y="372300"/>
                </a:cubicBezTo>
                <a:lnTo>
                  <a:pt x="0" y="74462"/>
                </a:lnTo>
              </a:path>
            </a:pathLst>
          </a:custGeom>
          <a:solidFill xmlns:a="http://schemas.openxmlformats.org/drawingml/2006/main">
            <a:srgbClr val="587D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7 Video">
            <a:extLst xmlns:a="http://schemas.openxmlformats.org/drawingml/2006/main">
              <a:ext uri="{FF2B5EF4-FFF2-40B4-BE49-F238E27FC236}">
                <a16:creationId xmlns:a16="http://schemas.microsoft.com/office/drawing/2014/main" id="{58CFD8C3-09A6-4FE3-B084-07B9FBDD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406" y="1468233"/>
            <a:ext cx="685411" cy="346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8" name="text-7 &amp;">
            <a:extLst xmlns:a="http://schemas.openxmlformats.org/drawingml/2006/main">
              <a:ext uri="{FF2B5EF4-FFF2-40B4-BE49-F238E27FC236}">
                <a16:creationId xmlns:a16="http://schemas.microsoft.com/office/drawing/2014/main" id="{A72E141B-0A8C-4F22-BE78-1071D465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466" y="1467876"/>
            <a:ext cx="206637" cy="346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9" name="text-7 Memory">
            <a:extLst xmlns:a="http://schemas.openxmlformats.org/drawingml/2006/main">
              <a:ext uri="{FF2B5EF4-FFF2-40B4-BE49-F238E27FC236}">
                <a16:creationId xmlns:a16="http://schemas.microsoft.com/office/drawing/2014/main" id="{558077F4-EAC2-43D3-9E02-6057244A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842" y="1467385"/>
            <a:ext cx="971455" cy="347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Memory</a:t>
            </a:r>
          </a:p>
        </p:txBody>
      </p:sp>
      <p:sp>
        <p:nvSpPr>
          <p:cNvPr id="10" name="text-8 Video">
            <a:extLst xmlns:a="http://schemas.openxmlformats.org/drawingml/2006/main">
              <a:ext uri="{FF2B5EF4-FFF2-40B4-BE49-F238E27FC236}">
                <a16:creationId xmlns:a16="http://schemas.microsoft.com/office/drawing/2014/main" id="{018A6193-0FA6-4337-A062-F443B58F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406" y="1468233"/>
            <a:ext cx="685411" cy="346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11" name="text-8 &amp;">
            <a:extLst xmlns:a="http://schemas.openxmlformats.org/drawingml/2006/main">
              <a:ext uri="{FF2B5EF4-FFF2-40B4-BE49-F238E27FC236}">
                <a16:creationId xmlns:a16="http://schemas.microsoft.com/office/drawing/2014/main" id="{CC682D74-F896-40C4-9D07-2D932638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466" y="1467876"/>
            <a:ext cx="206637" cy="346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12" name="text-8 Memory">
            <a:extLst xmlns:a="http://schemas.openxmlformats.org/drawingml/2006/main">
              <a:ext uri="{FF2B5EF4-FFF2-40B4-BE49-F238E27FC236}">
                <a16:creationId xmlns:a16="http://schemas.microsoft.com/office/drawing/2014/main" id="{D698B27D-68CA-4C10-AE7B-885A3D6D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842" y="1467385"/>
            <a:ext cx="971455" cy="347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Memory</a:t>
            </a:r>
          </a:p>
        </p:txBody>
      </p:sp>
      <p:sp>
        <p:nvSpPr>
          <p:cNvPr id="13" name="path-9">
            <a:extLst xmlns:a="http://schemas.openxmlformats.org/drawingml/2006/main">
              <a:ext uri="{FF2B5EF4-FFF2-40B4-BE49-F238E27FC236}">
                <a16:creationId xmlns:a16="http://schemas.microsoft.com/office/drawing/2014/main" id="{8F5B6B4E-4A29-4077-907D-46865C68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575" y="1412852"/>
            <a:ext cx="4196298" cy="446762"/>
          </a:xfrm>
          <a:custGeom xmlns:a="http://schemas.openxmlformats.org/drawingml/2006/main">
            <a:pathLst>
              <a:path w="4196298" h="446762">
                <a:moveTo>
                  <a:pt x="0" y="74464"/>
                </a:moveTo>
                <a:cubicBezTo>
                  <a:pt x="0" y="33339"/>
                  <a:pt x="33338" y="0"/>
                  <a:pt x="74464" y="0"/>
                </a:cubicBezTo>
                <a:lnTo>
                  <a:pt x="4121835" y="0"/>
                </a:lnTo>
                <a:cubicBezTo>
                  <a:pt x="4162959" y="0"/>
                  <a:pt x="4196298" y="33339"/>
                  <a:pt x="4196298" y="74464"/>
                </a:cubicBezTo>
                <a:lnTo>
                  <a:pt x="4196298" y="372298"/>
                </a:lnTo>
                <a:cubicBezTo>
                  <a:pt x="4196298" y="413424"/>
                  <a:pt x="4162959" y="446762"/>
                  <a:pt x="4121835" y="446762"/>
                </a:cubicBezTo>
                <a:lnTo>
                  <a:pt x="74464" y="446762"/>
                </a:lnTo>
                <a:cubicBezTo>
                  <a:pt x="33338" y="446762"/>
                  <a:pt x="0" y="413424"/>
                  <a:pt x="0" y="372298"/>
                </a:cubicBezTo>
                <a:lnTo>
                  <a:pt x="0" y="74464"/>
                </a:lnTo>
              </a:path>
            </a:pathLst>
          </a:custGeom>
          <a:solidFill xmlns:a="http://schemas.openxmlformats.org/drawingml/2006/main">
            <a:srgbClr val="8A71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0 Question">
            <a:extLst xmlns:a="http://schemas.openxmlformats.org/drawingml/2006/main">
              <a:ext uri="{FF2B5EF4-FFF2-40B4-BE49-F238E27FC236}">
                <a16:creationId xmlns:a16="http://schemas.microsoft.com/office/drawing/2014/main" id="{6BD86BA6-F983-4951-93B4-57EF794F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8516" y="1480970"/>
            <a:ext cx="1094639" cy="347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15" name="text-10 Generation">
            <a:extLst xmlns:a="http://schemas.openxmlformats.org/drawingml/2006/main">
              <a:ext uri="{FF2B5EF4-FFF2-40B4-BE49-F238E27FC236}">
                <a16:creationId xmlns:a16="http://schemas.microsoft.com/office/drawing/2014/main" id="{C2175FF4-666B-4940-AB9D-39C56E98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2932" y="1480898"/>
            <a:ext cx="1308390" cy="347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Generation</a:t>
            </a:r>
          </a:p>
        </p:txBody>
      </p:sp>
      <p:sp>
        <p:nvSpPr>
          <p:cNvPr id="16" name="text-11 Question">
            <a:extLst xmlns:a="http://schemas.openxmlformats.org/drawingml/2006/main">
              <a:ext uri="{FF2B5EF4-FFF2-40B4-BE49-F238E27FC236}">
                <a16:creationId xmlns:a16="http://schemas.microsoft.com/office/drawing/2014/main" id="{D0C5BEEF-3DBF-49CB-9073-307DCA8F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8516" y="1480970"/>
            <a:ext cx="1094639" cy="347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17" name="text-11 Generation">
            <a:extLst xmlns:a="http://schemas.openxmlformats.org/drawingml/2006/main">
              <a:ext uri="{FF2B5EF4-FFF2-40B4-BE49-F238E27FC236}">
                <a16:creationId xmlns:a16="http://schemas.microsoft.com/office/drawing/2014/main" id="{5156E9F2-8046-427D-BB16-2C7141DB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2932" y="1480898"/>
            <a:ext cx="1308390" cy="347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Generation</a:t>
            </a:r>
          </a:p>
        </p:txBody>
      </p:sp>
      <p:sp>
        <p:nvSpPr>
          <p:cNvPr id="18" name="path-12">
            <a:extLst xmlns:a="http://schemas.openxmlformats.org/drawingml/2006/main">
              <a:ext uri="{FF2B5EF4-FFF2-40B4-BE49-F238E27FC236}">
                <a16:creationId xmlns:a16="http://schemas.microsoft.com/office/drawing/2014/main" id="{7928B347-6510-4593-814B-D8486C8C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161" y="1412852"/>
            <a:ext cx="4228948" cy="446762"/>
          </a:xfrm>
          <a:custGeom xmlns:a="http://schemas.openxmlformats.org/drawingml/2006/main">
            <a:pathLst>
              <a:path w="4228948" h="446762">
                <a:moveTo>
                  <a:pt x="0" y="74461"/>
                </a:moveTo>
                <a:cubicBezTo>
                  <a:pt x="0" y="33338"/>
                  <a:pt x="33337" y="0"/>
                  <a:pt x="74460" y="0"/>
                </a:cubicBezTo>
                <a:lnTo>
                  <a:pt x="4154489" y="0"/>
                </a:lnTo>
                <a:cubicBezTo>
                  <a:pt x="4195614" y="0"/>
                  <a:pt x="4228948" y="33338"/>
                  <a:pt x="4228948" y="74461"/>
                </a:cubicBezTo>
                <a:lnTo>
                  <a:pt x="4228948" y="372302"/>
                </a:lnTo>
                <a:cubicBezTo>
                  <a:pt x="4228948" y="413425"/>
                  <a:pt x="4195614" y="446762"/>
                  <a:pt x="4154489" y="446762"/>
                </a:cubicBezTo>
                <a:lnTo>
                  <a:pt x="74460" y="446762"/>
                </a:lnTo>
                <a:cubicBezTo>
                  <a:pt x="33337" y="446762"/>
                  <a:pt x="0" y="413425"/>
                  <a:pt x="0" y="372302"/>
                </a:cubicBezTo>
                <a:lnTo>
                  <a:pt x="0" y="74461"/>
                </a:ln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13 Question">
            <a:extLst xmlns:a="http://schemas.openxmlformats.org/drawingml/2006/main">
              <a:ext uri="{FF2B5EF4-FFF2-40B4-BE49-F238E27FC236}">
                <a16:creationId xmlns:a16="http://schemas.microsoft.com/office/drawing/2014/main" id="{491BF41F-B3D0-4B44-92FE-62064016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4775" y="1445846"/>
            <a:ext cx="1094639" cy="347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20" name="text-13 Answering">
            <a:extLst xmlns:a="http://schemas.openxmlformats.org/drawingml/2006/main">
              <a:ext uri="{FF2B5EF4-FFF2-40B4-BE49-F238E27FC236}">
                <a16:creationId xmlns:a16="http://schemas.microsoft.com/office/drawing/2014/main" id="{F7E156B5-106B-4C92-B0C3-B9CB159E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9191" y="1446064"/>
            <a:ext cx="1231642" cy="347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Answering</a:t>
            </a:r>
          </a:p>
        </p:txBody>
      </p:sp>
      <p:sp>
        <p:nvSpPr>
          <p:cNvPr id="21" name="text-14 Question">
            <a:extLst xmlns:a="http://schemas.openxmlformats.org/drawingml/2006/main">
              <a:ext uri="{FF2B5EF4-FFF2-40B4-BE49-F238E27FC236}">
                <a16:creationId xmlns:a16="http://schemas.microsoft.com/office/drawing/2014/main" id="{A06E4C17-67DB-4F6F-BD42-33235D47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4775" y="1445846"/>
            <a:ext cx="1094639" cy="347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22" name="text-14 Answering">
            <a:extLst xmlns:a="http://schemas.openxmlformats.org/drawingml/2006/main">
              <a:ext uri="{FF2B5EF4-FFF2-40B4-BE49-F238E27FC236}">
                <a16:creationId xmlns:a16="http://schemas.microsoft.com/office/drawing/2014/main" id="{5FD09C9E-B5FF-4495-B463-5677D081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9191" y="1446064"/>
            <a:ext cx="1231642" cy="347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Answering</a:t>
            </a:r>
          </a:p>
        </p:txBody>
      </p:sp>
      <p:sp>
        <p:nvSpPr>
          <p:cNvPr id="23" name="path-15">
            <a:extLst xmlns:a="http://schemas.openxmlformats.org/drawingml/2006/main">
              <a:ext uri="{FF2B5EF4-FFF2-40B4-BE49-F238E27FC236}">
                <a16:creationId xmlns:a16="http://schemas.microsoft.com/office/drawing/2014/main" id="{DB2E7DD4-8D2C-4CF0-AD45-043DCB36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352" y="4390419"/>
            <a:ext cx="11948327" cy="3627222"/>
          </a:xfrm>
          <a:custGeom xmlns:a="http://schemas.openxmlformats.org/drawingml/2006/main">
            <a:pathLst>
              <a:path w="11948327" h="3627222">
                <a:moveTo>
                  <a:pt x="0" y="204980"/>
                </a:moveTo>
                <a:cubicBezTo>
                  <a:pt x="0" y="91773"/>
                  <a:pt x="91773" y="0"/>
                  <a:pt x="204979" y="0"/>
                </a:cubicBezTo>
                <a:lnTo>
                  <a:pt x="11743347" y="0"/>
                </a:lnTo>
                <a:cubicBezTo>
                  <a:pt x="11856555" y="0"/>
                  <a:pt x="11948327" y="91773"/>
                  <a:pt x="11948327" y="204980"/>
                </a:cubicBezTo>
                <a:lnTo>
                  <a:pt x="11948327" y="3422242"/>
                </a:lnTo>
                <a:cubicBezTo>
                  <a:pt x="11948327" y="3535449"/>
                  <a:pt x="11856555" y="3627222"/>
                  <a:pt x="11743347" y="3627222"/>
                </a:cubicBezTo>
                <a:lnTo>
                  <a:pt x="204979" y="3627222"/>
                </a:lnTo>
                <a:cubicBezTo>
                  <a:pt x="91773" y="3627222"/>
                  <a:pt x="0" y="3535449"/>
                  <a:pt x="0" y="3422242"/>
                </a:cubicBezTo>
                <a:lnTo>
                  <a:pt x="0" y="204980"/>
                </a:lnTo>
              </a:path>
            </a:pathLst>
          </a:custGeom>
          <a:solidFill xmlns:a="http://schemas.openxmlformats.org/drawingml/2006/main">
            <a:srgbClr val="F9E9E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path-16">
            <a:extLst xmlns:a="http://schemas.openxmlformats.org/drawingml/2006/main">
              <a:ext uri="{FF2B5EF4-FFF2-40B4-BE49-F238E27FC236}">
                <a16:creationId xmlns:a16="http://schemas.microsoft.com/office/drawing/2014/main" id="{5DA34F99-E3E2-42F2-AEF1-B40B1522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459" y="4216488"/>
            <a:ext cx="5638972" cy="446761"/>
          </a:xfrm>
          <a:custGeom xmlns:a="http://schemas.openxmlformats.org/drawingml/2006/main">
            <a:pathLst>
              <a:path w="5638972" h="446761">
                <a:moveTo>
                  <a:pt x="0" y="74460"/>
                </a:moveTo>
                <a:cubicBezTo>
                  <a:pt x="0" y="33337"/>
                  <a:pt x="33335" y="0"/>
                  <a:pt x="74459" y="0"/>
                </a:cubicBezTo>
                <a:lnTo>
                  <a:pt x="5564514" y="0"/>
                </a:lnTo>
                <a:cubicBezTo>
                  <a:pt x="5605627" y="0"/>
                  <a:pt x="5638972" y="33337"/>
                  <a:pt x="5638972" y="74460"/>
                </a:cubicBezTo>
                <a:lnTo>
                  <a:pt x="5638972" y="372302"/>
                </a:lnTo>
                <a:cubicBezTo>
                  <a:pt x="5638972" y="413425"/>
                  <a:pt x="5605627" y="446761"/>
                  <a:pt x="5564514" y="446761"/>
                </a:cubicBezTo>
                <a:lnTo>
                  <a:pt x="74459" y="446761"/>
                </a:lnTo>
                <a:cubicBezTo>
                  <a:pt x="33335" y="446761"/>
                  <a:pt x="0" y="413425"/>
                  <a:pt x="0" y="372302"/>
                </a:cubicBezTo>
                <a:lnTo>
                  <a:pt x="0" y="74460"/>
                </a:lnTo>
              </a:path>
            </a:pathLst>
          </a:custGeom>
          <a:solidFill xmlns:a="http://schemas.openxmlformats.org/drawingml/2006/main">
            <a:srgbClr val="D77D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17 Questioner">
            <a:extLst xmlns:a="http://schemas.openxmlformats.org/drawingml/2006/main">
              <a:ext uri="{FF2B5EF4-FFF2-40B4-BE49-F238E27FC236}">
                <a16:creationId xmlns:a16="http://schemas.microsoft.com/office/drawing/2014/main" id="{DACD713B-C2E7-4B51-80B5-3AAF9208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1712" y="4263852"/>
            <a:ext cx="1349897" cy="347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Questioner</a:t>
            </a:r>
          </a:p>
        </p:txBody>
      </p:sp>
      <p:sp>
        <p:nvSpPr>
          <p:cNvPr id="26" name="text-17 &amp;">
            <a:extLst xmlns:a="http://schemas.openxmlformats.org/drawingml/2006/main">
              <a:ext uri="{FF2B5EF4-FFF2-40B4-BE49-F238E27FC236}">
                <a16:creationId xmlns:a16="http://schemas.microsoft.com/office/drawing/2014/main" id="{84453392-BF96-4174-9629-806CFF49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2143" y="4264283"/>
            <a:ext cx="206637" cy="346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27" name="text-17 Solver">
            <a:extLst xmlns:a="http://schemas.openxmlformats.org/drawingml/2006/main">
              <a:ext uri="{FF2B5EF4-FFF2-40B4-BE49-F238E27FC236}">
                <a16:creationId xmlns:a16="http://schemas.microsoft.com/office/drawing/2014/main" id="{08E4006D-7820-4C2E-AC04-4B6246FB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8543" y="4263750"/>
            <a:ext cx="791274" cy="347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28" name="text-17 Evolution">
            <a:extLst xmlns:a="http://schemas.openxmlformats.org/drawingml/2006/main">
              <a:ext uri="{FF2B5EF4-FFF2-40B4-BE49-F238E27FC236}">
                <a16:creationId xmlns:a16="http://schemas.microsoft.com/office/drawing/2014/main" id="{2C69BCD2-0CF9-42A4-9D3A-B4D252DF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0333" y="4263857"/>
            <a:ext cx="1094592" cy="347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Evolution</a:t>
            </a:r>
          </a:p>
        </p:txBody>
      </p:sp>
      <p:sp>
        <p:nvSpPr>
          <p:cNvPr id="29" name="text-18 Questioner">
            <a:extLst xmlns:a="http://schemas.openxmlformats.org/drawingml/2006/main">
              <a:ext uri="{FF2B5EF4-FFF2-40B4-BE49-F238E27FC236}">
                <a16:creationId xmlns:a16="http://schemas.microsoft.com/office/drawing/2014/main" id="{016B8213-C7F7-415B-BE2B-FF13EABE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1712" y="4263852"/>
            <a:ext cx="1349897" cy="347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Questioner</a:t>
            </a:r>
          </a:p>
        </p:txBody>
      </p:sp>
      <p:sp>
        <p:nvSpPr>
          <p:cNvPr id="30" name="text-18 &amp;">
            <a:extLst xmlns:a="http://schemas.openxmlformats.org/drawingml/2006/main">
              <a:ext uri="{FF2B5EF4-FFF2-40B4-BE49-F238E27FC236}">
                <a16:creationId xmlns:a16="http://schemas.microsoft.com/office/drawing/2014/main" id="{DE390C64-CD6F-4377-BCB6-C54F65F8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2143" y="4264283"/>
            <a:ext cx="206637" cy="346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31" name="text-18 Solver">
            <a:extLst xmlns:a="http://schemas.openxmlformats.org/drawingml/2006/main">
              <a:ext uri="{FF2B5EF4-FFF2-40B4-BE49-F238E27FC236}">
                <a16:creationId xmlns:a16="http://schemas.microsoft.com/office/drawing/2014/main" id="{5EC84233-EBC0-4A25-87B1-7582DC63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8543" y="4263750"/>
            <a:ext cx="791274" cy="347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32" name="text-18 Evolution">
            <a:extLst xmlns:a="http://schemas.openxmlformats.org/drawingml/2006/main">
              <a:ext uri="{FF2B5EF4-FFF2-40B4-BE49-F238E27FC236}">
                <a16:creationId xmlns:a16="http://schemas.microsoft.com/office/drawing/2014/main" id="{3FE28246-38C9-43AF-B74A-DF9490E7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0333" y="4263857"/>
            <a:ext cx="1094592" cy="347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Evolution</a:t>
            </a:r>
          </a:p>
        </p:txBody>
      </p:sp>
      <p:sp>
        <p:nvSpPr>
          <p:cNvPr id="33" name="path-19">
            <a:extLst xmlns:a="http://schemas.openxmlformats.org/drawingml/2006/main">
              <a:ext uri="{FF2B5EF4-FFF2-40B4-BE49-F238E27FC236}">
                <a16:creationId xmlns:a16="http://schemas.microsoft.com/office/drawing/2014/main" id="{AA65498F-6FBF-464F-82C1-29CF721A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538" y="1922742"/>
            <a:ext cx="1435852" cy="4141135"/>
          </a:xfrm>
          <a:custGeom xmlns:a="http://schemas.openxmlformats.org/drawingml/2006/main">
            <a:pathLst>
              <a:path w="1435852" h="4141135">
                <a:moveTo>
                  <a:pt x="0" y="0"/>
                </a:moveTo>
                <a:lnTo>
                  <a:pt x="0" y="4141135"/>
                </a:lnTo>
                <a:lnTo>
                  <a:pt x="1435852" y="4141135"/>
                </a:lnTo>
                <a:lnTo>
                  <a:pt x="143585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03707F-F553-4ACB-9608-4B00573D1C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22a75df5d49a5"/>
          <a:stretch xmlns:a="http://schemas.openxmlformats.org/drawingml/2006/main"/>
        </p:blipFill>
        <p:spPr>
          <a:xfrm xmlns:a="http://schemas.openxmlformats.org/drawingml/2006/main">
            <a:off x="1191455" y="5360868"/>
            <a:ext cx="1123950" cy="638175"/>
          </a:xfrm>
          <a:prstGeom xmlns:a="http://schemas.openxmlformats.org/drawingml/2006/main" prst="rect">
            <a:avLst/>
          </a:prstGeom>
        </p:spPr>
      </p:pic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88C289-C525-4178-A476-57467EB664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3e383c1d848bf"/>
          <a:stretch xmlns:a="http://schemas.openxmlformats.org/drawingml/2006/main"/>
        </p:blipFill>
        <p:spPr>
          <a:xfrm xmlns:a="http://schemas.openxmlformats.org/drawingml/2006/main">
            <a:off x="1191455" y="1979493"/>
            <a:ext cx="1123950" cy="638175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18D556-ADD9-45BC-BFCF-2D3923393A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1727946014b40"/>
          <a:stretch xmlns:a="http://schemas.openxmlformats.org/drawingml/2006/main"/>
        </p:blipFill>
        <p:spPr>
          <a:xfrm xmlns:a="http://schemas.openxmlformats.org/drawingml/2006/main">
            <a:off x="1191455" y="2655768"/>
            <a:ext cx="1123950" cy="638175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4F5DF1-3EBA-4BAF-BB52-21BCFFF373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af264f378482d"/>
          <a:stretch xmlns:a="http://schemas.openxmlformats.org/drawingml/2006/main"/>
        </p:blipFill>
        <p:spPr>
          <a:xfrm xmlns:a="http://schemas.openxmlformats.org/drawingml/2006/main">
            <a:off x="1191455" y="3332043"/>
            <a:ext cx="1123950" cy="638175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37F80F-640D-4083-A9E4-C37217C38E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1ec3fcce54d11"/>
          <a:stretch xmlns:a="http://schemas.openxmlformats.org/drawingml/2006/main"/>
        </p:blipFill>
        <p:spPr>
          <a:xfrm xmlns:a="http://schemas.openxmlformats.org/drawingml/2006/main">
            <a:off x="1191455" y="4008318"/>
            <a:ext cx="1123950" cy="638175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6D5A4F-2678-436E-B7E5-BE5CB73A5A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32de684ab442a"/>
          <a:stretch xmlns:a="http://schemas.openxmlformats.org/drawingml/2006/main"/>
        </p:blipFill>
        <p:spPr>
          <a:xfrm xmlns:a="http://schemas.openxmlformats.org/drawingml/2006/main">
            <a:off x="1191455" y="4684593"/>
            <a:ext cx="1123950" cy="638175"/>
          </a:xfrm>
          <a:prstGeom xmlns:a="http://schemas.openxmlformats.org/drawingml/2006/main" prst="rect">
            <a:avLst/>
          </a:prstGeom>
        </p:spPr>
      </p:pic>
      <p:sp>
        <p:nvSpPr>
          <p:cNvPr id="40" name="path-26">
            <a:extLst xmlns:a="http://schemas.openxmlformats.org/drawingml/2006/main">
              <a:ext uri="{FF2B5EF4-FFF2-40B4-BE49-F238E27FC236}">
                <a16:creationId xmlns:a16="http://schemas.microsoft.com/office/drawing/2014/main" id="{9907386A-5305-45B3-8AE0-66B9F418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1955927"/>
            <a:ext cx="95860" cy="180234"/>
          </a:xfrm>
          <a:custGeom xmlns:a="http://schemas.openxmlformats.org/drawingml/2006/main">
            <a:pathLst>
              <a:path w="95860" h="180234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7"/>
                </a:lnTo>
                <a:cubicBezTo>
                  <a:pt x="95860" y="173081"/>
                  <a:pt x="88707" y="180234"/>
                  <a:pt x="79883" y="180234"/>
                </a:cubicBezTo>
                <a:lnTo>
                  <a:pt x="15977" y="180234"/>
                </a:lnTo>
                <a:cubicBezTo>
                  <a:pt x="7153" y="180234"/>
                  <a:pt x="0" y="173081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27">
            <a:extLst xmlns:a="http://schemas.openxmlformats.org/drawingml/2006/main">
              <a:ext uri="{FF2B5EF4-FFF2-40B4-BE49-F238E27FC236}">
                <a16:creationId xmlns:a16="http://schemas.microsoft.com/office/drawing/2014/main" id="{8F55906C-B16C-4E29-AB43-0CF5B551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2172291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7"/>
                </a:moveTo>
                <a:cubicBezTo>
                  <a:pt x="0" y="7154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4"/>
                  <a:pt x="95860" y="15977"/>
                </a:cubicBezTo>
                <a:lnTo>
                  <a:pt x="95860" y="164258"/>
                </a:lnTo>
                <a:cubicBezTo>
                  <a:pt x="95860" y="173081"/>
                  <a:pt x="88707" y="180235"/>
                  <a:pt x="79883" y="180235"/>
                </a:cubicBezTo>
                <a:lnTo>
                  <a:pt x="15977" y="180235"/>
                </a:lnTo>
                <a:cubicBezTo>
                  <a:pt x="7153" y="180235"/>
                  <a:pt x="0" y="173081"/>
                  <a:pt x="0" y="164258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28">
            <a:extLst xmlns:a="http://schemas.openxmlformats.org/drawingml/2006/main">
              <a:ext uri="{FF2B5EF4-FFF2-40B4-BE49-F238E27FC236}">
                <a16:creationId xmlns:a16="http://schemas.microsoft.com/office/drawing/2014/main" id="{8D7D8C35-E183-42D7-B6E4-D23D3197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2388656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7"/>
                </a:moveTo>
                <a:cubicBezTo>
                  <a:pt x="0" y="7154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4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5"/>
                  <a:pt x="79883" y="180235"/>
                </a:cubicBezTo>
                <a:lnTo>
                  <a:pt x="15977" y="180235"/>
                </a:lnTo>
                <a:cubicBezTo>
                  <a:pt x="7153" y="180235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29">
            <a:extLst xmlns:a="http://schemas.openxmlformats.org/drawingml/2006/main">
              <a:ext uri="{FF2B5EF4-FFF2-40B4-BE49-F238E27FC236}">
                <a16:creationId xmlns:a16="http://schemas.microsoft.com/office/drawing/2014/main" id="{A353ECD0-4D77-4614-AAD7-463494C7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2605021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30">
            <a:extLst xmlns:a="http://schemas.openxmlformats.org/drawingml/2006/main">
              <a:ext uri="{FF2B5EF4-FFF2-40B4-BE49-F238E27FC236}">
                <a16:creationId xmlns:a16="http://schemas.microsoft.com/office/drawing/2014/main" id="{D5C63834-319F-419A-B95A-EA923B72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2821386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31">
            <a:extLst xmlns:a="http://schemas.openxmlformats.org/drawingml/2006/main">
              <a:ext uri="{FF2B5EF4-FFF2-40B4-BE49-F238E27FC236}">
                <a16:creationId xmlns:a16="http://schemas.microsoft.com/office/drawing/2014/main" id="{4135778F-F374-48DA-BEB5-90A1103A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3037750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th-32">
            <a:extLst xmlns:a="http://schemas.openxmlformats.org/drawingml/2006/main">
              <a:ext uri="{FF2B5EF4-FFF2-40B4-BE49-F238E27FC236}">
                <a16:creationId xmlns:a16="http://schemas.microsoft.com/office/drawing/2014/main" id="{30725CFE-7FAD-4721-B496-3210D0C1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3254114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33">
            <a:extLst xmlns:a="http://schemas.openxmlformats.org/drawingml/2006/main">
              <a:ext uri="{FF2B5EF4-FFF2-40B4-BE49-F238E27FC236}">
                <a16:creationId xmlns:a16="http://schemas.microsoft.com/office/drawing/2014/main" id="{27C98DE8-C91D-4B8D-9EDA-16BC6092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3470479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th-34">
            <a:extLst xmlns:a="http://schemas.openxmlformats.org/drawingml/2006/main">
              <a:ext uri="{FF2B5EF4-FFF2-40B4-BE49-F238E27FC236}">
                <a16:creationId xmlns:a16="http://schemas.microsoft.com/office/drawing/2014/main" id="{DD448C8C-3C0E-4170-BC72-D9C97A00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3686844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35">
            <a:extLst xmlns:a="http://schemas.openxmlformats.org/drawingml/2006/main">
              <a:ext uri="{FF2B5EF4-FFF2-40B4-BE49-F238E27FC236}">
                <a16:creationId xmlns:a16="http://schemas.microsoft.com/office/drawing/2014/main" id="{601956E6-8A7E-4679-8D69-C30196A9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3903207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8"/>
                </a:moveTo>
                <a:cubicBezTo>
                  <a:pt x="0" y="7154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4"/>
                  <a:pt x="95860" y="15978"/>
                </a:cubicBezTo>
                <a:lnTo>
                  <a:pt x="95860" y="164258"/>
                </a:lnTo>
                <a:cubicBezTo>
                  <a:pt x="95860" y="173081"/>
                  <a:pt x="88707" y="180235"/>
                  <a:pt x="79883" y="180235"/>
                </a:cubicBezTo>
                <a:lnTo>
                  <a:pt x="15977" y="180235"/>
                </a:lnTo>
                <a:cubicBezTo>
                  <a:pt x="7153" y="180235"/>
                  <a:pt x="0" y="173081"/>
                  <a:pt x="0" y="164258"/>
                </a:cubicBezTo>
                <a:lnTo>
                  <a:pt x="0" y="1597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36">
            <a:extLst xmlns:a="http://schemas.openxmlformats.org/drawingml/2006/main">
              <a:ext uri="{FF2B5EF4-FFF2-40B4-BE49-F238E27FC236}">
                <a16:creationId xmlns:a16="http://schemas.microsoft.com/office/drawing/2014/main" id="{943E97AC-8ABC-4831-881D-81F851EB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4119571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9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9"/>
                </a:cubicBezTo>
                <a:lnTo>
                  <a:pt x="95860" y="164257"/>
                </a:lnTo>
                <a:cubicBezTo>
                  <a:pt x="95860" y="173081"/>
                  <a:pt x="88707" y="180235"/>
                  <a:pt x="79883" y="180235"/>
                </a:cubicBezTo>
                <a:lnTo>
                  <a:pt x="15977" y="180235"/>
                </a:lnTo>
                <a:cubicBezTo>
                  <a:pt x="7153" y="180235"/>
                  <a:pt x="0" y="173081"/>
                  <a:pt x="0" y="164257"/>
                </a:cubicBezTo>
                <a:lnTo>
                  <a:pt x="0" y="1597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37">
            <a:extLst xmlns:a="http://schemas.openxmlformats.org/drawingml/2006/main">
              <a:ext uri="{FF2B5EF4-FFF2-40B4-BE49-F238E27FC236}">
                <a16:creationId xmlns:a16="http://schemas.microsoft.com/office/drawing/2014/main" id="{7F01D98F-191D-4A92-A8AE-DC86EAA2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4335936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1"/>
                  <a:pt x="88707" y="180235"/>
                  <a:pt x="79883" y="180235"/>
                </a:cubicBezTo>
                <a:lnTo>
                  <a:pt x="15977" y="180235"/>
                </a:lnTo>
                <a:cubicBezTo>
                  <a:pt x="7153" y="180235"/>
                  <a:pt x="0" y="173081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ath-38">
            <a:extLst xmlns:a="http://schemas.openxmlformats.org/drawingml/2006/main">
              <a:ext uri="{FF2B5EF4-FFF2-40B4-BE49-F238E27FC236}">
                <a16:creationId xmlns:a16="http://schemas.microsoft.com/office/drawing/2014/main" id="{41FE5A8F-59FA-435A-B30D-6A85A824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4552301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8"/>
                </a:lnTo>
                <a:cubicBezTo>
                  <a:pt x="95860" y="173081"/>
                  <a:pt x="88707" y="180235"/>
                  <a:pt x="79883" y="180235"/>
                </a:cubicBezTo>
                <a:lnTo>
                  <a:pt x="15977" y="180235"/>
                </a:lnTo>
                <a:cubicBezTo>
                  <a:pt x="7153" y="180235"/>
                  <a:pt x="0" y="173081"/>
                  <a:pt x="0" y="164258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39">
            <a:extLst xmlns:a="http://schemas.openxmlformats.org/drawingml/2006/main">
              <a:ext uri="{FF2B5EF4-FFF2-40B4-BE49-F238E27FC236}">
                <a16:creationId xmlns:a16="http://schemas.microsoft.com/office/drawing/2014/main" id="{16E08432-B853-4AF6-BFE9-0F3AA2F2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4768665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40">
            <a:extLst xmlns:a="http://schemas.openxmlformats.org/drawingml/2006/main">
              <a:ext uri="{FF2B5EF4-FFF2-40B4-BE49-F238E27FC236}">
                <a16:creationId xmlns:a16="http://schemas.microsoft.com/office/drawing/2014/main" id="{FE5FBE7C-17AB-4B12-98B8-3A924C53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4985030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41">
            <a:extLst xmlns:a="http://schemas.openxmlformats.org/drawingml/2006/main">
              <a:ext uri="{FF2B5EF4-FFF2-40B4-BE49-F238E27FC236}">
                <a16:creationId xmlns:a16="http://schemas.microsoft.com/office/drawing/2014/main" id="{22CF541C-C9C9-4AB5-A7CC-0435F527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5201395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42">
            <a:extLst xmlns:a="http://schemas.openxmlformats.org/drawingml/2006/main">
              <a:ext uri="{FF2B5EF4-FFF2-40B4-BE49-F238E27FC236}">
                <a16:creationId xmlns:a16="http://schemas.microsoft.com/office/drawing/2014/main" id="{7F6D054B-A2AF-42B6-BB23-BA099B5B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5417759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4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4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43">
            <a:extLst xmlns:a="http://schemas.openxmlformats.org/drawingml/2006/main">
              <a:ext uri="{FF2B5EF4-FFF2-40B4-BE49-F238E27FC236}">
                <a16:creationId xmlns:a16="http://schemas.microsoft.com/office/drawing/2014/main" id="{850A9CE9-27F3-409C-AAD3-1CCB9F7F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5634124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ath-44">
            <a:extLst xmlns:a="http://schemas.openxmlformats.org/drawingml/2006/main">
              <a:ext uri="{FF2B5EF4-FFF2-40B4-BE49-F238E27FC236}">
                <a16:creationId xmlns:a16="http://schemas.microsoft.com/office/drawing/2014/main" id="{E8E81052-3C93-4813-BE86-B26CD1DC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5850486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4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4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45">
            <a:extLst xmlns:a="http://schemas.openxmlformats.org/drawingml/2006/main">
              <a:ext uri="{FF2B5EF4-FFF2-40B4-BE49-F238E27FC236}">
                <a16:creationId xmlns:a16="http://schemas.microsoft.com/office/drawing/2014/main" id="{BFB084C4-D5C9-4A56-9E78-6BB702BE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1955927"/>
            <a:ext cx="95860" cy="180234"/>
          </a:xfrm>
          <a:custGeom xmlns:a="http://schemas.openxmlformats.org/drawingml/2006/main">
            <a:pathLst>
              <a:path w="95860" h="180234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7"/>
                </a:lnTo>
                <a:cubicBezTo>
                  <a:pt x="95860" y="173081"/>
                  <a:pt x="88707" y="180234"/>
                  <a:pt x="79884" y="180234"/>
                </a:cubicBezTo>
                <a:lnTo>
                  <a:pt x="15977" y="180234"/>
                </a:lnTo>
                <a:cubicBezTo>
                  <a:pt x="7153" y="180234"/>
                  <a:pt x="0" y="173081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46">
            <a:extLst xmlns:a="http://schemas.openxmlformats.org/drawingml/2006/main">
              <a:ext uri="{FF2B5EF4-FFF2-40B4-BE49-F238E27FC236}">
                <a16:creationId xmlns:a16="http://schemas.microsoft.com/office/drawing/2014/main" id="{1A51918C-6A71-430C-BA16-17FF1059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2172291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7"/>
                </a:moveTo>
                <a:cubicBezTo>
                  <a:pt x="0" y="7154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4"/>
                  <a:pt x="95860" y="15977"/>
                </a:cubicBezTo>
                <a:lnTo>
                  <a:pt x="95860" y="164258"/>
                </a:lnTo>
                <a:cubicBezTo>
                  <a:pt x="95860" y="173081"/>
                  <a:pt x="88707" y="180235"/>
                  <a:pt x="79884" y="180235"/>
                </a:cubicBezTo>
                <a:lnTo>
                  <a:pt x="15977" y="180235"/>
                </a:lnTo>
                <a:cubicBezTo>
                  <a:pt x="7153" y="180235"/>
                  <a:pt x="0" y="173081"/>
                  <a:pt x="0" y="164258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47">
            <a:extLst xmlns:a="http://schemas.openxmlformats.org/drawingml/2006/main">
              <a:ext uri="{FF2B5EF4-FFF2-40B4-BE49-F238E27FC236}">
                <a16:creationId xmlns:a16="http://schemas.microsoft.com/office/drawing/2014/main" id="{16FAFF5E-082F-4F57-BD84-7F96E01F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2388656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7"/>
                </a:moveTo>
                <a:cubicBezTo>
                  <a:pt x="0" y="7154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4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5"/>
                  <a:pt x="79884" y="180235"/>
                </a:cubicBezTo>
                <a:lnTo>
                  <a:pt x="15977" y="180235"/>
                </a:lnTo>
                <a:cubicBezTo>
                  <a:pt x="7153" y="180235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48">
            <a:extLst xmlns:a="http://schemas.openxmlformats.org/drawingml/2006/main">
              <a:ext uri="{FF2B5EF4-FFF2-40B4-BE49-F238E27FC236}">
                <a16:creationId xmlns:a16="http://schemas.microsoft.com/office/drawing/2014/main" id="{4F56E71E-369F-44BB-B625-2E1E6863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2605021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49">
            <a:extLst xmlns:a="http://schemas.openxmlformats.org/drawingml/2006/main">
              <a:ext uri="{FF2B5EF4-FFF2-40B4-BE49-F238E27FC236}">
                <a16:creationId xmlns:a16="http://schemas.microsoft.com/office/drawing/2014/main" id="{86A8509A-0672-4913-A89C-5910865B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2821386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50">
            <a:extLst xmlns:a="http://schemas.openxmlformats.org/drawingml/2006/main">
              <a:ext uri="{FF2B5EF4-FFF2-40B4-BE49-F238E27FC236}">
                <a16:creationId xmlns:a16="http://schemas.microsoft.com/office/drawing/2014/main" id="{E7C277C3-1A50-4D5D-B0CC-CC6BBE10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3037750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51">
            <a:extLst xmlns:a="http://schemas.openxmlformats.org/drawingml/2006/main">
              <a:ext uri="{FF2B5EF4-FFF2-40B4-BE49-F238E27FC236}">
                <a16:creationId xmlns:a16="http://schemas.microsoft.com/office/drawing/2014/main" id="{31D00AE9-A64D-4AD5-B1F6-E3C4004F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3254114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ath-52">
            <a:extLst xmlns:a="http://schemas.openxmlformats.org/drawingml/2006/main">
              <a:ext uri="{FF2B5EF4-FFF2-40B4-BE49-F238E27FC236}">
                <a16:creationId xmlns:a16="http://schemas.microsoft.com/office/drawing/2014/main" id="{0E60D884-CB3A-4977-90FB-4BB79067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3470479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53">
            <a:extLst xmlns:a="http://schemas.openxmlformats.org/drawingml/2006/main">
              <a:ext uri="{FF2B5EF4-FFF2-40B4-BE49-F238E27FC236}">
                <a16:creationId xmlns:a16="http://schemas.microsoft.com/office/drawing/2014/main" id="{0431C0A9-C15D-481A-85BF-62A9B1C9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3686844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54">
            <a:extLst xmlns:a="http://schemas.openxmlformats.org/drawingml/2006/main">
              <a:ext uri="{FF2B5EF4-FFF2-40B4-BE49-F238E27FC236}">
                <a16:creationId xmlns:a16="http://schemas.microsoft.com/office/drawing/2014/main" id="{60DA2BDD-B6AA-481C-8BEB-926B5063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3903207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8"/>
                </a:moveTo>
                <a:cubicBezTo>
                  <a:pt x="0" y="7154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4"/>
                  <a:pt x="95860" y="15978"/>
                </a:cubicBezTo>
                <a:lnTo>
                  <a:pt x="95860" y="164258"/>
                </a:lnTo>
                <a:cubicBezTo>
                  <a:pt x="95860" y="173081"/>
                  <a:pt x="88707" y="180235"/>
                  <a:pt x="79884" y="180235"/>
                </a:cubicBezTo>
                <a:lnTo>
                  <a:pt x="15977" y="180235"/>
                </a:lnTo>
                <a:cubicBezTo>
                  <a:pt x="7153" y="180235"/>
                  <a:pt x="0" y="173081"/>
                  <a:pt x="0" y="164258"/>
                </a:cubicBezTo>
                <a:lnTo>
                  <a:pt x="0" y="1597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55">
            <a:extLst xmlns:a="http://schemas.openxmlformats.org/drawingml/2006/main">
              <a:ext uri="{FF2B5EF4-FFF2-40B4-BE49-F238E27FC236}">
                <a16:creationId xmlns:a16="http://schemas.microsoft.com/office/drawing/2014/main" id="{6BB97271-4E9D-494C-8BAA-4AAE15B1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4119571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9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9"/>
                </a:cubicBezTo>
                <a:lnTo>
                  <a:pt x="95860" y="164257"/>
                </a:lnTo>
                <a:cubicBezTo>
                  <a:pt x="95860" y="173081"/>
                  <a:pt x="88707" y="180235"/>
                  <a:pt x="79884" y="180235"/>
                </a:cubicBezTo>
                <a:lnTo>
                  <a:pt x="15977" y="180235"/>
                </a:lnTo>
                <a:cubicBezTo>
                  <a:pt x="7153" y="180235"/>
                  <a:pt x="0" y="173081"/>
                  <a:pt x="0" y="164257"/>
                </a:cubicBezTo>
                <a:lnTo>
                  <a:pt x="0" y="1597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56">
            <a:extLst xmlns:a="http://schemas.openxmlformats.org/drawingml/2006/main">
              <a:ext uri="{FF2B5EF4-FFF2-40B4-BE49-F238E27FC236}">
                <a16:creationId xmlns:a16="http://schemas.microsoft.com/office/drawing/2014/main" id="{4CCE678E-447C-43AB-8825-7EA6AA87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4335936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1"/>
                  <a:pt x="88707" y="180235"/>
                  <a:pt x="79884" y="180235"/>
                </a:cubicBezTo>
                <a:lnTo>
                  <a:pt x="15977" y="180235"/>
                </a:lnTo>
                <a:cubicBezTo>
                  <a:pt x="7153" y="180235"/>
                  <a:pt x="0" y="173081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57">
            <a:extLst xmlns:a="http://schemas.openxmlformats.org/drawingml/2006/main">
              <a:ext uri="{FF2B5EF4-FFF2-40B4-BE49-F238E27FC236}">
                <a16:creationId xmlns:a16="http://schemas.microsoft.com/office/drawing/2014/main" id="{479684BF-D160-445A-89CD-FFB1D3A9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4552301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8"/>
                </a:lnTo>
                <a:cubicBezTo>
                  <a:pt x="95860" y="173081"/>
                  <a:pt x="88707" y="180235"/>
                  <a:pt x="79884" y="180235"/>
                </a:cubicBezTo>
                <a:lnTo>
                  <a:pt x="15977" y="180235"/>
                </a:lnTo>
                <a:cubicBezTo>
                  <a:pt x="7153" y="180235"/>
                  <a:pt x="0" y="173081"/>
                  <a:pt x="0" y="164258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58">
            <a:extLst xmlns:a="http://schemas.openxmlformats.org/drawingml/2006/main">
              <a:ext uri="{FF2B5EF4-FFF2-40B4-BE49-F238E27FC236}">
                <a16:creationId xmlns:a16="http://schemas.microsoft.com/office/drawing/2014/main" id="{433A7791-3527-4E03-A76E-EC03EAEA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4768665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59">
            <a:extLst xmlns:a="http://schemas.openxmlformats.org/drawingml/2006/main">
              <a:ext uri="{FF2B5EF4-FFF2-40B4-BE49-F238E27FC236}">
                <a16:creationId xmlns:a16="http://schemas.microsoft.com/office/drawing/2014/main" id="{60446741-857A-4E6F-B459-89E9EC8B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4985030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60">
            <a:extLst xmlns:a="http://schemas.openxmlformats.org/drawingml/2006/main">
              <a:ext uri="{FF2B5EF4-FFF2-40B4-BE49-F238E27FC236}">
                <a16:creationId xmlns:a16="http://schemas.microsoft.com/office/drawing/2014/main" id="{4D2BD971-7277-4D2F-BF4D-9977A99D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5201395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61">
            <a:extLst xmlns:a="http://schemas.openxmlformats.org/drawingml/2006/main">
              <a:ext uri="{FF2B5EF4-FFF2-40B4-BE49-F238E27FC236}">
                <a16:creationId xmlns:a16="http://schemas.microsoft.com/office/drawing/2014/main" id="{53CB3DD6-BEA4-473E-8A7A-28ADF861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5417759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4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4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62">
            <a:extLst xmlns:a="http://schemas.openxmlformats.org/drawingml/2006/main">
              <a:ext uri="{FF2B5EF4-FFF2-40B4-BE49-F238E27FC236}">
                <a16:creationId xmlns:a16="http://schemas.microsoft.com/office/drawing/2014/main" id="{4560431F-E5BB-4B50-83DB-F74995B3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5634124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63">
            <a:extLst xmlns:a="http://schemas.openxmlformats.org/drawingml/2006/main">
              <a:ext uri="{FF2B5EF4-FFF2-40B4-BE49-F238E27FC236}">
                <a16:creationId xmlns:a16="http://schemas.microsoft.com/office/drawing/2014/main" id="{FC08ACF0-FFCA-416A-ABE3-161FA9E2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5850486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4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4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text-64 Unlabeled">
            <a:extLst xmlns:a="http://schemas.openxmlformats.org/drawingml/2006/main">
              <a:ext uri="{FF2B5EF4-FFF2-40B4-BE49-F238E27FC236}">
                <a16:creationId xmlns:a16="http://schemas.microsoft.com/office/drawing/2014/main" id="{13330AD3-EFF6-4F26-AE7F-A8137A55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278898" y="4285314"/>
            <a:ext cx="940302" cy="275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Unlabeled</a:t>
            </a:r>
          </a:p>
        </p:txBody>
      </p:sp>
      <p:sp>
        <p:nvSpPr>
          <p:cNvPr id="79" name="text-64 Videos">
            <a:extLst xmlns:a="http://schemas.openxmlformats.org/drawingml/2006/main">
              <a:ext uri="{FF2B5EF4-FFF2-40B4-BE49-F238E27FC236}">
                <a16:creationId xmlns:a16="http://schemas.microsoft.com/office/drawing/2014/main" id="{8D946E26-CC5B-4F15-B037-703EC9CC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442103" y="3346702"/>
            <a:ext cx="618173" cy="265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Videos</a:t>
            </a:r>
          </a:p>
        </p:txBody>
      </p:sp>
      <p:sp>
        <p:nvSpPr>
          <p:cNvPr id="80" name="text-65 Unlabeled">
            <a:extLst xmlns:a="http://schemas.openxmlformats.org/drawingml/2006/main">
              <a:ext uri="{FF2B5EF4-FFF2-40B4-BE49-F238E27FC236}">
                <a16:creationId xmlns:a16="http://schemas.microsoft.com/office/drawing/2014/main" id="{815804E1-CA4A-48D2-82BB-C9E678D7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278898" y="4285314"/>
            <a:ext cx="940302" cy="275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Unlabeled</a:t>
            </a:r>
          </a:p>
        </p:txBody>
      </p:sp>
      <p:sp>
        <p:nvSpPr>
          <p:cNvPr id="81" name="text-65 Videos">
            <a:extLst xmlns:a="http://schemas.openxmlformats.org/drawingml/2006/main">
              <a:ext uri="{FF2B5EF4-FFF2-40B4-BE49-F238E27FC236}">
                <a16:creationId xmlns:a16="http://schemas.microsoft.com/office/drawing/2014/main" id="{85898FFA-73AD-44B9-B392-C7B934A1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442103" y="3346702"/>
            <a:ext cx="618173" cy="265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Videos</a:t>
            </a:r>
          </a:p>
        </p:txBody>
      </p:sp>
      <p:sp>
        <p:nvSpPr>
          <p:cNvPr id="82" name="path-66">
            <a:extLst xmlns:a="http://schemas.openxmlformats.org/drawingml/2006/main">
              <a:ext uri="{FF2B5EF4-FFF2-40B4-BE49-F238E27FC236}">
                <a16:creationId xmlns:a16="http://schemas.microsoft.com/office/drawing/2014/main" id="{DCEFFFF7-F62D-4C32-B834-96B7BB89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591" y="6076254"/>
            <a:ext cx="156776" cy="462797"/>
          </a:xfrm>
          <a:custGeom xmlns:a="http://schemas.openxmlformats.org/drawingml/2006/main">
            <a:pathLst>
              <a:path w="156776" h="462797">
                <a:moveTo>
                  <a:pt x="61503" y="0"/>
                </a:moveTo>
                <a:lnTo>
                  <a:pt x="61501" y="429282"/>
                </a:lnTo>
                <a:lnTo>
                  <a:pt x="95275" y="429282"/>
                </a:lnTo>
                <a:lnTo>
                  <a:pt x="95276" y="0"/>
                </a:lnTo>
                <a:lnTo>
                  <a:pt x="61503" y="0"/>
                </a:lnTo>
                <a:moveTo>
                  <a:pt x="4699" y="336472"/>
                </a:moveTo>
                <a:lnTo>
                  <a:pt x="78388" y="462797"/>
                </a:lnTo>
                <a:lnTo>
                  <a:pt x="152078" y="336472"/>
                </a:lnTo>
                <a:cubicBezTo>
                  <a:pt x="156776" y="328416"/>
                  <a:pt x="154056" y="318077"/>
                  <a:pt x="145999" y="313377"/>
                </a:cubicBezTo>
                <a:cubicBezTo>
                  <a:pt x="137944" y="308678"/>
                  <a:pt x="127604" y="311399"/>
                  <a:pt x="122904" y="319455"/>
                </a:cubicBezTo>
                <a:lnTo>
                  <a:pt x="63802" y="420774"/>
                </a:lnTo>
                <a:lnTo>
                  <a:pt x="92974" y="420774"/>
                </a:lnTo>
                <a:lnTo>
                  <a:pt x="33872" y="319455"/>
                </a:lnTo>
                <a:cubicBezTo>
                  <a:pt x="29172" y="311399"/>
                  <a:pt x="18833" y="308678"/>
                  <a:pt x="10777" y="313377"/>
                </a:cubicBezTo>
                <a:cubicBezTo>
                  <a:pt x="2721" y="318076"/>
                  <a:pt x="0" y="328416"/>
                  <a:pt x="4699" y="336472"/>
                </a:cubicBezTo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67">
            <a:extLst xmlns:a="http://schemas.openxmlformats.org/drawingml/2006/main">
              <a:ext uri="{FF2B5EF4-FFF2-40B4-BE49-F238E27FC236}">
                <a16:creationId xmlns:a16="http://schemas.microsoft.com/office/drawing/2014/main" id="{557C3DA1-182C-4AD7-A26A-E487884F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59" y="6541641"/>
            <a:ext cx="2265607" cy="1305327"/>
          </a:xfrm>
          <a:custGeom xmlns:a="http://schemas.openxmlformats.org/drawingml/2006/main">
            <a:pathLst>
              <a:path w="2265607" h="1305327">
                <a:moveTo>
                  <a:pt x="0" y="81061"/>
                </a:moveTo>
                <a:cubicBezTo>
                  <a:pt x="0" y="36291"/>
                  <a:pt x="36292" y="0"/>
                  <a:pt x="81060" y="0"/>
                </a:cubicBezTo>
                <a:lnTo>
                  <a:pt x="2184546" y="0"/>
                </a:lnTo>
                <a:cubicBezTo>
                  <a:pt x="2229315" y="0"/>
                  <a:pt x="2265607" y="36291"/>
                  <a:pt x="2265607" y="81061"/>
                </a:cubicBezTo>
                <a:lnTo>
                  <a:pt x="2265607" y="1224267"/>
                </a:lnTo>
                <a:cubicBezTo>
                  <a:pt x="2265607" y="1269035"/>
                  <a:pt x="2229315" y="1305327"/>
                  <a:pt x="2184546" y="1305327"/>
                </a:cubicBezTo>
                <a:lnTo>
                  <a:pt x="81060" y="1305327"/>
                </a:lnTo>
                <a:cubicBezTo>
                  <a:pt x="36292" y="1305327"/>
                  <a:pt x="0" y="1269035"/>
                  <a:pt x="0" y="1224267"/>
                </a:cubicBezTo>
                <a:lnTo>
                  <a:pt x="0" y="81061"/>
                </a:lnTo>
              </a:path>
            </a:pathLst>
          </a:custGeom>
          <a:solidFill xmlns:a="http://schemas.openxmlformats.org/drawingml/2006/main">
            <a:srgbClr val="EB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68">
            <a:extLst xmlns:a="http://schemas.openxmlformats.org/drawingml/2006/main">
              <a:ext uri="{FF2B5EF4-FFF2-40B4-BE49-F238E27FC236}">
                <a16:creationId xmlns:a16="http://schemas.microsoft.com/office/drawing/2014/main" id="{0CB092ED-98D2-4D14-9438-BD0791F7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59" y="6541641"/>
            <a:ext cx="2265607" cy="1305327"/>
          </a:xfrm>
          <a:custGeom xmlns:a="http://schemas.openxmlformats.org/drawingml/2006/main">
            <a:pathLst>
              <a:path w="2265607" h="1305327">
                <a:moveTo>
                  <a:pt x="0" y="81060"/>
                </a:moveTo>
                <a:cubicBezTo>
                  <a:pt x="0" y="36292"/>
                  <a:pt x="36292" y="0"/>
                  <a:pt x="81060" y="0"/>
                </a:cubicBezTo>
                <a:lnTo>
                  <a:pt x="2184546" y="0"/>
                </a:lnTo>
                <a:cubicBezTo>
                  <a:pt x="2229315" y="0"/>
                  <a:pt x="2265607" y="36292"/>
                  <a:pt x="2265607" y="81060"/>
                </a:cubicBezTo>
                <a:lnTo>
                  <a:pt x="2265607" y="1224267"/>
                </a:lnTo>
                <a:cubicBezTo>
                  <a:pt x="2265607" y="1269035"/>
                  <a:pt x="2229315" y="1305327"/>
                  <a:pt x="2184546" y="1305327"/>
                </a:cubicBezTo>
                <a:lnTo>
                  <a:pt x="81060" y="1305327"/>
                </a:lnTo>
                <a:cubicBezTo>
                  <a:pt x="36292" y="1305327"/>
                  <a:pt x="0" y="1269035"/>
                  <a:pt x="0" y="1224267"/>
                </a:cubicBezTo>
                <a:lnTo>
                  <a:pt x="0" y="81060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DAE3F3"/>
            </a:solidFill>
            <a:prstDash val="solid"/>
          </a:ln>
        </p:spPr>
      </p:sp>
      <p:sp>
        <p:nvSpPr>
          <p:cNvPr id="85" name="path-69">
            <a:extLst xmlns:a="http://schemas.openxmlformats.org/drawingml/2006/main">
              <a:ext uri="{FF2B5EF4-FFF2-40B4-BE49-F238E27FC236}">
                <a16:creationId xmlns:a16="http://schemas.microsoft.com/office/drawing/2014/main" id="{C1BF121E-B357-44DA-99D4-B5E6BF08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162" y="6884432"/>
            <a:ext cx="2077604" cy="896111"/>
          </a:xfrm>
          <a:custGeom xmlns:a="http://schemas.openxmlformats.org/drawingml/2006/main">
            <a:pathLst>
              <a:path w="2077604" h="896111">
                <a:moveTo>
                  <a:pt x="0" y="67772"/>
                </a:moveTo>
                <a:cubicBezTo>
                  <a:pt x="0" y="30343"/>
                  <a:pt x="30342" y="0"/>
                  <a:pt x="67772" y="0"/>
                </a:cubicBezTo>
                <a:lnTo>
                  <a:pt x="2009831" y="0"/>
                </a:lnTo>
                <a:cubicBezTo>
                  <a:pt x="2047261" y="0"/>
                  <a:pt x="2077604" y="30343"/>
                  <a:pt x="2077604" y="67772"/>
                </a:cubicBezTo>
                <a:lnTo>
                  <a:pt x="2077604" y="828339"/>
                </a:lnTo>
                <a:cubicBezTo>
                  <a:pt x="2077604" y="865768"/>
                  <a:pt x="2047261" y="896111"/>
                  <a:pt x="2009831" y="896111"/>
                </a:cubicBezTo>
                <a:lnTo>
                  <a:pt x="67772" y="896111"/>
                </a:lnTo>
                <a:cubicBezTo>
                  <a:pt x="30342" y="896111"/>
                  <a:pt x="0" y="865768"/>
                  <a:pt x="0" y="828339"/>
                </a:cubicBezTo>
                <a:lnTo>
                  <a:pt x="0" y="67772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2F5597"/>
            </a:solidFill>
            <a:prstDash val="dash"/>
          </a:ln>
        </p:spPr>
      </p:sp>
      <p:pic>
        <p:nvPic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3922A26-F081-425A-B7A2-007D7A3BDD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8cde8121f4c13"/>
          <a:stretch xmlns:a="http://schemas.openxmlformats.org/drawingml/2006/main"/>
        </p:blipFill>
        <p:spPr>
          <a:xfrm xmlns:a="http://schemas.openxmlformats.org/drawingml/2006/main">
            <a:off x="696155" y="6932493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87" name="text-71 Events">
            <a:extLst xmlns:a="http://schemas.openxmlformats.org/drawingml/2006/main">
              <a:ext uri="{FF2B5EF4-FFF2-40B4-BE49-F238E27FC236}">
                <a16:creationId xmlns:a16="http://schemas.microsoft.com/office/drawing/2014/main" id="{30916673-F57C-4CA7-8F9F-25EB6ABD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865" y="7005258"/>
            <a:ext cx="524535" cy="221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Events</a:t>
            </a:r>
          </a:p>
        </p:txBody>
      </p:sp>
      <p:sp>
        <p:nvSpPr>
          <p:cNvPr id="88" name="text-72 Events">
            <a:extLst xmlns:a="http://schemas.openxmlformats.org/drawingml/2006/main">
              <a:ext uri="{FF2B5EF4-FFF2-40B4-BE49-F238E27FC236}">
                <a16:creationId xmlns:a16="http://schemas.microsoft.com/office/drawing/2014/main" id="{015E073A-7AED-4061-ACE4-6EB3B70B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865" y="7005258"/>
            <a:ext cx="524535" cy="221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Events</a:t>
            </a:r>
          </a:p>
        </p:txBody>
      </p:sp>
      <p:sp>
        <p:nvSpPr>
          <p:cNvPr id="89" name="text-73 Edges">
            <a:extLst xmlns:a="http://schemas.openxmlformats.org/drawingml/2006/main">
              <a:ext uri="{FF2B5EF4-FFF2-40B4-BE49-F238E27FC236}">
                <a16:creationId xmlns:a16="http://schemas.microsoft.com/office/drawing/2014/main" id="{8663A24C-318C-4C0F-AAB0-5441E381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9526" y="7440386"/>
            <a:ext cx="466811" cy="221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Edges</a:t>
            </a:r>
          </a:p>
        </p:txBody>
      </p:sp>
      <p:sp>
        <p:nvSpPr>
          <p:cNvPr id="90" name="text-74 Edges">
            <a:extLst xmlns:a="http://schemas.openxmlformats.org/drawingml/2006/main">
              <a:ext uri="{FF2B5EF4-FFF2-40B4-BE49-F238E27FC236}">
                <a16:creationId xmlns:a16="http://schemas.microsoft.com/office/drawing/2014/main" id="{24D500CB-FE90-49A0-BE14-2AE2ABE6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9526" y="7440386"/>
            <a:ext cx="466811" cy="221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Edges</a:t>
            </a:r>
          </a:p>
        </p:txBody>
      </p:sp>
      <p:sp>
        <p:nvSpPr>
          <p:cNvPr id="91" name="text-75 OCR">
            <a:extLst xmlns:a="http://schemas.openxmlformats.org/drawingml/2006/main">
              <a:ext uri="{FF2B5EF4-FFF2-40B4-BE49-F238E27FC236}">
                <a16:creationId xmlns:a16="http://schemas.microsoft.com/office/drawing/2014/main" id="{9DC7D3AD-920F-43E3-9293-53C248E0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076" y="7343272"/>
            <a:ext cx="348452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OCR</a:t>
            </a:r>
          </a:p>
        </p:txBody>
      </p:sp>
      <p:sp>
        <p:nvSpPr>
          <p:cNvPr id="92" name="text-76 OCR">
            <a:extLst xmlns:a="http://schemas.openxmlformats.org/drawingml/2006/main">
              <a:ext uri="{FF2B5EF4-FFF2-40B4-BE49-F238E27FC236}">
                <a16:creationId xmlns:a16="http://schemas.microsoft.com/office/drawing/2014/main" id="{D22E600B-87C1-4C2B-B395-CAFAD7D9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076" y="7343272"/>
            <a:ext cx="348452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OCR</a:t>
            </a:r>
          </a:p>
        </p:txBody>
      </p:sp>
      <p:sp>
        <p:nvSpPr>
          <p:cNvPr id="93" name="text-77 text">
            <a:extLst xmlns:a="http://schemas.openxmlformats.org/drawingml/2006/main">
              <a:ext uri="{FF2B5EF4-FFF2-40B4-BE49-F238E27FC236}">
                <a16:creationId xmlns:a16="http://schemas.microsoft.com/office/drawing/2014/main" id="{261652EA-5FE9-4337-A360-56EC0F61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854" y="7535381"/>
            <a:ext cx="355837" cy="220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94" name="text-78 text">
            <a:extLst xmlns:a="http://schemas.openxmlformats.org/drawingml/2006/main">
              <a:ext uri="{FF2B5EF4-FFF2-40B4-BE49-F238E27FC236}">
                <a16:creationId xmlns:a16="http://schemas.microsoft.com/office/drawing/2014/main" id="{9323438F-1AD3-4D6D-9329-93BE5A97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854" y="7535381"/>
            <a:ext cx="355837" cy="220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95" name="text-79 Entities">
            <a:extLst xmlns:a="http://schemas.openxmlformats.org/drawingml/2006/main">
              <a:ext uri="{FF2B5EF4-FFF2-40B4-BE49-F238E27FC236}">
                <a16:creationId xmlns:a16="http://schemas.microsoft.com/office/drawing/2014/main" id="{6C0AC9C0-0D87-4A53-9AEB-C7AE039C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95" y="7008441"/>
            <a:ext cx="608879" cy="220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Entities</a:t>
            </a:r>
          </a:p>
        </p:txBody>
      </p:sp>
      <p:sp>
        <p:nvSpPr>
          <p:cNvPr id="96" name="text-80 Entities">
            <a:extLst xmlns:a="http://schemas.openxmlformats.org/drawingml/2006/main">
              <a:ext uri="{FF2B5EF4-FFF2-40B4-BE49-F238E27FC236}">
                <a16:creationId xmlns:a16="http://schemas.microsoft.com/office/drawing/2014/main" id="{D2D6A4D2-85AA-4DD9-920B-F22173CE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95" y="7008441"/>
            <a:ext cx="608879" cy="220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Entities</a:t>
            </a:r>
          </a:p>
        </p:txBody>
      </p:sp>
      <p:pic>
        <p:nvPic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0590390-1512-4C10-8289-F87F9D0849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8e59be76846e9"/>
          <a:stretch xmlns:a="http://schemas.openxmlformats.org/drawingml/2006/main"/>
        </p:blipFill>
        <p:spPr>
          <a:xfrm xmlns:a="http://schemas.openxmlformats.org/drawingml/2006/main">
            <a:off x="1667705" y="6961068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98" name="text-82 Structured">
            <a:extLst xmlns:a="http://schemas.openxmlformats.org/drawingml/2006/main">
              <a:ext uri="{FF2B5EF4-FFF2-40B4-BE49-F238E27FC236}">
                <a16:creationId xmlns:a16="http://schemas.microsoft.com/office/drawing/2014/main" id="{701438DE-662B-4F85-A1A5-F836D059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733" y="6573765"/>
            <a:ext cx="1108058" cy="283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Structured</a:t>
            </a:r>
          </a:p>
        </p:txBody>
      </p:sp>
      <p:sp>
        <p:nvSpPr>
          <p:cNvPr id="99" name="text-82 Memory">
            <a:extLst xmlns:a="http://schemas.openxmlformats.org/drawingml/2006/main">
              <a:ext uri="{FF2B5EF4-FFF2-40B4-BE49-F238E27FC236}">
                <a16:creationId xmlns:a16="http://schemas.microsoft.com/office/drawing/2014/main" id="{D044D894-F2AD-4A07-B91F-73B49CC5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3359" y="6573843"/>
            <a:ext cx="793246" cy="2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Memory</a:t>
            </a:r>
          </a:p>
        </p:txBody>
      </p:sp>
      <p:sp>
        <p:nvSpPr>
          <p:cNvPr id="100" name="text-83 Structured">
            <a:extLst xmlns:a="http://schemas.openxmlformats.org/drawingml/2006/main">
              <a:ext uri="{FF2B5EF4-FFF2-40B4-BE49-F238E27FC236}">
                <a16:creationId xmlns:a16="http://schemas.microsoft.com/office/drawing/2014/main" id="{BC45F84E-E792-4322-BCAB-E83B7863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733" y="6573765"/>
            <a:ext cx="1108058" cy="283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Structured</a:t>
            </a:r>
          </a:p>
        </p:txBody>
      </p:sp>
      <p:sp>
        <p:nvSpPr>
          <p:cNvPr id="101" name="text-83 Memory">
            <a:extLst xmlns:a="http://schemas.openxmlformats.org/drawingml/2006/main">
              <a:ext uri="{FF2B5EF4-FFF2-40B4-BE49-F238E27FC236}">
                <a16:creationId xmlns:a16="http://schemas.microsoft.com/office/drawing/2014/main" id="{9E87AB0B-A7F7-4B4C-8221-DA59A0CE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3359" y="6573843"/>
            <a:ext cx="793246" cy="2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Memory</a:t>
            </a:r>
          </a:p>
        </p:txBody>
      </p:sp>
      <p:sp>
        <p:nvSpPr>
          <p:cNvPr id="102" name="text-84 Questioner">
            <a:extLst xmlns:a="http://schemas.openxmlformats.org/drawingml/2006/main">
              <a:ext uri="{FF2B5EF4-FFF2-40B4-BE49-F238E27FC236}">
                <a16:creationId xmlns:a16="http://schemas.microsoft.com/office/drawing/2014/main" id="{6D2849B0-CB8F-4B03-AF5F-735326F9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5196" y="2503759"/>
            <a:ext cx="919246" cy="23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Questioner</a:t>
            </a:r>
          </a:p>
        </p:txBody>
      </p:sp>
      <p:sp>
        <p:nvSpPr>
          <p:cNvPr id="103" name="text-85 Questioner">
            <a:extLst xmlns:a="http://schemas.openxmlformats.org/drawingml/2006/main">
              <a:ext uri="{FF2B5EF4-FFF2-40B4-BE49-F238E27FC236}">
                <a16:creationId xmlns:a16="http://schemas.microsoft.com/office/drawing/2014/main" id="{A7EA1EEA-45F4-4162-A685-C8DAFB98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5196" y="2503759"/>
            <a:ext cx="919246" cy="23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Questioner</a:t>
            </a:r>
          </a:p>
        </p:txBody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006717A-A289-4D4B-81FE-A9E0C76FA7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41d86c1f84bd0"/>
          <a:stretch xmlns:a="http://schemas.openxmlformats.org/drawingml/2006/main"/>
        </p:blipFill>
        <p:spPr>
          <a:xfrm xmlns:a="http://schemas.openxmlformats.org/drawingml/2006/main">
            <a:off x="2801180" y="2731968"/>
            <a:ext cx="228600" cy="4505325"/>
          </a:xfrm>
          <a:prstGeom xmlns:a="http://schemas.openxmlformats.org/drawingml/2006/main" prst="rect">
            <a:avLst/>
          </a:prstGeom>
        </p:spPr>
      </p:pic>
      <p:sp>
        <p:nvSpPr>
          <p:cNvPr id="105" name="path-87">
            <a:extLst xmlns:a="http://schemas.openxmlformats.org/drawingml/2006/main">
              <a:ext uri="{FF2B5EF4-FFF2-40B4-BE49-F238E27FC236}">
                <a16:creationId xmlns:a16="http://schemas.microsoft.com/office/drawing/2014/main" id="{2090316C-09B1-4BC7-8328-4521B79B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280" y="1990258"/>
            <a:ext cx="4224139" cy="670311"/>
          </a:xfrm>
          <a:custGeom xmlns:a="http://schemas.openxmlformats.org/drawingml/2006/main">
            <a:pathLst>
              <a:path w="4224139" h="670311">
                <a:moveTo>
                  <a:pt x="137041" y="111721"/>
                </a:moveTo>
                <a:cubicBezTo>
                  <a:pt x="137041" y="50019"/>
                  <a:pt x="187059" y="0"/>
                  <a:pt x="248762" y="0"/>
                </a:cubicBezTo>
                <a:lnTo>
                  <a:pt x="818225" y="0"/>
                </a:lnTo>
                <a:lnTo>
                  <a:pt x="1839999" y="0"/>
                </a:lnTo>
                <a:lnTo>
                  <a:pt x="4112419" y="0"/>
                </a:lnTo>
                <a:cubicBezTo>
                  <a:pt x="4174120" y="0"/>
                  <a:pt x="4224139" y="50019"/>
                  <a:pt x="4224139" y="111721"/>
                </a:cubicBezTo>
                <a:lnTo>
                  <a:pt x="4224139" y="391016"/>
                </a:lnTo>
                <a:lnTo>
                  <a:pt x="4224139" y="558595"/>
                </a:lnTo>
                <a:lnTo>
                  <a:pt x="4224139" y="558591"/>
                </a:lnTo>
                <a:cubicBezTo>
                  <a:pt x="4224139" y="620292"/>
                  <a:pt x="4174120" y="670311"/>
                  <a:pt x="4112419" y="670311"/>
                </a:cubicBezTo>
                <a:lnTo>
                  <a:pt x="1839999" y="670311"/>
                </a:lnTo>
                <a:lnTo>
                  <a:pt x="818225" y="670311"/>
                </a:lnTo>
                <a:lnTo>
                  <a:pt x="248762" y="670311"/>
                </a:lnTo>
                <a:cubicBezTo>
                  <a:pt x="187059" y="670311"/>
                  <a:pt x="137041" y="620292"/>
                  <a:pt x="137041" y="558591"/>
                </a:cubicBezTo>
                <a:lnTo>
                  <a:pt x="137041" y="558595"/>
                </a:lnTo>
                <a:lnTo>
                  <a:pt x="0" y="496574"/>
                </a:lnTo>
                <a:lnTo>
                  <a:pt x="137041" y="391016"/>
                </a:lnTo>
                <a:lnTo>
                  <a:pt x="137041" y="111721"/>
                </a:lnTo>
              </a:path>
            </a:pathLst>
          </a:custGeom>
          <a:solidFill xmlns:a="http://schemas.openxmlformats.org/drawingml/2006/main">
            <a:srgbClr val="F7E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ath-88">
            <a:extLst xmlns:a="http://schemas.openxmlformats.org/drawingml/2006/main">
              <a:ext uri="{FF2B5EF4-FFF2-40B4-BE49-F238E27FC236}">
                <a16:creationId xmlns:a16="http://schemas.microsoft.com/office/drawing/2014/main" id="{D2CA5A3F-4588-4E9E-A8AC-4EBB7ACC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280" y="1990258"/>
            <a:ext cx="4224139" cy="670311"/>
          </a:xfrm>
          <a:custGeom xmlns:a="http://schemas.openxmlformats.org/drawingml/2006/main">
            <a:pathLst>
              <a:path w="4224139" h="670311">
                <a:moveTo>
                  <a:pt x="137041" y="111721"/>
                </a:moveTo>
                <a:cubicBezTo>
                  <a:pt x="137041" y="50019"/>
                  <a:pt x="187060" y="0"/>
                  <a:pt x="248761" y="0"/>
                </a:cubicBezTo>
                <a:lnTo>
                  <a:pt x="818224" y="0"/>
                </a:lnTo>
                <a:lnTo>
                  <a:pt x="1839999" y="0"/>
                </a:lnTo>
                <a:lnTo>
                  <a:pt x="4112419" y="0"/>
                </a:lnTo>
                <a:cubicBezTo>
                  <a:pt x="4174120" y="0"/>
                  <a:pt x="4224139" y="50019"/>
                  <a:pt x="4224139" y="111721"/>
                </a:cubicBezTo>
                <a:lnTo>
                  <a:pt x="4224139" y="391016"/>
                </a:lnTo>
                <a:lnTo>
                  <a:pt x="4224139" y="558595"/>
                </a:lnTo>
                <a:lnTo>
                  <a:pt x="4224139" y="558590"/>
                </a:lnTo>
                <a:cubicBezTo>
                  <a:pt x="4224139" y="620292"/>
                  <a:pt x="4174120" y="670311"/>
                  <a:pt x="4112419" y="670311"/>
                </a:cubicBezTo>
                <a:lnTo>
                  <a:pt x="1839999" y="670311"/>
                </a:lnTo>
                <a:lnTo>
                  <a:pt x="818224" y="670311"/>
                </a:lnTo>
                <a:lnTo>
                  <a:pt x="248761" y="670311"/>
                </a:lnTo>
                <a:cubicBezTo>
                  <a:pt x="187060" y="670311"/>
                  <a:pt x="137041" y="620292"/>
                  <a:pt x="137041" y="558590"/>
                </a:cubicBezTo>
                <a:lnTo>
                  <a:pt x="137041" y="558595"/>
                </a:lnTo>
                <a:lnTo>
                  <a:pt x="0" y="496573"/>
                </a:lnTo>
                <a:lnTo>
                  <a:pt x="137041" y="391016"/>
                </a:lnTo>
                <a:lnTo>
                  <a:pt x="137041" y="111721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2E75B6"/>
            </a:solidFill>
            <a:prstDash val="solid"/>
          </a:ln>
        </p:spPr>
      </p:sp>
      <p:sp>
        <p:nvSpPr>
          <p:cNvPr id="107" name="text-89 Evolution">
            <a:extLst xmlns:a="http://schemas.openxmlformats.org/drawingml/2006/main">
              <a:ext uri="{FF2B5EF4-FFF2-40B4-BE49-F238E27FC236}">
                <a16:creationId xmlns:a16="http://schemas.microsoft.com/office/drawing/2014/main" id="{008945A6-0D14-4BB6-AB3F-19AEF7AF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5813" y="2003713"/>
            <a:ext cx="793687" cy="251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7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pPr>
            <a:r>
              <a:rPr sz="1417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rPr>
              <a:t>Evolution</a:t>
            </a:r>
          </a:p>
        </p:txBody>
      </p:sp>
      <p:sp>
        <p:nvSpPr>
          <p:cNvPr id="108" name="text-89 question:">
            <a:extLst xmlns:a="http://schemas.openxmlformats.org/drawingml/2006/main">
              <a:ext uri="{FF2B5EF4-FFF2-40B4-BE49-F238E27FC236}">
                <a16:creationId xmlns:a16="http://schemas.microsoft.com/office/drawing/2014/main" id="{968743EF-E2B5-411A-AA7F-8BA72F73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0580" y="2003526"/>
            <a:ext cx="784227" cy="252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8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8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pPr>
            <a:r>
              <a:rPr sz="1418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rPr>
              <a:t>question:</a:t>
            </a:r>
          </a:p>
        </p:txBody>
      </p:sp>
      <p:sp>
        <p:nvSpPr>
          <p:cNvPr id="109" name="text-90 Evolution">
            <a:extLst xmlns:a="http://schemas.openxmlformats.org/drawingml/2006/main">
              <a:ext uri="{FF2B5EF4-FFF2-40B4-BE49-F238E27FC236}">
                <a16:creationId xmlns:a16="http://schemas.microsoft.com/office/drawing/2014/main" id="{D61A9A88-AA4B-43B6-921C-806B82A6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5813" y="2003713"/>
            <a:ext cx="793687" cy="251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7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pPr>
            <a:r>
              <a:rPr sz="1417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rPr>
              <a:t>Evolution</a:t>
            </a:r>
          </a:p>
        </p:txBody>
      </p:sp>
      <p:sp>
        <p:nvSpPr>
          <p:cNvPr id="110" name="text-90 question:">
            <a:extLst xmlns:a="http://schemas.openxmlformats.org/drawingml/2006/main">
              <a:ext uri="{FF2B5EF4-FFF2-40B4-BE49-F238E27FC236}">
                <a16:creationId xmlns:a16="http://schemas.microsoft.com/office/drawing/2014/main" id="{8F865DDC-003B-48C5-9A2E-BAB1F786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0580" y="2003526"/>
            <a:ext cx="784227" cy="252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8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8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pPr>
            <a:r>
              <a:rPr sz="1418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rPr>
              <a:t>question:</a:t>
            </a:r>
          </a:p>
        </p:txBody>
      </p:sp>
      <p:sp>
        <p:nvSpPr>
          <p:cNvPr id="111" name="text-91 Where">
            <a:extLst xmlns:a="http://schemas.openxmlformats.org/drawingml/2006/main">
              <a:ext uri="{FF2B5EF4-FFF2-40B4-BE49-F238E27FC236}">
                <a16:creationId xmlns:a16="http://schemas.microsoft.com/office/drawing/2014/main" id="{E9073C0B-4324-494F-AD1E-4C3AD2A6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5511" y="2003329"/>
            <a:ext cx="608179" cy="2524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Where</a:t>
            </a:r>
          </a:p>
        </p:txBody>
      </p:sp>
      <p:sp>
        <p:nvSpPr>
          <p:cNvPr id="112" name="text-91 was">
            <a:extLst xmlns:a="http://schemas.openxmlformats.org/drawingml/2006/main">
              <a:ext uri="{FF2B5EF4-FFF2-40B4-BE49-F238E27FC236}">
                <a16:creationId xmlns:a16="http://schemas.microsoft.com/office/drawing/2014/main" id="{C44F2A1B-73F1-4539-A79B-A980E11A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4608" y="2002703"/>
            <a:ext cx="336984" cy="253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was</a:t>
            </a:r>
          </a:p>
        </p:txBody>
      </p:sp>
      <p:sp>
        <p:nvSpPr>
          <p:cNvPr id="113" name="text-91 the">
            <a:extLst xmlns:a="http://schemas.openxmlformats.org/drawingml/2006/main">
              <a:ext uri="{FF2B5EF4-FFF2-40B4-BE49-F238E27FC236}">
                <a16:creationId xmlns:a16="http://schemas.microsoft.com/office/drawing/2014/main" id="{A9B8D505-424F-41DA-9BE5-7C089D5A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2044" y="2003706"/>
            <a:ext cx="319698" cy="251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14" name="text-91 hairpin">
            <a:extLst xmlns:a="http://schemas.openxmlformats.org/drawingml/2006/main">
              <a:ext uri="{FF2B5EF4-FFF2-40B4-BE49-F238E27FC236}">
                <a16:creationId xmlns:a16="http://schemas.microsoft.com/office/drawing/2014/main" id="{6311DCCD-BBE4-47A5-B08B-2AAD3939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2728" y="2002677"/>
            <a:ext cx="609519" cy="2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hairpin</a:t>
            </a:r>
          </a:p>
        </p:txBody>
      </p:sp>
      <p:sp>
        <p:nvSpPr>
          <p:cNvPr id="115" name="text-92 Where">
            <a:extLst xmlns:a="http://schemas.openxmlformats.org/drawingml/2006/main">
              <a:ext uri="{FF2B5EF4-FFF2-40B4-BE49-F238E27FC236}">
                <a16:creationId xmlns:a16="http://schemas.microsoft.com/office/drawing/2014/main" id="{8BD58A91-814A-434E-9AFB-D0EBD9B8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5511" y="2003329"/>
            <a:ext cx="608179" cy="2524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Where</a:t>
            </a:r>
          </a:p>
        </p:txBody>
      </p:sp>
      <p:sp>
        <p:nvSpPr>
          <p:cNvPr id="116" name="text-92 was">
            <a:extLst xmlns:a="http://schemas.openxmlformats.org/drawingml/2006/main">
              <a:ext uri="{FF2B5EF4-FFF2-40B4-BE49-F238E27FC236}">
                <a16:creationId xmlns:a16="http://schemas.microsoft.com/office/drawing/2014/main" id="{E9BDE1F7-4316-4972-BBF7-B6629E2B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4608" y="2002703"/>
            <a:ext cx="336984" cy="253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was</a:t>
            </a:r>
          </a:p>
        </p:txBody>
      </p:sp>
      <p:sp>
        <p:nvSpPr>
          <p:cNvPr id="117" name="text-92 the">
            <a:extLst xmlns:a="http://schemas.openxmlformats.org/drawingml/2006/main">
              <a:ext uri="{FF2B5EF4-FFF2-40B4-BE49-F238E27FC236}">
                <a16:creationId xmlns:a16="http://schemas.microsoft.com/office/drawing/2014/main" id="{4F59C27B-86D9-4D94-8A72-19E2DF6C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2044" y="2003706"/>
            <a:ext cx="319698" cy="251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18" name="text-92 hairpin">
            <a:extLst xmlns:a="http://schemas.openxmlformats.org/drawingml/2006/main">
              <a:ext uri="{FF2B5EF4-FFF2-40B4-BE49-F238E27FC236}">
                <a16:creationId xmlns:a16="http://schemas.microsoft.com/office/drawing/2014/main" id="{71BF7DD3-B799-45A8-934F-9D46B84A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2728" y="2002677"/>
            <a:ext cx="609519" cy="2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hairpin</a:t>
            </a:r>
          </a:p>
        </p:txBody>
      </p:sp>
      <p:sp>
        <p:nvSpPr>
          <p:cNvPr id="119" name="text-93 before">
            <a:extLst xmlns:a="http://schemas.openxmlformats.org/drawingml/2006/main">
              <a:ext uri="{FF2B5EF4-FFF2-40B4-BE49-F238E27FC236}">
                <a16:creationId xmlns:a16="http://schemas.microsoft.com/office/drawing/2014/main" id="{65F6B963-4C08-4773-A503-6C15B540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9156" y="2216886"/>
            <a:ext cx="609707" cy="252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before</a:t>
            </a:r>
          </a:p>
        </p:txBody>
      </p:sp>
      <p:sp>
        <p:nvSpPr>
          <p:cNvPr id="120" name="text-93 it">
            <a:extLst xmlns:a="http://schemas.openxmlformats.org/drawingml/2006/main">
              <a:ext uri="{FF2B5EF4-FFF2-40B4-BE49-F238E27FC236}">
                <a16:creationId xmlns:a16="http://schemas.microsoft.com/office/drawing/2014/main" id="{57EDB226-F2D2-44E5-A280-7BA6935A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9694" y="2216618"/>
            <a:ext cx="168120" cy="252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</a:t>
            </a:r>
          </a:p>
        </p:txBody>
      </p:sp>
      <p:sp>
        <p:nvSpPr>
          <p:cNvPr id="121" name="text-93 was">
            <a:extLst xmlns:a="http://schemas.openxmlformats.org/drawingml/2006/main">
              <a:ext uri="{FF2B5EF4-FFF2-40B4-BE49-F238E27FC236}">
                <a16:creationId xmlns:a16="http://schemas.microsoft.com/office/drawing/2014/main" id="{55903075-759B-4413-8F05-E2F75E80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8355" y="2216105"/>
            <a:ext cx="337064" cy="253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was</a:t>
            </a:r>
          </a:p>
        </p:txBody>
      </p:sp>
      <p:sp>
        <p:nvSpPr>
          <p:cNvPr id="122" name="text-93 placed">
            <a:extLst xmlns:a="http://schemas.openxmlformats.org/drawingml/2006/main">
              <a:ext uri="{FF2B5EF4-FFF2-40B4-BE49-F238E27FC236}">
                <a16:creationId xmlns:a16="http://schemas.microsoft.com/office/drawing/2014/main" id="{0B96A543-3DB0-4B98-9D52-9B7A7F9A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5935" y="2216404"/>
            <a:ext cx="569006" cy="252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placed</a:t>
            </a:r>
          </a:p>
        </p:txBody>
      </p:sp>
      <p:sp>
        <p:nvSpPr>
          <p:cNvPr id="123" name="text-93 in">
            <a:extLst xmlns:a="http://schemas.openxmlformats.org/drawingml/2006/main">
              <a:ext uri="{FF2B5EF4-FFF2-40B4-BE49-F238E27FC236}">
                <a16:creationId xmlns:a16="http://schemas.microsoft.com/office/drawing/2014/main" id="{E3D0A1E4-3CD6-47A2-8C36-EF60E63C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5584" y="2216666"/>
            <a:ext cx="177523" cy="252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124" name="text-93 her">
            <a:extLst xmlns:a="http://schemas.openxmlformats.org/drawingml/2006/main">
              <a:ext uri="{FF2B5EF4-FFF2-40B4-BE49-F238E27FC236}">
                <a16:creationId xmlns:a16="http://schemas.microsoft.com/office/drawing/2014/main" id="{AF372FF7-208E-4529-AB21-84C106BD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4152" y="2217035"/>
            <a:ext cx="321523" cy="252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her</a:t>
            </a:r>
          </a:p>
        </p:txBody>
      </p:sp>
      <p:sp>
        <p:nvSpPr>
          <p:cNvPr id="125" name="text-93 hair?">
            <a:extLst xmlns:a="http://schemas.openxmlformats.org/drawingml/2006/main">
              <a:ext uri="{FF2B5EF4-FFF2-40B4-BE49-F238E27FC236}">
                <a16:creationId xmlns:a16="http://schemas.microsoft.com/office/drawing/2014/main" id="{473D153C-3A72-45F5-AD1D-B5637FA2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7501" y="2216168"/>
            <a:ext cx="462006" cy="253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hair?</a:t>
            </a:r>
          </a:p>
        </p:txBody>
      </p:sp>
      <p:sp>
        <p:nvSpPr>
          <p:cNvPr id="126" name="text-94 before">
            <a:extLst xmlns:a="http://schemas.openxmlformats.org/drawingml/2006/main">
              <a:ext uri="{FF2B5EF4-FFF2-40B4-BE49-F238E27FC236}">
                <a16:creationId xmlns:a16="http://schemas.microsoft.com/office/drawing/2014/main" id="{254AFF72-B7A7-41F5-B0F9-76985884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9156" y="2216886"/>
            <a:ext cx="609707" cy="252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before</a:t>
            </a:r>
          </a:p>
        </p:txBody>
      </p:sp>
      <p:sp>
        <p:nvSpPr>
          <p:cNvPr id="127" name="text-94 it">
            <a:extLst xmlns:a="http://schemas.openxmlformats.org/drawingml/2006/main">
              <a:ext uri="{FF2B5EF4-FFF2-40B4-BE49-F238E27FC236}">
                <a16:creationId xmlns:a16="http://schemas.microsoft.com/office/drawing/2014/main" id="{0C6C192C-E718-408A-8876-F24DFEA4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9694" y="2216618"/>
            <a:ext cx="168120" cy="252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</a:t>
            </a:r>
          </a:p>
        </p:txBody>
      </p:sp>
      <p:sp>
        <p:nvSpPr>
          <p:cNvPr id="128" name="text-94 was">
            <a:extLst xmlns:a="http://schemas.openxmlformats.org/drawingml/2006/main">
              <a:ext uri="{FF2B5EF4-FFF2-40B4-BE49-F238E27FC236}">
                <a16:creationId xmlns:a16="http://schemas.microsoft.com/office/drawing/2014/main" id="{94087EE1-40F8-4555-BE21-414A15D4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8355" y="2216105"/>
            <a:ext cx="337064" cy="253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was</a:t>
            </a:r>
          </a:p>
        </p:txBody>
      </p:sp>
      <p:sp>
        <p:nvSpPr>
          <p:cNvPr id="129" name="text-94 placed">
            <a:extLst xmlns:a="http://schemas.openxmlformats.org/drawingml/2006/main">
              <a:ext uri="{FF2B5EF4-FFF2-40B4-BE49-F238E27FC236}">
                <a16:creationId xmlns:a16="http://schemas.microsoft.com/office/drawing/2014/main" id="{2E463D66-8DBC-46BF-8B00-87DCE0A7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5935" y="2216404"/>
            <a:ext cx="569006" cy="252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placed</a:t>
            </a:r>
          </a:p>
        </p:txBody>
      </p:sp>
      <p:sp>
        <p:nvSpPr>
          <p:cNvPr id="130" name="text-94 in">
            <a:extLst xmlns:a="http://schemas.openxmlformats.org/drawingml/2006/main">
              <a:ext uri="{FF2B5EF4-FFF2-40B4-BE49-F238E27FC236}">
                <a16:creationId xmlns:a16="http://schemas.microsoft.com/office/drawing/2014/main" id="{1542585C-60A5-4B21-96C1-0AC8EB0E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5584" y="2216666"/>
            <a:ext cx="177523" cy="252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131" name="text-94 her">
            <a:extLst xmlns:a="http://schemas.openxmlformats.org/drawingml/2006/main">
              <a:ext uri="{FF2B5EF4-FFF2-40B4-BE49-F238E27FC236}">
                <a16:creationId xmlns:a16="http://schemas.microsoft.com/office/drawing/2014/main" id="{6D510AB1-A35A-4EBC-AE02-298DB6A2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4152" y="2217035"/>
            <a:ext cx="321523" cy="252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her</a:t>
            </a:r>
          </a:p>
        </p:txBody>
      </p:sp>
      <p:sp>
        <p:nvSpPr>
          <p:cNvPr id="132" name="text-94 hair?">
            <a:extLst xmlns:a="http://schemas.openxmlformats.org/drawingml/2006/main">
              <a:ext uri="{FF2B5EF4-FFF2-40B4-BE49-F238E27FC236}">
                <a16:creationId xmlns:a16="http://schemas.microsoft.com/office/drawing/2014/main" id="{7DBE0745-3227-4AD8-93D5-7F024B4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7501" y="2216168"/>
            <a:ext cx="462006" cy="253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hair?</a:t>
            </a:r>
          </a:p>
        </p:txBody>
      </p:sp>
      <p:sp>
        <p:nvSpPr>
          <p:cNvPr id="133" name="text-95 A.">
            <a:extLst xmlns:a="http://schemas.openxmlformats.org/drawingml/2006/main">
              <a:ext uri="{FF2B5EF4-FFF2-40B4-BE49-F238E27FC236}">
                <a16:creationId xmlns:a16="http://schemas.microsoft.com/office/drawing/2014/main" id="{449E1AE6-681D-46C9-AE8D-5CF066E0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6081" y="2420515"/>
            <a:ext cx="183045" cy="220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defRPr>
            </a:pPr>
            <a:r>
              <a:rPr sz="1243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rPr>
              <a:t>A.</a:t>
            </a:r>
          </a:p>
        </p:txBody>
      </p:sp>
      <p:sp>
        <p:nvSpPr>
          <p:cNvPr id="134" name="text-95 Dresser">
            <a:extLst xmlns:a="http://schemas.openxmlformats.org/drawingml/2006/main">
              <a:ext uri="{FF2B5EF4-FFF2-40B4-BE49-F238E27FC236}">
                <a16:creationId xmlns:a16="http://schemas.microsoft.com/office/drawing/2014/main" id="{5E35A95C-C1D4-4629-AAE6-BD15A7C7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8654" y="2420421"/>
            <a:ext cx="620413" cy="221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rPr>
              <a:t>Dresser</a:t>
            </a:r>
          </a:p>
        </p:txBody>
      </p:sp>
      <p:sp>
        <p:nvSpPr>
          <p:cNvPr id="135" name="text-96 A.">
            <a:extLst xmlns:a="http://schemas.openxmlformats.org/drawingml/2006/main">
              <a:ext uri="{FF2B5EF4-FFF2-40B4-BE49-F238E27FC236}">
                <a16:creationId xmlns:a16="http://schemas.microsoft.com/office/drawing/2014/main" id="{7D12A939-0A3E-4EF0-99A6-0D408489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6081" y="2420515"/>
            <a:ext cx="183045" cy="220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defRPr>
            </a:pPr>
            <a:r>
              <a:rPr sz="1243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rPr>
              <a:t>A.</a:t>
            </a:r>
          </a:p>
        </p:txBody>
      </p:sp>
      <p:sp>
        <p:nvSpPr>
          <p:cNvPr id="136" name="text-96 Dresser">
            <a:extLst xmlns:a="http://schemas.openxmlformats.org/drawingml/2006/main">
              <a:ext uri="{FF2B5EF4-FFF2-40B4-BE49-F238E27FC236}">
                <a16:creationId xmlns:a16="http://schemas.microsoft.com/office/drawing/2014/main" id="{59548AFF-18CA-43E6-AABE-2E8BEEB3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8654" y="2420421"/>
            <a:ext cx="620413" cy="221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rPr>
              <a:t>Dresser</a:t>
            </a:r>
          </a:p>
        </p:txBody>
      </p:sp>
      <p:sp>
        <p:nvSpPr>
          <p:cNvPr id="137" name="text-99 B.">
            <a:extLst xmlns:a="http://schemas.openxmlformats.org/drawingml/2006/main">
              <a:ext uri="{FF2B5EF4-FFF2-40B4-BE49-F238E27FC236}">
                <a16:creationId xmlns:a16="http://schemas.microsoft.com/office/drawing/2014/main" id="{37337D54-3642-448E-8757-C82E7DBC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533" y="2420000"/>
            <a:ext cx="167660" cy="221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B.</a:t>
            </a:r>
          </a:p>
        </p:txBody>
      </p:sp>
      <p:sp>
        <p:nvSpPr>
          <p:cNvPr id="138" name="text-99 Chair">
            <a:extLst xmlns:a="http://schemas.openxmlformats.org/drawingml/2006/main">
              <a:ext uri="{FF2B5EF4-FFF2-40B4-BE49-F238E27FC236}">
                <a16:creationId xmlns:a16="http://schemas.microsoft.com/office/drawing/2014/main" id="{8035B66B-0009-416C-AB8F-CF754A64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9724" y="2420597"/>
            <a:ext cx="415018" cy="220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Chair</a:t>
            </a:r>
          </a:p>
        </p:txBody>
      </p:sp>
      <p:sp>
        <p:nvSpPr>
          <p:cNvPr id="139" name="text-99 C.">
            <a:extLst xmlns:a="http://schemas.openxmlformats.org/drawingml/2006/main">
              <a:ext uri="{FF2B5EF4-FFF2-40B4-BE49-F238E27FC236}">
                <a16:creationId xmlns:a16="http://schemas.microsoft.com/office/drawing/2014/main" id="{19724F3C-898A-4DC9-8640-0E1C2E76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8158" y="2419826"/>
            <a:ext cx="163436" cy="221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8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C.</a:t>
            </a:r>
          </a:p>
        </p:txBody>
      </p:sp>
      <p:sp>
        <p:nvSpPr>
          <p:cNvPr id="140" name="text-99 Floor">
            <a:extLst xmlns:a="http://schemas.openxmlformats.org/drawingml/2006/main">
              <a:ext uri="{FF2B5EF4-FFF2-40B4-BE49-F238E27FC236}">
                <a16:creationId xmlns:a16="http://schemas.microsoft.com/office/drawing/2014/main" id="{04838CFF-1FEE-4438-A450-FB82164E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1093" y="2420275"/>
            <a:ext cx="409561" cy="22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Floor</a:t>
            </a:r>
          </a:p>
        </p:txBody>
      </p:sp>
      <p:sp>
        <p:nvSpPr>
          <p:cNvPr id="141" name="text-99 D.">
            <a:extLst xmlns:a="http://schemas.openxmlformats.org/drawingml/2006/main">
              <a:ext uri="{FF2B5EF4-FFF2-40B4-BE49-F238E27FC236}">
                <a16:creationId xmlns:a16="http://schemas.microsoft.com/office/drawing/2014/main" id="{F91402BB-6206-4C3C-A289-FE6F20B2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4013" y="2420438"/>
            <a:ext cx="181608" cy="221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3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D.</a:t>
            </a:r>
          </a:p>
        </p:txBody>
      </p:sp>
      <p:sp>
        <p:nvSpPr>
          <p:cNvPr id="142" name="text-99 Drawer">
            <a:extLst xmlns:a="http://schemas.openxmlformats.org/drawingml/2006/main">
              <a:ext uri="{FF2B5EF4-FFF2-40B4-BE49-F238E27FC236}">
                <a16:creationId xmlns:a16="http://schemas.microsoft.com/office/drawing/2014/main" id="{28EB6165-B29C-4511-A54C-AD441AB5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5230" y="2420572"/>
            <a:ext cx="568518" cy="220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Drawer</a:t>
            </a:r>
          </a:p>
        </p:txBody>
      </p:sp>
      <p:sp>
        <p:nvSpPr>
          <p:cNvPr id="143" name="text-100 B.">
            <a:extLst xmlns:a="http://schemas.openxmlformats.org/drawingml/2006/main">
              <a:ext uri="{FF2B5EF4-FFF2-40B4-BE49-F238E27FC236}">
                <a16:creationId xmlns:a16="http://schemas.microsoft.com/office/drawing/2014/main" id="{B2F45876-F111-4457-B0BA-6AC59844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533" y="2420000"/>
            <a:ext cx="167660" cy="221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B.</a:t>
            </a:r>
          </a:p>
        </p:txBody>
      </p:sp>
      <p:sp>
        <p:nvSpPr>
          <p:cNvPr id="144" name="text-100 Chair">
            <a:extLst xmlns:a="http://schemas.openxmlformats.org/drawingml/2006/main">
              <a:ext uri="{FF2B5EF4-FFF2-40B4-BE49-F238E27FC236}">
                <a16:creationId xmlns:a16="http://schemas.microsoft.com/office/drawing/2014/main" id="{EBC48626-99B7-4A33-9072-0DEE14FC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9724" y="2420597"/>
            <a:ext cx="415018" cy="220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Chair</a:t>
            </a:r>
          </a:p>
        </p:txBody>
      </p:sp>
      <p:sp>
        <p:nvSpPr>
          <p:cNvPr id="145" name="text-100 C.">
            <a:extLst xmlns:a="http://schemas.openxmlformats.org/drawingml/2006/main">
              <a:ext uri="{FF2B5EF4-FFF2-40B4-BE49-F238E27FC236}">
                <a16:creationId xmlns:a16="http://schemas.microsoft.com/office/drawing/2014/main" id="{8F201EB7-F89B-419F-89B1-E47EAD77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8158" y="2419826"/>
            <a:ext cx="163436" cy="221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8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C.</a:t>
            </a:r>
          </a:p>
        </p:txBody>
      </p:sp>
      <p:sp>
        <p:nvSpPr>
          <p:cNvPr id="146" name="text-100 Floor">
            <a:extLst xmlns:a="http://schemas.openxmlformats.org/drawingml/2006/main">
              <a:ext uri="{FF2B5EF4-FFF2-40B4-BE49-F238E27FC236}">
                <a16:creationId xmlns:a16="http://schemas.microsoft.com/office/drawing/2014/main" id="{6316E26B-2EC4-41F7-841B-44FAFBE0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1093" y="2420275"/>
            <a:ext cx="409561" cy="22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Floor</a:t>
            </a:r>
          </a:p>
        </p:txBody>
      </p:sp>
      <p:sp>
        <p:nvSpPr>
          <p:cNvPr id="147" name="text-100 D.">
            <a:extLst xmlns:a="http://schemas.openxmlformats.org/drawingml/2006/main">
              <a:ext uri="{FF2B5EF4-FFF2-40B4-BE49-F238E27FC236}">
                <a16:creationId xmlns:a16="http://schemas.microsoft.com/office/drawing/2014/main" id="{8C3B0D3E-DA19-4476-962A-B89E042E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4013" y="2420438"/>
            <a:ext cx="181608" cy="221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3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D.</a:t>
            </a:r>
          </a:p>
        </p:txBody>
      </p:sp>
      <p:sp>
        <p:nvSpPr>
          <p:cNvPr id="148" name="text-100 Drawer">
            <a:extLst xmlns:a="http://schemas.openxmlformats.org/drawingml/2006/main">
              <a:ext uri="{FF2B5EF4-FFF2-40B4-BE49-F238E27FC236}">
                <a16:creationId xmlns:a16="http://schemas.microsoft.com/office/drawing/2014/main" id="{37226286-07FC-41C3-B191-E69E3A98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5230" y="2420572"/>
            <a:ext cx="568518" cy="220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Drawer</a:t>
            </a:r>
          </a:p>
        </p:txBody>
      </p:sp>
      <p:sp>
        <p:nvSpPr>
          <p:cNvPr id="149" name="path-101">
            <a:extLst xmlns:a="http://schemas.openxmlformats.org/drawingml/2006/main">
              <a:ext uri="{FF2B5EF4-FFF2-40B4-BE49-F238E27FC236}">
                <a16:creationId xmlns:a16="http://schemas.microsoft.com/office/drawing/2014/main" id="{4063D9EF-FF8C-4FEC-85E1-C108D99C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330" y="2772136"/>
            <a:ext cx="4087098" cy="852768"/>
          </a:xfrm>
          <a:custGeom xmlns:a="http://schemas.openxmlformats.org/drawingml/2006/main">
            <a:pathLst>
              <a:path w="4087098" h="852768">
                <a:moveTo>
                  <a:pt x="0" y="72204"/>
                </a:moveTo>
                <a:cubicBezTo>
                  <a:pt x="0" y="32327"/>
                  <a:pt x="32326" y="0"/>
                  <a:pt x="72203" y="0"/>
                </a:cubicBezTo>
                <a:lnTo>
                  <a:pt x="4014895" y="0"/>
                </a:lnTo>
                <a:cubicBezTo>
                  <a:pt x="4054772" y="0"/>
                  <a:pt x="4087098" y="32327"/>
                  <a:pt x="4087098" y="72204"/>
                </a:cubicBezTo>
                <a:lnTo>
                  <a:pt x="4087098" y="780565"/>
                </a:lnTo>
                <a:cubicBezTo>
                  <a:pt x="4087098" y="820442"/>
                  <a:pt x="4054772" y="852768"/>
                  <a:pt x="4014895" y="852768"/>
                </a:cubicBezTo>
                <a:lnTo>
                  <a:pt x="72203" y="852768"/>
                </a:lnTo>
                <a:cubicBezTo>
                  <a:pt x="32326" y="852768"/>
                  <a:pt x="0" y="820442"/>
                  <a:pt x="0" y="780565"/>
                </a:cubicBezTo>
                <a:lnTo>
                  <a:pt x="0" y="72204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2E75B6"/>
            </a:solidFill>
            <a:prstDash val="dash"/>
          </a:ln>
        </p:spPr>
      </p:sp>
      <p:pic>
        <p:nvPic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0561619-88C3-4681-9651-C45F0F7CD0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a90f85bd14c34"/>
          <a:stretch xmlns:a="http://schemas.openxmlformats.org/drawingml/2006/main"/>
        </p:blipFill>
        <p:spPr>
          <a:xfrm xmlns:a="http://schemas.openxmlformats.org/drawingml/2006/main">
            <a:off x="3353630" y="3017718"/>
            <a:ext cx="542925" cy="552450"/>
          </a:xfrm>
          <a:prstGeom xmlns:a="http://schemas.openxmlformats.org/drawingml/2006/main" prst="rect">
            <a:avLst/>
          </a:prstGeom>
        </p:spPr>
      </p:pic>
      <p:sp>
        <p:nvSpPr>
          <p:cNvPr id="151" name="text-103 Quality">
            <a:extLst xmlns:a="http://schemas.openxmlformats.org/drawingml/2006/main">
              <a:ext uri="{FF2B5EF4-FFF2-40B4-BE49-F238E27FC236}">
                <a16:creationId xmlns:a16="http://schemas.microsoft.com/office/drawing/2014/main" id="{F94EB9E0-928A-4692-8EBE-2FEE07E1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7878" y="3560297"/>
            <a:ext cx="613585" cy="236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Quality</a:t>
            </a:r>
          </a:p>
        </p:txBody>
      </p:sp>
      <p:sp>
        <p:nvSpPr>
          <p:cNvPr id="152" name="text-104 Quality">
            <a:extLst xmlns:a="http://schemas.openxmlformats.org/drawingml/2006/main">
              <a:ext uri="{FF2B5EF4-FFF2-40B4-BE49-F238E27FC236}">
                <a16:creationId xmlns:a16="http://schemas.microsoft.com/office/drawing/2014/main" id="{6D4C76F5-4F5B-4449-9F70-3D718ABC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7878" y="3560297"/>
            <a:ext cx="613585" cy="236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Quality</a:t>
            </a:r>
          </a:p>
        </p:txBody>
      </p:sp>
      <p:sp>
        <p:nvSpPr>
          <p:cNvPr id="153" name="text-105 Evaluation">
            <a:extLst xmlns:a="http://schemas.openxmlformats.org/drawingml/2006/main">
              <a:ext uri="{FF2B5EF4-FFF2-40B4-BE49-F238E27FC236}">
                <a16:creationId xmlns:a16="http://schemas.microsoft.com/office/drawing/2014/main" id="{E4DB03A2-6944-40FD-A409-4B08FBC2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0930" y="3763112"/>
            <a:ext cx="827984" cy="236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Evaluation</a:t>
            </a:r>
          </a:p>
        </p:txBody>
      </p:sp>
      <p:sp>
        <p:nvSpPr>
          <p:cNvPr id="154" name="text-106 Evaluation">
            <a:extLst xmlns:a="http://schemas.openxmlformats.org/drawingml/2006/main">
              <a:ext uri="{FF2B5EF4-FFF2-40B4-BE49-F238E27FC236}">
                <a16:creationId xmlns:a16="http://schemas.microsoft.com/office/drawing/2014/main" id="{50DD5F5B-E3AE-4B16-A171-E2468B4A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0930" y="3763112"/>
            <a:ext cx="827984" cy="236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Evaluation</a:t>
            </a:r>
          </a:p>
        </p:txBody>
      </p:sp>
      <p:sp>
        <p:nvSpPr>
          <p:cNvPr id="155" name="text-107 Blind">
            <a:extLst xmlns:a="http://schemas.openxmlformats.org/drawingml/2006/main">
              <a:ext uri="{FF2B5EF4-FFF2-40B4-BE49-F238E27FC236}">
                <a16:creationId xmlns:a16="http://schemas.microsoft.com/office/drawing/2014/main" id="{415F6276-A8BF-4225-B9BF-5668C9C3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9361" y="2805777"/>
            <a:ext cx="419702" cy="2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Blind</a:t>
            </a:r>
          </a:p>
        </p:txBody>
      </p:sp>
      <p:sp>
        <p:nvSpPr>
          <p:cNvPr id="156" name="text-108 Blind">
            <a:extLst xmlns:a="http://schemas.openxmlformats.org/drawingml/2006/main">
              <a:ext uri="{FF2B5EF4-FFF2-40B4-BE49-F238E27FC236}">
                <a16:creationId xmlns:a16="http://schemas.microsoft.com/office/drawing/2014/main" id="{B5A6C378-4524-4C1E-93E2-0E1E30DB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9361" y="2805777"/>
            <a:ext cx="419702" cy="2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Blind</a:t>
            </a:r>
          </a:p>
        </p:txBody>
      </p:sp>
      <p:sp>
        <p:nvSpPr>
          <p:cNvPr id="157" name="path-109">
            <a:extLst xmlns:a="http://schemas.openxmlformats.org/drawingml/2006/main">
              <a:ext uri="{FF2B5EF4-FFF2-40B4-BE49-F238E27FC236}">
                <a16:creationId xmlns:a16="http://schemas.microsoft.com/office/drawing/2014/main" id="{4FB230DD-B48A-40C1-B21D-41AD872B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615" y="2753397"/>
            <a:ext cx="104519" cy="255345"/>
          </a:xfrm>
          <a:custGeom xmlns:a="http://schemas.openxmlformats.org/drawingml/2006/main">
            <a:pathLst>
              <a:path w="104519" h="255345">
                <a:moveTo>
                  <a:pt x="41001" y="0"/>
                </a:moveTo>
                <a:lnTo>
                  <a:pt x="41001" y="233003"/>
                </a:lnTo>
                <a:lnTo>
                  <a:pt x="63517" y="233003"/>
                </a:lnTo>
                <a:lnTo>
                  <a:pt x="63517" y="0"/>
                </a:lnTo>
                <a:lnTo>
                  <a:pt x="41001" y="0"/>
                </a:lnTo>
                <a:moveTo>
                  <a:pt x="3133" y="171128"/>
                </a:moveTo>
                <a:lnTo>
                  <a:pt x="52259" y="255345"/>
                </a:lnTo>
                <a:lnTo>
                  <a:pt x="101386" y="171129"/>
                </a:lnTo>
                <a:cubicBezTo>
                  <a:pt x="104519" y="165758"/>
                  <a:pt x="102703" y="158865"/>
                  <a:pt x="97334" y="155732"/>
                </a:cubicBezTo>
                <a:cubicBezTo>
                  <a:pt x="91962" y="152599"/>
                  <a:pt x="85070" y="154414"/>
                  <a:pt x="81937" y="159784"/>
                </a:cubicBezTo>
                <a:lnTo>
                  <a:pt x="42535" y="227330"/>
                </a:lnTo>
                <a:lnTo>
                  <a:pt x="61984" y="227330"/>
                </a:lnTo>
                <a:lnTo>
                  <a:pt x="22582" y="159784"/>
                </a:lnTo>
                <a:cubicBezTo>
                  <a:pt x="19449" y="154413"/>
                  <a:pt x="12556" y="152599"/>
                  <a:pt x="7185" y="155732"/>
                </a:cubicBezTo>
                <a:cubicBezTo>
                  <a:pt x="1815" y="158865"/>
                  <a:pt x="0" y="165758"/>
                  <a:pt x="3133" y="171128"/>
                </a:cubicBezTo>
              </a:path>
            </a:pathLst>
          </a:custGeom>
          <a:solidFill xmlns:a="http://schemas.openxmlformats.org/drawingml/2006/main">
            <a:srgbClr val="7357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ath-110">
            <a:extLst xmlns:a="http://schemas.openxmlformats.org/drawingml/2006/main">
              <a:ext uri="{FF2B5EF4-FFF2-40B4-BE49-F238E27FC236}">
                <a16:creationId xmlns:a16="http://schemas.microsoft.com/office/drawing/2014/main" id="{C7445691-AA09-407B-AC86-2A8AEDE8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340" y="2882952"/>
            <a:ext cx="191" cy="658574"/>
          </a:xfrm>
          <a:custGeom xmlns:a="http://schemas.openxmlformats.org/drawingml/2006/main">
            <a:pathLst>
              <a:path w="191" h="658574">
                <a:moveTo>
                  <a:pt x="0" y="0"/>
                </a:moveTo>
                <a:lnTo>
                  <a:pt x="1" y="658574"/>
                </a:lnTo>
              </a:path>
            </a:pathLst>
          </a:custGeom>
          <a:noFill xmlns:a="http://schemas.openxmlformats.org/drawingml/2006/main"/>
          <a:ln xmlns:a="http://schemas.openxmlformats.org/drawingml/2006/main" w="5629">
            <a:solidFill>
              <a:srgbClr val="BFBFBF"/>
            </a:solidFill>
            <a:prstDash val="solid"/>
          </a:ln>
        </p:spPr>
      </p:sp>
      <p:sp>
        <p:nvSpPr>
          <p:cNvPr id="159" name="text-111 Too">
            <a:extLst xmlns:a="http://schemas.openxmlformats.org/drawingml/2006/main">
              <a:ext uri="{FF2B5EF4-FFF2-40B4-BE49-F238E27FC236}">
                <a16:creationId xmlns:a16="http://schemas.microsoft.com/office/drawing/2014/main" id="{88F1A68C-3997-4D21-AEE4-0D6CFF99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3773" y="3402344"/>
            <a:ext cx="258630" cy="189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Too</a:t>
            </a:r>
          </a:p>
        </p:txBody>
      </p:sp>
      <p:sp>
        <p:nvSpPr>
          <p:cNvPr id="160" name="text-111 easy?">
            <a:extLst xmlns:a="http://schemas.openxmlformats.org/drawingml/2006/main">
              <a:ext uri="{FF2B5EF4-FFF2-40B4-BE49-F238E27FC236}">
                <a16:creationId xmlns:a16="http://schemas.microsoft.com/office/drawing/2014/main" id="{10820BB9-9BA6-4CA2-8761-175C96DA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9550" y="3402210"/>
            <a:ext cx="375273" cy="189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easy?</a:t>
            </a:r>
          </a:p>
        </p:txBody>
      </p:sp>
      <p:sp>
        <p:nvSpPr>
          <p:cNvPr id="161" name="text-112 Too">
            <a:extLst xmlns:a="http://schemas.openxmlformats.org/drawingml/2006/main">
              <a:ext uri="{FF2B5EF4-FFF2-40B4-BE49-F238E27FC236}">
                <a16:creationId xmlns:a16="http://schemas.microsoft.com/office/drawing/2014/main" id="{D09CA792-069B-43B3-967F-B415F4D9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3773" y="3402344"/>
            <a:ext cx="258630" cy="189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Too</a:t>
            </a:r>
          </a:p>
        </p:txBody>
      </p:sp>
      <p:sp>
        <p:nvSpPr>
          <p:cNvPr id="162" name="text-112 easy?">
            <a:extLst xmlns:a="http://schemas.openxmlformats.org/drawingml/2006/main">
              <a:ext uri="{FF2B5EF4-FFF2-40B4-BE49-F238E27FC236}">
                <a16:creationId xmlns:a16="http://schemas.microsoft.com/office/drawing/2014/main" id="{3A3160F5-6F13-4033-884C-6AEF8BC8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9550" y="3402210"/>
            <a:ext cx="375273" cy="189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easy?</a:t>
            </a:r>
          </a:p>
        </p:txBody>
      </p:sp>
      <p:sp>
        <p:nvSpPr>
          <p:cNvPr id="163" name="text-113 Solver">
            <a:extLst xmlns:a="http://schemas.openxmlformats.org/drawingml/2006/main">
              <a:ext uri="{FF2B5EF4-FFF2-40B4-BE49-F238E27FC236}">
                <a16:creationId xmlns:a16="http://schemas.microsoft.com/office/drawing/2014/main" id="{F5C11852-C4F8-462D-9B0E-BB435160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6336" y="3120019"/>
            <a:ext cx="537821" cy="236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164" name="text-114 Solver">
            <a:extLst xmlns:a="http://schemas.openxmlformats.org/drawingml/2006/main">
              <a:ext uri="{FF2B5EF4-FFF2-40B4-BE49-F238E27FC236}">
                <a16:creationId xmlns:a16="http://schemas.microsoft.com/office/drawing/2014/main" id="{375F4BA7-2A6E-47EA-A931-AB21C8A2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6336" y="3120019"/>
            <a:ext cx="537821" cy="236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165" name="text-115 ≤">
            <a:extLst xmlns:a="http://schemas.openxmlformats.org/drawingml/2006/main">
              <a:ext uri="{FF2B5EF4-FFF2-40B4-BE49-F238E27FC236}">
                <a16:creationId xmlns:a16="http://schemas.microsoft.com/office/drawing/2014/main" id="{D061F6D7-D819-4BC2-ADC9-375BA6EE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3669" y="1920332"/>
            <a:ext cx="94795" cy="236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≤</a:t>
            </a:r>
          </a:p>
        </p:txBody>
      </p:sp>
      <p:sp>
        <p:nvSpPr>
          <p:cNvPr id="166" name="text-116 30">
            <a:extLst xmlns:a="http://schemas.openxmlformats.org/drawingml/2006/main">
              <a:ext uri="{FF2B5EF4-FFF2-40B4-BE49-F238E27FC236}">
                <a16:creationId xmlns:a16="http://schemas.microsoft.com/office/drawing/2014/main" id="{85EB80F0-9BB8-4667-B9A0-30CC4D2C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8395" y="1920546"/>
            <a:ext cx="236148" cy="236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2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30</a:t>
            </a:r>
          </a:p>
        </p:txBody>
      </p:sp>
      <p:sp>
        <p:nvSpPr>
          <p:cNvPr id="167" name="text-116 min:">
            <a:extLst xmlns:a="http://schemas.openxmlformats.org/drawingml/2006/main">
              <a:ext uri="{FF2B5EF4-FFF2-40B4-BE49-F238E27FC236}">
                <a16:creationId xmlns:a16="http://schemas.microsoft.com/office/drawing/2014/main" id="{95593CF0-FB69-4D23-AA36-980DA1C9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4547" y="1919954"/>
            <a:ext cx="348393" cy="236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min:</a:t>
            </a:r>
          </a:p>
        </p:txBody>
      </p:sp>
      <p:sp>
        <p:nvSpPr>
          <p:cNvPr id="168" name="text-116 frame">
            <a:extLst xmlns:a="http://schemas.openxmlformats.org/drawingml/2006/main">
              <a:ext uri="{FF2B5EF4-FFF2-40B4-BE49-F238E27FC236}">
                <a16:creationId xmlns:a16="http://schemas.microsoft.com/office/drawing/2014/main" id="{41FC3117-8B55-40C6-A1D1-C53B25E4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3432" y="1920388"/>
            <a:ext cx="507104" cy="236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frame</a:t>
            </a:r>
          </a:p>
        </p:txBody>
      </p:sp>
      <p:sp>
        <p:nvSpPr>
          <p:cNvPr id="169" name="text-116 sampling">
            <a:extLst xmlns:a="http://schemas.openxmlformats.org/drawingml/2006/main">
              <a:ext uri="{FF2B5EF4-FFF2-40B4-BE49-F238E27FC236}">
                <a16:creationId xmlns:a16="http://schemas.microsoft.com/office/drawing/2014/main" id="{DCD4C9DF-8321-45BE-83C3-BA34553B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1271" y="1920411"/>
            <a:ext cx="691467" cy="236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sampling</a:t>
            </a:r>
          </a:p>
        </p:txBody>
      </p:sp>
      <p:sp>
        <p:nvSpPr>
          <p:cNvPr id="170" name="text-117 ≤">
            <a:extLst xmlns:a="http://schemas.openxmlformats.org/drawingml/2006/main">
              <a:ext uri="{FF2B5EF4-FFF2-40B4-BE49-F238E27FC236}">
                <a16:creationId xmlns:a16="http://schemas.microsoft.com/office/drawing/2014/main" id="{E9459D15-A3A2-44DA-9A3E-BD0AF80D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3669" y="1920332"/>
            <a:ext cx="94795" cy="236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≤</a:t>
            </a:r>
          </a:p>
        </p:txBody>
      </p:sp>
      <p:sp>
        <p:nvSpPr>
          <p:cNvPr id="171" name="text-118 30">
            <a:extLst xmlns:a="http://schemas.openxmlformats.org/drawingml/2006/main">
              <a:ext uri="{FF2B5EF4-FFF2-40B4-BE49-F238E27FC236}">
                <a16:creationId xmlns:a16="http://schemas.microsoft.com/office/drawing/2014/main" id="{37D9443C-3E6C-4603-B89A-C1B088FB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8395" y="1920546"/>
            <a:ext cx="236148" cy="236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2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30</a:t>
            </a:r>
          </a:p>
        </p:txBody>
      </p:sp>
      <p:sp>
        <p:nvSpPr>
          <p:cNvPr id="172" name="text-118 min:">
            <a:extLst xmlns:a="http://schemas.openxmlformats.org/drawingml/2006/main">
              <a:ext uri="{FF2B5EF4-FFF2-40B4-BE49-F238E27FC236}">
                <a16:creationId xmlns:a16="http://schemas.microsoft.com/office/drawing/2014/main" id="{331CC570-3F53-427B-B989-185A5BF7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4547" y="1919954"/>
            <a:ext cx="348393" cy="236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min:</a:t>
            </a:r>
          </a:p>
        </p:txBody>
      </p:sp>
      <p:sp>
        <p:nvSpPr>
          <p:cNvPr id="173" name="text-118 frame">
            <a:extLst xmlns:a="http://schemas.openxmlformats.org/drawingml/2006/main">
              <a:ext uri="{FF2B5EF4-FFF2-40B4-BE49-F238E27FC236}">
                <a16:creationId xmlns:a16="http://schemas.microsoft.com/office/drawing/2014/main" id="{937E270D-167A-447C-A573-458409D4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3432" y="1920388"/>
            <a:ext cx="507104" cy="236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frame</a:t>
            </a:r>
          </a:p>
        </p:txBody>
      </p:sp>
      <p:sp>
        <p:nvSpPr>
          <p:cNvPr id="174" name="text-118 sampling">
            <a:extLst xmlns:a="http://schemas.openxmlformats.org/drawingml/2006/main">
              <a:ext uri="{FF2B5EF4-FFF2-40B4-BE49-F238E27FC236}">
                <a16:creationId xmlns:a16="http://schemas.microsoft.com/office/drawing/2014/main" id="{DDB418C2-3D97-4ABD-81A9-CA0FD7FE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1271" y="1920411"/>
            <a:ext cx="691467" cy="236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sampling</a:t>
            </a:r>
          </a:p>
        </p:txBody>
      </p:sp>
      <p:sp>
        <p:nvSpPr>
          <p:cNvPr id="175" name="path-119">
            <a:extLst xmlns:a="http://schemas.openxmlformats.org/drawingml/2006/main">
              <a:ext uri="{FF2B5EF4-FFF2-40B4-BE49-F238E27FC236}">
                <a16:creationId xmlns:a16="http://schemas.microsoft.com/office/drawing/2014/main" id="{3F3D324A-93E5-44A9-95C7-C249F606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67" y="2192366"/>
            <a:ext cx="413720" cy="363060"/>
          </a:xfrm>
          <a:custGeom xmlns:a="http://schemas.openxmlformats.org/drawingml/2006/main">
            <a:pathLst>
              <a:path w="413720" h="363060">
                <a:moveTo>
                  <a:pt x="0" y="8445"/>
                </a:moveTo>
                <a:cubicBezTo>
                  <a:pt x="0" y="3780"/>
                  <a:pt x="3780" y="0"/>
                  <a:pt x="8445" y="0"/>
                </a:cubicBezTo>
                <a:lnTo>
                  <a:pt x="405274" y="0"/>
                </a:lnTo>
                <a:cubicBezTo>
                  <a:pt x="409938" y="0"/>
                  <a:pt x="413720" y="3780"/>
                  <a:pt x="413720" y="8445"/>
                </a:cubicBezTo>
                <a:lnTo>
                  <a:pt x="413720" y="354615"/>
                </a:lnTo>
                <a:cubicBezTo>
                  <a:pt x="413720" y="359279"/>
                  <a:pt x="409938" y="363060"/>
                  <a:pt x="405274" y="363060"/>
                </a:cubicBezTo>
                <a:lnTo>
                  <a:pt x="8445" y="363060"/>
                </a:lnTo>
                <a:cubicBezTo>
                  <a:pt x="3780" y="363060"/>
                  <a:pt x="0" y="359279"/>
                  <a:pt x="0" y="354615"/>
                </a:cubicBezTo>
                <a:lnTo>
                  <a:pt x="0" y="8445"/>
                </a:lnTo>
              </a:path>
            </a:pathLst>
          </a:custGeom>
          <a:solidFill xmlns:a="http://schemas.openxmlformats.org/drawingml/2006/main">
            <a:srgbClr val="1826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345AC5EA-2B46-4046-A167-3F83281D89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30a11a87a4149"/>
          <a:stretch xmlns:a="http://schemas.openxmlformats.org/drawingml/2006/main"/>
        </p:blipFill>
        <p:spPr>
          <a:xfrm xmlns:a="http://schemas.openxmlformats.org/drawingml/2006/main">
            <a:off x="9821105" y="2217618"/>
            <a:ext cx="561975" cy="314325"/>
          </a:xfrm>
          <a:prstGeom xmlns:a="http://schemas.openxmlformats.org/drawingml/2006/main" prst="rect">
            <a:avLst/>
          </a:prstGeom>
        </p:spPr>
      </p:pic>
      <p:sp>
        <p:nvSpPr>
          <p:cNvPr id="177" name="path-121">
            <a:extLst xmlns:a="http://schemas.openxmlformats.org/drawingml/2006/main">
              <a:ext uri="{FF2B5EF4-FFF2-40B4-BE49-F238E27FC236}">
                <a16:creationId xmlns:a16="http://schemas.microsoft.com/office/drawing/2014/main" id="{70355FF1-524B-4553-A1DE-CE58D389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629" y="2192366"/>
            <a:ext cx="413720" cy="363060"/>
          </a:xfrm>
          <a:custGeom xmlns:a="http://schemas.openxmlformats.org/drawingml/2006/main">
            <a:pathLst>
              <a:path w="413720" h="363060">
                <a:moveTo>
                  <a:pt x="0" y="8445"/>
                </a:moveTo>
                <a:cubicBezTo>
                  <a:pt x="0" y="3780"/>
                  <a:pt x="3780" y="0"/>
                  <a:pt x="8445" y="0"/>
                </a:cubicBezTo>
                <a:lnTo>
                  <a:pt x="405275" y="0"/>
                </a:lnTo>
                <a:cubicBezTo>
                  <a:pt x="409938" y="0"/>
                  <a:pt x="413720" y="3780"/>
                  <a:pt x="413720" y="8445"/>
                </a:cubicBezTo>
                <a:lnTo>
                  <a:pt x="413720" y="354615"/>
                </a:lnTo>
                <a:cubicBezTo>
                  <a:pt x="413720" y="359279"/>
                  <a:pt x="409938" y="363060"/>
                  <a:pt x="405275" y="363060"/>
                </a:cubicBezTo>
                <a:lnTo>
                  <a:pt x="8445" y="363060"/>
                </a:lnTo>
                <a:cubicBezTo>
                  <a:pt x="3780" y="363060"/>
                  <a:pt x="0" y="359279"/>
                  <a:pt x="0" y="354615"/>
                </a:cubicBezTo>
                <a:lnTo>
                  <a:pt x="0" y="8445"/>
                </a:lnTo>
              </a:path>
            </a:pathLst>
          </a:custGeom>
          <a:solidFill xmlns:a="http://schemas.openxmlformats.org/drawingml/2006/main">
            <a:srgbClr val="1826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0B89A574-F081-4415-957C-66F28B7BD3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2611dd8ce4871"/>
          <a:stretch xmlns:a="http://schemas.openxmlformats.org/drawingml/2006/main"/>
        </p:blipFill>
        <p:spPr>
          <a:xfrm xmlns:a="http://schemas.openxmlformats.org/drawingml/2006/main">
            <a:off x="10240205" y="2217618"/>
            <a:ext cx="571500" cy="314325"/>
          </a:xfrm>
          <a:prstGeom xmlns:a="http://schemas.openxmlformats.org/drawingml/2006/main" prst="rect">
            <a:avLst/>
          </a:prstGeom>
        </p:spPr>
      </p:pic>
      <p:sp>
        <p:nvSpPr>
          <p:cNvPr id="179" name="path-123">
            <a:extLst xmlns:a="http://schemas.openxmlformats.org/drawingml/2006/main">
              <a:ext uri="{FF2B5EF4-FFF2-40B4-BE49-F238E27FC236}">
                <a16:creationId xmlns:a16="http://schemas.microsoft.com/office/drawing/2014/main" id="{06FBC12C-5A64-4DBC-B0CB-1409A008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4090" y="2158593"/>
            <a:ext cx="346174" cy="413719"/>
          </a:xfrm>
          <a:custGeom xmlns:a="http://schemas.openxmlformats.org/drawingml/2006/main">
            <a:pathLst>
              <a:path w="346174" h="413719">
                <a:moveTo>
                  <a:pt x="0" y="8443"/>
                </a:moveTo>
                <a:cubicBezTo>
                  <a:pt x="0" y="3780"/>
                  <a:pt x="3779" y="0"/>
                  <a:pt x="8444" y="0"/>
                </a:cubicBezTo>
                <a:lnTo>
                  <a:pt x="337730" y="0"/>
                </a:lnTo>
                <a:cubicBezTo>
                  <a:pt x="342394" y="0"/>
                  <a:pt x="346174" y="3780"/>
                  <a:pt x="346174" y="8443"/>
                </a:cubicBezTo>
                <a:lnTo>
                  <a:pt x="346174" y="405276"/>
                </a:lnTo>
                <a:cubicBezTo>
                  <a:pt x="346174" y="409939"/>
                  <a:pt x="342394" y="413719"/>
                  <a:pt x="337730" y="413719"/>
                </a:cubicBezTo>
                <a:lnTo>
                  <a:pt x="8444" y="413719"/>
                </a:lnTo>
                <a:cubicBezTo>
                  <a:pt x="3779" y="413719"/>
                  <a:pt x="0" y="409939"/>
                  <a:pt x="0" y="405276"/>
                </a:cubicBezTo>
                <a:lnTo>
                  <a:pt x="0" y="8443"/>
                </a:lnTo>
              </a:path>
            </a:pathLst>
          </a:custGeom>
          <a:solidFill xmlns:a="http://schemas.openxmlformats.org/drawingml/2006/main">
            <a:srgbClr val="1826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2F4500A-C3E2-4CC1-924A-2353F5CF9E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a0ec676e64aca"/>
          <a:stretch xmlns:a="http://schemas.openxmlformats.org/drawingml/2006/main"/>
        </p:blipFill>
        <p:spPr>
          <a:xfrm xmlns:a="http://schemas.openxmlformats.org/drawingml/2006/main">
            <a:off x="10840280" y="2179518"/>
            <a:ext cx="657225" cy="371475"/>
          </a:xfrm>
          <a:prstGeom xmlns:a="http://schemas.openxmlformats.org/drawingml/2006/main" prst="rect">
            <a:avLst/>
          </a:prstGeom>
        </p:spPr>
      </p:pic>
      <p:sp>
        <p:nvSpPr>
          <p:cNvPr id="181" name="path-125">
            <a:extLst xmlns:a="http://schemas.openxmlformats.org/drawingml/2006/main">
              <a:ext uri="{FF2B5EF4-FFF2-40B4-BE49-F238E27FC236}">
                <a16:creationId xmlns:a16="http://schemas.microsoft.com/office/drawing/2014/main" id="{ED46C2FB-BF3C-4216-B09E-F0096F2F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1820" y="2158593"/>
            <a:ext cx="346173" cy="413719"/>
          </a:xfrm>
          <a:custGeom xmlns:a="http://schemas.openxmlformats.org/drawingml/2006/main">
            <a:pathLst>
              <a:path w="346173" h="413719">
                <a:moveTo>
                  <a:pt x="0" y="8443"/>
                </a:moveTo>
                <a:cubicBezTo>
                  <a:pt x="0" y="3780"/>
                  <a:pt x="3779" y="0"/>
                  <a:pt x="8444" y="0"/>
                </a:cubicBezTo>
                <a:lnTo>
                  <a:pt x="337730" y="0"/>
                </a:lnTo>
                <a:cubicBezTo>
                  <a:pt x="342394" y="0"/>
                  <a:pt x="346173" y="3780"/>
                  <a:pt x="346173" y="8443"/>
                </a:cubicBezTo>
                <a:lnTo>
                  <a:pt x="346173" y="405276"/>
                </a:lnTo>
                <a:cubicBezTo>
                  <a:pt x="346173" y="409939"/>
                  <a:pt x="342394" y="413719"/>
                  <a:pt x="337730" y="413719"/>
                </a:cubicBezTo>
                <a:lnTo>
                  <a:pt x="8444" y="413719"/>
                </a:lnTo>
                <a:cubicBezTo>
                  <a:pt x="3779" y="413719"/>
                  <a:pt x="0" y="409939"/>
                  <a:pt x="0" y="405276"/>
                </a:cubicBezTo>
                <a:lnTo>
                  <a:pt x="0" y="8443"/>
                </a:lnTo>
              </a:path>
            </a:pathLst>
          </a:custGeom>
          <a:solidFill xmlns:a="http://schemas.openxmlformats.org/drawingml/2006/main">
            <a:srgbClr val="1826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56B5108-12E0-49D3-9575-19AB690503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8a73e9ba9f4f90"/>
          <a:stretch xmlns:a="http://schemas.openxmlformats.org/drawingml/2006/main"/>
        </p:blipFill>
        <p:spPr>
          <a:xfrm xmlns:a="http://schemas.openxmlformats.org/drawingml/2006/main">
            <a:off x="11173655" y="2179518"/>
            <a:ext cx="657225" cy="371475"/>
          </a:xfrm>
          <a:prstGeom xmlns:a="http://schemas.openxmlformats.org/drawingml/2006/main" prst="rect">
            <a:avLst/>
          </a:prstGeom>
        </p:spPr>
      </p:pic>
      <p:sp>
        <p:nvSpPr>
          <p:cNvPr id="183" name="path-127">
            <a:extLst xmlns:a="http://schemas.openxmlformats.org/drawingml/2006/main">
              <a:ext uri="{FF2B5EF4-FFF2-40B4-BE49-F238E27FC236}">
                <a16:creationId xmlns:a16="http://schemas.microsoft.com/office/drawing/2014/main" id="{43733C96-14D1-4772-A473-500115C2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9551" y="2158593"/>
            <a:ext cx="346168" cy="413719"/>
          </a:xfrm>
          <a:custGeom xmlns:a="http://schemas.openxmlformats.org/drawingml/2006/main">
            <a:pathLst>
              <a:path w="346168" h="413719">
                <a:moveTo>
                  <a:pt x="0" y="8443"/>
                </a:moveTo>
                <a:cubicBezTo>
                  <a:pt x="0" y="3780"/>
                  <a:pt x="3779" y="0"/>
                  <a:pt x="8443" y="0"/>
                </a:cubicBezTo>
                <a:lnTo>
                  <a:pt x="337725" y="0"/>
                </a:lnTo>
                <a:cubicBezTo>
                  <a:pt x="342397" y="0"/>
                  <a:pt x="346168" y="3780"/>
                  <a:pt x="346168" y="8443"/>
                </a:cubicBezTo>
                <a:lnTo>
                  <a:pt x="346168" y="405276"/>
                </a:lnTo>
                <a:cubicBezTo>
                  <a:pt x="346168" y="409939"/>
                  <a:pt x="342397" y="413719"/>
                  <a:pt x="337725" y="413719"/>
                </a:cubicBezTo>
                <a:lnTo>
                  <a:pt x="8443" y="413719"/>
                </a:lnTo>
                <a:cubicBezTo>
                  <a:pt x="3779" y="413719"/>
                  <a:pt x="0" y="409939"/>
                  <a:pt x="0" y="405276"/>
                </a:cubicBezTo>
                <a:lnTo>
                  <a:pt x="0" y="8443"/>
                </a:lnTo>
              </a:path>
            </a:pathLst>
          </a:custGeom>
          <a:solidFill xmlns:a="http://schemas.openxmlformats.org/drawingml/2006/main">
            <a:srgbClr val="1826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79CDE85-FA7E-4BCE-8579-6C81EC4EFD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11a85564b4252"/>
          <a:stretch xmlns:a="http://schemas.openxmlformats.org/drawingml/2006/main"/>
        </p:blipFill>
        <p:spPr>
          <a:xfrm xmlns:a="http://schemas.openxmlformats.org/drawingml/2006/main">
            <a:off x="11516555" y="2179518"/>
            <a:ext cx="657225" cy="371475"/>
          </a:xfrm>
          <a:prstGeom xmlns:a="http://schemas.openxmlformats.org/drawingml/2006/main" prst="rect">
            <a:avLst/>
          </a:prstGeom>
        </p:spPr>
      </p:pic>
      <p:sp>
        <p:nvSpPr>
          <p:cNvPr id="185" name="text-129 Coarse">
            <a:extLst xmlns:a="http://schemas.openxmlformats.org/drawingml/2006/main">
              <a:ext uri="{FF2B5EF4-FFF2-40B4-BE49-F238E27FC236}">
                <a16:creationId xmlns:a16="http://schemas.microsoft.com/office/drawing/2014/main" id="{66CCA86F-4399-49AA-9894-C0166C27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3361" y="2568681"/>
            <a:ext cx="525786" cy="22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Coarse</a:t>
            </a:r>
          </a:p>
        </p:txBody>
      </p:sp>
      <p:sp>
        <p:nvSpPr>
          <p:cNvPr id="186" name="text-130 Dense">
            <a:extLst xmlns:a="http://schemas.openxmlformats.org/drawingml/2006/main">
              <a:ext uri="{FF2B5EF4-FFF2-40B4-BE49-F238E27FC236}">
                <a16:creationId xmlns:a16="http://schemas.microsoft.com/office/drawing/2014/main" id="{FAD73D41-C2EE-46D5-BF60-552FDEF5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34" y="2568361"/>
            <a:ext cx="475064" cy="221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Dense</a:t>
            </a:r>
          </a:p>
        </p:txBody>
      </p:sp>
      <p:sp>
        <p:nvSpPr>
          <p:cNvPr id="187" name="text-131 &gt;30">
            <a:extLst xmlns:a="http://schemas.openxmlformats.org/drawingml/2006/main">
              <a:ext uri="{FF2B5EF4-FFF2-40B4-BE49-F238E27FC236}">
                <a16:creationId xmlns:a16="http://schemas.microsoft.com/office/drawing/2014/main" id="{23A61C95-9AEE-4FD3-ACA6-55E385F0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0643" y="2798387"/>
            <a:ext cx="300920" cy="2364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&gt;30</a:t>
            </a:r>
          </a:p>
        </p:txBody>
      </p:sp>
      <p:sp>
        <p:nvSpPr>
          <p:cNvPr id="188" name="text-131 min:">
            <a:extLst xmlns:a="http://schemas.openxmlformats.org/drawingml/2006/main">
              <a:ext uri="{FF2B5EF4-FFF2-40B4-BE49-F238E27FC236}">
                <a16:creationId xmlns:a16="http://schemas.microsoft.com/office/drawing/2014/main" id="{72364A7D-CBA2-429E-B2FC-A0852084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1521" y="2798053"/>
            <a:ext cx="348393" cy="236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min:</a:t>
            </a:r>
          </a:p>
        </p:txBody>
      </p:sp>
      <p:sp>
        <p:nvSpPr>
          <p:cNvPr id="189" name="text-131 memory">
            <a:extLst xmlns:a="http://schemas.openxmlformats.org/drawingml/2006/main">
              <a:ext uri="{FF2B5EF4-FFF2-40B4-BE49-F238E27FC236}">
                <a16:creationId xmlns:a16="http://schemas.microsoft.com/office/drawing/2014/main" id="{DA011AD6-CF22-4128-8C85-794C7790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0407" y="2798278"/>
            <a:ext cx="643408" cy="23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memory</a:t>
            </a:r>
          </a:p>
        </p:txBody>
      </p:sp>
      <p:sp>
        <p:nvSpPr>
          <p:cNvPr id="190" name="text-131 retrieval">
            <a:extLst xmlns:a="http://schemas.openxmlformats.org/drawingml/2006/main">
              <a:ext uri="{FF2B5EF4-FFF2-40B4-BE49-F238E27FC236}">
                <a16:creationId xmlns:a16="http://schemas.microsoft.com/office/drawing/2014/main" id="{22F2D58B-E06B-421B-AC8A-EF038DC3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4907" y="2797880"/>
            <a:ext cx="721380" cy="237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retrieval</a:t>
            </a:r>
          </a:p>
        </p:txBody>
      </p:sp>
      <p:sp>
        <p:nvSpPr>
          <p:cNvPr id="191" name="text-132 &gt;30">
            <a:extLst xmlns:a="http://schemas.openxmlformats.org/drawingml/2006/main">
              <a:ext uri="{FF2B5EF4-FFF2-40B4-BE49-F238E27FC236}">
                <a16:creationId xmlns:a16="http://schemas.microsoft.com/office/drawing/2014/main" id="{FFCC9181-61B3-4B58-AB7B-CF211EEF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0643" y="2798387"/>
            <a:ext cx="300920" cy="2364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&gt;30</a:t>
            </a:r>
          </a:p>
        </p:txBody>
      </p:sp>
      <p:sp>
        <p:nvSpPr>
          <p:cNvPr id="192" name="text-132 min:">
            <a:extLst xmlns:a="http://schemas.openxmlformats.org/drawingml/2006/main">
              <a:ext uri="{FF2B5EF4-FFF2-40B4-BE49-F238E27FC236}">
                <a16:creationId xmlns:a16="http://schemas.microsoft.com/office/drawing/2014/main" id="{E836783F-20C6-475C-9520-86111ABB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1521" y="2798053"/>
            <a:ext cx="348393" cy="236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min:</a:t>
            </a:r>
          </a:p>
        </p:txBody>
      </p:sp>
      <p:sp>
        <p:nvSpPr>
          <p:cNvPr id="193" name="text-132 memory">
            <a:extLst xmlns:a="http://schemas.openxmlformats.org/drawingml/2006/main">
              <a:ext uri="{FF2B5EF4-FFF2-40B4-BE49-F238E27FC236}">
                <a16:creationId xmlns:a16="http://schemas.microsoft.com/office/drawing/2014/main" id="{31E8DC0D-EC4D-4C37-A62E-69F998E1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0407" y="2798278"/>
            <a:ext cx="643408" cy="23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memory</a:t>
            </a:r>
          </a:p>
        </p:txBody>
      </p:sp>
      <p:sp>
        <p:nvSpPr>
          <p:cNvPr id="194" name="text-132 retrieval">
            <a:extLst xmlns:a="http://schemas.openxmlformats.org/drawingml/2006/main">
              <a:ext uri="{FF2B5EF4-FFF2-40B4-BE49-F238E27FC236}">
                <a16:creationId xmlns:a16="http://schemas.microsoft.com/office/drawing/2014/main" id="{71F74F87-C60F-4AE4-8E1B-146C2E46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4907" y="2797880"/>
            <a:ext cx="721380" cy="237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retrieval</a:t>
            </a:r>
          </a:p>
        </p:txBody>
      </p:sp>
      <p:pic>
        <p:nvPic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734A8D3A-85F5-471F-9EDB-A1B9666CD6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5a07904ee46cf"/>
          <a:stretch xmlns:a="http://schemas.openxmlformats.org/drawingml/2006/main"/>
        </p:blipFill>
        <p:spPr>
          <a:xfrm xmlns:a="http://schemas.openxmlformats.org/drawingml/2006/main">
            <a:off x="9878255" y="3055818"/>
            <a:ext cx="514350" cy="438150"/>
          </a:xfrm>
          <a:prstGeom xmlns:a="http://schemas.openxmlformats.org/drawingml/2006/main" prst="rect">
            <a:avLst/>
          </a:prstGeom>
        </p:spPr>
      </p:pic>
      <p:sp>
        <p:nvSpPr>
          <p:cNvPr id="196" name="text-134 Locate">
            <a:extLst xmlns:a="http://schemas.openxmlformats.org/drawingml/2006/main">
              <a:ext uri="{FF2B5EF4-FFF2-40B4-BE49-F238E27FC236}">
                <a16:creationId xmlns:a16="http://schemas.microsoft.com/office/drawing/2014/main" id="{6C45FB8E-6D44-432C-AE83-21B218B9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6421" y="3389743"/>
            <a:ext cx="521428" cy="221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Locate</a:t>
            </a:r>
          </a:p>
        </p:txBody>
      </p:sp>
      <p:sp>
        <p:nvSpPr>
          <p:cNvPr id="197" name="text-134 intervals">
            <a:extLst xmlns:a="http://schemas.openxmlformats.org/drawingml/2006/main">
              <a:ext uri="{FF2B5EF4-FFF2-40B4-BE49-F238E27FC236}">
                <a16:creationId xmlns:a16="http://schemas.microsoft.com/office/drawing/2014/main" id="{0FA8C290-36D3-4FB3-B98B-3EA76D57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5313" y="3390280"/>
            <a:ext cx="667711" cy="220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1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intervals</a:t>
            </a:r>
          </a:p>
        </p:txBody>
      </p:sp>
      <p:sp>
        <p:nvSpPr>
          <p:cNvPr id="198" name="path-135">
            <a:extLst xmlns:a="http://schemas.openxmlformats.org/drawingml/2006/main">
              <a:ext uri="{FF2B5EF4-FFF2-40B4-BE49-F238E27FC236}">
                <a16:creationId xmlns:a16="http://schemas.microsoft.com/office/drawing/2014/main" id="{AA626883-33C7-42D3-9FCE-2B89A9FD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8779" y="2310571"/>
            <a:ext cx="878098" cy="616357"/>
          </a:xfrm>
          <a:custGeom xmlns:a="http://schemas.openxmlformats.org/drawingml/2006/main">
            <a:pathLst>
              <a:path w="878098" h="616357">
                <a:moveTo>
                  <a:pt x="0" y="8443"/>
                </a:moveTo>
                <a:cubicBezTo>
                  <a:pt x="0" y="3780"/>
                  <a:pt x="3773" y="0"/>
                  <a:pt x="8443" y="0"/>
                </a:cubicBezTo>
                <a:lnTo>
                  <a:pt x="869655" y="0"/>
                </a:lnTo>
                <a:cubicBezTo>
                  <a:pt x="874317" y="0"/>
                  <a:pt x="878098" y="3780"/>
                  <a:pt x="878098" y="8443"/>
                </a:cubicBezTo>
                <a:lnTo>
                  <a:pt x="878098" y="607913"/>
                </a:lnTo>
                <a:cubicBezTo>
                  <a:pt x="878098" y="612578"/>
                  <a:pt x="874317" y="616357"/>
                  <a:pt x="869655" y="616357"/>
                </a:cubicBezTo>
                <a:lnTo>
                  <a:pt x="8443" y="616357"/>
                </a:lnTo>
                <a:cubicBezTo>
                  <a:pt x="3773" y="616357"/>
                  <a:pt x="0" y="612578"/>
                  <a:pt x="0" y="607913"/>
                </a:cubicBezTo>
                <a:lnTo>
                  <a:pt x="0" y="8443"/>
                </a:lnTo>
              </a:path>
            </a:pathLst>
          </a:custGeom>
          <a:solidFill xmlns:a="http://schemas.openxmlformats.org/drawingml/2006/main">
            <a:srgbClr val="1826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0ECF8325-0C45-4E3E-9A96-9FF4CF0B7A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515b594f0478a"/>
          <a:stretch xmlns:a="http://schemas.openxmlformats.org/drawingml/2006/main"/>
        </p:blipFill>
        <p:spPr>
          <a:xfrm xmlns:a="http://schemas.openxmlformats.org/drawingml/2006/main">
            <a:off x="12307130" y="2331918"/>
            <a:ext cx="1019175" cy="571500"/>
          </a:xfrm>
          <a:prstGeom xmlns:a="http://schemas.openxmlformats.org/drawingml/2006/main" prst="rect">
            <a:avLst/>
          </a:prstGeom>
        </p:spPr>
      </p:pic>
      <p:sp>
        <p:nvSpPr>
          <p:cNvPr id="200" name="path-137">
            <a:extLst xmlns:a="http://schemas.openxmlformats.org/drawingml/2006/main">
              <a:ext uri="{FF2B5EF4-FFF2-40B4-BE49-F238E27FC236}">
                <a16:creationId xmlns:a16="http://schemas.microsoft.com/office/drawing/2014/main" id="{AE3A00F0-92C3-464A-9CC6-8822EC82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8541" y="2496315"/>
            <a:ext cx="886542" cy="624801"/>
          </a:xfrm>
          <a:custGeom xmlns:a="http://schemas.openxmlformats.org/drawingml/2006/main">
            <a:pathLst>
              <a:path w="886542" h="624801">
                <a:moveTo>
                  <a:pt x="0" y="8440"/>
                </a:moveTo>
                <a:cubicBezTo>
                  <a:pt x="0" y="3778"/>
                  <a:pt x="3784" y="0"/>
                  <a:pt x="8444" y="0"/>
                </a:cubicBezTo>
                <a:lnTo>
                  <a:pt x="878111" y="0"/>
                </a:lnTo>
                <a:cubicBezTo>
                  <a:pt x="882771" y="0"/>
                  <a:pt x="886542" y="3778"/>
                  <a:pt x="886542" y="8440"/>
                </a:cubicBezTo>
                <a:lnTo>
                  <a:pt x="886542" y="616360"/>
                </a:lnTo>
                <a:cubicBezTo>
                  <a:pt x="886542" y="621022"/>
                  <a:pt x="882771" y="624801"/>
                  <a:pt x="878111" y="624801"/>
                </a:cubicBezTo>
                <a:lnTo>
                  <a:pt x="8444" y="624801"/>
                </a:lnTo>
                <a:cubicBezTo>
                  <a:pt x="3784" y="624801"/>
                  <a:pt x="0" y="621022"/>
                  <a:pt x="0" y="616360"/>
                </a:cubicBezTo>
                <a:lnTo>
                  <a:pt x="0" y="8440"/>
                </a:lnTo>
              </a:path>
            </a:pathLst>
          </a:custGeom>
          <a:solidFill xmlns:a="http://schemas.openxmlformats.org/drawingml/2006/main">
            <a:srgbClr val="1826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A93F6596-21F2-4EA5-98E7-BF18087245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009b9df254790"/>
          <a:stretch xmlns:a="http://schemas.openxmlformats.org/drawingml/2006/main"/>
        </p:blipFill>
        <p:spPr>
          <a:xfrm xmlns:a="http://schemas.openxmlformats.org/drawingml/2006/main">
            <a:off x="12421430" y="2512893"/>
            <a:ext cx="1028700" cy="590550"/>
          </a:xfrm>
          <a:prstGeom xmlns:a="http://schemas.openxmlformats.org/drawingml/2006/main" prst="rect">
            <a:avLst/>
          </a:prstGeom>
        </p:spPr>
      </p:pic>
      <p:sp>
        <p:nvSpPr>
          <p:cNvPr id="202" name="text-139 Inspect">
            <a:extLst xmlns:a="http://schemas.openxmlformats.org/drawingml/2006/main">
              <a:ext uri="{FF2B5EF4-FFF2-40B4-BE49-F238E27FC236}">
                <a16:creationId xmlns:a16="http://schemas.microsoft.com/office/drawing/2014/main" id="{F47C5B4E-0C77-428A-86D0-9BE504B5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5904" y="3241631"/>
            <a:ext cx="611111" cy="225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Inspect</a:t>
            </a:r>
          </a:p>
        </p:txBody>
      </p:sp>
      <p:sp>
        <p:nvSpPr>
          <p:cNvPr id="203" name="text-139 frames">
            <a:extLst xmlns:a="http://schemas.openxmlformats.org/drawingml/2006/main">
              <a:ext uri="{FF2B5EF4-FFF2-40B4-BE49-F238E27FC236}">
                <a16:creationId xmlns:a16="http://schemas.microsoft.com/office/drawing/2014/main" id="{77F02D34-6DEC-4E7A-AF4B-2380CB3B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7720" y="3241861"/>
            <a:ext cx="560166" cy="22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6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frames</a:t>
            </a:r>
          </a:p>
        </p:txBody>
      </p:sp>
      <p:sp>
        <p:nvSpPr>
          <p:cNvPr id="204" name="text-140 Inspect">
            <a:extLst xmlns:a="http://schemas.openxmlformats.org/drawingml/2006/main">
              <a:ext uri="{FF2B5EF4-FFF2-40B4-BE49-F238E27FC236}">
                <a16:creationId xmlns:a16="http://schemas.microsoft.com/office/drawing/2014/main" id="{EE2DCDCA-5E0E-4799-85AF-2481A36C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5904" y="3241631"/>
            <a:ext cx="611111" cy="225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Inspect</a:t>
            </a:r>
          </a:p>
        </p:txBody>
      </p:sp>
      <p:sp>
        <p:nvSpPr>
          <p:cNvPr id="205" name="text-140 frames">
            <a:extLst xmlns:a="http://schemas.openxmlformats.org/drawingml/2006/main">
              <a:ext uri="{FF2B5EF4-FFF2-40B4-BE49-F238E27FC236}">
                <a16:creationId xmlns:a16="http://schemas.microsoft.com/office/drawing/2014/main" id="{42C0597A-D163-452B-998A-A7212B10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7720" y="3241861"/>
            <a:ext cx="560166" cy="22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6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frames</a:t>
            </a:r>
          </a:p>
        </p:txBody>
      </p:sp>
      <p:sp>
        <p:nvSpPr>
          <p:cNvPr id="206" name="text-141 ×">
            <a:extLst xmlns:a="http://schemas.openxmlformats.org/drawingml/2006/main">
              <a:ext uri="{FF2B5EF4-FFF2-40B4-BE49-F238E27FC236}">
                <a16:creationId xmlns:a16="http://schemas.microsoft.com/office/drawing/2014/main" id="{D4E05E29-1110-48DB-BFB9-2CD0C598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82123" y="2797417"/>
            <a:ext cx="267683" cy="567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92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92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3192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×</a:t>
            </a:r>
          </a:p>
        </p:txBody>
      </p:sp>
      <p:sp>
        <p:nvSpPr>
          <p:cNvPr id="207" name="text-142 ×">
            <a:extLst xmlns:a="http://schemas.openxmlformats.org/drawingml/2006/main">
              <a:ext uri="{FF2B5EF4-FFF2-40B4-BE49-F238E27FC236}">
                <a16:creationId xmlns:a16="http://schemas.microsoft.com/office/drawing/2014/main" id="{B793BEF0-D5C2-4E43-AECA-FECBE3E1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82123" y="2797417"/>
            <a:ext cx="267683" cy="567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92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92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3192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×</a:t>
            </a:r>
          </a:p>
        </p:txBody>
      </p:sp>
      <p:sp>
        <p:nvSpPr>
          <p:cNvPr id="208" name="path-143">
            <a:extLst xmlns:a="http://schemas.openxmlformats.org/drawingml/2006/main">
              <a:ext uri="{FF2B5EF4-FFF2-40B4-BE49-F238E27FC236}">
                <a16:creationId xmlns:a16="http://schemas.microsoft.com/office/drawing/2014/main" id="{62E84276-26AE-4990-92B7-37349279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4910" y="3661492"/>
            <a:ext cx="4804212" cy="191"/>
          </a:xfrm>
          <a:custGeom xmlns:a="http://schemas.openxmlformats.org/drawingml/2006/main">
            <a:pathLst>
              <a:path w="4804212" h="191">
                <a:moveTo>
                  <a:pt x="0" y="0"/>
                </a:moveTo>
                <a:lnTo>
                  <a:pt x="48042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77">
            <a:solidFill>
              <a:srgbClr val="A9C9BA"/>
            </a:solidFill>
            <a:prstDash val="dash"/>
          </a:ln>
        </p:spPr>
      </p:sp>
      <p:sp>
        <p:nvSpPr>
          <p:cNvPr id="209" name="text-144 Execution">
            <a:extLst xmlns:a="http://schemas.openxmlformats.org/drawingml/2006/main">
              <a:ext uri="{FF2B5EF4-FFF2-40B4-BE49-F238E27FC236}">
                <a16:creationId xmlns:a16="http://schemas.microsoft.com/office/drawing/2014/main" id="{392639DF-92BD-4AEF-8C09-853EF53C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3045" y="3725610"/>
            <a:ext cx="765794" cy="22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Execution</a:t>
            </a:r>
          </a:p>
        </p:txBody>
      </p:sp>
      <p:sp>
        <p:nvSpPr>
          <p:cNvPr id="210" name="text-144 trace">
            <a:extLst xmlns:a="http://schemas.openxmlformats.org/drawingml/2006/main">
              <a:ext uri="{FF2B5EF4-FFF2-40B4-BE49-F238E27FC236}">
                <a16:creationId xmlns:a16="http://schemas.microsoft.com/office/drawing/2014/main" id="{EAA90C34-9736-4869-885E-407E06B5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9822" y="3725764"/>
            <a:ext cx="433185" cy="224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6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trace</a:t>
            </a:r>
          </a:p>
        </p:txBody>
      </p:sp>
      <p:sp>
        <p:nvSpPr>
          <p:cNvPr id="211" name="text-145 Execution">
            <a:extLst xmlns:a="http://schemas.openxmlformats.org/drawingml/2006/main">
              <a:ext uri="{FF2B5EF4-FFF2-40B4-BE49-F238E27FC236}">
                <a16:creationId xmlns:a16="http://schemas.microsoft.com/office/drawing/2014/main" id="{1E8F4987-DC5A-404C-BBFD-684CB4DF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3045" y="3725610"/>
            <a:ext cx="765794" cy="22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Execution</a:t>
            </a:r>
          </a:p>
        </p:txBody>
      </p:sp>
      <p:sp>
        <p:nvSpPr>
          <p:cNvPr id="212" name="text-145 trace">
            <a:extLst xmlns:a="http://schemas.openxmlformats.org/drawingml/2006/main">
              <a:ext uri="{FF2B5EF4-FFF2-40B4-BE49-F238E27FC236}">
                <a16:creationId xmlns:a16="http://schemas.microsoft.com/office/drawing/2014/main" id="{F54FC4DA-0948-4A4A-95C7-674F4D5C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9822" y="3725764"/>
            <a:ext cx="433185" cy="224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6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trace</a:t>
            </a:r>
          </a:p>
        </p:txBody>
      </p:sp>
      <p:sp>
        <p:nvSpPr>
          <p:cNvPr id="213" name="path-146">
            <a:extLst xmlns:a="http://schemas.openxmlformats.org/drawingml/2006/main">
              <a:ext uri="{FF2B5EF4-FFF2-40B4-BE49-F238E27FC236}">
                <a16:creationId xmlns:a16="http://schemas.microsoft.com/office/drawing/2014/main" id="{781D3478-0725-4F7B-A5DB-AF06D616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0678" y="3720595"/>
            <a:ext cx="844328" cy="211081"/>
          </a:xfrm>
          <a:custGeom xmlns:a="http://schemas.openxmlformats.org/drawingml/2006/main">
            <a:pathLst>
              <a:path w="844328" h="211081">
                <a:moveTo>
                  <a:pt x="0" y="59103"/>
                </a:moveTo>
                <a:cubicBezTo>
                  <a:pt x="0" y="26461"/>
                  <a:pt x="26460" y="0"/>
                  <a:pt x="59103" y="0"/>
                </a:cubicBezTo>
                <a:lnTo>
                  <a:pt x="785226" y="0"/>
                </a:lnTo>
                <a:cubicBezTo>
                  <a:pt x="817862" y="0"/>
                  <a:pt x="844328" y="26461"/>
                  <a:pt x="844328" y="59103"/>
                </a:cubicBezTo>
                <a:lnTo>
                  <a:pt x="844328" y="151978"/>
                </a:lnTo>
                <a:cubicBezTo>
                  <a:pt x="844328" y="184620"/>
                  <a:pt x="817862" y="211081"/>
                  <a:pt x="785226" y="211081"/>
                </a:cubicBezTo>
                <a:lnTo>
                  <a:pt x="59103" y="211081"/>
                </a:lnTo>
                <a:cubicBezTo>
                  <a:pt x="26460" y="211081"/>
                  <a:pt x="0" y="184620"/>
                  <a:pt x="0" y="151978"/>
                </a:cubicBezTo>
                <a:lnTo>
                  <a:pt x="0" y="59103"/>
                </a:lnTo>
              </a:path>
            </a:pathLst>
          </a:cu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ath-147">
            <a:extLst xmlns:a="http://schemas.openxmlformats.org/drawingml/2006/main">
              <a:ext uri="{FF2B5EF4-FFF2-40B4-BE49-F238E27FC236}">
                <a16:creationId xmlns:a16="http://schemas.microsoft.com/office/drawing/2014/main" id="{BCA42208-CAAA-4955-99F2-F5043A0B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4293" y="3720595"/>
            <a:ext cx="743007" cy="211081"/>
          </a:xfrm>
          <a:custGeom xmlns:a="http://schemas.openxmlformats.org/drawingml/2006/main">
            <a:pathLst>
              <a:path w="743007" h="211081">
                <a:moveTo>
                  <a:pt x="0" y="59103"/>
                </a:moveTo>
                <a:cubicBezTo>
                  <a:pt x="0" y="26461"/>
                  <a:pt x="26457" y="0"/>
                  <a:pt x="59103" y="0"/>
                </a:cubicBezTo>
                <a:lnTo>
                  <a:pt x="683904" y="0"/>
                </a:lnTo>
                <a:cubicBezTo>
                  <a:pt x="716541" y="0"/>
                  <a:pt x="743007" y="26461"/>
                  <a:pt x="743007" y="59103"/>
                </a:cubicBezTo>
                <a:lnTo>
                  <a:pt x="743007" y="151978"/>
                </a:lnTo>
                <a:cubicBezTo>
                  <a:pt x="743007" y="184620"/>
                  <a:pt x="716541" y="211081"/>
                  <a:pt x="683904" y="211081"/>
                </a:cubicBezTo>
                <a:lnTo>
                  <a:pt x="59103" y="211081"/>
                </a:lnTo>
                <a:cubicBezTo>
                  <a:pt x="26457" y="211081"/>
                  <a:pt x="0" y="184620"/>
                  <a:pt x="0" y="151978"/>
                </a:cubicBezTo>
                <a:lnTo>
                  <a:pt x="0" y="59103"/>
                </a:lnTo>
              </a:path>
            </a:pathLst>
          </a:cu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text-148 Execution">
            <a:extLst xmlns:a="http://schemas.openxmlformats.org/drawingml/2006/main">
              <a:ext uri="{FF2B5EF4-FFF2-40B4-BE49-F238E27FC236}">
                <a16:creationId xmlns:a16="http://schemas.microsoft.com/office/drawing/2014/main" id="{FE7A20CB-55A3-4F6F-BDEA-7A3D1747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3211" y="4094566"/>
            <a:ext cx="861319" cy="25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Execution</a:t>
            </a:r>
          </a:p>
        </p:txBody>
      </p:sp>
      <p:sp>
        <p:nvSpPr>
          <p:cNvPr id="216" name="text-148 feedback">
            <a:extLst xmlns:a="http://schemas.openxmlformats.org/drawingml/2006/main">
              <a:ext uri="{FF2B5EF4-FFF2-40B4-BE49-F238E27FC236}">
                <a16:creationId xmlns:a16="http://schemas.microsoft.com/office/drawing/2014/main" id="{9329E869-E908-4559-80AB-708E8A8B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45543" y="4094622"/>
            <a:ext cx="816440" cy="252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feedback</a:t>
            </a:r>
          </a:p>
        </p:txBody>
      </p:sp>
      <p:sp>
        <p:nvSpPr>
          <p:cNvPr id="217" name="text-149 Execution">
            <a:extLst xmlns:a="http://schemas.openxmlformats.org/drawingml/2006/main">
              <a:ext uri="{FF2B5EF4-FFF2-40B4-BE49-F238E27FC236}">
                <a16:creationId xmlns:a16="http://schemas.microsoft.com/office/drawing/2014/main" id="{98014EE1-40F3-4734-B7BF-B3FF1860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3211" y="4094566"/>
            <a:ext cx="861319" cy="25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Execution</a:t>
            </a:r>
          </a:p>
        </p:txBody>
      </p:sp>
      <p:sp>
        <p:nvSpPr>
          <p:cNvPr id="218" name="text-149 feedback">
            <a:extLst xmlns:a="http://schemas.openxmlformats.org/drawingml/2006/main">
              <a:ext uri="{FF2B5EF4-FFF2-40B4-BE49-F238E27FC236}">
                <a16:creationId xmlns:a16="http://schemas.microsoft.com/office/drawing/2014/main" id="{3B4ABA3C-450B-409B-B789-AA4F1A4A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45543" y="4094622"/>
            <a:ext cx="816440" cy="252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feedback</a:t>
            </a:r>
          </a:p>
        </p:txBody>
      </p:sp>
      <p:sp>
        <p:nvSpPr>
          <p:cNvPr id="219" name="text-150 Failure">
            <a:extLst xmlns:a="http://schemas.openxmlformats.org/drawingml/2006/main">
              <a:ext uri="{FF2B5EF4-FFF2-40B4-BE49-F238E27FC236}">
                <a16:creationId xmlns:a16="http://schemas.microsoft.com/office/drawing/2014/main" id="{FF1A6152-2C8E-4D39-926D-2CAE40E8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3558" y="4638411"/>
            <a:ext cx="719793" cy="29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Failure</a:t>
            </a:r>
          </a:p>
        </p:txBody>
      </p:sp>
      <p:sp>
        <p:nvSpPr>
          <p:cNvPr id="220" name="text-150 diagnosis">
            <a:extLst xmlns:a="http://schemas.openxmlformats.org/drawingml/2006/main">
              <a:ext uri="{FF2B5EF4-FFF2-40B4-BE49-F238E27FC236}">
                <a16:creationId xmlns:a16="http://schemas.microsoft.com/office/drawing/2014/main" id="{B233E27C-27BA-4B62-B584-39409986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6760" y="4638203"/>
            <a:ext cx="930596" cy="296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diagnosis</a:t>
            </a:r>
          </a:p>
        </p:txBody>
      </p:sp>
      <p:sp>
        <p:nvSpPr>
          <p:cNvPr id="221" name="text-151 Failure">
            <a:extLst xmlns:a="http://schemas.openxmlformats.org/drawingml/2006/main">
              <a:ext uri="{FF2B5EF4-FFF2-40B4-BE49-F238E27FC236}">
                <a16:creationId xmlns:a16="http://schemas.microsoft.com/office/drawing/2014/main" id="{8EED4320-8CD3-4CA6-9462-A22147E4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3558" y="4638411"/>
            <a:ext cx="719793" cy="29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Failure</a:t>
            </a:r>
          </a:p>
        </p:txBody>
      </p:sp>
      <p:sp>
        <p:nvSpPr>
          <p:cNvPr id="222" name="text-151 diagnosis">
            <a:extLst xmlns:a="http://schemas.openxmlformats.org/drawingml/2006/main">
              <a:ext uri="{FF2B5EF4-FFF2-40B4-BE49-F238E27FC236}">
                <a16:creationId xmlns:a16="http://schemas.microsoft.com/office/drawing/2014/main" id="{E9E4A963-43CB-4B7A-A9F1-1A1C5FDB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6760" y="4638203"/>
            <a:ext cx="930596" cy="296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diagnosis</a:t>
            </a:r>
          </a:p>
        </p:txBody>
      </p:sp>
      <p:pic>
        <p:nvPic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556761DE-F028-4BE6-B89E-AA74A31439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f33aca9d34682"/>
          <a:stretch xmlns:a="http://schemas.openxmlformats.org/drawingml/2006/main"/>
        </p:blipFill>
        <p:spPr>
          <a:xfrm xmlns:a="http://schemas.openxmlformats.org/drawingml/2006/main">
            <a:off x="3848930" y="4998918"/>
            <a:ext cx="590550" cy="514350"/>
          </a:xfrm>
          <a:prstGeom xmlns:a="http://schemas.openxmlformats.org/drawingml/2006/main" prst="rect">
            <a:avLst/>
          </a:prstGeom>
        </p:spPr>
      </p:pic>
      <p:sp>
        <p:nvSpPr>
          <p:cNvPr id="224" name="text-153 B.">
            <a:extLst xmlns:a="http://schemas.openxmlformats.org/drawingml/2006/main">
              <a:ext uri="{FF2B5EF4-FFF2-40B4-BE49-F238E27FC236}">
                <a16:creationId xmlns:a16="http://schemas.microsoft.com/office/drawing/2014/main" id="{4FCBDEC2-70E6-4C03-8B51-7A1CBEDC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1465" y="5130835"/>
            <a:ext cx="240474" cy="317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8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8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788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B.</a:t>
            </a:r>
          </a:p>
        </p:txBody>
      </p:sp>
      <p:sp>
        <p:nvSpPr>
          <p:cNvPr id="225" name="text-153 Chair">
            <a:extLst xmlns:a="http://schemas.openxmlformats.org/drawingml/2006/main">
              <a:ext uri="{FF2B5EF4-FFF2-40B4-BE49-F238E27FC236}">
                <a16:creationId xmlns:a16="http://schemas.microsoft.com/office/drawing/2014/main" id="{B779838F-ED81-468D-A09B-AFB931FD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8610" y="5130043"/>
            <a:ext cx="599499" cy="318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79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Chair</a:t>
            </a:r>
          </a:p>
        </p:txBody>
      </p:sp>
      <p:sp>
        <p:nvSpPr>
          <p:cNvPr id="226" name="text-154 B.">
            <a:extLst xmlns:a="http://schemas.openxmlformats.org/drawingml/2006/main">
              <a:ext uri="{FF2B5EF4-FFF2-40B4-BE49-F238E27FC236}">
                <a16:creationId xmlns:a16="http://schemas.microsoft.com/office/drawing/2014/main" id="{2CDDDD40-8292-4089-9753-BC30DCAE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1465" y="5130835"/>
            <a:ext cx="240474" cy="317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8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8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788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B.</a:t>
            </a:r>
          </a:p>
        </p:txBody>
      </p:sp>
      <p:sp>
        <p:nvSpPr>
          <p:cNvPr id="227" name="text-154 Chair">
            <a:extLst xmlns:a="http://schemas.openxmlformats.org/drawingml/2006/main">
              <a:ext uri="{FF2B5EF4-FFF2-40B4-BE49-F238E27FC236}">
                <a16:creationId xmlns:a16="http://schemas.microsoft.com/office/drawing/2014/main" id="{06318DA7-AC29-48BD-8A59-D7485E78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8610" y="5130043"/>
            <a:ext cx="599499" cy="318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79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Chair</a:t>
            </a:r>
          </a:p>
        </p:txBody>
      </p:sp>
      <p:sp>
        <p:nvSpPr>
          <p:cNvPr id="228" name="text-155 ×">
            <a:extLst xmlns:a="http://schemas.openxmlformats.org/drawingml/2006/main">
              <a:ext uri="{FF2B5EF4-FFF2-40B4-BE49-F238E27FC236}">
                <a16:creationId xmlns:a16="http://schemas.microsoft.com/office/drawing/2014/main" id="{E22139A3-354D-43E6-A284-F679B21C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6450" y="5132593"/>
            <a:ext cx="148733" cy="31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×</a:t>
            </a:r>
          </a:p>
        </p:txBody>
      </p:sp>
      <p:sp>
        <p:nvSpPr>
          <p:cNvPr id="229" name="text-156 ×">
            <a:extLst xmlns:a="http://schemas.openxmlformats.org/drawingml/2006/main">
              <a:ext uri="{FF2B5EF4-FFF2-40B4-BE49-F238E27FC236}">
                <a16:creationId xmlns:a16="http://schemas.microsoft.com/office/drawing/2014/main" id="{1E90DDBA-39A9-4A3A-82E3-E11DA940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6450" y="5132593"/>
            <a:ext cx="148733" cy="31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×</a:t>
            </a:r>
          </a:p>
        </p:txBody>
      </p:sp>
      <p:pic>
        <p:nvPic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B568061C-F4E6-460C-B685-16C5535EFD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30f038d3144eb"/>
          <a:stretch xmlns:a="http://schemas.openxmlformats.org/drawingml/2006/main"/>
        </p:blipFill>
        <p:spPr>
          <a:xfrm xmlns:a="http://schemas.openxmlformats.org/drawingml/2006/main">
            <a:off x="3172655" y="5675193"/>
            <a:ext cx="1400175" cy="790575"/>
          </a:xfrm>
          <a:prstGeom xmlns:a="http://schemas.openxmlformats.org/drawingml/2006/main" prst="rect">
            <a:avLst/>
          </a:prstGeom>
        </p:spPr>
      </p:pic>
      <p:sp>
        <p:nvSpPr>
          <p:cNvPr id="231" name="path-158">
            <a:extLst xmlns:a="http://schemas.openxmlformats.org/drawingml/2006/main">
              <a:ext uri="{FF2B5EF4-FFF2-40B4-BE49-F238E27FC236}">
                <a16:creationId xmlns:a16="http://schemas.microsoft.com/office/drawing/2014/main" id="{D65EEB46-AA52-4032-A2B3-64168475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869" y="5653413"/>
            <a:ext cx="1443797" cy="835882"/>
          </a:xfrm>
          <a:custGeom xmlns:a="http://schemas.openxmlformats.org/drawingml/2006/main">
            <a:pathLst>
              <a:path w="1443797" h="835882">
                <a:moveTo>
                  <a:pt x="0" y="33769"/>
                </a:moveTo>
                <a:cubicBezTo>
                  <a:pt x="0" y="15119"/>
                  <a:pt x="15119" y="0"/>
                  <a:pt x="33769" y="0"/>
                </a:cubicBezTo>
                <a:lnTo>
                  <a:pt x="1410027" y="0"/>
                </a:lnTo>
                <a:cubicBezTo>
                  <a:pt x="1428678" y="0"/>
                  <a:pt x="1443797" y="15119"/>
                  <a:pt x="1443797" y="33769"/>
                </a:cubicBezTo>
                <a:lnTo>
                  <a:pt x="1443797" y="802113"/>
                </a:lnTo>
                <a:cubicBezTo>
                  <a:pt x="1443797" y="820764"/>
                  <a:pt x="1428678" y="835882"/>
                  <a:pt x="1410027" y="835882"/>
                </a:cubicBezTo>
                <a:lnTo>
                  <a:pt x="33769" y="835882"/>
                </a:lnTo>
                <a:cubicBezTo>
                  <a:pt x="15119" y="835882"/>
                  <a:pt x="0" y="820764"/>
                  <a:pt x="0" y="802113"/>
                </a:cubicBezTo>
                <a:lnTo>
                  <a:pt x="0" y="33769"/>
                </a:lnTo>
              </a:path>
            </a:pathLst>
          </a:custGeom>
          <a:noFill xmlns:a="http://schemas.openxmlformats.org/drawingml/2006/main"/>
          <a:ln xmlns:a="http://schemas.openxmlformats.org/drawingml/2006/main" w="13509">
            <a:solidFill>
              <a:srgbClr val="C59A43"/>
            </a:solidFill>
            <a:prstDash val="solid"/>
          </a:ln>
        </p:spPr>
      </p:sp>
      <p:sp>
        <p:nvSpPr>
          <p:cNvPr id="232" name="text-159 Ground">
            <a:extLst xmlns:a="http://schemas.openxmlformats.org/drawingml/2006/main">
              <a:ext uri="{FF2B5EF4-FFF2-40B4-BE49-F238E27FC236}">
                <a16:creationId xmlns:a16="http://schemas.microsoft.com/office/drawing/2014/main" id="{06B46561-3BFF-41BC-890C-D96B5071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8221" y="6524576"/>
            <a:ext cx="551581" cy="221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Ground</a:t>
            </a:r>
          </a:p>
        </p:txBody>
      </p:sp>
      <p:sp>
        <p:nvSpPr>
          <p:cNvPr id="233" name="text-160 Ground">
            <a:extLst xmlns:a="http://schemas.openxmlformats.org/drawingml/2006/main">
              <a:ext uri="{FF2B5EF4-FFF2-40B4-BE49-F238E27FC236}">
                <a16:creationId xmlns:a16="http://schemas.microsoft.com/office/drawing/2014/main" id="{B305A2CA-1D8A-4176-A733-297297F0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8221" y="6524576"/>
            <a:ext cx="551581" cy="221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Ground</a:t>
            </a:r>
          </a:p>
        </p:txBody>
      </p:sp>
      <p:sp>
        <p:nvSpPr>
          <p:cNvPr id="234" name="text-161 -">
            <a:extLst xmlns:a="http://schemas.openxmlformats.org/drawingml/2006/main">
              <a:ext uri="{FF2B5EF4-FFF2-40B4-BE49-F238E27FC236}">
                <a16:creationId xmlns:a16="http://schemas.microsoft.com/office/drawing/2014/main" id="{4F85DA2C-A6F8-4EE8-99CD-92028803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1702" y="6524810"/>
            <a:ext cx="94020" cy="220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235" name="text-162 -">
            <a:extLst xmlns:a="http://schemas.openxmlformats.org/drawingml/2006/main">
              <a:ext uri="{FF2B5EF4-FFF2-40B4-BE49-F238E27FC236}">
                <a16:creationId xmlns:a16="http://schemas.microsoft.com/office/drawing/2014/main" id="{45C50A4C-3FA9-4912-A76F-58A8949E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1702" y="6524810"/>
            <a:ext cx="94020" cy="220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236" name="text-163 truth">
            <a:extLst xmlns:a="http://schemas.openxmlformats.org/drawingml/2006/main">
              <a:ext uri="{FF2B5EF4-FFF2-40B4-BE49-F238E27FC236}">
                <a16:creationId xmlns:a16="http://schemas.microsoft.com/office/drawing/2014/main" id="{03F2B047-1796-4290-89C5-5A17B742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7842" y="6524467"/>
            <a:ext cx="426308" cy="221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truth</a:t>
            </a:r>
          </a:p>
        </p:txBody>
      </p:sp>
      <p:sp>
        <p:nvSpPr>
          <p:cNvPr id="237" name="text-163 evidence">
            <a:extLst xmlns:a="http://schemas.openxmlformats.org/drawingml/2006/main">
              <a:ext uri="{FF2B5EF4-FFF2-40B4-BE49-F238E27FC236}">
                <a16:creationId xmlns:a16="http://schemas.microsoft.com/office/drawing/2014/main" id="{F62F0C71-E546-40A7-A4E3-32F32B68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3902" y="6524527"/>
            <a:ext cx="665043" cy="221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evidence</a:t>
            </a:r>
          </a:p>
        </p:txBody>
      </p:sp>
      <p:sp>
        <p:nvSpPr>
          <p:cNvPr id="238" name="text-164 truth">
            <a:extLst xmlns:a="http://schemas.openxmlformats.org/drawingml/2006/main">
              <a:ext uri="{FF2B5EF4-FFF2-40B4-BE49-F238E27FC236}">
                <a16:creationId xmlns:a16="http://schemas.microsoft.com/office/drawing/2014/main" id="{7C71FB5A-A4F3-4BBF-9783-CB76761A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7842" y="6524467"/>
            <a:ext cx="426308" cy="221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truth</a:t>
            </a:r>
          </a:p>
        </p:txBody>
      </p:sp>
      <p:sp>
        <p:nvSpPr>
          <p:cNvPr id="239" name="text-164 evidence">
            <a:extLst xmlns:a="http://schemas.openxmlformats.org/drawingml/2006/main">
              <a:ext uri="{FF2B5EF4-FFF2-40B4-BE49-F238E27FC236}">
                <a16:creationId xmlns:a16="http://schemas.microsoft.com/office/drawing/2014/main" id="{D39CF511-566B-4BDB-A372-6D7B5148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3902" y="6524527"/>
            <a:ext cx="665043" cy="221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evidence</a:t>
            </a:r>
          </a:p>
        </p:txBody>
      </p:sp>
      <p:sp>
        <p:nvSpPr>
          <p:cNvPr id="240" name="text-165 still">
            <a:extLst xmlns:a="http://schemas.openxmlformats.org/drawingml/2006/main">
              <a:ext uri="{FF2B5EF4-FFF2-40B4-BE49-F238E27FC236}">
                <a16:creationId xmlns:a16="http://schemas.microsoft.com/office/drawing/2014/main" id="{72FFB8AF-58B7-4343-BF70-07F5E071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6926" y="6693893"/>
            <a:ext cx="310975" cy="22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6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still</a:t>
            </a:r>
          </a:p>
        </p:txBody>
      </p:sp>
      <p:sp>
        <p:nvSpPr>
          <p:cNvPr id="241" name="text-166 wrong">
            <a:extLst xmlns:a="http://schemas.openxmlformats.org/drawingml/2006/main">
              <a:ext uri="{FF2B5EF4-FFF2-40B4-BE49-F238E27FC236}">
                <a16:creationId xmlns:a16="http://schemas.microsoft.com/office/drawing/2014/main" id="{795D61F4-AC77-46A0-91A8-BE0421F4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1668" y="6885721"/>
            <a:ext cx="462505" cy="221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6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wrong</a:t>
            </a:r>
          </a:p>
        </p:txBody>
      </p:sp>
      <p:pic>
        <p:nvPic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E10656B9-3AC2-44C1-BB48-B1EB228CB6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19cb8175b437e"/>
          <a:stretch xmlns:a="http://schemas.openxmlformats.org/drawingml/2006/main"/>
        </p:blipFill>
        <p:spPr>
          <a:xfrm xmlns:a="http://schemas.openxmlformats.org/drawingml/2006/main">
            <a:off x="3229805" y="7151568"/>
            <a:ext cx="685800" cy="390525"/>
          </a:xfrm>
          <a:prstGeom xmlns:a="http://schemas.openxmlformats.org/drawingml/2006/main" prst="rect">
            <a:avLst/>
          </a:prstGeom>
        </p:spPr>
      </p:pic>
      <p:pic>
        <p:nvPic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F6B90EBF-9538-4BAD-87C5-6F2A64BA5A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09a0969d24b9e"/>
          <a:stretch xmlns:a="http://schemas.openxmlformats.org/drawingml/2006/main"/>
        </p:blipFill>
        <p:spPr>
          <a:xfrm xmlns:a="http://schemas.openxmlformats.org/drawingml/2006/main">
            <a:off x="3848930" y="7151568"/>
            <a:ext cx="685800" cy="390525"/>
          </a:xfrm>
          <a:prstGeom xmlns:a="http://schemas.openxmlformats.org/drawingml/2006/main" prst="rect">
            <a:avLst/>
          </a:prstGeom>
        </p:spPr>
      </p:pic>
      <p:sp>
        <p:nvSpPr>
          <p:cNvPr id="244" name="text-169 Expanded">
            <a:extLst xmlns:a="http://schemas.openxmlformats.org/drawingml/2006/main">
              <a:ext uri="{FF2B5EF4-FFF2-40B4-BE49-F238E27FC236}">
                <a16:creationId xmlns:a16="http://schemas.microsoft.com/office/drawing/2014/main" id="{5A6F1745-0C4F-4A5B-B2FE-885D5498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8201" y="7548708"/>
            <a:ext cx="738731" cy="220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Expanded</a:t>
            </a:r>
          </a:p>
        </p:txBody>
      </p:sp>
      <p:sp>
        <p:nvSpPr>
          <p:cNvPr id="245" name="text-169 observation">
            <a:extLst xmlns:a="http://schemas.openxmlformats.org/drawingml/2006/main">
              <a:ext uri="{FF2B5EF4-FFF2-40B4-BE49-F238E27FC236}">
                <a16:creationId xmlns:a16="http://schemas.microsoft.com/office/drawing/2014/main" id="{A022483F-DA2D-4341-8DF5-2D854596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6687" y="7548419"/>
            <a:ext cx="886310" cy="221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observation</a:t>
            </a:r>
          </a:p>
        </p:txBody>
      </p:sp>
      <p:sp>
        <p:nvSpPr>
          <p:cNvPr id="246" name="text-170 Expanded">
            <a:extLst xmlns:a="http://schemas.openxmlformats.org/drawingml/2006/main">
              <a:ext uri="{FF2B5EF4-FFF2-40B4-BE49-F238E27FC236}">
                <a16:creationId xmlns:a16="http://schemas.microsoft.com/office/drawing/2014/main" id="{3468DADC-7603-4F80-9AB8-0F15C20F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8201" y="7548708"/>
            <a:ext cx="738731" cy="220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Expanded</a:t>
            </a:r>
          </a:p>
        </p:txBody>
      </p:sp>
      <p:sp>
        <p:nvSpPr>
          <p:cNvPr id="247" name="text-170 observation">
            <a:extLst xmlns:a="http://schemas.openxmlformats.org/drawingml/2006/main">
              <a:ext uri="{FF2B5EF4-FFF2-40B4-BE49-F238E27FC236}">
                <a16:creationId xmlns:a16="http://schemas.microsoft.com/office/drawing/2014/main" id="{DABA9BFE-57D4-477A-927B-40F34CF7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6687" y="7548419"/>
            <a:ext cx="886310" cy="221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observation</a:t>
            </a:r>
          </a:p>
        </p:txBody>
      </p:sp>
      <p:sp>
        <p:nvSpPr>
          <p:cNvPr id="248" name="text-171 context">
            <a:extLst xmlns:a="http://schemas.openxmlformats.org/drawingml/2006/main">
              <a:ext uri="{FF2B5EF4-FFF2-40B4-BE49-F238E27FC236}">
                <a16:creationId xmlns:a16="http://schemas.microsoft.com/office/drawing/2014/main" id="{C3F6BC80-209C-4EED-A4E7-ACFD00EB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1339" y="7740264"/>
            <a:ext cx="603646" cy="221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context</a:t>
            </a:r>
          </a:p>
        </p:txBody>
      </p:sp>
      <p:sp>
        <p:nvSpPr>
          <p:cNvPr id="249" name="text-172 context">
            <a:extLst xmlns:a="http://schemas.openxmlformats.org/drawingml/2006/main">
              <a:ext uri="{FF2B5EF4-FFF2-40B4-BE49-F238E27FC236}">
                <a16:creationId xmlns:a16="http://schemas.microsoft.com/office/drawing/2014/main" id="{6D2D6386-FE48-4974-84E8-4C7A3E2A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1339" y="7740264"/>
            <a:ext cx="603646" cy="221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context</a:t>
            </a:r>
          </a:p>
        </p:txBody>
      </p:sp>
      <p:sp>
        <p:nvSpPr>
          <p:cNvPr id="250" name="text-175 Solver">
            <a:extLst xmlns:a="http://schemas.openxmlformats.org/drawingml/2006/main">
              <a:ext uri="{FF2B5EF4-FFF2-40B4-BE49-F238E27FC236}">
                <a16:creationId xmlns:a16="http://schemas.microsoft.com/office/drawing/2014/main" id="{0AA912E9-F930-483E-82DD-02BC20CE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7615" y="4638488"/>
            <a:ext cx="674308" cy="296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251" name="text-175 refinement">
            <a:extLst xmlns:a="http://schemas.openxmlformats.org/drawingml/2006/main">
              <a:ext uri="{FF2B5EF4-FFF2-40B4-BE49-F238E27FC236}">
                <a16:creationId xmlns:a16="http://schemas.microsoft.com/office/drawing/2014/main" id="{019CB0D6-9F90-4856-8663-2FBB8D6D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5856" y="4638503"/>
            <a:ext cx="1139641" cy="296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refinement</a:t>
            </a:r>
          </a:p>
        </p:txBody>
      </p:sp>
      <p:sp>
        <p:nvSpPr>
          <p:cNvPr id="252" name="text-176 Solver">
            <a:extLst xmlns:a="http://schemas.openxmlformats.org/drawingml/2006/main">
              <a:ext uri="{FF2B5EF4-FFF2-40B4-BE49-F238E27FC236}">
                <a16:creationId xmlns:a16="http://schemas.microsoft.com/office/drawing/2014/main" id="{F7208F71-7D4F-40BA-8F85-ED2D10AA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7615" y="4638488"/>
            <a:ext cx="674308" cy="296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253" name="text-176 refinement">
            <a:extLst xmlns:a="http://schemas.openxmlformats.org/drawingml/2006/main">
              <a:ext uri="{FF2B5EF4-FFF2-40B4-BE49-F238E27FC236}">
                <a16:creationId xmlns:a16="http://schemas.microsoft.com/office/drawing/2014/main" id="{A266AE46-68CD-4DC0-B3B7-C9414E87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5856" y="4638503"/>
            <a:ext cx="1139641" cy="296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refinement</a:t>
            </a:r>
          </a:p>
        </p:txBody>
      </p:sp>
      <p:sp>
        <p:nvSpPr>
          <p:cNvPr id="254" name="text-177 Solver">
            <a:extLst xmlns:a="http://schemas.openxmlformats.org/drawingml/2006/main">
              <a:ext uri="{FF2B5EF4-FFF2-40B4-BE49-F238E27FC236}">
                <a16:creationId xmlns:a16="http://schemas.microsoft.com/office/drawing/2014/main" id="{5D3918F4-02BC-456C-AE6B-9C67DBA9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7905" y="6151486"/>
            <a:ext cx="537821" cy="236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255" name="text-178 Solver">
            <a:extLst xmlns:a="http://schemas.openxmlformats.org/drawingml/2006/main">
              <a:ext uri="{FF2B5EF4-FFF2-40B4-BE49-F238E27FC236}">
                <a16:creationId xmlns:a16="http://schemas.microsoft.com/office/drawing/2014/main" id="{BE42038C-F652-4C4D-BECF-CB286DC3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7905" y="6151486"/>
            <a:ext cx="537821" cy="236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pic>
        <p:nvPic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7A50779E-CB7C-48A1-8229-BC0E3A725C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f7990acaa4891"/>
          <a:stretch xmlns:a="http://schemas.openxmlformats.org/drawingml/2006/main"/>
        </p:blipFill>
        <p:spPr>
          <a:xfrm xmlns:a="http://schemas.openxmlformats.org/drawingml/2006/main">
            <a:off x="7554155" y="5027493"/>
            <a:ext cx="571500" cy="504825"/>
          </a:xfrm>
          <a:prstGeom xmlns:a="http://schemas.openxmlformats.org/drawingml/2006/main" prst="rect">
            <a:avLst/>
          </a:prstGeom>
        </p:spPr>
      </p:pic>
      <p:sp>
        <p:nvSpPr>
          <p:cNvPr id="257" name="text-180 Skills">
            <a:extLst xmlns:a="http://schemas.openxmlformats.org/drawingml/2006/main">
              <a:ext uri="{FF2B5EF4-FFF2-40B4-BE49-F238E27FC236}">
                <a16:creationId xmlns:a16="http://schemas.microsoft.com/office/drawing/2014/main" id="{3261E10A-E329-462C-8A5A-D0321009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5175" y="5590960"/>
            <a:ext cx="368741" cy="189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Skills</a:t>
            </a:r>
          </a:p>
        </p:txBody>
      </p:sp>
      <p:sp>
        <p:nvSpPr>
          <p:cNvPr id="258" name="text-181 Skills">
            <a:extLst xmlns:a="http://schemas.openxmlformats.org/drawingml/2006/main">
              <a:ext uri="{FF2B5EF4-FFF2-40B4-BE49-F238E27FC236}">
                <a16:creationId xmlns:a16="http://schemas.microsoft.com/office/drawing/2014/main" id="{1D90EEC7-EA14-4D38-9649-E9C31A1A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5175" y="5590960"/>
            <a:ext cx="368741" cy="189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Skills</a:t>
            </a:r>
          </a:p>
        </p:txBody>
      </p:sp>
      <p:pic>
        <p:nvPic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DB6ADBB4-764E-431D-80B3-CA2C9F90B4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1f48c5ad44568"/>
          <a:stretch xmlns:a="http://schemas.openxmlformats.org/drawingml/2006/main"/>
        </p:blipFill>
        <p:spPr>
          <a:xfrm xmlns:a="http://schemas.openxmlformats.org/drawingml/2006/main">
            <a:off x="8678105" y="4989393"/>
            <a:ext cx="466725" cy="581025"/>
          </a:xfrm>
          <a:prstGeom xmlns:a="http://schemas.openxmlformats.org/drawingml/2006/main" prst="rect">
            <a:avLst/>
          </a:prstGeom>
        </p:spPr>
      </p:pic>
      <p:sp>
        <p:nvSpPr>
          <p:cNvPr id="260" name="text-183 Strategy">
            <a:extLst xmlns:a="http://schemas.openxmlformats.org/drawingml/2006/main">
              <a:ext uri="{FF2B5EF4-FFF2-40B4-BE49-F238E27FC236}">
                <a16:creationId xmlns:a16="http://schemas.microsoft.com/office/drawing/2014/main" id="{753C24C5-31F2-43D2-8F29-8434BFE7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7525" y="5582911"/>
            <a:ext cx="595480" cy="189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Strategy</a:t>
            </a:r>
          </a:p>
        </p:txBody>
      </p:sp>
      <p:sp>
        <p:nvSpPr>
          <p:cNvPr id="261" name="text-183 code">
            <a:extLst xmlns:a="http://schemas.openxmlformats.org/drawingml/2006/main">
              <a:ext uri="{FF2B5EF4-FFF2-40B4-BE49-F238E27FC236}">
                <a16:creationId xmlns:a16="http://schemas.microsoft.com/office/drawing/2014/main" id="{1C79F033-4BE5-4D2A-94F4-E8D4E56C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505" y="5583121"/>
            <a:ext cx="317660" cy="1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code</a:t>
            </a:r>
          </a:p>
        </p:txBody>
      </p:sp>
      <p:sp>
        <p:nvSpPr>
          <p:cNvPr id="262" name="text-184 Strategy">
            <a:extLst xmlns:a="http://schemas.openxmlformats.org/drawingml/2006/main">
              <a:ext uri="{FF2B5EF4-FFF2-40B4-BE49-F238E27FC236}">
                <a16:creationId xmlns:a16="http://schemas.microsoft.com/office/drawing/2014/main" id="{A60D9059-3236-4906-B947-70244EB0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7525" y="5582911"/>
            <a:ext cx="595480" cy="189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Strategy</a:t>
            </a:r>
          </a:p>
        </p:txBody>
      </p:sp>
      <p:sp>
        <p:nvSpPr>
          <p:cNvPr id="263" name="text-184 code">
            <a:extLst xmlns:a="http://schemas.openxmlformats.org/drawingml/2006/main">
              <a:ext uri="{FF2B5EF4-FFF2-40B4-BE49-F238E27FC236}">
                <a16:creationId xmlns:a16="http://schemas.microsoft.com/office/drawing/2014/main" id="{0A670A83-2428-43D0-853A-83809501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505" y="5583121"/>
            <a:ext cx="317660" cy="1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code</a:t>
            </a:r>
          </a:p>
        </p:txBody>
      </p:sp>
      <p:pic>
        <p:nvPic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424BEFCD-387E-4C72-A1CE-CAF899118F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fd13979a84732"/>
          <a:stretch xmlns:a="http://schemas.openxmlformats.org/drawingml/2006/main"/>
        </p:blipFill>
        <p:spPr>
          <a:xfrm xmlns:a="http://schemas.openxmlformats.org/drawingml/2006/main">
            <a:off x="7563680" y="5837118"/>
            <a:ext cx="542925" cy="571500"/>
          </a:xfrm>
          <a:prstGeom xmlns:a="http://schemas.openxmlformats.org/drawingml/2006/main" prst="rect">
            <a:avLst/>
          </a:prstGeom>
        </p:spPr>
      </p:pic>
      <p:sp>
        <p:nvSpPr>
          <p:cNvPr id="265" name="text-186 Hyperparameters">
            <a:extLst xmlns:a="http://schemas.openxmlformats.org/drawingml/2006/main">
              <a:ext uri="{FF2B5EF4-FFF2-40B4-BE49-F238E27FC236}">
                <a16:creationId xmlns:a16="http://schemas.microsoft.com/office/drawing/2014/main" id="{2A5A6EEB-FB73-4660-A422-1D1183AC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3119" y="6425855"/>
            <a:ext cx="1132641" cy="189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Hyperparameters</a:t>
            </a:r>
          </a:p>
        </p:txBody>
      </p:sp>
      <p:sp>
        <p:nvSpPr>
          <p:cNvPr id="266" name="text-187 Hyperparameters">
            <a:extLst xmlns:a="http://schemas.openxmlformats.org/drawingml/2006/main">
              <a:ext uri="{FF2B5EF4-FFF2-40B4-BE49-F238E27FC236}">
                <a16:creationId xmlns:a16="http://schemas.microsoft.com/office/drawing/2014/main" id="{6307352C-DAC4-4DEC-BFF3-478BA09D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3119" y="6425855"/>
            <a:ext cx="1132641" cy="189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Hyperparameters</a:t>
            </a:r>
          </a:p>
        </p:txBody>
      </p:sp>
      <p:pic>
        <p:nvPic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2E9661AF-EB6B-45F7-82EF-D7FF405CCD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b86aae412418f"/>
          <a:stretch xmlns:a="http://schemas.openxmlformats.org/drawingml/2006/main"/>
        </p:blipFill>
        <p:spPr>
          <a:xfrm xmlns:a="http://schemas.openxmlformats.org/drawingml/2006/main">
            <a:off x="8630480" y="5903793"/>
            <a:ext cx="561975" cy="438150"/>
          </a:xfrm>
          <a:prstGeom xmlns:a="http://schemas.openxmlformats.org/drawingml/2006/main" prst="rect">
            <a:avLst/>
          </a:prstGeom>
        </p:spPr>
      </p:pic>
      <p:sp>
        <p:nvSpPr>
          <p:cNvPr id="268" name="text-189 Tool">
            <a:extLst xmlns:a="http://schemas.openxmlformats.org/drawingml/2006/main">
              <a:ext uri="{FF2B5EF4-FFF2-40B4-BE49-F238E27FC236}">
                <a16:creationId xmlns:a16="http://schemas.microsoft.com/office/drawing/2014/main" id="{F1041581-28A0-4F11-B323-C64FF7E1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2662" y="6425369"/>
            <a:ext cx="296401" cy="190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269" name="text-189 library">
            <a:extLst xmlns:a="http://schemas.openxmlformats.org/drawingml/2006/main">
              <a:ext uri="{FF2B5EF4-FFF2-40B4-BE49-F238E27FC236}">
                <a16:creationId xmlns:a16="http://schemas.microsoft.com/office/drawing/2014/main" id="{244A7A85-71A9-48A4-838B-099B6A1C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5063" y="6426140"/>
            <a:ext cx="447819" cy="188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library</a:t>
            </a:r>
          </a:p>
        </p:txBody>
      </p:sp>
      <p:sp>
        <p:nvSpPr>
          <p:cNvPr id="270" name="text-190 Tool">
            <a:extLst xmlns:a="http://schemas.openxmlformats.org/drawingml/2006/main">
              <a:ext uri="{FF2B5EF4-FFF2-40B4-BE49-F238E27FC236}">
                <a16:creationId xmlns:a16="http://schemas.microsoft.com/office/drawing/2014/main" id="{4892BF83-5997-4E5E-BF79-8AD6AFAB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2662" y="6425369"/>
            <a:ext cx="296401" cy="190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271" name="text-190 library">
            <a:extLst xmlns:a="http://schemas.openxmlformats.org/drawingml/2006/main">
              <a:ext uri="{FF2B5EF4-FFF2-40B4-BE49-F238E27FC236}">
                <a16:creationId xmlns:a16="http://schemas.microsoft.com/office/drawing/2014/main" id="{64AD7F53-744B-4521-BAB8-701A9941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5063" y="6426140"/>
            <a:ext cx="447819" cy="188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library</a:t>
            </a:r>
          </a:p>
        </p:txBody>
      </p:sp>
      <p:sp>
        <p:nvSpPr>
          <p:cNvPr id="272" name="text-191 Harness">
            <a:extLst xmlns:a="http://schemas.openxmlformats.org/drawingml/2006/main">
              <a:ext uri="{FF2B5EF4-FFF2-40B4-BE49-F238E27FC236}">
                <a16:creationId xmlns:a16="http://schemas.microsoft.com/office/drawing/2014/main" id="{9C17E59D-6E5D-426F-9F19-838ABFE6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5163" y="4638483"/>
            <a:ext cx="843062" cy="296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273" name="text-191 validation">
            <a:extLst xmlns:a="http://schemas.openxmlformats.org/drawingml/2006/main">
              <a:ext uri="{FF2B5EF4-FFF2-40B4-BE49-F238E27FC236}">
                <a16:creationId xmlns:a16="http://schemas.microsoft.com/office/drawing/2014/main" id="{B8889D7A-05F3-42C8-AFBD-37E4C6C9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2254" y="4638346"/>
            <a:ext cx="980499" cy="296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validation</a:t>
            </a:r>
          </a:p>
        </p:txBody>
      </p:sp>
      <p:sp>
        <p:nvSpPr>
          <p:cNvPr id="274" name="text-192 Harness">
            <a:extLst xmlns:a="http://schemas.openxmlformats.org/drawingml/2006/main">
              <a:ext uri="{FF2B5EF4-FFF2-40B4-BE49-F238E27FC236}">
                <a16:creationId xmlns:a16="http://schemas.microsoft.com/office/drawing/2014/main" id="{2BEB06DD-80F1-41D0-BB0E-1CCE6682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5163" y="4638483"/>
            <a:ext cx="843062" cy="296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275" name="text-192 validation">
            <a:extLst xmlns:a="http://schemas.openxmlformats.org/drawingml/2006/main">
              <a:ext uri="{FF2B5EF4-FFF2-40B4-BE49-F238E27FC236}">
                <a16:creationId xmlns:a16="http://schemas.microsoft.com/office/drawing/2014/main" id="{E6AF30D7-828F-49A8-A753-7B2D7C3F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2254" y="4638346"/>
            <a:ext cx="980499" cy="296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validation</a:t>
            </a:r>
          </a:p>
        </p:txBody>
      </p:sp>
      <p:sp>
        <p:nvSpPr>
          <p:cNvPr id="276" name="text-193 Validation">
            <a:extLst xmlns:a="http://schemas.openxmlformats.org/drawingml/2006/main">
              <a:ext uri="{FF2B5EF4-FFF2-40B4-BE49-F238E27FC236}">
                <a16:creationId xmlns:a16="http://schemas.microsoft.com/office/drawing/2014/main" id="{54B77C53-ADF8-41E4-BE43-BDCB279E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2324" y="5896508"/>
            <a:ext cx="647030" cy="189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Validation</a:t>
            </a:r>
          </a:p>
        </p:txBody>
      </p:sp>
      <p:sp>
        <p:nvSpPr>
          <p:cNvPr id="277" name="text-194 Validation">
            <a:extLst xmlns:a="http://schemas.openxmlformats.org/drawingml/2006/main">
              <a:ext uri="{FF2B5EF4-FFF2-40B4-BE49-F238E27FC236}">
                <a16:creationId xmlns:a16="http://schemas.microsoft.com/office/drawing/2014/main" id="{691275A2-1EEA-411A-B47C-8CE96D93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2324" y="5896508"/>
            <a:ext cx="647030" cy="189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Validation</a:t>
            </a:r>
          </a:p>
        </p:txBody>
      </p:sp>
      <p:sp>
        <p:nvSpPr>
          <p:cNvPr id="278" name="text-195 questions">
            <a:extLst xmlns:a="http://schemas.openxmlformats.org/drawingml/2006/main">
              <a:ext uri="{FF2B5EF4-FFF2-40B4-BE49-F238E27FC236}">
                <a16:creationId xmlns:a16="http://schemas.microsoft.com/office/drawing/2014/main" id="{0E806420-DE74-46F0-84ED-51C1CB70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7804" y="6063540"/>
            <a:ext cx="615044" cy="189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questions</a:t>
            </a:r>
          </a:p>
        </p:txBody>
      </p:sp>
      <p:sp>
        <p:nvSpPr>
          <p:cNvPr id="279" name="text-196 questions">
            <a:extLst xmlns:a="http://schemas.openxmlformats.org/drawingml/2006/main">
              <a:ext uri="{FF2B5EF4-FFF2-40B4-BE49-F238E27FC236}">
                <a16:creationId xmlns:a16="http://schemas.microsoft.com/office/drawing/2014/main" id="{4735D16A-3F0C-474B-AB67-51456FA2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7804" y="6063540"/>
            <a:ext cx="615044" cy="189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questions</a:t>
            </a:r>
          </a:p>
        </p:txBody>
      </p:sp>
      <p:sp>
        <p:nvSpPr>
          <p:cNvPr id="280" name="text-197 Paired">
            <a:extLst xmlns:a="http://schemas.openxmlformats.org/drawingml/2006/main">
              <a:ext uri="{FF2B5EF4-FFF2-40B4-BE49-F238E27FC236}">
                <a16:creationId xmlns:a16="http://schemas.microsoft.com/office/drawing/2014/main" id="{BF33A318-5654-4D2E-AAC3-1B32ABEE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7046" y="6122880"/>
            <a:ext cx="554360" cy="249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4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Paired</a:t>
            </a:r>
          </a:p>
        </p:txBody>
      </p:sp>
      <p:sp>
        <p:nvSpPr>
          <p:cNvPr id="281" name="text-197 accuracy">
            <a:extLst xmlns:a="http://schemas.openxmlformats.org/drawingml/2006/main">
              <a:ext uri="{FF2B5EF4-FFF2-40B4-BE49-F238E27FC236}">
                <a16:creationId xmlns:a16="http://schemas.microsoft.com/office/drawing/2014/main" id="{3C213DD6-823D-40F4-884C-C13F83E4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0953" y="6122643"/>
            <a:ext cx="761779" cy="25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4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accuracy</a:t>
            </a:r>
          </a:p>
        </p:txBody>
      </p:sp>
      <p:sp>
        <p:nvSpPr>
          <p:cNvPr id="282" name="text-197 comparison">
            <a:extLst xmlns:a="http://schemas.openxmlformats.org/drawingml/2006/main">
              <a:ext uri="{FF2B5EF4-FFF2-40B4-BE49-F238E27FC236}">
                <a16:creationId xmlns:a16="http://schemas.microsoft.com/office/drawing/2014/main" id="{3847CE05-B0BF-4ADA-8B99-144AF09D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3118" y="6123691"/>
            <a:ext cx="948041" cy="24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8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8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398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comparison</a:t>
            </a:r>
          </a:p>
        </p:txBody>
      </p:sp>
      <p:sp>
        <p:nvSpPr>
          <p:cNvPr id="283" name="text-198 Paired">
            <a:extLst xmlns:a="http://schemas.openxmlformats.org/drawingml/2006/main">
              <a:ext uri="{FF2B5EF4-FFF2-40B4-BE49-F238E27FC236}">
                <a16:creationId xmlns:a16="http://schemas.microsoft.com/office/drawing/2014/main" id="{92E3CA94-CB21-48A4-8D32-1AC02289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7046" y="6122880"/>
            <a:ext cx="554360" cy="249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4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Paired</a:t>
            </a:r>
          </a:p>
        </p:txBody>
      </p:sp>
      <p:sp>
        <p:nvSpPr>
          <p:cNvPr id="284" name="text-198 accuracy">
            <a:extLst xmlns:a="http://schemas.openxmlformats.org/drawingml/2006/main">
              <a:ext uri="{FF2B5EF4-FFF2-40B4-BE49-F238E27FC236}">
                <a16:creationId xmlns:a16="http://schemas.microsoft.com/office/drawing/2014/main" id="{548E0397-AFB5-4263-AA90-FF209E5A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0953" y="6122643"/>
            <a:ext cx="761779" cy="25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4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accuracy</a:t>
            </a:r>
          </a:p>
        </p:txBody>
      </p:sp>
      <p:sp>
        <p:nvSpPr>
          <p:cNvPr id="285" name="text-198 comparison">
            <a:extLst xmlns:a="http://schemas.openxmlformats.org/drawingml/2006/main">
              <a:ext uri="{FF2B5EF4-FFF2-40B4-BE49-F238E27FC236}">
                <a16:creationId xmlns:a16="http://schemas.microsoft.com/office/drawing/2014/main" id="{168D1A77-4AA5-4F33-90CD-545B583B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3118" y="6123691"/>
            <a:ext cx="948041" cy="24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8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8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398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comparison</a:t>
            </a:r>
          </a:p>
        </p:txBody>
      </p:sp>
      <p:sp>
        <p:nvSpPr>
          <p:cNvPr id="286" name="path-199">
            <a:extLst xmlns:a="http://schemas.openxmlformats.org/drawingml/2006/main">
              <a:ext uri="{FF2B5EF4-FFF2-40B4-BE49-F238E27FC236}">
                <a16:creationId xmlns:a16="http://schemas.microsoft.com/office/drawing/2014/main" id="{6C36F866-5CCA-48BF-A5EE-8835A01B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3308" y="6779180"/>
            <a:ext cx="8358823" cy="191"/>
          </a:xfrm>
          <a:custGeom xmlns:a="http://schemas.openxmlformats.org/drawingml/2006/main">
            <a:pathLst>
              <a:path w="8358823" h="191">
                <a:moveTo>
                  <a:pt x="0" y="0"/>
                </a:moveTo>
                <a:lnTo>
                  <a:pt x="83588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77">
            <a:solidFill>
              <a:srgbClr val="DAB7C4"/>
            </a:solidFill>
            <a:prstDash val="dash"/>
          </a:ln>
        </p:spPr>
      </p:sp>
      <p:sp>
        <p:nvSpPr>
          <p:cNvPr id="287" name="text-200 Questioner">
            <a:extLst xmlns:a="http://schemas.openxmlformats.org/drawingml/2006/main">
              <a:ext uri="{FF2B5EF4-FFF2-40B4-BE49-F238E27FC236}">
                <a16:creationId xmlns:a16="http://schemas.microsoft.com/office/drawing/2014/main" id="{9D30F812-57C7-45A0-910E-7DA2F84B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2518" y="7639960"/>
            <a:ext cx="919246" cy="23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Questioner</a:t>
            </a:r>
          </a:p>
        </p:txBody>
      </p:sp>
      <p:sp>
        <p:nvSpPr>
          <p:cNvPr id="288" name="text-201 Questioner">
            <a:extLst xmlns:a="http://schemas.openxmlformats.org/drawingml/2006/main">
              <a:ext uri="{FF2B5EF4-FFF2-40B4-BE49-F238E27FC236}">
                <a16:creationId xmlns:a16="http://schemas.microsoft.com/office/drawing/2014/main" id="{96832C47-8C70-47DB-A569-EF0CA864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2518" y="7639960"/>
            <a:ext cx="919246" cy="23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Questioner</a:t>
            </a:r>
          </a:p>
        </p:txBody>
      </p:sp>
      <p:pic>
        <p:nvPic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5F6CBE3C-1EE8-464D-BBC8-1CCB9CBE06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6d5a969fa4925"/>
          <a:stretch xmlns:a="http://schemas.openxmlformats.org/drawingml/2006/main"/>
        </p:blipFill>
        <p:spPr>
          <a:xfrm xmlns:a="http://schemas.openxmlformats.org/drawingml/2006/main">
            <a:off x="7563680" y="7246818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90" name="path-203">
            <a:extLst xmlns:a="http://schemas.openxmlformats.org/drawingml/2006/main">
              <a:ext uri="{FF2B5EF4-FFF2-40B4-BE49-F238E27FC236}">
                <a16:creationId xmlns:a16="http://schemas.microsoft.com/office/drawing/2014/main" id="{DD7643A7-B013-416C-A972-4BCFBA14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947" y="7242988"/>
            <a:ext cx="320844" cy="320844"/>
          </a:xfrm>
          <a:custGeom xmlns:a="http://schemas.openxmlformats.org/drawingml/2006/main">
            <a:pathLst>
              <a:path w="320844" h="320844">
                <a:moveTo>
                  <a:pt x="0" y="320844"/>
                </a:moveTo>
                <a:lnTo>
                  <a:pt x="3208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887">
            <a:solidFill>
              <a:srgbClr val="D77D94"/>
            </a:solidFill>
            <a:prstDash val="solid"/>
          </a:ln>
        </p:spPr>
      </p:sp>
      <p:pic>
        <p:nvPic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8D1B873B-7AC4-41A2-A29E-F793AE88ED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b80dfebbb42f9"/>
          <a:stretch xmlns:a="http://schemas.openxmlformats.org/drawingml/2006/main"/>
        </p:blipFill>
        <p:spPr>
          <a:xfrm xmlns:a="http://schemas.openxmlformats.org/drawingml/2006/main">
            <a:off x="8030405" y="7275393"/>
            <a:ext cx="314325" cy="266700"/>
          </a:xfrm>
          <a:prstGeom xmlns:a="http://schemas.openxmlformats.org/drawingml/2006/main" prst="rect">
            <a:avLst/>
          </a:prstGeom>
        </p:spPr>
      </p:pic>
      <p:sp>
        <p:nvSpPr>
          <p:cNvPr id="292" name="text-205 Question">
            <a:extLst xmlns:a="http://schemas.openxmlformats.org/drawingml/2006/main">
              <a:ext uri="{FF2B5EF4-FFF2-40B4-BE49-F238E27FC236}">
                <a16:creationId xmlns:a16="http://schemas.microsoft.com/office/drawing/2014/main" id="{2D4DA661-AC31-485F-9BB9-19F160F6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421" y="7615846"/>
            <a:ext cx="694969" cy="220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293" name="text-205 quality">
            <a:extLst xmlns:a="http://schemas.openxmlformats.org/drawingml/2006/main">
              <a:ext uri="{FF2B5EF4-FFF2-40B4-BE49-F238E27FC236}">
                <a16:creationId xmlns:a16="http://schemas.microsoft.com/office/drawing/2014/main" id="{02D75246-7C85-4404-9BA3-591A5060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4067" y="7616019"/>
            <a:ext cx="515750" cy="220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quality</a:t>
            </a:r>
          </a:p>
        </p:txBody>
      </p:sp>
      <p:sp>
        <p:nvSpPr>
          <p:cNvPr id="294" name="text-205 +">
            <a:extLst xmlns:a="http://schemas.openxmlformats.org/drawingml/2006/main">
              <a:ext uri="{FF2B5EF4-FFF2-40B4-BE49-F238E27FC236}">
                <a16:creationId xmlns:a16="http://schemas.microsoft.com/office/drawing/2014/main" id="{C6B92870-B8B3-488B-84F2-62569619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7568" y="7615698"/>
            <a:ext cx="104130" cy="220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295" name="text-205 Solver">
            <a:extLst xmlns:a="http://schemas.openxmlformats.org/drawingml/2006/main">
              <a:ext uri="{FF2B5EF4-FFF2-40B4-BE49-F238E27FC236}">
                <a16:creationId xmlns:a16="http://schemas.microsoft.com/office/drawing/2014/main" id="{B9E869BF-81BE-4D42-8322-7D488407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0029" y="7615760"/>
            <a:ext cx="502393" cy="220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296" name="text-205 traces">
            <a:extLst xmlns:a="http://schemas.openxmlformats.org/drawingml/2006/main">
              <a:ext uri="{FF2B5EF4-FFF2-40B4-BE49-F238E27FC236}">
                <a16:creationId xmlns:a16="http://schemas.microsoft.com/office/drawing/2014/main" id="{301AA640-805F-4C11-9109-C0CB8DF4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0764" y="7615650"/>
            <a:ext cx="503414" cy="220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traces</a:t>
            </a:r>
          </a:p>
        </p:txBody>
      </p:sp>
      <p:pic>
        <p:nvPic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C21E57C5-9AED-47EE-B3E5-B4BD77E53E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8d72eb1e84f31"/>
          <a:stretch xmlns:a="http://schemas.openxmlformats.org/drawingml/2006/main"/>
        </p:blipFill>
        <p:spPr>
          <a:xfrm xmlns:a="http://schemas.openxmlformats.org/drawingml/2006/main">
            <a:off x="10516430" y="7208718"/>
            <a:ext cx="457200" cy="409575"/>
          </a:xfrm>
          <a:prstGeom xmlns:a="http://schemas.openxmlformats.org/drawingml/2006/main" prst="rect">
            <a:avLst/>
          </a:prstGeom>
        </p:spPr>
      </p:pic>
      <p:sp>
        <p:nvSpPr>
          <p:cNvPr id="298" name="text-207 Types">
            <a:extLst xmlns:a="http://schemas.openxmlformats.org/drawingml/2006/main">
              <a:ext uri="{FF2B5EF4-FFF2-40B4-BE49-F238E27FC236}">
                <a16:creationId xmlns:a16="http://schemas.microsoft.com/office/drawing/2014/main" id="{D1EC1C01-3F90-4A64-8708-23271446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1734" y="7038400"/>
            <a:ext cx="463837" cy="22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3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Types</a:t>
            </a:r>
          </a:p>
        </p:txBody>
      </p:sp>
      <p:sp>
        <p:nvSpPr>
          <p:cNvPr id="299" name="text-207 /">
            <a:extLst xmlns:a="http://schemas.openxmlformats.org/drawingml/2006/main">
              <a:ext uri="{FF2B5EF4-FFF2-40B4-BE49-F238E27FC236}">
                <a16:creationId xmlns:a16="http://schemas.microsoft.com/office/drawing/2014/main" id="{503FAEA9-951D-4502-BAA8-8114E9BD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5841" y="7038066"/>
            <a:ext cx="109044" cy="220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/</a:t>
            </a:r>
          </a:p>
        </p:txBody>
      </p:sp>
      <p:sp>
        <p:nvSpPr>
          <p:cNvPr id="300" name="text-207 wording">
            <a:extLst xmlns:a="http://schemas.openxmlformats.org/drawingml/2006/main">
              <a:ext uri="{FF2B5EF4-FFF2-40B4-BE49-F238E27FC236}">
                <a16:creationId xmlns:a16="http://schemas.microsoft.com/office/drawing/2014/main" id="{20376244-6F96-4F2B-B9C6-D8C24DC0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3849" y="7037712"/>
            <a:ext cx="599054" cy="221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wording</a:t>
            </a:r>
          </a:p>
        </p:txBody>
      </p:sp>
      <p:sp>
        <p:nvSpPr>
          <p:cNvPr id="301" name="text-208 Types">
            <a:extLst xmlns:a="http://schemas.openxmlformats.org/drawingml/2006/main">
              <a:ext uri="{FF2B5EF4-FFF2-40B4-BE49-F238E27FC236}">
                <a16:creationId xmlns:a16="http://schemas.microsoft.com/office/drawing/2014/main" id="{132E6D3C-2E17-48D7-A05F-68881072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1734" y="7038400"/>
            <a:ext cx="463837" cy="22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3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Types</a:t>
            </a:r>
          </a:p>
        </p:txBody>
      </p:sp>
      <p:sp>
        <p:nvSpPr>
          <p:cNvPr id="302" name="text-208 /">
            <a:extLst xmlns:a="http://schemas.openxmlformats.org/drawingml/2006/main">
              <a:ext uri="{FF2B5EF4-FFF2-40B4-BE49-F238E27FC236}">
                <a16:creationId xmlns:a16="http://schemas.microsoft.com/office/drawing/2014/main" id="{DDE3E293-627E-449F-A895-933DF4FD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5841" y="7038066"/>
            <a:ext cx="109044" cy="220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/</a:t>
            </a:r>
          </a:p>
        </p:txBody>
      </p:sp>
      <p:sp>
        <p:nvSpPr>
          <p:cNvPr id="303" name="text-208 wording">
            <a:extLst xmlns:a="http://schemas.openxmlformats.org/drawingml/2006/main">
              <a:ext uri="{FF2B5EF4-FFF2-40B4-BE49-F238E27FC236}">
                <a16:creationId xmlns:a16="http://schemas.microsoft.com/office/drawing/2014/main" id="{3E4BDE82-7F8E-4A05-B944-E1D8C5DC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3849" y="7037712"/>
            <a:ext cx="599054" cy="221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wording</a:t>
            </a:r>
          </a:p>
        </p:txBody>
      </p:sp>
      <p:sp>
        <p:nvSpPr>
          <p:cNvPr id="304" name="text-209 Options">
            <a:extLst xmlns:a="http://schemas.openxmlformats.org/drawingml/2006/main">
              <a:ext uri="{FF2B5EF4-FFF2-40B4-BE49-F238E27FC236}">
                <a16:creationId xmlns:a16="http://schemas.microsoft.com/office/drawing/2014/main" id="{07369348-2DA9-4DA4-B930-D03BD728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1180" y="7229883"/>
            <a:ext cx="599000" cy="220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Options</a:t>
            </a:r>
          </a:p>
        </p:txBody>
      </p:sp>
      <p:sp>
        <p:nvSpPr>
          <p:cNvPr id="305" name="text-209 /">
            <a:extLst xmlns:a="http://schemas.openxmlformats.org/drawingml/2006/main">
              <a:ext uri="{FF2B5EF4-FFF2-40B4-BE49-F238E27FC236}">
                <a16:creationId xmlns:a16="http://schemas.microsoft.com/office/drawing/2014/main" id="{1B9E50A3-7645-4328-9659-D643A924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0387" y="7229896"/>
            <a:ext cx="109044" cy="220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/</a:t>
            </a:r>
          </a:p>
        </p:txBody>
      </p:sp>
      <p:sp>
        <p:nvSpPr>
          <p:cNvPr id="306" name="text-209 distractors">
            <a:extLst xmlns:a="http://schemas.openxmlformats.org/drawingml/2006/main">
              <a:ext uri="{FF2B5EF4-FFF2-40B4-BE49-F238E27FC236}">
                <a16:creationId xmlns:a16="http://schemas.microsoft.com/office/drawing/2014/main" id="{7A18EC32-8B8C-4300-B9EC-DB0B30D4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8397" y="7229473"/>
            <a:ext cx="865336" cy="221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distractors</a:t>
            </a:r>
          </a:p>
        </p:txBody>
      </p:sp>
      <p:sp>
        <p:nvSpPr>
          <p:cNvPr id="307" name="text-210 Options">
            <a:extLst xmlns:a="http://schemas.openxmlformats.org/drawingml/2006/main">
              <a:ext uri="{FF2B5EF4-FFF2-40B4-BE49-F238E27FC236}">
                <a16:creationId xmlns:a16="http://schemas.microsoft.com/office/drawing/2014/main" id="{C644C155-8D6B-4395-97C7-98C18272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1180" y="7229883"/>
            <a:ext cx="599000" cy="220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Options</a:t>
            </a:r>
          </a:p>
        </p:txBody>
      </p:sp>
      <p:sp>
        <p:nvSpPr>
          <p:cNvPr id="308" name="text-210 /">
            <a:extLst xmlns:a="http://schemas.openxmlformats.org/drawingml/2006/main">
              <a:ext uri="{FF2B5EF4-FFF2-40B4-BE49-F238E27FC236}">
                <a16:creationId xmlns:a16="http://schemas.microsoft.com/office/drawing/2014/main" id="{5B0C72E2-08CC-4B4F-84CE-A3D8CAEB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0387" y="7229896"/>
            <a:ext cx="109044" cy="220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/</a:t>
            </a:r>
          </a:p>
        </p:txBody>
      </p:sp>
      <p:sp>
        <p:nvSpPr>
          <p:cNvPr id="309" name="text-210 distractors">
            <a:extLst xmlns:a="http://schemas.openxmlformats.org/drawingml/2006/main">
              <a:ext uri="{FF2B5EF4-FFF2-40B4-BE49-F238E27FC236}">
                <a16:creationId xmlns:a16="http://schemas.microsoft.com/office/drawing/2014/main" id="{9969B92F-3B8D-402A-B0F9-01069D55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8397" y="7229473"/>
            <a:ext cx="865336" cy="221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distractors</a:t>
            </a:r>
          </a:p>
        </p:txBody>
      </p:sp>
      <p:sp>
        <p:nvSpPr>
          <p:cNvPr id="310" name="text-211 Next">
            <a:extLst xmlns:a="http://schemas.openxmlformats.org/drawingml/2006/main">
              <a:ext uri="{FF2B5EF4-FFF2-40B4-BE49-F238E27FC236}">
                <a16:creationId xmlns:a16="http://schemas.microsoft.com/office/drawing/2014/main" id="{6EB89515-400C-4F2C-BF9D-44B00B63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4234" y="6869312"/>
            <a:ext cx="466364" cy="252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Next</a:t>
            </a:r>
          </a:p>
        </p:txBody>
      </p:sp>
      <p:sp>
        <p:nvSpPr>
          <p:cNvPr id="311" name="text-211 generation">
            <a:extLst xmlns:a="http://schemas.openxmlformats.org/drawingml/2006/main">
              <a:ext uri="{FF2B5EF4-FFF2-40B4-BE49-F238E27FC236}">
                <a16:creationId xmlns:a16="http://schemas.microsoft.com/office/drawing/2014/main" id="{CB1BB40F-84F6-46E0-9264-74B677FF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1196" y="6869423"/>
            <a:ext cx="923252" cy="252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generation</a:t>
            </a:r>
          </a:p>
        </p:txBody>
      </p:sp>
      <p:sp>
        <p:nvSpPr>
          <p:cNvPr id="312" name="text-212 Next">
            <a:extLst xmlns:a="http://schemas.openxmlformats.org/drawingml/2006/main">
              <a:ext uri="{FF2B5EF4-FFF2-40B4-BE49-F238E27FC236}">
                <a16:creationId xmlns:a16="http://schemas.microsoft.com/office/drawing/2014/main" id="{84093977-3631-423C-A635-3014F247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4234" y="6869312"/>
            <a:ext cx="466364" cy="252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Next</a:t>
            </a:r>
          </a:p>
        </p:txBody>
      </p:sp>
      <p:sp>
        <p:nvSpPr>
          <p:cNvPr id="313" name="text-212 generation">
            <a:extLst xmlns:a="http://schemas.openxmlformats.org/drawingml/2006/main">
              <a:ext uri="{FF2B5EF4-FFF2-40B4-BE49-F238E27FC236}">
                <a16:creationId xmlns:a16="http://schemas.microsoft.com/office/drawing/2014/main" id="{341213C3-CAB5-4C53-835B-8847350B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1196" y="6869423"/>
            <a:ext cx="923252" cy="252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generation</a:t>
            </a:r>
          </a:p>
        </p:txBody>
      </p:sp>
      <p:sp>
        <p:nvSpPr>
          <p:cNvPr id="314" name="text-215 cycle">
            <a:extLst xmlns:a="http://schemas.openxmlformats.org/drawingml/2006/main">
              <a:ext uri="{FF2B5EF4-FFF2-40B4-BE49-F238E27FC236}">
                <a16:creationId xmlns:a16="http://schemas.microsoft.com/office/drawing/2014/main" id="{2F91F1D5-DA82-4C6A-8835-6F0F8D8B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5366" y="6869016"/>
            <a:ext cx="460538" cy="252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42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cycle</a:t>
            </a:r>
          </a:p>
        </p:txBody>
      </p:sp>
      <p:sp>
        <p:nvSpPr>
          <p:cNvPr id="315" name="text-216 cycle">
            <a:extLst xmlns:a="http://schemas.openxmlformats.org/drawingml/2006/main">
              <a:ext uri="{FF2B5EF4-FFF2-40B4-BE49-F238E27FC236}">
                <a16:creationId xmlns:a16="http://schemas.microsoft.com/office/drawing/2014/main" id="{8EB67362-AFED-4876-B6B2-E454F961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5366" y="6869016"/>
            <a:ext cx="460538" cy="252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42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cycle</a:t>
            </a:r>
          </a:p>
        </p:txBody>
      </p:sp>
      <p:sp>
        <p:nvSpPr>
          <p:cNvPr id="316" name="text-217 Frozen">
            <a:extLst xmlns:a="http://schemas.openxmlformats.org/drawingml/2006/main">
              <a:ext uri="{FF2B5EF4-FFF2-40B4-BE49-F238E27FC236}">
                <a16:creationId xmlns:a16="http://schemas.microsoft.com/office/drawing/2014/main" id="{FCD2650C-B7E6-493E-A690-68615CDC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9795" y="4403382"/>
            <a:ext cx="535859" cy="22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1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Frozen</a:t>
            </a:r>
          </a:p>
        </p:txBody>
      </p:sp>
      <p:sp>
        <p:nvSpPr>
          <p:cNvPr id="317" name="text-217 backbone">
            <a:extLst xmlns:a="http://schemas.openxmlformats.org/drawingml/2006/main">
              <a:ext uri="{FF2B5EF4-FFF2-40B4-BE49-F238E27FC236}">
                <a16:creationId xmlns:a16="http://schemas.microsoft.com/office/drawing/2014/main" id="{7EED9E9B-1AB5-42DC-8505-5A544B23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4210" y="4403472"/>
            <a:ext cx="712935" cy="220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1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backbone</a:t>
            </a:r>
          </a:p>
        </p:txBody>
      </p:sp>
      <p:sp>
        <p:nvSpPr>
          <p:cNvPr id="318" name="text-218 θ">
            <a:extLst xmlns:a="http://schemas.openxmlformats.org/drawingml/2006/main">
              <a:ext uri="{FF2B5EF4-FFF2-40B4-BE49-F238E27FC236}">
                <a16:creationId xmlns:a16="http://schemas.microsoft.com/office/drawing/2014/main" id="{46AC70FE-EE87-4361-89FC-2249E583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4577" y="4403265"/>
            <a:ext cx="124591" cy="220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θ</a:t>
            </a:r>
          </a:p>
        </p:txBody>
      </p:sp>
      <p:pic>
        <p:nvPic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F939B23A-4FEA-4C64-B97A-D2FC90C2C8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97ace4df34427"/>
          <a:stretch xmlns:a="http://schemas.openxmlformats.org/drawingml/2006/main"/>
        </p:blipFill>
        <p:spPr>
          <a:xfrm xmlns:a="http://schemas.openxmlformats.org/drawingml/2006/main">
            <a:off x="6058730" y="3665418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20" name="text-220 Retained">
            <a:extLst xmlns:a="http://schemas.openxmlformats.org/drawingml/2006/main">
              <a:ext uri="{FF2B5EF4-FFF2-40B4-BE49-F238E27FC236}">
                <a16:creationId xmlns:a16="http://schemas.microsoft.com/office/drawing/2014/main" id="{337A223C-F82C-4F9C-A55B-9457C795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4360" y="3731380"/>
            <a:ext cx="672690" cy="220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3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Retained</a:t>
            </a:r>
          </a:p>
        </p:txBody>
      </p:sp>
      <p:sp>
        <p:nvSpPr>
          <p:cNvPr id="321" name="text-220 Tasks">
            <a:extLst xmlns:a="http://schemas.openxmlformats.org/drawingml/2006/main">
              <a:ext uri="{FF2B5EF4-FFF2-40B4-BE49-F238E27FC236}">
                <a16:creationId xmlns:a16="http://schemas.microsoft.com/office/drawing/2014/main" id="{F4C44BC7-3C8F-497A-9285-21CFB44D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6887" y="3730670"/>
            <a:ext cx="455700" cy="221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Tasks</a:t>
            </a:r>
          </a:p>
        </p:txBody>
      </p:sp>
      <p:sp>
        <p:nvSpPr>
          <p:cNvPr id="322" name="text-221 Retained">
            <a:extLst xmlns:a="http://schemas.openxmlformats.org/drawingml/2006/main">
              <a:ext uri="{FF2B5EF4-FFF2-40B4-BE49-F238E27FC236}">
                <a16:creationId xmlns:a16="http://schemas.microsoft.com/office/drawing/2014/main" id="{638C2DCD-638E-4BB8-B93C-F05B45AC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4360" y="3731380"/>
            <a:ext cx="672690" cy="220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3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Retained</a:t>
            </a:r>
          </a:p>
        </p:txBody>
      </p:sp>
      <p:sp>
        <p:nvSpPr>
          <p:cNvPr id="323" name="text-221 Tasks">
            <a:extLst xmlns:a="http://schemas.openxmlformats.org/drawingml/2006/main">
              <a:ext uri="{FF2B5EF4-FFF2-40B4-BE49-F238E27FC236}">
                <a16:creationId xmlns:a16="http://schemas.microsoft.com/office/drawing/2014/main" id="{EB32D4A5-18AB-44E1-8B8E-59FCB74E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6887" y="3730670"/>
            <a:ext cx="455700" cy="221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Tasks</a:t>
            </a:r>
          </a:p>
        </p:txBody>
      </p:sp>
      <p:pic>
        <p:nvPic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46CBC2A0-C3C6-45D0-BDCC-23EAA0767C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bdad6ec2d47cd"/>
          <a:stretch xmlns:a="http://schemas.openxmlformats.org/drawingml/2006/main"/>
        </p:blipFill>
        <p:spPr>
          <a:xfrm xmlns:a="http://schemas.openxmlformats.org/drawingml/2006/main">
            <a:off x="8373305" y="2731968"/>
            <a:ext cx="381000" cy="152400"/>
          </a:xfrm>
          <a:prstGeom xmlns:a="http://schemas.openxmlformats.org/drawingml/2006/main" prst="rect">
            <a:avLst/>
          </a:prstGeom>
        </p:spPr>
      </p:pic>
      <p:sp>
        <p:nvSpPr>
          <p:cNvPr id="325" name="path-223">
            <a:extLst xmlns:a="http://schemas.openxmlformats.org/drawingml/2006/main">
              <a:ext uri="{FF2B5EF4-FFF2-40B4-BE49-F238E27FC236}">
                <a16:creationId xmlns:a16="http://schemas.microsoft.com/office/drawing/2014/main" id="{9431CC02-FC25-4491-8F84-0D98628B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0033" y="3780565"/>
            <a:ext cx="339479" cy="117582"/>
          </a:xfrm>
          <a:custGeom xmlns:a="http://schemas.openxmlformats.org/drawingml/2006/main">
            <a:pathLst>
              <a:path w="339479" h="117582">
                <a:moveTo>
                  <a:pt x="0" y="46126"/>
                </a:moveTo>
                <a:lnTo>
                  <a:pt x="0" y="71456"/>
                </a:lnTo>
                <a:lnTo>
                  <a:pt x="314343" y="71456"/>
                </a:lnTo>
                <a:lnTo>
                  <a:pt x="314343" y="46126"/>
                </a:lnTo>
                <a:close/>
                <a:moveTo>
                  <a:pt x="244736" y="3525"/>
                </a:moveTo>
                <a:lnTo>
                  <a:pt x="339479" y="58791"/>
                </a:lnTo>
                <a:lnTo>
                  <a:pt x="244736" y="114059"/>
                </a:lnTo>
                <a:cubicBezTo>
                  <a:pt x="238694" y="117582"/>
                  <a:pt x="230938" y="115543"/>
                  <a:pt x="227414" y="109500"/>
                </a:cubicBezTo>
                <a:cubicBezTo>
                  <a:pt x="223890" y="103458"/>
                  <a:pt x="225931" y="95703"/>
                  <a:pt x="231973" y="92179"/>
                </a:cubicBezTo>
                <a:lnTo>
                  <a:pt x="307963" y="47852"/>
                </a:lnTo>
                <a:lnTo>
                  <a:pt x="307963" y="69732"/>
                </a:lnTo>
                <a:lnTo>
                  <a:pt x="231973" y="25405"/>
                </a:lnTo>
                <a:cubicBezTo>
                  <a:pt x="225931" y="21880"/>
                  <a:pt x="223890" y="14124"/>
                  <a:pt x="227414" y="8083"/>
                </a:cubicBezTo>
                <a:cubicBezTo>
                  <a:pt x="230939" y="2041"/>
                  <a:pt x="238694" y="0"/>
                  <a:pt x="244736" y="3525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text-224 Answer">
            <a:extLst xmlns:a="http://schemas.openxmlformats.org/drawingml/2006/main">
              <a:ext uri="{FF2B5EF4-FFF2-40B4-BE49-F238E27FC236}">
                <a16:creationId xmlns:a16="http://schemas.microsoft.com/office/drawing/2014/main" id="{1081D2F6-5428-481A-B693-A786B950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2574" y="3730638"/>
            <a:ext cx="574092" cy="221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327" name="text-225 Answer">
            <a:extLst xmlns:a="http://schemas.openxmlformats.org/drawingml/2006/main">
              <a:ext uri="{FF2B5EF4-FFF2-40B4-BE49-F238E27FC236}">
                <a16:creationId xmlns:a16="http://schemas.microsoft.com/office/drawing/2014/main" id="{CF975DE1-B1F5-4763-B429-1F69BD88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2574" y="3730638"/>
            <a:ext cx="574092" cy="221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328" name="text-226 Inspect">
            <a:extLst xmlns:a="http://schemas.openxmlformats.org/drawingml/2006/main">
              <a:ext uri="{FF2B5EF4-FFF2-40B4-BE49-F238E27FC236}">
                <a16:creationId xmlns:a16="http://schemas.microsoft.com/office/drawing/2014/main" id="{5979E4AE-8463-4E1A-B182-11B3F702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656" y="3730662"/>
            <a:ext cx="600854" cy="22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Inspect</a:t>
            </a:r>
          </a:p>
        </p:txBody>
      </p:sp>
      <p:sp>
        <p:nvSpPr>
          <p:cNvPr id="329" name="text-227 Inspect">
            <a:extLst xmlns:a="http://schemas.openxmlformats.org/drawingml/2006/main">
              <a:ext uri="{FF2B5EF4-FFF2-40B4-BE49-F238E27FC236}">
                <a16:creationId xmlns:a16="http://schemas.microsoft.com/office/drawing/2014/main" id="{9005CB24-5EB4-4687-B20A-F963572D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656" y="3730662"/>
            <a:ext cx="600854" cy="22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Inspect</a:t>
            </a:r>
          </a:p>
        </p:txBody>
      </p:sp>
      <p:sp>
        <p:nvSpPr>
          <p:cNvPr id="330" name="text-228 Acquire">
            <a:extLst xmlns:a="http://schemas.openxmlformats.org/drawingml/2006/main">
              <a:ext uri="{FF2B5EF4-FFF2-40B4-BE49-F238E27FC236}">
                <a16:creationId xmlns:a16="http://schemas.microsoft.com/office/drawing/2014/main" id="{ACE09A44-97C8-4904-A293-E7414AB8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2852" y="3731014"/>
            <a:ext cx="594747" cy="220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Acquire</a:t>
            </a:r>
          </a:p>
        </p:txBody>
      </p:sp>
      <p:sp>
        <p:nvSpPr>
          <p:cNvPr id="331" name="text-229 Acquire">
            <a:extLst xmlns:a="http://schemas.openxmlformats.org/drawingml/2006/main">
              <a:ext uri="{FF2B5EF4-FFF2-40B4-BE49-F238E27FC236}">
                <a16:creationId xmlns:a16="http://schemas.microsoft.com/office/drawing/2014/main" id="{D232EDDC-3D62-4768-8C89-5DAACDB3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2852" y="3731014"/>
            <a:ext cx="594747" cy="220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Acquire</a:t>
            </a:r>
          </a:p>
        </p:txBody>
      </p:sp>
      <p:sp>
        <p:nvSpPr>
          <p:cNvPr id="332" name="path-230">
            <a:extLst xmlns:a="http://schemas.openxmlformats.org/drawingml/2006/main">
              <a:ext uri="{FF2B5EF4-FFF2-40B4-BE49-F238E27FC236}">
                <a16:creationId xmlns:a16="http://schemas.microsoft.com/office/drawing/2014/main" id="{D8762C09-BCFC-4CB6-BD34-881BD145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968" y="3780565"/>
            <a:ext cx="339485" cy="117582"/>
          </a:xfrm>
          <a:custGeom xmlns:a="http://schemas.openxmlformats.org/drawingml/2006/main">
            <a:pathLst>
              <a:path w="339485" h="117582">
                <a:moveTo>
                  <a:pt x="0" y="46126"/>
                </a:moveTo>
                <a:lnTo>
                  <a:pt x="0" y="71456"/>
                </a:lnTo>
                <a:lnTo>
                  <a:pt x="314348" y="71456"/>
                </a:lnTo>
                <a:lnTo>
                  <a:pt x="314348" y="46126"/>
                </a:lnTo>
                <a:close/>
                <a:moveTo>
                  <a:pt x="244742" y="3525"/>
                </a:moveTo>
                <a:lnTo>
                  <a:pt x="339485" y="58791"/>
                </a:lnTo>
                <a:lnTo>
                  <a:pt x="244742" y="114059"/>
                </a:lnTo>
                <a:cubicBezTo>
                  <a:pt x="238697" y="117582"/>
                  <a:pt x="230939" y="115543"/>
                  <a:pt x="227416" y="109500"/>
                </a:cubicBezTo>
                <a:cubicBezTo>
                  <a:pt x="223892" y="103458"/>
                  <a:pt x="225930" y="95703"/>
                  <a:pt x="231975" y="92179"/>
                </a:cubicBezTo>
                <a:lnTo>
                  <a:pt x="307965" y="47852"/>
                </a:lnTo>
                <a:lnTo>
                  <a:pt x="307965" y="69732"/>
                </a:lnTo>
                <a:lnTo>
                  <a:pt x="231975" y="25405"/>
                </a:lnTo>
                <a:cubicBezTo>
                  <a:pt x="225930" y="21880"/>
                  <a:pt x="223892" y="14124"/>
                  <a:pt x="227416" y="8083"/>
                </a:cubicBezTo>
                <a:cubicBezTo>
                  <a:pt x="230939" y="2041"/>
                  <a:pt x="238697" y="0"/>
                  <a:pt x="244742" y="3525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path-231">
            <a:extLst xmlns:a="http://schemas.openxmlformats.org/drawingml/2006/main">
              <a:ext uri="{FF2B5EF4-FFF2-40B4-BE49-F238E27FC236}">
                <a16:creationId xmlns:a16="http://schemas.microsoft.com/office/drawing/2014/main" id="{14EC6905-27C3-42EF-861B-6F0643CE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452" y="3780565"/>
            <a:ext cx="339487" cy="117582"/>
          </a:xfrm>
          <a:custGeom xmlns:a="http://schemas.openxmlformats.org/drawingml/2006/main">
            <a:pathLst>
              <a:path w="339487" h="117582">
                <a:moveTo>
                  <a:pt x="0" y="46126"/>
                </a:moveTo>
                <a:lnTo>
                  <a:pt x="0" y="71456"/>
                </a:lnTo>
                <a:lnTo>
                  <a:pt x="314348" y="71456"/>
                </a:lnTo>
                <a:lnTo>
                  <a:pt x="314348" y="46126"/>
                </a:lnTo>
                <a:close/>
                <a:moveTo>
                  <a:pt x="244742" y="3525"/>
                </a:moveTo>
                <a:lnTo>
                  <a:pt x="339487" y="58791"/>
                </a:lnTo>
                <a:lnTo>
                  <a:pt x="244742" y="114059"/>
                </a:lnTo>
                <a:cubicBezTo>
                  <a:pt x="238697" y="117582"/>
                  <a:pt x="230940" y="115543"/>
                  <a:pt x="227417" y="109500"/>
                </a:cubicBezTo>
                <a:cubicBezTo>
                  <a:pt x="223893" y="103458"/>
                  <a:pt x="225930" y="95703"/>
                  <a:pt x="231976" y="92179"/>
                </a:cubicBezTo>
                <a:lnTo>
                  <a:pt x="307966" y="47852"/>
                </a:lnTo>
                <a:lnTo>
                  <a:pt x="307966" y="69732"/>
                </a:lnTo>
                <a:lnTo>
                  <a:pt x="231976" y="25405"/>
                </a:lnTo>
                <a:cubicBezTo>
                  <a:pt x="225930" y="21880"/>
                  <a:pt x="223893" y="14124"/>
                  <a:pt x="227417" y="8083"/>
                </a:cubicBezTo>
                <a:cubicBezTo>
                  <a:pt x="230940" y="2041"/>
                  <a:pt x="238697" y="0"/>
                  <a:pt x="244742" y="3525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ath-232">
            <a:extLst xmlns:a="http://schemas.openxmlformats.org/drawingml/2006/main">
              <a:ext uri="{FF2B5EF4-FFF2-40B4-BE49-F238E27FC236}">
                <a16:creationId xmlns:a16="http://schemas.microsoft.com/office/drawing/2014/main" id="{7AD31ACE-BB3E-48E8-8864-9A3EED67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4481" y="3786534"/>
            <a:ext cx="287124" cy="104518"/>
          </a:xfrm>
          <a:custGeom xmlns:a="http://schemas.openxmlformats.org/drawingml/2006/main">
            <a:pathLst>
              <a:path w="287124" h="104518">
                <a:moveTo>
                  <a:pt x="1" y="63517"/>
                </a:moveTo>
                <a:lnTo>
                  <a:pt x="264781" y="63515"/>
                </a:lnTo>
                <a:lnTo>
                  <a:pt x="264780" y="41001"/>
                </a:lnTo>
                <a:lnTo>
                  <a:pt x="0" y="41001"/>
                </a:lnTo>
                <a:lnTo>
                  <a:pt x="1" y="63517"/>
                </a:lnTo>
                <a:moveTo>
                  <a:pt x="202907" y="101385"/>
                </a:moveTo>
                <a:lnTo>
                  <a:pt x="287124" y="52258"/>
                </a:lnTo>
                <a:lnTo>
                  <a:pt x="202907" y="3132"/>
                </a:lnTo>
                <a:cubicBezTo>
                  <a:pt x="197537" y="0"/>
                  <a:pt x="190642" y="1814"/>
                  <a:pt x="187512" y="7184"/>
                </a:cubicBezTo>
                <a:cubicBezTo>
                  <a:pt x="184379" y="12555"/>
                  <a:pt x="186192" y="19448"/>
                  <a:pt x="191563" y="22581"/>
                </a:cubicBezTo>
                <a:lnTo>
                  <a:pt x="259108" y="61983"/>
                </a:lnTo>
                <a:lnTo>
                  <a:pt x="259108" y="42534"/>
                </a:lnTo>
                <a:lnTo>
                  <a:pt x="191563" y="81935"/>
                </a:lnTo>
                <a:cubicBezTo>
                  <a:pt x="186192" y="85068"/>
                  <a:pt x="184379" y="91961"/>
                  <a:pt x="187512" y="97333"/>
                </a:cubicBezTo>
                <a:cubicBezTo>
                  <a:pt x="190644" y="102703"/>
                  <a:pt x="197537" y="104518"/>
                  <a:pt x="202907" y="101385"/>
                </a:cubicBezTo>
              </a:path>
            </a:pathLst>
          </a:custGeom>
          <a:solidFill xmlns:a="http://schemas.openxmlformats.org/drawingml/2006/main">
            <a:srgbClr val="7357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path-233">
            <a:extLst xmlns:a="http://schemas.openxmlformats.org/drawingml/2006/main">
              <a:ext uri="{FF2B5EF4-FFF2-40B4-BE49-F238E27FC236}">
                <a16:creationId xmlns:a16="http://schemas.microsoft.com/office/drawing/2014/main" id="{543B92C2-DAC1-4531-A065-020293F2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957" y="2321629"/>
            <a:ext cx="335561" cy="510277"/>
          </a:xfrm>
          <a:custGeom xmlns:a="http://schemas.openxmlformats.org/drawingml/2006/main">
            <a:pathLst>
              <a:path w="335561" h="510277">
                <a:moveTo>
                  <a:pt x="0" y="510277"/>
                </a:moveTo>
                <a:lnTo>
                  <a:pt x="115970" y="510277"/>
                </a:lnTo>
                <a:lnTo>
                  <a:pt x="115970" y="52259"/>
                </a:lnTo>
                <a:lnTo>
                  <a:pt x="104711" y="63516"/>
                </a:lnTo>
                <a:lnTo>
                  <a:pt x="313219" y="63516"/>
                </a:lnTo>
                <a:lnTo>
                  <a:pt x="313219" y="41001"/>
                </a:lnTo>
                <a:lnTo>
                  <a:pt x="93455" y="41001"/>
                </a:lnTo>
                <a:lnTo>
                  <a:pt x="93455" y="499019"/>
                </a:lnTo>
                <a:lnTo>
                  <a:pt x="104711" y="487762"/>
                </a:lnTo>
                <a:lnTo>
                  <a:pt x="0" y="487762"/>
                </a:lnTo>
                <a:lnTo>
                  <a:pt x="0" y="510277"/>
                </a:lnTo>
                <a:moveTo>
                  <a:pt x="251346" y="101385"/>
                </a:moveTo>
                <a:lnTo>
                  <a:pt x="335561" y="52259"/>
                </a:lnTo>
                <a:lnTo>
                  <a:pt x="251346" y="3132"/>
                </a:lnTo>
                <a:cubicBezTo>
                  <a:pt x="245975" y="0"/>
                  <a:pt x="239082" y="1814"/>
                  <a:pt x="235949" y="7184"/>
                </a:cubicBezTo>
                <a:cubicBezTo>
                  <a:pt x="232816" y="12556"/>
                  <a:pt x="234630" y="19448"/>
                  <a:pt x="240001" y="22581"/>
                </a:cubicBezTo>
                <a:lnTo>
                  <a:pt x="307547" y="61983"/>
                </a:lnTo>
                <a:lnTo>
                  <a:pt x="307547" y="42534"/>
                </a:lnTo>
                <a:lnTo>
                  <a:pt x="240001" y="81936"/>
                </a:lnTo>
                <a:cubicBezTo>
                  <a:pt x="234630" y="85069"/>
                  <a:pt x="232816" y="91962"/>
                  <a:pt x="235949" y="97333"/>
                </a:cubicBezTo>
                <a:cubicBezTo>
                  <a:pt x="239082" y="102703"/>
                  <a:pt x="245975" y="104518"/>
                  <a:pt x="251346" y="101385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234">
            <a:extLst xmlns:a="http://schemas.openxmlformats.org/drawingml/2006/main">
              <a:ext uri="{FF2B5EF4-FFF2-40B4-BE49-F238E27FC236}">
                <a16:creationId xmlns:a16="http://schemas.microsoft.com/office/drawing/2014/main" id="{CD9EC5B9-36E0-407E-9D37-311A49DE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815" y="2809563"/>
            <a:ext cx="319166" cy="510277"/>
          </a:xfrm>
          <a:custGeom xmlns:a="http://schemas.openxmlformats.org/drawingml/2006/main">
            <a:pathLst>
              <a:path w="319166" h="510277">
                <a:moveTo>
                  <a:pt x="0" y="0"/>
                </a:moveTo>
                <a:lnTo>
                  <a:pt x="116695" y="0"/>
                </a:lnTo>
                <a:lnTo>
                  <a:pt x="116695" y="458019"/>
                </a:lnTo>
                <a:lnTo>
                  <a:pt x="105439" y="446761"/>
                </a:lnTo>
                <a:lnTo>
                  <a:pt x="296824" y="446761"/>
                </a:lnTo>
                <a:lnTo>
                  <a:pt x="296824" y="469276"/>
                </a:lnTo>
                <a:lnTo>
                  <a:pt x="94180" y="469276"/>
                </a:lnTo>
                <a:lnTo>
                  <a:pt x="94180" y="11258"/>
                </a:lnTo>
                <a:lnTo>
                  <a:pt x="105439" y="22516"/>
                </a:lnTo>
                <a:lnTo>
                  <a:pt x="0" y="22516"/>
                </a:lnTo>
                <a:lnTo>
                  <a:pt x="0" y="0"/>
                </a:lnTo>
                <a:moveTo>
                  <a:pt x="234950" y="408893"/>
                </a:moveTo>
                <a:lnTo>
                  <a:pt x="319166" y="458019"/>
                </a:lnTo>
                <a:lnTo>
                  <a:pt x="234950" y="507145"/>
                </a:lnTo>
                <a:cubicBezTo>
                  <a:pt x="229580" y="510277"/>
                  <a:pt x="222686" y="508464"/>
                  <a:pt x="219554" y="503093"/>
                </a:cubicBezTo>
                <a:cubicBezTo>
                  <a:pt x="216420" y="497723"/>
                  <a:pt x="218235" y="490829"/>
                  <a:pt x="223605" y="487697"/>
                </a:cubicBezTo>
                <a:lnTo>
                  <a:pt x="291152" y="448295"/>
                </a:lnTo>
                <a:lnTo>
                  <a:pt x="291152" y="467743"/>
                </a:lnTo>
                <a:lnTo>
                  <a:pt x="223605" y="428341"/>
                </a:lnTo>
                <a:cubicBezTo>
                  <a:pt x="218235" y="425208"/>
                  <a:pt x="216420" y="418315"/>
                  <a:pt x="219554" y="412945"/>
                </a:cubicBezTo>
                <a:cubicBezTo>
                  <a:pt x="222686" y="407574"/>
                  <a:pt x="229580" y="405760"/>
                  <a:pt x="234950" y="408893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th-235">
            <a:extLst xmlns:a="http://schemas.openxmlformats.org/drawingml/2006/main">
              <a:ext uri="{FF2B5EF4-FFF2-40B4-BE49-F238E27FC236}">
                <a16:creationId xmlns:a16="http://schemas.microsoft.com/office/drawing/2014/main" id="{37E3FBF6-7949-4B09-98AB-299BCA8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9941" y="3215206"/>
            <a:ext cx="255601" cy="104518"/>
          </a:xfrm>
          <a:custGeom xmlns:a="http://schemas.openxmlformats.org/drawingml/2006/main">
            <a:pathLst>
              <a:path w="255601" h="104518">
                <a:moveTo>
                  <a:pt x="0" y="63518"/>
                </a:moveTo>
                <a:lnTo>
                  <a:pt x="233259" y="63517"/>
                </a:lnTo>
                <a:lnTo>
                  <a:pt x="233259" y="41001"/>
                </a:lnTo>
                <a:lnTo>
                  <a:pt x="0" y="41003"/>
                </a:lnTo>
                <a:lnTo>
                  <a:pt x="0" y="63518"/>
                </a:lnTo>
                <a:moveTo>
                  <a:pt x="171385" y="101385"/>
                </a:moveTo>
                <a:lnTo>
                  <a:pt x="255601" y="52259"/>
                </a:lnTo>
                <a:lnTo>
                  <a:pt x="171385" y="3133"/>
                </a:lnTo>
                <a:cubicBezTo>
                  <a:pt x="166015" y="0"/>
                  <a:pt x="159121" y="1815"/>
                  <a:pt x="155989" y="7185"/>
                </a:cubicBezTo>
                <a:cubicBezTo>
                  <a:pt x="152856" y="12556"/>
                  <a:pt x="154669" y="19449"/>
                  <a:pt x="160040" y="22582"/>
                </a:cubicBezTo>
                <a:lnTo>
                  <a:pt x="227587" y="61983"/>
                </a:lnTo>
                <a:lnTo>
                  <a:pt x="227587" y="42535"/>
                </a:lnTo>
                <a:lnTo>
                  <a:pt x="160040" y="81937"/>
                </a:lnTo>
                <a:cubicBezTo>
                  <a:pt x="154669" y="85069"/>
                  <a:pt x="152856" y="91962"/>
                  <a:pt x="155989" y="97334"/>
                </a:cubicBezTo>
                <a:cubicBezTo>
                  <a:pt x="159122" y="102703"/>
                  <a:pt x="166015" y="104518"/>
                  <a:pt x="171385" y="101385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path-236">
            <a:extLst xmlns:a="http://schemas.openxmlformats.org/drawingml/2006/main">
              <a:ext uri="{FF2B5EF4-FFF2-40B4-BE49-F238E27FC236}">
                <a16:creationId xmlns:a16="http://schemas.microsoft.com/office/drawing/2014/main" id="{9A2D6D95-76FB-4D84-A64C-17448E23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2341" y="2317406"/>
            <a:ext cx="255601" cy="104518"/>
          </a:xfrm>
          <a:custGeom xmlns:a="http://schemas.openxmlformats.org/drawingml/2006/main">
            <a:pathLst>
              <a:path w="255601" h="104518">
                <a:moveTo>
                  <a:pt x="0" y="63518"/>
                </a:moveTo>
                <a:lnTo>
                  <a:pt x="233259" y="63517"/>
                </a:lnTo>
                <a:lnTo>
                  <a:pt x="233259" y="41001"/>
                </a:lnTo>
                <a:lnTo>
                  <a:pt x="0" y="41002"/>
                </a:lnTo>
                <a:lnTo>
                  <a:pt x="0" y="63518"/>
                </a:lnTo>
                <a:moveTo>
                  <a:pt x="171385" y="101385"/>
                </a:moveTo>
                <a:lnTo>
                  <a:pt x="255601" y="52259"/>
                </a:lnTo>
                <a:lnTo>
                  <a:pt x="171385" y="3133"/>
                </a:lnTo>
                <a:cubicBezTo>
                  <a:pt x="166015" y="0"/>
                  <a:pt x="159121" y="1814"/>
                  <a:pt x="155989" y="7184"/>
                </a:cubicBezTo>
                <a:cubicBezTo>
                  <a:pt x="152856" y="12555"/>
                  <a:pt x="154669" y="19449"/>
                  <a:pt x="160040" y="22582"/>
                </a:cubicBezTo>
                <a:lnTo>
                  <a:pt x="227587" y="61983"/>
                </a:lnTo>
                <a:lnTo>
                  <a:pt x="227587" y="42535"/>
                </a:lnTo>
                <a:lnTo>
                  <a:pt x="160040" y="81937"/>
                </a:lnTo>
                <a:cubicBezTo>
                  <a:pt x="154669" y="85069"/>
                  <a:pt x="152856" y="91962"/>
                  <a:pt x="155989" y="97333"/>
                </a:cubicBezTo>
                <a:cubicBezTo>
                  <a:pt x="159122" y="102703"/>
                  <a:pt x="166015" y="104518"/>
                  <a:pt x="171385" y="101385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text-237 Current">
            <a:extLst xmlns:a="http://schemas.openxmlformats.org/drawingml/2006/main">
              <a:ext uri="{FF2B5EF4-FFF2-40B4-BE49-F238E27FC236}">
                <a16:creationId xmlns:a16="http://schemas.microsoft.com/office/drawing/2014/main" id="{5117E031-4308-4875-8144-B03DC5C1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80387" y="1990363"/>
            <a:ext cx="581781" cy="214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Current</a:t>
            </a:r>
          </a:p>
        </p:txBody>
      </p:sp>
      <p:sp>
        <p:nvSpPr>
          <p:cNvPr id="340" name="text-238 Current">
            <a:extLst xmlns:a="http://schemas.openxmlformats.org/drawingml/2006/main">
              <a:ext uri="{FF2B5EF4-FFF2-40B4-BE49-F238E27FC236}">
                <a16:creationId xmlns:a16="http://schemas.microsoft.com/office/drawing/2014/main" id="{73656718-DD28-4D7A-85B3-6793B101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80387" y="1990363"/>
            <a:ext cx="581781" cy="214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Current</a:t>
            </a:r>
          </a:p>
        </p:txBody>
      </p:sp>
      <p:sp>
        <p:nvSpPr>
          <p:cNvPr id="341" name="text-239 harness">
            <a:extLst xmlns:a="http://schemas.openxmlformats.org/drawingml/2006/main">
              <a:ext uri="{FF2B5EF4-FFF2-40B4-BE49-F238E27FC236}">
                <a16:creationId xmlns:a16="http://schemas.microsoft.com/office/drawing/2014/main" id="{FFD1A679-9169-4F96-8604-0826003A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77044" y="1990390"/>
            <a:ext cx="580015" cy="214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342" name="text-240 harness">
            <a:extLst xmlns:a="http://schemas.openxmlformats.org/drawingml/2006/main">
              <a:ext uri="{FF2B5EF4-FFF2-40B4-BE49-F238E27FC236}">
                <a16:creationId xmlns:a16="http://schemas.microsoft.com/office/drawing/2014/main" id="{B2B225B7-F224-4D9C-A038-E074827A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77044" y="1990390"/>
            <a:ext cx="580015" cy="214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343" name="path-242">
            <a:extLst xmlns:a="http://schemas.openxmlformats.org/drawingml/2006/main">
              <a:ext uri="{FF2B5EF4-FFF2-40B4-BE49-F238E27FC236}">
                <a16:creationId xmlns:a16="http://schemas.microsoft.com/office/drawing/2014/main" id="{2BD33A4A-65E3-42EE-B336-D2C93078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5423" y="2040524"/>
            <a:ext cx="115435" cy="105046"/>
          </a:xfrm>
          <a:custGeom xmlns:a="http://schemas.openxmlformats.org/drawingml/2006/main">
            <a:pathLst>
              <a:path w="115435" h="105046">
                <a:moveTo>
                  <a:pt x="89962" y="84268"/>
                </a:moveTo>
                <a:cubicBezTo>
                  <a:pt x="89603" y="85909"/>
                  <a:pt x="89347" y="87333"/>
                  <a:pt x="89193" y="88539"/>
                </a:cubicBezTo>
                <a:cubicBezTo>
                  <a:pt x="89039" y="89744"/>
                  <a:pt x="88962" y="91322"/>
                  <a:pt x="88962" y="93272"/>
                </a:cubicBezTo>
                <a:cubicBezTo>
                  <a:pt x="88962" y="95426"/>
                  <a:pt x="89462" y="97004"/>
                  <a:pt x="90463" y="98004"/>
                </a:cubicBezTo>
                <a:cubicBezTo>
                  <a:pt x="91463" y="99005"/>
                  <a:pt x="93092" y="99659"/>
                  <a:pt x="95349" y="99967"/>
                </a:cubicBezTo>
                <a:lnTo>
                  <a:pt x="94272" y="105046"/>
                </a:lnTo>
                <a:lnTo>
                  <a:pt x="55563" y="105046"/>
                </a:lnTo>
                <a:lnTo>
                  <a:pt x="56640" y="99967"/>
                </a:lnTo>
                <a:cubicBezTo>
                  <a:pt x="59565" y="99146"/>
                  <a:pt x="61719" y="97709"/>
                  <a:pt x="63105" y="95657"/>
                </a:cubicBezTo>
                <a:cubicBezTo>
                  <a:pt x="64490" y="93605"/>
                  <a:pt x="65798" y="89809"/>
                  <a:pt x="67029" y="84268"/>
                </a:cubicBezTo>
                <a:lnTo>
                  <a:pt x="73494" y="54870"/>
                </a:lnTo>
                <a:lnTo>
                  <a:pt x="40864" y="54870"/>
                </a:lnTo>
                <a:lnTo>
                  <a:pt x="34400" y="84268"/>
                </a:lnTo>
                <a:cubicBezTo>
                  <a:pt x="34041" y="85961"/>
                  <a:pt x="33784" y="87397"/>
                  <a:pt x="33630" y="88577"/>
                </a:cubicBezTo>
                <a:cubicBezTo>
                  <a:pt x="33476" y="89757"/>
                  <a:pt x="33399" y="91322"/>
                  <a:pt x="33399" y="93272"/>
                </a:cubicBezTo>
                <a:cubicBezTo>
                  <a:pt x="33399" y="95426"/>
                  <a:pt x="33899" y="97004"/>
                  <a:pt x="34900" y="98004"/>
                </a:cubicBezTo>
                <a:cubicBezTo>
                  <a:pt x="35900" y="99005"/>
                  <a:pt x="37529" y="99659"/>
                  <a:pt x="39787" y="99967"/>
                </a:cubicBezTo>
                <a:lnTo>
                  <a:pt x="38709" y="105046"/>
                </a:lnTo>
                <a:lnTo>
                  <a:pt x="0" y="105046"/>
                </a:lnTo>
                <a:lnTo>
                  <a:pt x="1077" y="99967"/>
                </a:lnTo>
                <a:cubicBezTo>
                  <a:pt x="4002" y="99146"/>
                  <a:pt x="6157" y="97709"/>
                  <a:pt x="7542" y="95657"/>
                </a:cubicBezTo>
                <a:cubicBezTo>
                  <a:pt x="8927" y="93605"/>
                  <a:pt x="10235" y="89809"/>
                  <a:pt x="11467" y="84268"/>
                </a:cubicBezTo>
                <a:lnTo>
                  <a:pt x="25473" y="20778"/>
                </a:lnTo>
                <a:cubicBezTo>
                  <a:pt x="26140" y="17751"/>
                  <a:pt x="26473" y="14750"/>
                  <a:pt x="26473" y="11774"/>
                </a:cubicBezTo>
                <a:cubicBezTo>
                  <a:pt x="26473" y="9620"/>
                  <a:pt x="25973" y="8042"/>
                  <a:pt x="24972" y="7042"/>
                </a:cubicBezTo>
                <a:cubicBezTo>
                  <a:pt x="23972" y="6041"/>
                  <a:pt x="22343" y="5387"/>
                  <a:pt x="20086" y="5079"/>
                </a:cubicBezTo>
                <a:lnTo>
                  <a:pt x="21163" y="0"/>
                </a:lnTo>
                <a:lnTo>
                  <a:pt x="59872" y="0"/>
                </a:lnTo>
                <a:lnTo>
                  <a:pt x="58795" y="5079"/>
                </a:lnTo>
                <a:cubicBezTo>
                  <a:pt x="55871" y="5900"/>
                  <a:pt x="53716" y="7337"/>
                  <a:pt x="52331" y="9389"/>
                </a:cubicBezTo>
                <a:cubicBezTo>
                  <a:pt x="50945" y="11441"/>
                  <a:pt x="49637" y="15237"/>
                  <a:pt x="48406" y="20778"/>
                </a:cubicBezTo>
                <a:lnTo>
                  <a:pt x="43019" y="45174"/>
                </a:lnTo>
                <a:lnTo>
                  <a:pt x="75648" y="45174"/>
                </a:lnTo>
                <a:lnTo>
                  <a:pt x="81035" y="20778"/>
                </a:lnTo>
                <a:cubicBezTo>
                  <a:pt x="81702" y="17751"/>
                  <a:pt x="82036" y="14750"/>
                  <a:pt x="82036" y="11774"/>
                </a:cubicBezTo>
                <a:cubicBezTo>
                  <a:pt x="82036" y="9620"/>
                  <a:pt x="81536" y="8042"/>
                  <a:pt x="80535" y="7042"/>
                </a:cubicBezTo>
                <a:cubicBezTo>
                  <a:pt x="79535" y="6041"/>
                  <a:pt x="77906" y="5387"/>
                  <a:pt x="75648" y="5079"/>
                </a:cubicBezTo>
                <a:lnTo>
                  <a:pt x="76726" y="0"/>
                </a:lnTo>
                <a:lnTo>
                  <a:pt x="115435" y="0"/>
                </a:lnTo>
                <a:lnTo>
                  <a:pt x="114358" y="5079"/>
                </a:lnTo>
                <a:cubicBezTo>
                  <a:pt x="111433" y="5900"/>
                  <a:pt x="109279" y="7337"/>
                  <a:pt x="107893" y="9389"/>
                </a:cubicBezTo>
                <a:cubicBezTo>
                  <a:pt x="106508" y="11441"/>
                  <a:pt x="105200" y="15237"/>
                  <a:pt x="103969" y="20778"/>
                </a:cubicBezTo>
                <a:lnTo>
                  <a:pt x="89962" y="84268"/>
                </a:lnTo>
                <a:close/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path-243">
            <a:extLst xmlns:a="http://schemas.openxmlformats.org/drawingml/2006/main">
              <a:ext uri="{FF2B5EF4-FFF2-40B4-BE49-F238E27FC236}">
                <a16:creationId xmlns:a16="http://schemas.microsoft.com/office/drawing/2014/main" id="{B1768757-5238-4BCF-861F-6DD9C2BE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7080" y="2109721"/>
            <a:ext cx="39138" cy="69151"/>
          </a:xfrm>
          <a:custGeom xmlns:a="http://schemas.openxmlformats.org/drawingml/2006/main">
            <a:pathLst>
              <a:path w="39138" h="69151">
                <a:moveTo>
                  <a:pt x="35070" y="58267"/>
                </a:moveTo>
                <a:cubicBezTo>
                  <a:pt x="31369" y="62335"/>
                  <a:pt x="27970" y="65166"/>
                  <a:pt x="24874" y="66760"/>
                </a:cubicBezTo>
                <a:cubicBezTo>
                  <a:pt x="21777" y="68354"/>
                  <a:pt x="18121" y="69151"/>
                  <a:pt x="13907" y="69151"/>
                </a:cubicBezTo>
                <a:cubicBezTo>
                  <a:pt x="9730" y="69151"/>
                  <a:pt x="6523" y="68079"/>
                  <a:pt x="4288" y="65935"/>
                </a:cubicBezTo>
                <a:cubicBezTo>
                  <a:pt x="2052" y="63792"/>
                  <a:pt x="934" y="60832"/>
                  <a:pt x="934" y="57058"/>
                </a:cubicBezTo>
                <a:cubicBezTo>
                  <a:pt x="934" y="55336"/>
                  <a:pt x="1063" y="53696"/>
                  <a:pt x="1319" y="52138"/>
                </a:cubicBezTo>
                <a:cubicBezTo>
                  <a:pt x="1576" y="50581"/>
                  <a:pt x="2107" y="48025"/>
                  <a:pt x="2913" y="44470"/>
                </a:cubicBezTo>
                <a:lnTo>
                  <a:pt x="8575" y="20613"/>
                </a:lnTo>
                <a:lnTo>
                  <a:pt x="0" y="20613"/>
                </a:lnTo>
                <a:lnTo>
                  <a:pt x="1044" y="16161"/>
                </a:lnTo>
                <a:cubicBezTo>
                  <a:pt x="3610" y="16161"/>
                  <a:pt x="5552" y="15923"/>
                  <a:pt x="6871" y="15446"/>
                </a:cubicBezTo>
                <a:cubicBezTo>
                  <a:pt x="8190" y="14970"/>
                  <a:pt x="9299" y="14255"/>
                  <a:pt x="10197" y="13303"/>
                </a:cubicBezTo>
                <a:cubicBezTo>
                  <a:pt x="11095" y="12350"/>
                  <a:pt x="11965" y="10902"/>
                  <a:pt x="12808" y="8960"/>
                </a:cubicBezTo>
                <a:cubicBezTo>
                  <a:pt x="13651" y="7018"/>
                  <a:pt x="14640" y="4031"/>
                  <a:pt x="15776" y="0"/>
                </a:cubicBezTo>
                <a:lnTo>
                  <a:pt x="28969" y="0"/>
                </a:lnTo>
                <a:lnTo>
                  <a:pt x="25781" y="13742"/>
                </a:lnTo>
                <a:lnTo>
                  <a:pt x="39138" y="13742"/>
                </a:lnTo>
                <a:lnTo>
                  <a:pt x="37654" y="20613"/>
                </a:lnTo>
                <a:lnTo>
                  <a:pt x="24186" y="20613"/>
                </a:lnTo>
                <a:lnTo>
                  <a:pt x="18854" y="42601"/>
                </a:lnTo>
                <a:cubicBezTo>
                  <a:pt x="17938" y="46376"/>
                  <a:pt x="17306" y="49243"/>
                  <a:pt x="16958" y="51204"/>
                </a:cubicBezTo>
                <a:cubicBezTo>
                  <a:pt x="16610" y="53164"/>
                  <a:pt x="16436" y="54823"/>
                  <a:pt x="16436" y="56178"/>
                </a:cubicBezTo>
                <a:cubicBezTo>
                  <a:pt x="16436" y="57901"/>
                  <a:pt x="16747" y="59156"/>
                  <a:pt x="17370" y="59944"/>
                </a:cubicBezTo>
                <a:cubicBezTo>
                  <a:pt x="17993" y="60732"/>
                  <a:pt x="18909" y="61126"/>
                  <a:pt x="20119" y="61126"/>
                </a:cubicBezTo>
                <a:cubicBezTo>
                  <a:pt x="21768" y="61126"/>
                  <a:pt x="23463" y="60539"/>
                  <a:pt x="25203" y="59367"/>
                </a:cubicBezTo>
                <a:cubicBezTo>
                  <a:pt x="26944" y="58194"/>
                  <a:pt x="28822" y="56380"/>
                  <a:pt x="30838" y="53925"/>
                </a:cubicBezTo>
                <a:lnTo>
                  <a:pt x="35070" y="58267"/>
                </a:lnTo>
                <a:close/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text-244 Answer">
            <a:extLst xmlns:a="http://schemas.openxmlformats.org/drawingml/2006/main">
              <a:ext uri="{FF2B5EF4-FFF2-40B4-BE49-F238E27FC236}">
                <a16:creationId xmlns:a16="http://schemas.microsoft.com/office/drawing/2014/main" id="{12664776-D058-4AE7-AA89-C5392686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94323" y="3233499"/>
            <a:ext cx="574092" cy="221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346" name="text-245 Answer">
            <a:extLst xmlns:a="http://schemas.openxmlformats.org/drawingml/2006/main">
              <a:ext uri="{FF2B5EF4-FFF2-40B4-BE49-F238E27FC236}">
                <a16:creationId xmlns:a16="http://schemas.microsoft.com/office/drawing/2014/main" id="{D0FEC103-D3E1-40C1-ACC3-019DCE8E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94323" y="3233499"/>
            <a:ext cx="574092" cy="221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347" name="path-246">
            <a:extLst xmlns:a="http://schemas.openxmlformats.org/drawingml/2006/main">
              <a:ext uri="{FF2B5EF4-FFF2-40B4-BE49-F238E27FC236}">
                <a16:creationId xmlns:a16="http://schemas.microsoft.com/office/drawing/2014/main" id="{F3311E72-CC77-48B5-877B-1963EFD3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275" y="2765203"/>
            <a:ext cx="396890" cy="542188"/>
          </a:xfrm>
          <a:custGeom xmlns:a="http://schemas.openxmlformats.org/drawingml/2006/main">
            <a:pathLst>
              <a:path w="396890" h="542188">
                <a:moveTo>
                  <a:pt x="0" y="542188"/>
                </a:moveTo>
                <a:lnTo>
                  <a:pt x="182375" y="542188"/>
                </a:lnTo>
                <a:lnTo>
                  <a:pt x="182375" y="52258"/>
                </a:lnTo>
                <a:lnTo>
                  <a:pt x="171117" y="63516"/>
                </a:lnTo>
                <a:lnTo>
                  <a:pt x="374543" y="63516"/>
                </a:lnTo>
                <a:lnTo>
                  <a:pt x="374543" y="41000"/>
                </a:lnTo>
                <a:lnTo>
                  <a:pt x="159860" y="41000"/>
                </a:lnTo>
                <a:lnTo>
                  <a:pt x="159860" y="530931"/>
                </a:lnTo>
                <a:lnTo>
                  <a:pt x="171117" y="519673"/>
                </a:lnTo>
                <a:lnTo>
                  <a:pt x="0" y="519673"/>
                </a:lnTo>
                <a:lnTo>
                  <a:pt x="0" y="542188"/>
                </a:lnTo>
                <a:moveTo>
                  <a:pt x="312672" y="101384"/>
                </a:moveTo>
                <a:lnTo>
                  <a:pt x="396890" y="52258"/>
                </a:lnTo>
                <a:lnTo>
                  <a:pt x="312672" y="3132"/>
                </a:lnTo>
                <a:cubicBezTo>
                  <a:pt x="307301" y="0"/>
                  <a:pt x="300412" y="1813"/>
                  <a:pt x="297282" y="7184"/>
                </a:cubicBezTo>
                <a:cubicBezTo>
                  <a:pt x="294142" y="12554"/>
                  <a:pt x="295954" y="19448"/>
                  <a:pt x="301323" y="22580"/>
                </a:cubicBezTo>
                <a:lnTo>
                  <a:pt x="368869" y="61982"/>
                </a:lnTo>
                <a:lnTo>
                  <a:pt x="368869" y="42534"/>
                </a:lnTo>
                <a:lnTo>
                  <a:pt x="301323" y="81935"/>
                </a:lnTo>
                <a:cubicBezTo>
                  <a:pt x="295954" y="85068"/>
                  <a:pt x="294142" y="91962"/>
                  <a:pt x="297282" y="97332"/>
                </a:cubicBezTo>
                <a:cubicBezTo>
                  <a:pt x="300412" y="102703"/>
                  <a:pt x="307301" y="104517"/>
                  <a:pt x="312672" y="101384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ath-247">
            <a:extLst xmlns:a="http://schemas.openxmlformats.org/drawingml/2006/main">
              <a:ext uri="{FF2B5EF4-FFF2-40B4-BE49-F238E27FC236}">
                <a16:creationId xmlns:a16="http://schemas.microsoft.com/office/drawing/2014/main" id="{85B560FC-DEF1-44F5-9E79-F4A4694E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5719" y="2354469"/>
            <a:ext cx="388435" cy="510277"/>
          </a:xfrm>
          <a:custGeom xmlns:a="http://schemas.openxmlformats.org/drawingml/2006/main">
            <a:pathLst>
              <a:path w="388435" h="510277">
                <a:moveTo>
                  <a:pt x="0" y="0"/>
                </a:moveTo>
                <a:lnTo>
                  <a:pt x="172242" y="0"/>
                </a:lnTo>
                <a:lnTo>
                  <a:pt x="172242" y="458019"/>
                </a:lnTo>
                <a:lnTo>
                  <a:pt x="160986" y="446761"/>
                </a:lnTo>
                <a:lnTo>
                  <a:pt x="366100" y="446761"/>
                </a:lnTo>
                <a:lnTo>
                  <a:pt x="366100" y="469276"/>
                </a:lnTo>
                <a:lnTo>
                  <a:pt x="149728" y="469276"/>
                </a:lnTo>
                <a:lnTo>
                  <a:pt x="149728" y="11258"/>
                </a:lnTo>
                <a:lnTo>
                  <a:pt x="160986" y="22515"/>
                </a:lnTo>
                <a:lnTo>
                  <a:pt x="0" y="22515"/>
                </a:lnTo>
                <a:lnTo>
                  <a:pt x="0" y="0"/>
                </a:lnTo>
                <a:moveTo>
                  <a:pt x="304228" y="408892"/>
                </a:moveTo>
                <a:lnTo>
                  <a:pt x="388435" y="458019"/>
                </a:lnTo>
                <a:lnTo>
                  <a:pt x="304228" y="507145"/>
                </a:lnTo>
                <a:cubicBezTo>
                  <a:pt x="298847" y="510277"/>
                  <a:pt x="291957" y="508463"/>
                  <a:pt x="288827" y="503093"/>
                </a:cubicBezTo>
                <a:cubicBezTo>
                  <a:pt x="285698" y="497722"/>
                  <a:pt x="287510" y="490829"/>
                  <a:pt x="292879" y="487696"/>
                </a:cubicBezTo>
                <a:lnTo>
                  <a:pt x="360425" y="448294"/>
                </a:lnTo>
                <a:lnTo>
                  <a:pt x="360425" y="467743"/>
                </a:lnTo>
                <a:lnTo>
                  <a:pt x="292879" y="428341"/>
                </a:lnTo>
                <a:cubicBezTo>
                  <a:pt x="287510" y="425207"/>
                  <a:pt x="285698" y="418315"/>
                  <a:pt x="288827" y="412944"/>
                </a:cubicBezTo>
                <a:cubicBezTo>
                  <a:pt x="291957" y="407574"/>
                  <a:pt x="298847" y="405759"/>
                  <a:pt x="304228" y="408892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ath-248">
            <a:extLst xmlns:a="http://schemas.openxmlformats.org/drawingml/2006/main">
              <a:ext uri="{FF2B5EF4-FFF2-40B4-BE49-F238E27FC236}">
                <a16:creationId xmlns:a16="http://schemas.microsoft.com/office/drawing/2014/main" id="{A6A13199-190F-4AC0-8033-A0055A7C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0805" y="2714517"/>
            <a:ext cx="255607" cy="104518"/>
          </a:xfrm>
          <a:custGeom xmlns:a="http://schemas.openxmlformats.org/drawingml/2006/main">
            <a:pathLst>
              <a:path w="255607" h="104518">
                <a:moveTo>
                  <a:pt x="0" y="63517"/>
                </a:moveTo>
                <a:lnTo>
                  <a:pt x="233260" y="63515"/>
                </a:lnTo>
                <a:lnTo>
                  <a:pt x="233260" y="41000"/>
                </a:lnTo>
                <a:lnTo>
                  <a:pt x="0" y="41001"/>
                </a:lnTo>
                <a:lnTo>
                  <a:pt x="0" y="63517"/>
                </a:lnTo>
                <a:moveTo>
                  <a:pt x="171387" y="101384"/>
                </a:moveTo>
                <a:lnTo>
                  <a:pt x="255607" y="52258"/>
                </a:lnTo>
                <a:lnTo>
                  <a:pt x="171387" y="3133"/>
                </a:lnTo>
                <a:cubicBezTo>
                  <a:pt x="166018" y="0"/>
                  <a:pt x="159116" y="1814"/>
                  <a:pt x="155987" y="7185"/>
                </a:cubicBezTo>
                <a:cubicBezTo>
                  <a:pt x="152857" y="12555"/>
                  <a:pt x="154669" y="19449"/>
                  <a:pt x="160040" y="22580"/>
                </a:cubicBezTo>
                <a:lnTo>
                  <a:pt x="227586" y="61982"/>
                </a:lnTo>
                <a:lnTo>
                  <a:pt x="227586" y="42535"/>
                </a:lnTo>
                <a:lnTo>
                  <a:pt x="160040" y="81937"/>
                </a:lnTo>
                <a:cubicBezTo>
                  <a:pt x="154669" y="85070"/>
                  <a:pt x="152857" y="91963"/>
                  <a:pt x="155987" y="97333"/>
                </a:cubicBezTo>
                <a:cubicBezTo>
                  <a:pt x="159116" y="102704"/>
                  <a:pt x="166018" y="104518"/>
                  <a:pt x="171387" y="101384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path-249">
            <a:extLst xmlns:a="http://schemas.openxmlformats.org/drawingml/2006/main">
              <a:ext uri="{FF2B5EF4-FFF2-40B4-BE49-F238E27FC236}">
                <a16:creationId xmlns:a16="http://schemas.microsoft.com/office/drawing/2014/main" id="{7506B814-6D24-4083-A722-4FE0E8C3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9117" y="2437179"/>
            <a:ext cx="1113440" cy="462127"/>
          </a:xfrm>
          <a:custGeom xmlns:a="http://schemas.openxmlformats.org/drawingml/2006/main">
            <a:pathLst>
              <a:path w="1113440" h="462127">
                <a:moveTo>
                  <a:pt x="49027" y="77023"/>
                </a:moveTo>
                <a:cubicBezTo>
                  <a:pt x="49027" y="34484"/>
                  <a:pt x="83521" y="0"/>
                  <a:pt x="126052" y="0"/>
                </a:cubicBezTo>
                <a:lnTo>
                  <a:pt x="226437" y="0"/>
                </a:lnTo>
                <a:lnTo>
                  <a:pt x="492534" y="0"/>
                </a:lnTo>
                <a:lnTo>
                  <a:pt x="1036428" y="0"/>
                </a:lnTo>
                <a:cubicBezTo>
                  <a:pt x="1078958" y="0"/>
                  <a:pt x="1113440" y="34484"/>
                  <a:pt x="1113440" y="77023"/>
                </a:cubicBezTo>
                <a:lnTo>
                  <a:pt x="1113440" y="269575"/>
                </a:lnTo>
                <a:lnTo>
                  <a:pt x="1113440" y="385107"/>
                </a:lnTo>
                <a:lnTo>
                  <a:pt x="1113440" y="385106"/>
                </a:lnTo>
                <a:cubicBezTo>
                  <a:pt x="1113440" y="427644"/>
                  <a:pt x="1078958" y="462127"/>
                  <a:pt x="1036428" y="462127"/>
                </a:cubicBezTo>
                <a:lnTo>
                  <a:pt x="492534" y="462127"/>
                </a:lnTo>
                <a:lnTo>
                  <a:pt x="226437" y="462127"/>
                </a:lnTo>
                <a:lnTo>
                  <a:pt x="126052" y="462127"/>
                </a:lnTo>
                <a:cubicBezTo>
                  <a:pt x="83521" y="462127"/>
                  <a:pt x="49027" y="427644"/>
                  <a:pt x="49027" y="385106"/>
                </a:cubicBezTo>
                <a:lnTo>
                  <a:pt x="49027" y="385107"/>
                </a:lnTo>
                <a:lnTo>
                  <a:pt x="0" y="346171"/>
                </a:lnTo>
                <a:lnTo>
                  <a:pt x="49027" y="269575"/>
                </a:lnTo>
                <a:lnTo>
                  <a:pt x="49027" y="77023"/>
                </a:lnTo>
              </a:path>
            </a:pathLst>
          </a:custGeom>
          <a:solidFill xmlns:a="http://schemas.openxmlformats.org/drawingml/2006/main">
            <a:srgbClr val="EAC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path-250">
            <a:extLst xmlns:a="http://schemas.openxmlformats.org/drawingml/2006/main">
              <a:ext uri="{FF2B5EF4-FFF2-40B4-BE49-F238E27FC236}">
                <a16:creationId xmlns:a16="http://schemas.microsoft.com/office/drawing/2014/main" id="{5BDB2A48-8493-4D75-94C5-3BA0E6D9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9117" y="2437179"/>
            <a:ext cx="1113440" cy="462128"/>
          </a:xfrm>
          <a:custGeom xmlns:a="http://schemas.openxmlformats.org/drawingml/2006/main">
            <a:pathLst>
              <a:path w="1113440" h="462128">
                <a:moveTo>
                  <a:pt x="49027" y="77022"/>
                </a:moveTo>
                <a:cubicBezTo>
                  <a:pt x="49027" y="34484"/>
                  <a:pt x="83511" y="0"/>
                  <a:pt x="126049" y="0"/>
                </a:cubicBezTo>
                <a:lnTo>
                  <a:pt x="226429" y="0"/>
                </a:lnTo>
                <a:lnTo>
                  <a:pt x="492533" y="0"/>
                </a:lnTo>
                <a:lnTo>
                  <a:pt x="1036417" y="0"/>
                </a:lnTo>
                <a:cubicBezTo>
                  <a:pt x="1078955" y="0"/>
                  <a:pt x="1113440" y="34484"/>
                  <a:pt x="1113440" y="77022"/>
                </a:cubicBezTo>
                <a:lnTo>
                  <a:pt x="1113440" y="269575"/>
                </a:lnTo>
                <a:lnTo>
                  <a:pt x="1113440" y="385106"/>
                </a:lnTo>
                <a:lnTo>
                  <a:pt x="1113440" y="385105"/>
                </a:lnTo>
                <a:cubicBezTo>
                  <a:pt x="1113440" y="427644"/>
                  <a:pt x="1078955" y="462128"/>
                  <a:pt x="1036417" y="462128"/>
                </a:cubicBezTo>
                <a:lnTo>
                  <a:pt x="492533" y="462128"/>
                </a:lnTo>
                <a:lnTo>
                  <a:pt x="226429" y="462128"/>
                </a:lnTo>
                <a:lnTo>
                  <a:pt x="126049" y="462128"/>
                </a:lnTo>
                <a:cubicBezTo>
                  <a:pt x="83511" y="462128"/>
                  <a:pt x="49027" y="427644"/>
                  <a:pt x="49027" y="385105"/>
                </a:cubicBezTo>
                <a:lnTo>
                  <a:pt x="49027" y="385106"/>
                </a:lnTo>
                <a:lnTo>
                  <a:pt x="0" y="346171"/>
                </a:lnTo>
                <a:lnTo>
                  <a:pt x="49027" y="269575"/>
                </a:lnTo>
                <a:lnTo>
                  <a:pt x="49027" y="77022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D77D94"/>
            </a:solidFill>
            <a:prstDash val="solid"/>
          </a:ln>
        </p:spPr>
      </p:sp>
      <p:sp>
        <p:nvSpPr>
          <p:cNvPr id="352" name="text-251 B.">
            <a:extLst xmlns:a="http://schemas.openxmlformats.org/drawingml/2006/main">
              <a:ext uri="{FF2B5EF4-FFF2-40B4-BE49-F238E27FC236}">
                <a16:creationId xmlns:a16="http://schemas.microsoft.com/office/drawing/2014/main" id="{74071C07-F0A8-402B-90C6-BBBDE898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42470" y="2546122"/>
            <a:ext cx="191347" cy="252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B.</a:t>
            </a:r>
          </a:p>
        </p:txBody>
      </p:sp>
      <p:sp>
        <p:nvSpPr>
          <p:cNvPr id="353" name="text-251 Chair">
            <a:extLst xmlns:a="http://schemas.openxmlformats.org/drawingml/2006/main">
              <a:ext uri="{FF2B5EF4-FFF2-40B4-BE49-F238E27FC236}">
                <a16:creationId xmlns:a16="http://schemas.microsoft.com/office/drawing/2014/main" id="{1721435C-D952-4AF8-84D8-F311AC2E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54907" y="2546207"/>
            <a:ext cx="475177" cy="252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Chair</a:t>
            </a:r>
          </a:p>
        </p:txBody>
      </p:sp>
      <p:sp>
        <p:nvSpPr>
          <p:cNvPr id="354" name="text-252 B.">
            <a:extLst xmlns:a="http://schemas.openxmlformats.org/drawingml/2006/main">
              <a:ext uri="{FF2B5EF4-FFF2-40B4-BE49-F238E27FC236}">
                <a16:creationId xmlns:a16="http://schemas.microsoft.com/office/drawing/2014/main" id="{46BB2557-E1DC-4543-8EDF-D908C101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42470" y="2546122"/>
            <a:ext cx="191347" cy="252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B.</a:t>
            </a:r>
          </a:p>
        </p:txBody>
      </p:sp>
      <p:sp>
        <p:nvSpPr>
          <p:cNvPr id="355" name="text-252 Chair">
            <a:extLst xmlns:a="http://schemas.openxmlformats.org/drawingml/2006/main">
              <a:ext uri="{FF2B5EF4-FFF2-40B4-BE49-F238E27FC236}">
                <a16:creationId xmlns:a16="http://schemas.microsoft.com/office/drawing/2014/main" id="{E5B1FFE2-A6F9-4706-9FF3-1B39C7E8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54907" y="2546207"/>
            <a:ext cx="475177" cy="252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Chair</a:t>
            </a:r>
          </a:p>
        </p:txBody>
      </p:sp>
      <p:sp>
        <p:nvSpPr>
          <p:cNvPr id="356" name="path-253">
            <a:extLst xmlns:a="http://schemas.openxmlformats.org/drawingml/2006/main">
              <a:ext uri="{FF2B5EF4-FFF2-40B4-BE49-F238E27FC236}">
                <a16:creationId xmlns:a16="http://schemas.microsoft.com/office/drawing/2014/main" id="{EDBFA3B0-6325-4A22-B2C9-99131FE5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497" y="3177968"/>
            <a:ext cx="1401138" cy="184742"/>
          </a:xfrm>
          <a:custGeom xmlns:a="http://schemas.openxmlformats.org/drawingml/2006/main">
            <a:pathLst>
              <a:path w="1401138" h="184742">
                <a:moveTo>
                  <a:pt x="0" y="0"/>
                </a:moveTo>
                <a:lnTo>
                  <a:pt x="0" y="184742"/>
                </a:lnTo>
                <a:lnTo>
                  <a:pt x="1401138" y="184742"/>
                </a:lnTo>
                <a:lnTo>
                  <a:pt x="14011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C18CE6C8-C253-45D3-93A2-AE8BD86170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172c5e2b741af"/>
          <a:stretch xmlns:a="http://schemas.openxmlformats.org/drawingml/2006/main"/>
        </p:blipFill>
        <p:spPr>
          <a:xfrm xmlns:a="http://schemas.openxmlformats.org/drawingml/2006/main">
            <a:off x="11830880" y="3198693"/>
            <a:ext cx="247650" cy="142875"/>
          </a:xfrm>
          <a:prstGeom xmlns:a="http://schemas.openxmlformats.org/drawingml/2006/main" prst="rect">
            <a:avLst/>
          </a:prstGeom>
        </p:spPr>
      </p:pic>
      <p:pic>
        <p:nvPic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01F3766A-1FF8-46EC-B0AA-A7D1783F8C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a32a5b9954441"/>
          <a:stretch xmlns:a="http://schemas.openxmlformats.org/drawingml/2006/main"/>
        </p:blipFill>
        <p:spPr>
          <a:xfrm xmlns:a="http://schemas.openxmlformats.org/drawingml/2006/main">
            <a:off x="10678355" y="3198693"/>
            <a:ext cx="238125" cy="142875"/>
          </a:xfrm>
          <a:prstGeom xmlns:a="http://schemas.openxmlformats.org/drawingml/2006/main" prst="rect">
            <a:avLst/>
          </a:prstGeom>
        </p:spPr>
      </p:pic>
      <p:pic>
        <p:nvPic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863F5654-2C75-4B29-BC15-9087DB82CA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9f9394f094e97"/>
          <a:stretch xmlns:a="http://schemas.openxmlformats.org/drawingml/2006/main"/>
        </p:blipFill>
        <p:spPr>
          <a:xfrm xmlns:a="http://schemas.openxmlformats.org/drawingml/2006/main">
            <a:off x="10906955" y="3198693"/>
            <a:ext cx="238125" cy="142875"/>
          </a:xfrm>
          <a:prstGeom xmlns:a="http://schemas.openxmlformats.org/drawingml/2006/main" prst="rect">
            <a:avLst/>
          </a:prstGeom>
        </p:spPr>
      </p:pic>
      <p:pic>
        <p:nvPic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AEB35622-3D09-4BBC-95DA-0E96815E2B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54985e5d64b5a"/>
          <a:stretch xmlns:a="http://schemas.openxmlformats.org/drawingml/2006/main"/>
        </p:blipFill>
        <p:spPr>
          <a:xfrm xmlns:a="http://schemas.openxmlformats.org/drawingml/2006/main">
            <a:off x="11135555" y="3198693"/>
            <a:ext cx="247650" cy="142875"/>
          </a:xfrm>
          <a:prstGeom xmlns:a="http://schemas.openxmlformats.org/drawingml/2006/main" prst="rect">
            <a:avLst/>
          </a:prstGeom>
        </p:spPr>
      </p:pic>
      <p:pic>
        <p:nvPic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2AAC7CC6-8AEA-4242-BFA6-F858BAB283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20cb9b0f24016"/>
          <a:stretch xmlns:a="http://schemas.openxmlformats.org/drawingml/2006/main"/>
        </p:blipFill>
        <p:spPr>
          <a:xfrm xmlns:a="http://schemas.openxmlformats.org/drawingml/2006/main">
            <a:off x="11373680" y="3198693"/>
            <a:ext cx="238125" cy="142875"/>
          </a:xfrm>
          <a:prstGeom xmlns:a="http://schemas.openxmlformats.org/drawingml/2006/main" prst="rect">
            <a:avLst/>
          </a:prstGeom>
        </p:spPr>
      </p:pic>
      <p:pic>
        <p:nvPic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75EE95E0-BC18-4B63-AEBE-45C66F9654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22e8be21f443d"/>
          <a:stretch xmlns:a="http://schemas.openxmlformats.org/drawingml/2006/main"/>
        </p:blipFill>
        <p:spPr>
          <a:xfrm xmlns:a="http://schemas.openxmlformats.org/drawingml/2006/main">
            <a:off x="11602280" y="3198693"/>
            <a:ext cx="238125" cy="142875"/>
          </a:xfrm>
          <a:prstGeom xmlns:a="http://schemas.openxmlformats.org/drawingml/2006/main" prst="rect">
            <a:avLst/>
          </a:prstGeom>
        </p:spPr>
      </p:pic>
      <p:sp>
        <p:nvSpPr>
          <p:cNvPr id="363" name="path-260">
            <a:extLst xmlns:a="http://schemas.openxmlformats.org/drawingml/2006/main">
              <a:ext uri="{FF2B5EF4-FFF2-40B4-BE49-F238E27FC236}">
                <a16:creationId xmlns:a16="http://schemas.microsoft.com/office/drawing/2014/main" id="{F183128E-A3A7-4F11-8844-07F48617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045" y="3183670"/>
            <a:ext cx="63077" cy="15832"/>
          </a:xfrm>
          <a:custGeom xmlns:a="http://schemas.openxmlformats.org/drawingml/2006/main">
            <a:pathLst>
              <a:path w="63077" h="15832">
                <a:moveTo>
                  <a:pt x="0" y="2639"/>
                </a:moveTo>
                <a:cubicBezTo>
                  <a:pt x="0" y="1182"/>
                  <a:pt x="1180" y="0"/>
                  <a:pt x="2639" y="0"/>
                </a:cubicBezTo>
                <a:lnTo>
                  <a:pt x="60439" y="0"/>
                </a:lnTo>
                <a:cubicBezTo>
                  <a:pt x="61896" y="0"/>
                  <a:pt x="63077" y="1182"/>
                  <a:pt x="63077" y="2639"/>
                </a:cubicBezTo>
                <a:lnTo>
                  <a:pt x="63077" y="13194"/>
                </a:lnTo>
                <a:cubicBezTo>
                  <a:pt x="63077" y="14651"/>
                  <a:pt x="61896" y="15832"/>
                  <a:pt x="60439" y="15832"/>
                </a:cubicBezTo>
                <a:lnTo>
                  <a:pt x="2639" y="15832"/>
                </a:lnTo>
                <a:cubicBezTo>
                  <a:pt x="1180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ath-261">
            <a:extLst xmlns:a="http://schemas.openxmlformats.org/drawingml/2006/main">
              <a:ext uri="{FF2B5EF4-FFF2-40B4-BE49-F238E27FC236}">
                <a16:creationId xmlns:a16="http://schemas.microsoft.com/office/drawing/2014/main" id="{92C5F9C7-1681-467F-89D6-A9635AC7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002" y="3183670"/>
            <a:ext cx="63080" cy="15832"/>
          </a:xfrm>
          <a:custGeom xmlns:a="http://schemas.openxmlformats.org/drawingml/2006/main">
            <a:pathLst>
              <a:path w="63080" h="15832">
                <a:moveTo>
                  <a:pt x="0" y="2639"/>
                </a:moveTo>
                <a:cubicBezTo>
                  <a:pt x="0" y="1182"/>
                  <a:pt x="1181" y="0"/>
                  <a:pt x="2639" y="0"/>
                </a:cubicBezTo>
                <a:lnTo>
                  <a:pt x="60440" y="0"/>
                </a:lnTo>
                <a:cubicBezTo>
                  <a:pt x="61897" y="0"/>
                  <a:pt x="63080" y="1182"/>
                  <a:pt x="63080" y="2639"/>
                </a:cubicBezTo>
                <a:lnTo>
                  <a:pt x="63080" y="13194"/>
                </a:lnTo>
                <a:cubicBezTo>
                  <a:pt x="63080" y="14651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1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ath-262">
            <a:extLst xmlns:a="http://schemas.openxmlformats.org/drawingml/2006/main">
              <a:ext uri="{FF2B5EF4-FFF2-40B4-BE49-F238E27FC236}">
                <a16:creationId xmlns:a16="http://schemas.microsoft.com/office/drawing/2014/main" id="{C1525597-29F6-4F55-8CE8-AD2E3A91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960" y="3183670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2"/>
                  <a:pt x="1182" y="0"/>
                  <a:pt x="2639" y="0"/>
                </a:cubicBezTo>
                <a:lnTo>
                  <a:pt x="60440" y="0"/>
                </a:lnTo>
                <a:cubicBezTo>
                  <a:pt x="61897" y="0"/>
                  <a:pt x="63079" y="1182"/>
                  <a:pt x="63079" y="2639"/>
                </a:cubicBezTo>
                <a:lnTo>
                  <a:pt x="63079" y="13194"/>
                </a:lnTo>
                <a:cubicBezTo>
                  <a:pt x="63079" y="14651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2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path-263">
            <a:extLst xmlns:a="http://schemas.openxmlformats.org/drawingml/2006/main">
              <a:ext uri="{FF2B5EF4-FFF2-40B4-BE49-F238E27FC236}">
                <a16:creationId xmlns:a16="http://schemas.microsoft.com/office/drawing/2014/main" id="{1C0810EF-050E-45C8-8404-A848B9A3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917" y="3183670"/>
            <a:ext cx="63080" cy="15832"/>
          </a:xfrm>
          <a:custGeom xmlns:a="http://schemas.openxmlformats.org/drawingml/2006/main">
            <a:pathLst>
              <a:path w="63080" h="15832">
                <a:moveTo>
                  <a:pt x="0" y="2639"/>
                </a:moveTo>
                <a:cubicBezTo>
                  <a:pt x="0" y="1182"/>
                  <a:pt x="1182" y="0"/>
                  <a:pt x="2639" y="0"/>
                </a:cubicBezTo>
                <a:lnTo>
                  <a:pt x="60440" y="0"/>
                </a:lnTo>
                <a:cubicBezTo>
                  <a:pt x="61898" y="0"/>
                  <a:pt x="63080" y="1182"/>
                  <a:pt x="63080" y="2639"/>
                </a:cubicBezTo>
                <a:lnTo>
                  <a:pt x="63080" y="13194"/>
                </a:lnTo>
                <a:cubicBezTo>
                  <a:pt x="63080" y="14651"/>
                  <a:pt x="61898" y="15832"/>
                  <a:pt x="60440" y="15832"/>
                </a:cubicBezTo>
                <a:lnTo>
                  <a:pt x="2639" y="15832"/>
                </a:lnTo>
                <a:cubicBezTo>
                  <a:pt x="1182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path-264">
            <a:extLst xmlns:a="http://schemas.openxmlformats.org/drawingml/2006/main">
              <a:ext uri="{FF2B5EF4-FFF2-40B4-BE49-F238E27FC236}">
                <a16:creationId xmlns:a16="http://schemas.microsoft.com/office/drawing/2014/main" id="{27A9345F-F8F9-457A-A5FE-0B29E633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9875" y="3183670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2"/>
                  <a:pt x="1180" y="0"/>
                  <a:pt x="2639" y="0"/>
                </a:cubicBezTo>
                <a:lnTo>
                  <a:pt x="60440" y="0"/>
                </a:lnTo>
                <a:cubicBezTo>
                  <a:pt x="61897" y="0"/>
                  <a:pt x="63079" y="1182"/>
                  <a:pt x="63079" y="2639"/>
                </a:cubicBezTo>
                <a:lnTo>
                  <a:pt x="63079" y="13194"/>
                </a:lnTo>
                <a:cubicBezTo>
                  <a:pt x="63079" y="14651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0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265">
            <a:extLst xmlns:a="http://schemas.openxmlformats.org/drawingml/2006/main">
              <a:ext uri="{FF2B5EF4-FFF2-40B4-BE49-F238E27FC236}">
                <a16:creationId xmlns:a16="http://schemas.microsoft.com/office/drawing/2014/main" id="{15A3DC81-47EA-4398-85D5-D54D2C6E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834" y="3183670"/>
            <a:ext cx="63077" cy="15832"/>
          </a:xfrm>
          <a:custGeom xmlns:a="http://schemas.openxmlformats.org/drawingml/2006/main">
            <a:pathLst>
              <a:path w="63077" h="15832">
                <a:moveTo>
                  <a:pt x="0" y="2639"/>
                </a:moveTo>
                <a:cubicBezTo>
                  <a:pt x="0" y="1182"/>
                  <a:pt x="1180" y="0"/>
                  <a:pt x="2639" y="0"/>
                </a:cubicBezTo>
                <a:lnTo>
                  <a:pt x="60438" y="0"/>
                </a:lnTo>
                <a:cubicBezTo>
                  <a:pt x="61896" y="0"/>
                  <a:pt x="63077" y="1182"/>
                  <a:pt x="63077" y="2639"/>
                </a:cubicBezTo>
                <a:lnTo>
                  <a:pt x="63077" y="13194"/>
                </a:lnTo>
                <a:cubicBezTo>
                  <a:pt x="63077" y="14651"/>
                  <a:pt x="61896" y="15832"/>
                  <a:pt x="60438" y="15832"/>
                </a:cubicBezTo>
                <a:lnTo>
                  <a:pt x="2639" y="15832"/>
                </a:lnTo>
                <a:cubicBezTo>
                  <a:pt x="1180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path-266">
            <a:extLst xmlns:a="http://schemas.openxmlformats.org/drawingml/2006/main">
              <a:ext uri="{FF2B5EF4-FFF2-40B4-BE49-F238E27FC236}">
                <a16:creationId xmlns:a16="http://schemas.microsoft.com/office/drawing/2014/main" id="{77141347-E56E-4F3C-A3E4-5FD83D73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790" y="3183670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2"/>
                  <a:pt x="1182" y="0"/>
                  <a:pt x="2639" y="0"/>
                </a:cubicBezTo>
                <a:lnTo>
                  <a:pt x="60440" y="0"/>
                </a:lnTo>
                <a:cubicBezTo>
                  <a:pt x="61897" y="0"/>
                  <a:pt x="63079" y="1182"/>
                  <a:pt x="63079" y="2639"/>
                </a:cubicBezTo>
                <a:lnTo>
                  <a:pt x="63079" y="13194"/>
                </a:lnTo>
                <a:cubicBezTo>
                  <a:pt x="63079" y="14651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2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path-267">
            <a:extLst xmlns:a="http://schemas.openxmlformats.org/drawingml/2006/main">
              <a:ext uri="{FF2B5EF4-FFF2-40B4-BE49-F238E27FC236}">
                <a16:creationId xmlns:a16="http://schemas.microsoft.com/office/drawing/2014/main" id="{95680A41-CB5E-48AE-86C6-CD0EC0F2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48" y="3183670"/>
            <a:ext cx="63080" cy="15832"/>
          </a:xfrm>
          <a:custGeom xmlns:a="http://schemas.openxmlformats.org/drawingml/2006/main">
            <a:pathLst>
              <a:path w="63080" h="15832">
                <a:moveTo>
                  <a:pt x="0" y="2639"/>
                </a:moveTo>
                <a:cubicBezTo>
                  <a:pt x="0" y="1182"/>
                  <a:pt x="1182" y="0"/>
                  <a:pt x="2640" y="0"/>
                </a:cubicBezTo>
                <a:lnTo>
                  <a:pt x="60441" y="0"/>
                </a:lnTo>
                <a:cubicBezTo>
                  <a:pt x="61897" y="0"/>
                  <a:pt x="63080" y="1182"/>
                  <a:pt x="63080" y="2639"/>
                </a:cubicBezTo>
                <a:lnTo>
                  <a:pt x="63080" y="13194"/>
                </a:lnTo>
                <a:cubicBezTo>
                  <a:pt x="63080" y="14651"/>
                  <a:pt x="61897" y="15832"/>
                  <a:pt x="60441" y="15832"/>
                </a:cubicBezTo>
                <a:lnTo>
                  <a:pt x="2640" y="15832"/>
                </a:lnTo>
                <a:cubicBezTo>
                  <a:pt x="1182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ath-268">
            <a:extLst xmlns:a="http://schemas.openxmlformats.org/drawingml/2006/main">
              <a:ext uri="{FF2B5EF4-FFF2-40B4-BE49-F238E27FC236}">
                <a16:creationId xmlns:a16="http://schemas.microsoft.com/office/drawing/2014/main" id="{A2D10F2E-23FB-433C-864E-4C68217F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706" y="3183670"/>
            <a:ext cx="63077" cy="15832"/>
          </a:xfrm>
          <a:custGeom xmlns:a="http://schemas.openxmlformats.org/drawingml/2006/main">
            <a:pathLst>
              <a:path w="63077" h="15832">
                <a:moveTo>
                  <a:pt x="0" y="2639"/>
                </a:moveTo>
                <a:cubicBezTo>
                  <a:pt x="0" y="1182"/>
                  <a:pt x="1181" y="0"/>
                  <a:pt x="2639" y="0"/>
                </a:cubicBezTo>
                <a:lnTo>
                  <a:pt x="60439" y="0"/>
                </a:lnTo>
                <a:cubicBezTo>
                  <a:pt x="61896" y="0"/>
                  <a:pt x="63077" y="1182"/>
                  <a:pt x="63077" y="2639"/>
                </a:cubicBezTo>
                <a:lnTo>
                  <a:pt x="63077" y="13194"/>
                </a:lnTo>
                <a:cubicBezTo>
                  <a:pt x="63077" y="14651"/>
                  <a:pt x="61896" y="15832"/>
                  <a:pt x="60439" y="15832"/>
                </a:cubicBezTo>
                <a:lnTo>
                  <a:pt x="2639" y="15832"/>
                </a:lnTo>
                <a:cubicBezTo>
                  <a:pt x="1181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path-269">
            <a:extLst xmlns:a="http://schemas.openxmlformats.org/drawingml/2006/main">
              <a:ext uri="{FF2B5EF4-FFF2-40B4-BE49-F238E27FC236}">
                <a16:creationId xmlns:a16="http://schemas.microsoft.com/office/drawing/2014/main" id="{62BDA6BD-1E62-4C60-BF67-396F55B5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664" y="3183670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2"/>
                  <a:pt x="1181" y="0"/>
                  <a:pt x="2639" y="0"/>
                </a:cubicBezTo>
                <a:lnTo>
                  <a:pt x="60440" y="0"/>
                </a:lnTo>
                <a:cubicBezTo>
                  <a:pt x="61897" y="0"/>
                  <a:pt x="63079" y="1182"/>
                  <a:pt x="63079" y="2639"/>
                </a:cubicBezTo>
                <a:lnTo>
                  <a:pt x="63079" y="13194"/>
                </a:lnTo>
                <a:cubicBezTo>
                  <a:pt x="63079" y="14651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1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path-270">
            <a:extLst xmlns:a="http://schemas.openxmlformats.org/drawingml/2006/main">
              <a:ext uri="{FF2B5EF4-FFF2-40B4-BE49-F238E27FC236}">
                <a16:creationId xmlns:a16="http://schemas.microsoft.com/office/drawing/2014/main" id="{CE848ACB-6041-42F7-8B41-6920433C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9621" y="3183670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2"/>
                  <a:pt x="1181" y="0"/>
                  <a:pt x="2639" y="0"/>
                </a:cubicBezTo>
                <a:lnTo>
                  <a:pt x="60440" y="0"/>
                </a:lnTo>
                <a:cubicBezTo>
                  <a:pt x="61896" y="0"/>
                  <a:pt x="63079" y="1182"/>
                  <a:pt x="63079" y="2639"/>
                </a:cubicBezTo>
                <a:lnTo>
                  <a:pt x="63079" y="13194"/>
                </a:lnTo>
                <a:cubicBezTo>
                  <a:pt x="63079" y="14651"/>
                  <a:pt x="61896" y="15832"/>
                  <a:pt x="60440" y="15832"/>
                </a:cubicBezTo>
                <a:lnTo>
                  <a:pt x="2639" y="15832"/>
                </a:lnTo>
                <a:cubicBezTo>
                  <a:pt x="1181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271">
            <a:extLst xmlns:a="http://schemas.openxmlformats.org/drawingml/2006/main">
              <a:ext uri="{FF2B5EF4-FFF2-40B4-BE49-F238E27FC236}">
                <a16:creationId xmlns:a16="http://schemas.microsoft.com/office/drawing/2014/main" id="{315378F1-0AA4-467A-A1ED-569A3AF2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578" y="3183670"/>
            <a:ext cx="63080" cy="15832"/>
          </a:xfrm>
          <a:custGeom xmlns:a="http://schemas.openxmlformats.org/drawingml/2006/main">
            <a:pathLst>
              <a:path w="63080" h="15832">
                <a:moveTo>
                  <a:pt x="0" y="2639"/>
                </a:moveTo>
                <a:cubicBezTo>
                  <a:pt x="0" y="1182"/>
                  <a:pt x="1182" y="0"/>
                  <a:pt x="2640" y="0"/>
                </a:cubicBezTo>
                <a:lnTo>
                  <a:pt x="60441" y="0"/>
                </a:lnTo>
                <a:cubicBezTo>
                  <a:pt x="61897" y="0"/>
                  <a:pt x="63080" y="1182"/>
                  <a:pt x="63080" y="2639"/>
                </a:cubicBezTo>
                <a:lnTo>
                  <a:pt x="63080" y="13194"/>
                </a:lnTo>
                <a:cubicBezTo>
                  <a:pt x="63080" y="14651"/>
                  <a:pt x="61897" y="15832"/>
                  <a:pt x="60441" y="15832"/>
                </a:cubicBezTo>
                <a:lnTo>
                  <a:pt x="2640" y="15832"/>
                </a:lnTo>
                <a:cubicBezTo>
                  <a:pt x="1182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path-272">
            <a:extLst xmlns:a="http://schemas.openxmlformats.org/drawingml/2006/main">
              <a:ext uri="{FF2B5EF4-FFF2-40B4-BE49-F238E27FC236}">
                <a16:creationId xmlns:a16="http://schemas.microsoft.com/office/drawing/2014/main" id="{4DE94B1F-19A5-4AE2-8D72-F5ACE804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9537" y="3183670"/>
            <a:ext cx="63077" cy="15832"/>
          </a:xfrm>
          <a:custGeom xmlns:a="http://schemas.openxmlformats.org/drawingml/2006/main">
            <a:pathLst>
              <a:path w="63077" h="15832">
                <a:moveTo>
                  <a:pt x="0" y="2639"/>
                </a:moveTo>
                <a:cubicBezTo>
                  <a:pt x="0" y="1182"/>
                  <a:pt x="1180" y="0"/>
                  <a:pt x="2637" y="0"/>
                </a:cubicBezTo>
                <a:lnTo>
                  <a:pt x="60439" y="0"/>
                </a:lnTo>
                <a:cubicBezTo>
                  <a:pt x="61897" y="0"/>
                  <a:pt x="63077" y="1182"/>
                  <a:pt x="63077" y="2639"/>
                </a:cubicBezTo>
                <a:lnTo>
                  <a:pt x="63077" y="13194"/>
                </a:lnTo>
                <a:cubicBezTo>
                  <a:pt x="63077" y="14651"/>
                  <a:pt x="61897" y="15832"/>
                  <a:pt x="60439" y="15832"/>
                </a:cubicBezTo>
                <a:lnTo>
                  <a:pt x="2637" y="15832"/>
                </a:lnTo>
                <a:cubicBezTo>
                  <a:pt x="1180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path-273">
            <a:extLst xmlns:a="http://schemas.openxmlformats.org/drawingml/2006/main">
              <a:ext uri="{FF2B5EF4-FFF2-40B4-BE49-F238E27FC236}">
                <a16:creationId xmlns:a16="http://schemas.microsoft.com/office/drawing/2014/main" id="{358262BA-8017-434B-BFD8-7E8A3060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9494" y="3183670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2"/>
                  <a:pt x="1181" y="0"/>
                  <a:pt x="2639" y="0"/>
                </a:cubicBezTo>
                <a:lnTo>
                  <a:pt x="60440" y="0"/>
                </a:lnTo>
                <a:cubicBezTo>
                  <a:pt x="61897" y="0"/>
                  <a:pt x="63079" y="1182"/>
                  <a:pt x="63079" y="2639"/>
                </a:cubicBezTo>
                <a:lnTo>
                  <a:pt x="63079" y="13194"/>
                </a:lnTo>
                <a:cubicBezTo>
                  <a:pt x="63079" y="14651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1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274">
            <a:extLst xmlns:a="http://schemas.openxmlformats.org/drawingml/2006/main">
              <a:ext uri="{FF2B5EF4-FFF2-40B4-BE49-F238E27FC236}">
                <a16:creationId xmlns:a16="http://schemas.microsoft.com/office/drawing/2014/main" id="{88446A8C-C75A-4BB2-9A9F-56410AD5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9452" y="3183670"/>
            <a:ext cx="63073" cy="15832"/>
          </a:xfrm>
          <a:custGeom xmlns:a="http://schemas.openxmlformats.org/drawingml/2006/main">
            <a:pathLst>
              <a:path w="63073" h="15832">
                <a:moveTo>
                  <a:pt x="0" y="2639"/>
                </a:moveTo>
                <a:cubicBezTo>
                  <a:pt x="0" y="1182"/>
                  <a:pt x="1180" y="0"/>
                  <a:pt x="2639" y="0"/>
                </a:cubicBezTo>
                <a:lnTo>
                  <a:pt x="60439" y="0"/>
                </a:lnTo>
                <a:cubicBezTo>
                  <a:pt x="61892" y="0"/>
                  <a:pt x="63073" y="1182"/>
                  <a:pt x="63073" y="2639"/>
                </a:cubicBezTo>
                <a:lnTo>
                  <a:pt x="63073" y="13194"/>
                </a:lnTo>
                <a:cubicBezTo>
                  <a:pt x="63073" y="14651"/>
                  <a:pt x="61892" y="15832"/>
                  <a:pt x="60439" y="15832"/>
                </a:cubicBezTo>
                <a:lnTo>
                  <a:pt x="2639" y="15832"/>
                </a:lnTo>
                <a:cubicBezTo>
                  <a:pt x="1180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path-275">
            <a:extLst xmlns:a="http://schemas.openxmlformats.org/drawingml/2006/main">
              <a:ext uri="{FF2B5EF4-FFF2-40B4-BE49-F238E27FC236}">
                <a16:creationId xmlns:a16="http://schemas.microsoft.com/office/drawing/2014/main" id="{788BDBD1-C06D-4140-9824-94F8F6D3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9414" y="3183670"/>
            <a:ext cx="63076" cy="15832"/>
          </a:xfrm>
          <a:custGeom xmlns:a="http://schemas.openxmlformats.org/drawingml/2006/main">
            <a:pathLst>
              <a:path w="63076" h="15832">
                <a:moveTo>
                  <a:pt x="0" y="2639"/>
                </a:moveTo>
                <a:cubicBezTo>
                  <a:pt x="0" y="1182"/>
                  <a:pt x="1171" y="0"/>
                  <a:pt x="2635" y="0"/>
                </a:cubicBezTo>
                <a:lnTo>
                  <a:pt x="60431" y="0"/>
                </a:lnTo>
                <a:cubicBezTo>
                  <a:pt x="61895" y="0"/>
                  <a:pt x="63076" y="1182"/>
                  <a:pt x="63076" y="2639"/>
                </a:cubicBezTo>
                <a:lnTo>
                  <a:pt x="63076" y="13194"/>
                </a:lnTo>
                <a:cubicBezTo>
                  <a:pt x="63076" y="14651"/>
                  <a:pt x="61895" y="15832"/>
                  <a:pt x="60431" y="15832"/>
                </a:cubicBezTo>
                <a:lnTo>
                  <a:pt x="2635" y="15832"/>
                </a:lnTo>
                <a:cubicBezTo>
                  <a:pt x="1171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path-276">
            <a:extLst xmlns:a="http://schemas.openxmlformats.org/drawingml/2006/main">
              <a:ext uri="{FF2B5EF4-FFF2-40B4-BE49-F238E27FC236}">
                <a16:creationId xmlns:a16="http://schemas.microsoft.com/office/drawing/2014/main" id="{7A1ECD07-FDAE-4E5B-B675-7B447169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370" y="3183670"/>
            <a:ext cx="63076" cy="15832"/>
          </a:xfrm>
          <a:custGeom xmlns:a="http://schemas.openxmlformats.org/drawingml/2006/main">
            <a:pathLst>
              <a:path w="63076" h="15832">
                <a:moveTo>
                  <a:pt x="0" y="2639"/>
                </a:moveTo>
                <a:cubicBezTo>
                  <a:pt x="0" y="1182"/>
                  <a:pt x="1181" y="0"/>
                  <a:pt x="2634" y="0"/>
                </a:cubicBezTo>
                <a:lnTo>
                  <a:pt x="60431" y="0"/>
                </a:lnTo>
                <a:cubicBezTo>
                  <a:pt x="61894" y="0"/>
                  <a:pt x="63076" y="1182"/>
                  <a:pt x="63076" y="2639"/>
                </a:cubicBezTo>
                <a:lnTo>
                  <a:pt x="63076" y="13194"/>
                </a:lnTo>
                <a:cubicBezTo>
                  <a:pt x="63076" y="14651"/>
                  <a:pt x="61894" y="15832"/>
                  <a:pt x="60431" y="15832"/>
                </a:cubicBezTo>
                <a:lnTo>
                  <a:pt x="2634" y="15832"/>
                </a:lnTo>
                <a:cubicBezTo>
                  <a:pt x="1181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277">
            <a:extLst xmlns:a="http://schemas.openxmlformats.org/drawingml/2006/main">
              <a:ext uri="{FF2B5EF4-FFF2-40B4-BE49-F238E27FC236}">
                <a16:creationId xmlns:a16="http://schemas.microsoft.com/office/drawing/2014/main" id="{4A318E53-8B9D-40BD-9CA2-17DDFA2D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9324" y="3183670"/>
            <a:ext cx="63077" cy="15832"/>
          </a:xfrm>
          <a:custGeom xmlns:a="http://schemas.openxmlformats.org/drawingml/2006/main">
            <a:pathLst>
              <a:path w="63077" h="15832">
                <a:moveTo>
                  <a:pt x="0" y="2639"/>
                </a:moveTo>
                <a:cubicBezTo>
                  <a:pt x="0" y="1182"/>
                  <a:pt x="1182" y="0"/>
                  <a:pt x="2634" y="0"/>
                </a:cubicBezTo>
                <a:lnTo>
                  <a:pt x="60442" y="0"/>
                </a:lnTo>
                <a:cubicBezTo>
                  <a:pt x="61895" y="0"/>
                  <a:pt x="63077" y="1182"/>
                  <a:pt x="63077" y="2639"/>
                </a:cubicBezTo>
                <a:lnTo>
                  <a:pt x="63077" y="13194"/>
                </a:lnTo>
                <a:cubicBezTo>
                  <a:pt x="63077" y="14651"/>
                  <a:pt x="61895" y="15832"/>
                  <a:pt x="60442" y="15832"/>
                </a:cubicBezTo>
                <a:lnTo>
                  <a:pt x="2634" y="15832"/>
                </a:lnTo>
                <a:cubicBezTo>
                  <a:pt x="1182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ath-278">
            <a:extLst xmlns:a="http://schemas.openxmlformats.org/drawingml/2006/main">
              <a:ext uri="{FF2B5EF4-FFF2-40B4-BE49-F238E27FC236}">
                <a16:creationId xmlns:a16="http://schemas.microsoft.com/office/drawing/2014/main" id="{8CE3A695-D175-488E-A94B-D95CA0AF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9280" y="3183670"/>
            <a:ext cx="63076" cy="15832"/>
          </a:xfrm>
          <a:custGeom xmlns:a="http://schemas.openxmlformats.org/drawingml/2006/main">
            <a:pathLst>
              <a:path w="63076" h="15832">
                <a:moveTo>
                  <a:pt x="0" y="2639"/>
                </a:moveTo>
                <a:cubicBezTo>
                  <a:pt x="0" y="1182"/>
                  <a:pt x="1182" y="0"/>
                  <a:pt x="2634" y="0"/>
                </a:cubicBezTo>
                <a:lnTo>
                  <a:pt x="60442" y="0"/>
                </a:lnTo>
                <a:cubicBezTo>
                  <a:pt x="61894" y="0"/>
                  <a:pt x="63076" y="1182"/>
                  <a:pt x="63076" y="2639"/>
                </a:cubicBezTo>
                <a:lnTo>
                  <a:pt x="63076" y="13194"/>
                </a:lnTo>
                <a:cubicBezTo>
                  <a:pt x="63076" y="14651"/>
                  <a:pt x="61894" y="15832"/>
                  <a:pt x="60442" y="15832"/>
                </a:cubicBezTo>
                <a:lnTo>
                  <a:pt x="2634" y="15832"/>
                </a:lnTo>
                <a:cubicBezTo>
                  <a:pt x="1182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path-279">
            <a:extLst xmlns:a="http://schemas.openxmlformats.org/drawingml/2006/main">
              <a:ext uri="{FF2B5EF4-FFF2-40B4-BE49-F238E27FC236}">
                <a16:creationId xmlns:a16="http://schemas.microsoft.com/office/drawing/2014/main" id="{E2C37306-320F-4BFF-8611-7B9AD7F8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9236" y="3183670"/>
            <a:ext cx="63088" cy="15832"/>
          </a:xfrm>
          <a:custGeom xmlns:a="http://schemas.openxmlformats.org/drawingml/2006/main">
            <a:pathLst>
              <a:path w="63088" h="15832">
                <a:moveTo>
                  <a:pt x="0" y="2639"/>
                </a:moveTo>
                <a:cubicBezTo>
                  <a:pt x="0" y="1182"/>
                  <a:pt x="1181" y="0"/>
                  <a:pt x="2645" y="0"/>
                </a:cubicBezTo>
                <a:lnTo>
                  <a:pt x="60442" y="0"/>
                </a:lnTo>
                <a:cubicBezTo>
                  <a:pt x="61905" y="0"/>
                  <a:pt x="63088" y="1182"/>
                  <a:pt x="63088" y="2639"/>
                </a:cubicBezTo>
                <a:lnTo>
                  <a:pt x="63088" y="13194"/>
                </a:lnTo>
                <a:cubicBezTo>
                  <a:pt x="63088" y="14651"/>
                  <a:pt x="61905" y="15832"/>
                  <a:pt x="60442" y="15832"/>
                </a:cubicBezTo>
                <a:lnTo>
                  <a:pt x="2645" y="15832"/>
                </a:lnTo>
                <a:cubicBezTo>
                  <a:pt x="1181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280">
            <a:extLst xmlns:a="http://schemas.openxmlformats.org/drawingml/2006/main">
              <a:ext uri="{FF2B5EF4-FFF2-40B4-BE49-F238E27FC236}">
                <a16:creationId xmlns:a16="http://schemas.microsoft.com/office/drawing/2014/main" id="{F60E7BD6-387F-4B5A-A34D-A24AA1C4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045" y="3341175"/>
            <a:ext cx="63077" cy="15832"/>
          </a:xfrm>
          <a:custGeom xmlns:a="http://schemas.openxmlformats.org/drawingml/2006/main">
            <a:pathLst>
              <a:path w="63077" h="15832">
                <a:moveTo>
                  <a:pt x="0" y="2639"/>
                </a:moveTo>
                <a:cubicBezTo>
                  <a:pt x="0" y="1181"/>
                  <a:pt x="1180" y="0"/>
                  <a:pt x="2639" y="0"/>
                </a:cubicBezTo>
                <a:lnTo>
                  <a:pt x="60439" y="0"/>
                </a:lnTo>
                <a:cubicBezTo>
                  <a:pt x="61896" y="0"/>
                  <a:pt x="63077" y="1181"/>
                  <a:pt x="63077" y="2639"/>
                </a:cubicBezTo>
                <a:lnTo>
                  <a:pt x="63077" y="13193"/>
                </a:lnTo>
                <a:cubicBezTo>
                  <a:pt x="63077" y="14650"/>
                  <a:pt x="61896" y="15832"/>
                  <a:pt x="60439" y="15832"/>
                </a:cubicBezTo>
                <a:lnTo>
                  <a:pt x="2639" y="15832"/>
                </a:lnTo>
                <a:cubicBezTo>
                  <a:pt x="1180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path-281">
            <a:extLst xmlns:a="http://schemas.openxmlformats.org/drawingml/2006/main">
              <a:ext uri="{FF2B5EF4-FFF2-40B4-BE49-F238E27FC236}">
                <a16:creationId xmlns:a16="http://schemas.microsoft.com/office/drawing/2014/main" id="{7085E811-229D-447B-8311-59CC41B1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002" y="3341175"/>
            <a:ext cx="63080" cy="15832"/>
          </a:xfrm>
          <a:custGeom xmlns:a="http://schemas.openxmlformats.org/drawingml/2006/main">
            <a:pathLst>
              <a:path w="63080" h="15832">
                <a:moveTo>
                  <a:pt x="0" y="2639"/>
                </a:moveTo>
                <a:cubicBezTo>
                  <a:pt x="0" y="1181"/>
                  <a:pt x="1181" y="0"/>
                  <a:pt x="2639" y="0"/>
                </a:cubicBezTo>
                <a:lnTo>
                  <a:pt x="60440" y="0"/>
                </a:lnTo>
                <a:cubicBezTo>
                  <a:pt x="61897" y="0"/>
                  <a:pt x="63080" y="1181"/>
                  <a:pt x="63080" y="2639"/>
                </a:cubicBezTo>
                <a:lnTo>
                  <a:pt x="63080" y="13193"/>
                </a:lnTo>
                <a:cubicBezTo>
                  <a:pt x="63080" y="14650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1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path-282">
            <a:extLst xmlns:a="http://schemas.openxmlformats.org/drawingml/2006/main">
              <a:ext uri="{FF2B5EF4-FFF2-40B4-BE49-F238E27FC236}">
                <a16:creationId xmlns:a16="http://schemas.microsoft.com/office/drawing/2014/main" id="{D1275CCD-40F3-44DB-8954-C8CD0A69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960" y="3341175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1"/>
                  <a:pt x="1182" y="0"/>
                  <a:pt x="2639" y="0"/>
                </a:cubicBezTo>
                <a:lnTo>
                  <a:pt x="60440" y="0"/>
                </a:lnTo>
                <a:cubicBezTo>
                  <a:pt x="61897" y="0"/>
                  <a:pt x="63079" y="1181"/>
                  <a:pt x="63079" y="2639"/>
                </a:cubicBezTo>
                <a:lnTo>
                  <a:pt x="63079" y="13193"/>
                </a:lnTo>
                <a:cubicBezTo>
                  <a:pt x="63079" y="14650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2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path-283">
            <a:extLst xmlns:a="http://schemas.openxmlformats.org/drawingml/2006/main">
              <a:ext uri="{FF2B5EF4-FFF2-40B4-BE49-F238E27FC236}">
                <a16:creationId xmlns:a16="http://schemas.microsoft.com/office/drawing/2014/main" id="{BAA763E0-1D62-4196-B57B-F7914DB2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917" y="3341175"/>
            <a:ext cx="63080" cy="15832"/>
          </a:xfrm>
          <a:custGeom xmlns:a="http://schemas.openxmlformats.org/drawingml/2006/main">
            <a:pathLst>
              <a:path w="63080" h="15832">
                <a:moveTo>
                  <a:pt x="0" y="2639"/>
                </a:moveTo>
                <a:cubicBezTo>
                  <a:pt x="0" y="1181"/>
                  <a:pt x="1182" y="0"/>
                  <a:pt x="2639" y="0"/>
                </a:cubicBezTo>
                <a:lnTo>
                  <a:pt x="60440" y="0"/>
                </a:lnTo>
                <a:cubicBezTo>
                  <a:pt x="61898" y="0"/>
                  <a:pt x="63080" y="1181"/>
                  <a:pt x="63080" y="2639"/>
                </a:cubicBezTo>
                <a:lnTo>
                  <a:pt x="63080" y="13193"/>
                </a:lnTo>
                <a:cubicBezTo>
                  <a:pt x="63080" y="14650"/>
                  <a:pt x="61898" y="15832"/>
                  <a:pt x="60440" y="15832"/>
                </a:cubicBezTo>
                <a:lnTo>
                  <a:pt x="2639" y="15832"/>
                </a:lnTo>
                <a:cubicBezTo>
                  <a:pt x="1182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" name="path-284">
            <a:extLst xmlns:a="http://schemas.openxmlformats.org/drawingml/2006/main">
              <a:ext uri="{FF2B5EF4-FFF2-40B4-BE49-F238E27FC236}">
                <a16:creationId xmlns:a16="http://schemas.microsoft.com/office/drawing/2014/main" id="{83C21F0F-9301-4BE8-B6DC-4441E9DB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9875" y="3341175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1"/>
                  <a:pt x="1180" y="0"/>
                  <a:pt x="2639" y="0"/>
                </a:cubicBezTo>
                <a:lnTo>
                  <a:pt x="60440" y="0"/>
                </a:lnTo>
                <a:cubicBezTo>
                  <a:pt x="61897" y="0"/>
                  <a:pt x="63079" y="1181"/>
                  <a:pt x="63079" y="2639"/>
                </a:cubicBezTo>
                <a:lnTo>
                  <a:pt x="63079" y="13193"/>
                </a:lnTo>
                <a:cubicBezTo>
                  <a:pt x="63079" y="14650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0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path-285">
            <a:extLst xmlns:a="http://schemas.openxmlformats.org/drawingml/2006/main">
              <a:ext uri="{FF2B5EF4-FFF2-40B4-BE49-F238E27FC236}">
                <a16:creationId xmlns:a16="http://schemas.microsoft.com/office/drawing/2014/main" id="{CA9C1CFE-16B7-4E52-A269-4E9FAC51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834" y="3341175"/>
            <a:ext cx="63077" cy="15832"/>
          </a:xfrm>
          <a:custGeom xmlns:a="http://schemas.openxmlformats.org/drawingml/2006/main">
            <a:pathLst>
              <a:path w="63077" h="15832">
                <a:moveTo>
                  <a:pt x="0" y="2639"/>
                </a:moveTo>
                <a:cubicBezTo>
                  <a:pt x="0" y="1181"/>
                  <a:pt x="1180" y="0"/>
                  <a:pt x="2639" y="0"/>
                </a:cubicBezTo>
                <a:lnTo>
                  <a:pt x="60438" y="0"/>
                </a:lnTo>
                <a:cubicBezTo>
                  <a:pt x="61896" y="0"/>
                  <a:pt x="63077" y="1181"/>
                  <a:pt x="63077" y="2639"/>
                </a:cubicBezTo>
                <a:lnTo>
                  <a:pt x="63077" y="13193"/>
                </a:lnTo>
                <a:cubicBezTo>
                  <a:pt x="63077" y="14650"/>
                  <a:pt x="61896" y="15832"/>
                  <a:pt x="60438" y="15832"/>
                </a:cubicBezTo>
                <a:lnTo>
                  <a:pt x="2639" y="15832"/>
                </a:lnTo>
                <a:cubicBezTo>
                  <a:pt x="1180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path-286">
            <a:extLst xmlns:a="http://schemas.openxmlformats.org/drawingml/2006/main">
              <a:ext uri="{FF2B5EF4-FFF2-40B4-BE49-F238E27FC236}">
                <a16:creationId xmlns:a16="http://schemas.microsoft.com/office/drawing/2014/main" id="{035F7B9E-2C45-4AC2-9656-44333114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790" y="3341175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1"/>
                  <a:pt x="1182" y="0"/>
                  <a:pt x="2639" y="0"/>
                </a:cubicBezTo>
                <a:lnTo>
                  <a:pt x="60440" y="0"/>
                </a:lnTo>
                <a:cubicBezTo>
                  <a:pt x="61897" y="0"/>
                  <a:pt x="63079" y="1181"/>
                  <a:pt x="63079" y="2639"/>
                </a:cubicBezTo>
                <a:lnTo>
                  <a:pt x="63079" y="13193"/>
                </a:lnTo>
                <a:cubicBezTo>
                  <a:pt x="63079" y="14650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2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" name="path-287">
            <a:extLst xmlns:a="http://schemas.openxmlformats.org/drawingml/2006/main">
              <a:ext uri="{FF2B5EF4-FFF2-40B4-BE49-F238E27FC236}">
                <a16:creationId xmlns:a16="http://schemas.microsoft.com/office/drawing/2014/main" id="{04454936-3D6F-4DB9-840E-3FAA2D41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48" y="3341175"/>
            <a:ext cx="63080" cy="15832"/>
          </a:xfrm>
          <a:custGeom xmlns:a="http://schemas.openxmlformats.org/drawingml/2006/main">
            <a:pathLst>
              <a:path w="63080" h="15832">
                <a:moveTo>
                  <a:pt x="0" y="2639"/>
                </a:moveTo>
                <a:cubicBezTo>
                  <a:pt x="0" y="1181"/>
                  <a:pt x="1182" y="0"/>
                  <a:pt x="2640" y="0"/>
                </a:cubicBezTo>
                <a:lnTo>
                  <a:pt x="60441" y="0"/>
                </a:lnTo>
                <a:cubicBezTo>
                  <a:pt x="61897" y="0"/>
                  <a:pt x="63080" y="1181"/>
                  <a:pt x="63080" y="2639"/>
                </a:cubicBezTo>
                <a:lnTo>
                  <a:pt x="63080" y="13193"/>
                </a:lnTo>
                <a:cubicBezTo>
                  <a:pt x="63080" y="14650"/>
                  <a:pt x="61897" y="15832"/>
                  <a:pt x="60441" y="15832"/>
                </a:cubicBezTo>
                <a:lnTo>
                  <a:pt x="2640" y="15832"/>
                </a:lnTo>
                <a:cubicBezTo>
                  <a:pt x="1182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path-288">
            <a:extLst xmlns:a="http://schemas.openxmlformats.org/drawingml/2006/main">
              <a:ext uri="{FF2B5EF4-FFF2-40B4-BE49-F238E27FC236}">
                <a16:creationId xmlns:a16="http://schemas.microsoft.com/office/drawing/2014/main" id="{A6D4CCF6-F55E-4407-9D1B-3E5F450D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706" y="3341175"/>
            <a:ext cx="63077" cy="15832"/>
          </a:xfrm>
          <a:custGeom xmlns:a="http://schemas.openxmlformats.org/drawingml/2006/main">
            <a:pathLst>
              <a:path w="63077" h="15832">
                <a:moveTo>
                  <a:pt x="0" y="2639"/>
                </a:moveTo>
                <a:cubicBezTo>
                  <a:pt x="0" y="1181"/>
                  <a:pt x="1181" y="0"/>
                  <a:pt x="2639" y="0"/>
                </a:cubicBezTo>
                <a:lnTo>
                  <a:pt x="60439" y="0"/>
                </a:lnTo>
                <a:cubicBezTo>
                  <a:pt x="61896" y="0"/>
                  <a:pt x="63077" y="1181"/>
                  <a:pt x="63077" y="2639"/>
                </a:cubicBezTo>
                <a:lnTo>
                  <a:pt x="63077" y="13193"/>
                </a:lnTo>
                <a:cubicBezTo>
                  <a:pt x="63077" y="14650"/>
                  <a:pt x="61896" y="15832"/>
                  <a:pt x="60439" y="15832"/>
                </a:cubicBezTo>
                <a:lnTo>
                  <a:pt x="2639" y="15832"/>
                </a:lnTo>
                <a:cubicBezTo>
                  <a:pt x="1181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path-289">
            <a:extLst xmlns:a="http://schemas.openxmlformats.org/drawingml/2006/main">
              <a:ext uri="{FF2B5EF4-FFF2-40B4-BE49-F238E27FC236}">
                <a16:creationId xmlns:a16="http://schemas.microsoft.com/office/drawing/2014/main" id="{EC142E85-6962-44EF-9949-C40D566B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664" y="3341175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1"/>
                  <a:pt x="1181" y="0"/>
                  <a:pt x="2639" y="0"/>
                </a:cubicBezTo>
                <a:lnTo>
                  <a:pt x="60440" y="0"/>
                </a:lnTo>
                <a:cubicBezTo>
                  <a:pt x="61897" y="0"/>
                  <a:pt x="63079" y="1181"/>
                  <a:pt x="63079" y="2639"/>
                </a:cubicBezTo>
                <a:lnTo>
                  <a:pt x="63079" y="13193"/>
                </a:lnTo>
                <a:cubicBezTo>
                  <a:pt x="63079" y="14650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1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path-290">
            <a:extLst xmlns:a="http://schemas.openxmlformats.org/drawingml/2006/main">
              <a:ext uri="{FF2B5EF4-FFF2-40B4-BE49-F238E27FC236}">
                <a16:creationId xmlns:a16="http://schemas.microsoft.com/office/drawing/2014/main" id="{202F5BA1-9199-4608-9567-A9A245E4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9621" y="3341175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1"/>
                  <a:pt x="1181" y="0"/>
                  <a:pt x="2639" y="0"/>
                </a:cubicBezTo>
                <a:lnTo>
                  <a:pt x="60440" y="0"/>
                </a:lnTo>
                <a:cubicBezTo>
                  <a:pt x="61896" y="0"/>
                  <a:pt x="63079" y="1181"/>
                  <a:pt x="63079" y="2639"/>
                </a:cubicBezTo>
                <a:lnTo>
                  <a:pt x="63079" y="13193"/>
                </a:lnTo>
                <a:cubicBezTo>
                  <a:pt x="63079" y="14650"/>
                  <a:pt x="61896" y="15832"/>
                  <a:pt x="60440" y="15832"/>
                </a:cubicBezTo>
                <a:lnTo>
                  <a:pt x="2639" y="15832"/>
                </a:lnTo>
                <a:cubicBezTo>
                  <a:pt x="1181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path-291">
            <a:extLst xmlns:a="http://schemas.openxmlformats.org/drawingml/2006/main">
              <a:ext uri="{FF2B5EF4-FFF2-40B4-BE49-F238E27FC236}">
                <a16:creationId xmlns:a16="http://schemas.microsoft.com/office/drawing/2014/main" id="{DDC5D486-66FC-4B4A-94F7-29AE5E09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578" y="3341175"/>
            <a:ext cx="63080" cy="15832"/>
          </a:xfrm>
          <a:custGeom xmlns:a="http://schemas.openxmlformats.org/drawingml/2006/main">
            <a:pathLst>
              <a:path w="63080" h="15832">
                <a:moveTo>
                  <a:pt x="0" y="2639"/>
                </a:moveTo>
                <a:cubicBezTo>
                  <a:pt x="0" y="1181"/>
                  <a:pt x="1182" y="0"/>
                  <a:pt x="2640" y="0"/>
                </a:cubicBezTo>
                <a:lnTo>
                  <a:pt x="60441" y="0"/>
                </a:lnTo>
                <a:cubicBezTo>
                  <a:pt x="61897" y="0"/>
                  <a:pt x="63080" y="1181"/>
                  <a:pt x="63080" y="2639"/>
                </a:cubicBezTo>
                <a:lnTo>
                  <a:pt x="63080" y="13193"/>
                </a:lnTo>
                <a:cubicBezTo>
                  <a:pt x="63080" y="14650"/>
                  <a:pt x="61897" y="15832"/>
                  <a:pt x="60441" y="15832"/>
                </a:cubicBezTo>
                <a:lnTo>
                  <a:pt x="2640" y="15832"/>
                </a:lnTo>
                <a:cubicBezTo>
                  <a:pt x="1182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path-292">
            <a:extLst xmlns:a="http://schemas.openxmlformats.org/drawingml/2006/main">
              <a:ext uri="{FF2B5EF4-FFF2-40B4-BE49-F238E27FC236}">
                <a16:creationId xmlns:a16="http://schemas.microsoft.com/office/drawing/2014/main" id="{6D151002-4FDD-46BF-880A-D91EAC5B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9537" y="3341175"/>
            <a:ext cx="63077" cy="15832"/>
          </a:xfrm>
          <a:custGeom xmlns:a="http://schemas.openxmlformats.org/drawingml/2006/main">
            <a:pathLst>
              <a:path w="63077" h="15832">
                <a:moveTo>
                  <a:pt x="0" y="2639"/>
                </a:moveTo>
                <a:cubicBezTo>
                  <a:pt x="0" y="1181"/>
                  <a:pt x="1180" y="0"/>
                  <a:pt x="2637" y="0"/>
                </a:cubicBezTo>
                <a:lnTo>
                  <a:pt x="60439" y="0"/>
                </a:lnTo>
                <a:cubicBezTo>
                  <a:pt x="61897" y="0"/>
                  <a:pt x="63077" y="1181"/>
                  <a:pt x="63077" y="2639"/>
                </a:cubicBezTo>
                <a:lnTo>
                  <a:pt x="63077" y="13193"/>
                </a:lnTo>
                <a:cubicBezTo>
                  <a:pt x="63077" y="14650"/>
                  <a:pt x="61897" y="15832"/>
                  <a:pt x="60439" y="15832"/>
                </a:cubicBezTo>
                <a:lnTo>
                  <a:pt x="2637" y="15832"/>
                </a:lnTo>
                <a:cubicBezTo>
                  <a:pt x="1180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path-293">
            <a:extLst xmlns:a="http://schemas.openxmlformats.org/drawingml/2006/main">
              <a:ext uri="{FF2B5EF4-FFF2-40B4-BE49-F238E27FC236}">
                <a16:creationId xmlns:a16="http://schemas.microsoft.com/office/drawing/2014/main" id="{4A47EBB4-966B-484C-8F6F-0725E00A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9494" y="3341175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1"/>
                  <a:pt x="1181" y="0"/>
                  <a:pt x="2639" y="0"/>
                </a:cubicBezTo>
                <a:lnTo>
                  <a:pt x="60440" y="0"/>
                </a:lnTo>
                <a:cubicBezTo>
                  <a:pt x="61897" y="0"/>
                  <a:pt x="63079" y="1181"/>
                  <a:pt x="63079" y="2639"/>
                </a:cubicBezTo>
                <a:lnTo>
                  <a:pt x="63079" y="13193"/>
                </a:lnTo>
                <a:cubicBezTo>
                  <a:pt x="63079" y="14650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1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" name="path-294">
            <a:extLst xmlns:a="http://schemas.openxmlformats.org/drawingml/2006/main">
              <a:ext uri="{FF2B5EF4-FFF2-40B4-BE49-F238E27FC236}">
                <a16:creationId xmlns:a16="http://schemas.microsoft.com/office/drawing/2014/main" id="{D856F349-11C8-4E82-996A-8C7EB075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9452" y="3341175"/>
            <a:ext cx="63073" cy="15832"/>
          </a:xfrm>
          <a:custGeom xmlns:a="http://schemas.openxmlformats.org/drawingml/2006/main">
            <a:pathLst>
              <a:path w="63073" h="15832">
                <a:moveTo>
                  <a:pt x="0" y="2639"/>
                </a:moveTo>
                <a:cubicBezTo>
                  <a:pt x="0" y="1181"/>
                  <a:pt x="1180" y="0"/>
                  <a:pt x="2639" y="0"/>
                </a:cubicBezTo>
                <a:lnTo>
                  <a:pt x="60439" y="0"/>
                </a:lnTo>
                <a:cubicBezTo>
                  <a:pt x="61892" y="0"/>
                  <a:pt x="63073" y="1181"/>
                  <a:pt x="63073" y="2639"/>
                </a:cubicBezTo>
                <a:lnTo>
                  <a:pt x="63073" y="13193"/>
                </a:lnTo>
                <a:cubicBezTo>
                  <a:pt x="63073" y="14650"/>
                  <a:pt x="61892" y="15832"/>
                  <a:pt x="60439" y="15832"/>
                </a:cubicBezTo>
                <a:lnTo>
                  <a:pt x="2639" y="15832"/>
                </a:lnTo>
                <a:cubicBezTo>
                  <a:pt x="1180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" name="path-295">
            <a:extLst xmlns:a="http://schemas.openxmlformats.org/drawingml/2006/main">
              <a:ext uri="{FF2B5EF4-FFF2-40B4-BE49-F238E27FC236}">
                <a16:creationId xmlns:a16="http://schemas.microsoft.com/office/drawing/2014/main" id="{A5EB9CCF-8AEB-44B3-BA11-073A64C4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9414" y="3341175"/>
            <a:ext cx="63076" cy="15832"/>
          </a:xfrm>
          <a:custGeom xmlns:a="http://schemas.openxmlformats.org/drawingml/2006/main">
            <a:pathLst>
              <a:path w="63076" h="15832">
                <a:moveTo>
                  <a:pt x="0" y="2639"/>
                </a:moveTo>
                <a:cubicBezTo>
                  <a:pt x="0" y="1181"/>
                  <a:pt x="1171" y="0"/>
                  <a:pt x="2635" y="0"/>
                </a:cubicBezTo>
                <a:lnTo>
                  <a:pt x="60431" y="0"/>
                </a:lnTo>
                <a:cubicBezTo>
                  <a:pt x="61895" y="0"/>
                  <a:pt x="63076" y="1181"/>
                  <a:pt x="63076" y="2639"/>
                </a:cubicBezTo>
                <a:lnTo>
                  <a:pt x="63076" y="13193"/>
                </a:lnTo>
                <a:cubicBezTo>
                  <a:pt x="63076" y="14650"/>
                  <a:pt x="61895" y="15832"/>
                  <a:pt x="60431" y="15832"/>
                </a:cubicBezTo>
                <a:lnTo>
                  <a:pt x="2635" y="15832"/>
                </a:lnTo>
                <a:cubicBezTo>
                  <a:pt x="1171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" name="path-296">
            <a:extLst xmlns:a="http://schemas.openxmlformats.org/drawingml/2006/main">
              <a:ext uri="{FF2B5EF4-FFF2-40B4-BE49-F238E27FC236}">
                <a16:creationId xmlns:a16="http://schemas.microsoft.com/office/drawing/2014/main" id="{50F7B875-0FB7-44C0-96AB-F788DE18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370" y="3341175"/>
            <a:ext cx="63076" cy="15832"/>
          </a:xfrm>
          <a:custGeom xmlns:a="http://schemas.openxmlformats.org/drawingml/2006/main">
            <a:pathLst>
              <a:path w="63076" h="15832">
                <a:moveTo>
                  <a:pt x="0" y="2639"/>
                </a:moveTo>
                <a:cubicBezTo>
                  <a:pt x="0" y="1181"/>
                  <a:pt x="1181" y="0"/>
                  <a:pt x="2634" y="0"/>
                </a:cubicBezTo>
                <a:lnTo>
                  <a:pt x="60431" y="0"/>
                </a:lnTo>
                <a:cubicBezTo>
                  <a:pt x="61894" y="0"/>
                  <a:pt x="63076" y="1181"/>
                  <a:pt x="63076" y="2639"/>
                </a:cubicBezTo>
                <a:lnTo>
                  <a:pt x="63076" y="13193"/>
                </a:lnTo>
                <a:cubicBezTo>
                  <a:pt x="63076" y="14650"/>
                  <a:pt x="61894" y="15832"/>
                  <a:pt x="60431" y="15832"/>
                </a:cubicBezTo>
                <a:lnTo>
                  <a:pt x="2634" y="15832"/>
                </a:lnTo>
                <a:cubicBezTo>
                  <a:pt x="1181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path-297">
            <a:extLst xmlns:a="http://schemas.openxmlformats.org/drawingml/2006/main">
              <a:ext uri="{FF2B5EF4-FFF2-40B4-BE49-F238E27FC236}">
                <a16:creationId xmlns:a16="http://schemas.microsoft.com/office/drawing/2014/main" id="{A216748B-BB22-4E8B-8381-C2502C9F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9324" y="3341175"/>
            <a:ext cx="63077" cy="15832"/>
          </a:xfrm>
          <a:custGeom xmlns:a="http://schemas.openxmlformats.org/drawingml/2006/main">
            <a:pathLst>
              <a:path w="63077" h="15832">
                <a:moveTo>
                  <a:pt x="0" y="2639"/>
                </a:moveTo>
                <a:cubicBezTo>
                  <a:pt x="0" y="1181"/>
                  <a:pt x="1182" y="0"/>
                  <a:pt x="2634" y="0"/>
                </a:cubicBezTo>
                <a:lnTo>
                  <a:pt x="60442" y="0"/>
                </a:lnTo>
                <a:cubicBezTo>
                  <a:pt x="61895" y="0"/>
                  <a:pt x="63077" y="1181"/>
                  <a:pt x="63077" y="2639"/>
                </a:cubicBezTo>
                <a:lnTo>
                  <a:pt x="63077" y="13193"/>
                </a:lnTo>
                <a:cubicBezTo>
                  <a:pt x="63077" y="14650"/>
                  <a:pt x="61895" y="15832"/>
                  <a:pt x="60442" y="15832"/>
                </a:cubicBezTo>
                <a:lnTo>
                  <a:pt x="2634" y="15832"/>
                </a:lnTo>
                <a:cubicBezTo>
                  <a:pt x="1182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" name="path-298">
            <a:extLst xmlns:a="http://schemas.openxmlformats.org/drawingml/2006/main">
              <a:ext uri="{FF2B5EF4-FFF2-40B4-BE49-F238E27FC236}">
                <a16:creationId xmlns:a16="http://schemas.microsoft.com/office/drawing/2014/main" id="{7E2ED6F9-30C8-44FB-9226-DAC8E2CA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9280" y="3341175"/>
            <a:ext cx="63076" cy="15832"/>
          </a:xfrm>
          <a:custGeom xmlns:a="http://schemas.openxmlformats.org/drawingml/2006/main">
            <a:pathLst>
              <a:path w="63076" h="15832">
                <a:moveTo>
                  <a:pt x="0" y="2639"/>
                </a:moveTo>
                <a:cubicBezTo>
                  <a:pt x="0" y="1181"/>
                  <a:pt x="1182" y="0"/>
                  <a:pt x="2634" y="0"/>
                </a:cubicBezTo>
                <a:lnTo>
                  <a:pt x="60442" y="0"/>
                </a:lnTo>
                <a:cubicBezTo>
                  <a:pt x="61894" y="0"/>
                  <a:pt x="63076" y="1181"/>
                  <a:pt x="63076" y="2639"/>
                </a:cubicBezTo>
                <a:lnTo>
                  <a:pt x="63076" y="13193"/>
                </a:lnTo>
                <a:cubicBezTo>
                  <a:pt x="63076" y="14650"/>
                  <a:pt x="61894" y="15832"/>
                  <a:pt x="60442" y="15832"/>
                </a:cubicBezTo>
                <a:lnTo>
                  <a:pt x="2634" y="15832"/>
                </a:lnTo>
                <a:cubicBezTo>
                  <a:pt x="1182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path-299">
            <a:extLst xmlns:a="http://schemas.openxmlformats.org/drawingml/2006/main">
              <a:ext uri="{FF2B5EF4-FFF2-40B4-BE49-F238E27FC236}">
                <a16:creationId xmlns:a16="http://schemas.microsoft.com/office/drawing/2014/main" id="{AA94B43C-1213-40F4-A18D-6A4049B2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9236" y="3341175"/>
            <a:ext cx="63088" cy="15832"/>
          </a:xfrm>
          <a:custGeom xmlns:a="http://schemas.openxmlformats.org/drawingml/2006/main">
            <a:pathLst>
              <a:path w="63088" h="15832">
                <a:moveTo>
                  <a:pt x="0" y="2639"/>
                </a:moveTo>
                <a:cubicBezTo>
                  <a:pt x="0" y="1181"/>
                  <a:pt x="1181" y="0"/>
                  <a:pt x="2645" y="0"/>
                </a:cubicBezTo>
                <a:lnTo>
                  <a:pt x="60442" y="0"/>
                </a:lnTo>
                <a:cubicBezTo>
                  <a:pt x="61905" y="0"/>
                  <a:pt x="63088" y="1181"/>
                  <a:pt x="63088" y="2639"/>
                </a:cubicBezTo>
                <a:lnTo>
                  <a:pt x="63088" y="13193"/>
                </a:lnTo>
                <a:cubicBezTo>
                  <a:pt x="63088" y="14650"/>
                  <a:pt x="61905" y="15832"/>
                  <a:pt x="60442" y="15832"/>
                </a:cubicBezTo>
                <a:lnTo>
                  <a:pt x="2645" y="15832"/>
                </a:lnTo>
                <a:cubicBezTo>
                  <a:pt x="1181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" name="path-300">
            <a:extLst xmlns:a="http://schemas.openxmlformats.org/drawingml/2006/main">
              <a:ext uri="{FF2B5EF4-FFF2-40B4-BE49-F238E27FC236}">
                <a16:creationId xmlns:a16="http://schemas.microsoft.com/office/drawing/2014/main" id="{9CE7FFC1-7D4F-4261-A4AD-D19A0B9A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489" y="3177968"/>
            <a:ext cx="469445" cy="193631"/>
          </a:xfrm>
          <a:custGeom xmlns:a="http://schemas.openxmlformats.org/drawingml/2006/main">
            <a:pathLst>
              <a:path w="469445" h="193631">
                <a:moveTo>
                  <a:pt x="0" y="32272"/>
                </a:moveTo>
                <a:cubicBezTo>
                  <a:pt x="0" y="14448"/>
                  <a:pt x="14449" y="0"/>
                  <a:pt x="32273" y="0"/>
                </a:cubicBezTo>
                <a:lnTo>
                  <a:pt x="437172" y="0"/>
                </a:lnTo>
                <a:cubicBezTo>
                  <a:pt x="454997" y="0"/>
                  <a:pt x="469445" y="14448"/>
                  <a:pt x="469445" y="32272"/>
                </a:cubicBezTo>
                <a:lnTo>
                  <a:pt x="469445" y="161358"/>
                </a:lnTo>
                <a:cubicBezTo>
                  <a:pt x="469445" y="179183"/>
                  <a:pt x="454997" y="193631"/>
                  <a:pt x="437172" y="193631"/>
                </a:cubicBezTo>
                <a:lnTo>
                  <a:pt x="32273" y="193631"/>
                </a:lnTo>
                <a:cubicBezTo>
                  <a:pt x="14449" y="193631"/>
                  <a:pt x="0" y="179183"/>
                  <a:pt x="0" y="161358"/>
                </a:cubicBezTo>
                <a:lnTo>
                  <a:pt x="0" y="32272"/>
                </a:lnTo>
              </a:path>
            </a:pathLst>
          </a:custGeom>
          <a:solidFill xmlns:a="http://schemas.openxmlformats.org/drawingml/2006/main">
            <a:srgbClr val="E2F0D9">
              <a:alpha val="4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path-301">
            <a:extLst xmlns:a="http://schemas.openxmlformats.org/drawingml/2006/main">
              <a:ext uri="{FF2B5EF4-FFF2-40B4-BE49-F238E27FC236}">
                <a16:creationId xmlns:a16="http://schemas.microsoft.com/office/drawing/2014/main" id="{3773DFFC-6071-4654-AB19-F3832EEE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489" y="3177968"/>
            <a:ext cx="469445" cy="193632"/>
          </a:xfrm>
          <a:custGeom xmlns:a="http://schemas.openxmlformats.org/drawingml/2006/main">
            <a:pathLst>
              <a:path w="469445" h="193632">
                <a:moveTo>
                  <a:pt x="0" y="32273"/>
                </a:moveTo>
                <a:cubicBezTo>
                  <a:pt x="0" y="14449"/>
                  <a:pt x="14449" y="0"/>
                  <a:pt x="32272" y="0"/>
                </a:cubicBezTo>
                <a:lnTo>
                  <a:pt x="437172" y="0"/>
                </a:lnTo>
                <a:cubicBezTo>
                  <a:pt x="454996" y="0"/>
                  <a:pt x="469445" y="14449"/>
                  <a:pt x="469445" y="32273"/>
                </a:cubicBezTo>
                <a:lnTo>
                  <a:pt x="469445" y="161359"/>
                </a:lnTo>
                <a:cubicBezTo>
                  <a:pt x="469445" y="179183"/>
                  <a:pt x="454996" y="193632"/>
                  <a:pt x="437172" y="193632"/>
                </a:cubicBezTo>
                <a:lnTo>
                  <a:pt x="32272" y="193632"/>
                </a:lnTo>
                <a:cubicBezTo>
                  <a:pt x="14449" y="193632"/>
                  <a:pt x="0" y="179183"/>
                  <a:pt x="0" y="161359"/>
                </a:cubicBezTo>
                <a:lnTo>
                  <a:pt x="0" y="32273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A9D18E"/>
            </a:solidFill>
            <a:prstDash val="solid"/>
          </a:ln>
        </p:spPr>
      </p:sp>
      <p:sp>
        <p:nvSpPr>
          <p:cNvPr id="405" name="text-302 Current">
            <a:extLst xmlns:a="http://schemas.openxmlformats.org/drawingml/2006/main">
              <a:ext uri="{FF2B5EF4-FFF2-40B4-BE49-F238E27FC236}">
                <a16:creationId xmlns:a16="http://schemas.microsoft.com/office/drawing/2014/main" id="{D1C70BDA-2EB0-4899-B279-3A3E5A69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1479" y="5408191"/>
            <a:ext cx="643283" cy="236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33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Current</a:t>
            </a:r>
          </a:p>
        </p:txBody>
      </p:sp>
      <p:sp>
        <p:nvSpPr>
          <p:cNvPr id="406" name="text-303 Current">
            <a:extLst xmlns:a="http://schemas.openxmlformats.org/drawingml/2006/main">
              <a:ext uri="{FF2B5EF4-FFF2-40B4-BE49-F238E27FC236}">
                <a16:creationId xmlns:a16="http://schemas.microsoft.com/office/drawing/2014/main" id="{D6716201-CA10-4FF3-9230-C72A53DA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1479" y="5408191"/>
            <a:ext cx="643283" cy="236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33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Current</a:t>
            </a:r>
          </a:p>
        </p:txBody>
      </p:sp>
      <p:sp>
        <p:nvSpPr>
          <p:cNvPr id="407" name="text-304 Candidate">
            <a:extLst xmlns:a="http://schemas.openxmlformats.org/drawingml/2006/main">
              <a:ext uri="{FF2B5EF4-FFF2-40B4-BE49-F238E27FC236}">
                <a16:creationId xmlns:a16="http://schemas.microsoft.com/office/drawing/2014/main" id="{5F8C3030-1C7A-45E8-9998-7BDE325C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9145" y="5408060"/>
            <a:ext cx="812452" cy="236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3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3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333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Candidate</a:t>
            </a:r>
          </a:p>
        </p:txBody>
      </p:sp>
      <p:sp>
        <p:nvSpPr>
          <p:cNvPr id="408" name="text-305 Candidate">
            <a:extLst xmlns:a="http://schemas.openxmlformats.org/drawingml/2006/main">
              <a:ext uri="{FF2B5EF4-FFF2-40B4-BE49-F238E27FC236}">
                <a16:creationId xmlns:a16="http://schemas.microsoft.com/office/drawing/2014/main" id="{36FBFD8D-2044-4174-834A-91E9A021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9145" y="5408060"/>
            <a:ext cx="812452" cy="236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3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3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333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Candidate</a:t>
            </a:r>
          </a:p>
        </p:txBody>
      </p:sp>
      <p:sp>
        <p:nvSpPr>
          <p:cNvPr id="409" name="path-306">
            <a:extLst xmlns:a="http://schemas.openxmlformats.org/drawingml/2006/main">
              <a:ext uri="{FF2B5EF4-FFF2-40B4-BE49-F238E27FC236}">
                <a16:creationId xmlns:a16="http://schemas.microsoft.com/office/drawing/2014/main" id="{87D19C5A-6225-4B36-A9D9-DC8E173E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739" y="5434442"/>
            <a:ext cx="1113440" cy="437923"/>
          </a:xfrm>
          <a:custGeom xmlns:a="http://schemas.openxmlformats.org/drawingml/2006/main">
            <a:pathLst>
              <a:path w="1113440" h="437923">
                <a:moveTo>
                  <a:pt x="49027" y="72988"/>
                </a:moveTo>
                <a:cubicBezTo>
                  <a:pt x="49027" y="32678"/>
                  <a:pt x="81705" y="0"/>
                  <a:pt x="122015" y="0"/>
                </a:cubicBezTo>
                <a:lnTo>
                  <a:pt x="226429" y="0"/>
                </a:lnTo>
                <a:lnTo>
                  <a:pt x="492532" y="0"/>
                </a:lnTo>
                <a:lnTo>
                  <a:pt x="1040451" y="0"/>
                </a:lnTo>
                <a:cubicBezTo>
                  <a:pt x="1080762" y="0"/>
                  <a:pt x="1113440" y="32678"/>
                  <a:pt x="1113440" y="72988"/>
                </a:cubicBezTo>
                <a:lnTo>
                  <a:pt x="1113440" y="255455"/>
                </a:lnTo>
                <a:lnTo>
                  <a:pt x="1113440" y="364936"/>
                </a:lnTo>
                <a:lnTo>
                  <a:pt x="1113440" y="364935"/>
                </a:lnTo>
                <a:cubicBezTo>
                  <a:pt x="1113440" y="405246"/>
                  <a:pt x="1080762" y="437923"/>
                  <a:pt x="1040451" y="437923"/>
                </a:cubicBezTo>
                <a:lnTo>
                  <a:pt x="492532" y="437923"/>
                </a:lnTo>
                <a:lnTo>
                  <a:pt x="226429" y="437923"/>
                </a:lnTo>
                <a:lnTo>
                  <a:pt x="122015" y="437923"/>
                </a:lnTo>
                <a:cubicBezTo>
                  <a:pt x="81705" y="437923"/>
                  <a:pt x="49027" y="405246"/>
                  <a:pt x="49027" y="364935"/>
                </a:cubicBezTo>
                <a:lnTo>
                  <a:pt x="49027" y="364936"/>
                </a:lnTo>
                <a:lnTo>
                  <a:pt x="0" y="328040"/>
                </a:lnTo>
                <a:lnTo>
                  <a:pt x="49027" y="255455"/>
                </a:lnTo>
                <a:lnTo>
                  <a:pt x="49027" y="72988"/>
                </a:lnTo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path-307">
            <a:extLst xmlns:a="http://schemas.openxmlformats.org/drawingml/2006/main">
              <a:ext uri="{FF2B5EF4-FFF2-40B4-BE49-F238E27FC236}">
                <a16:creationId xmlns:a16="http://schemas.microsoft.com/office/drawing/2014/main" id="{49930C8B-EF1B-469D-BFA8-B7ED06B6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739" y="5434442"/>
            <a:ext cx="1113440" cy="437924"/>
          </a:xfrm>
          <a:custGeom xmlns:a="http://schemas.openxmlformats.org/drawingml/2006/main">
            <a:pathLst>
              <a:path w="1113440" h="437924">
                <a:moveTo>
                  <a:pt x="49027" y="72989"/>
                </a:moveTo>
                <a:cubicBezTo>
                  <a:pt x="49027" y="32678"/>
                  <a:pt x="81705" y="0"/>
                  <a:pt x="122015" y="0"/>
                </a:cubicBezTo>
                <a:lnTo>
                  <a:pt x="226429" y="0"/>
                </a:lnTo>
                <a:lnTo>
                  <a:pt x="492532" y="0"/>
                </a:lnTo>
                <a:lnTo>
                  <a:pt x="1040451" y="0"/>
                </a:lnTo>
                <a:cubicBezTo>
                  <a:pt x="1080762" y="0"/>
                  <a:pt x="1113440" y="32678"/>
                  <a:pt x="1113440" y="72989"/>
                </a:cubicBezTo>
                <a:lnTo>
                  <a:pt x="1113440" y="255455"/>
                </a:lnTo>
                <a:lnTo>
                  <a:pt x="1113440" y="364936"/>
                </a:lnTo>
                <a:lnTo>
                  <a:pt x="1113440" y="364935"/>
                </a:lnTo>
                <a:cubicBezTo>
                  <a:pt x="1113440" y="405245"/>
                  <a:pt x="1080762" y="437924"/>
                  <a:pt x="1040451" y="437924"/>
                </a:cubicBezTo>
                <a:lnTo>
                  <a:pt x="492532" y="437924"/>
                </a:lnTo>
                <a:lnTo>
                  <a:pt x="226429" y="437924"/>
                </a:lnTo>
                <a:lnTo>
                  <a:pt x="122015" y="437924"/>
                </a:lnTo>
                <a:cubicBezTo>
                  <a:pt x="81705" y="437924"/>
                  <a:pt x="49027" y="405245"/>
                  <a:pt x="49027" y="364935"/>
                </a:cubicBezTo>
                <a:lnTo>
                  <a:pt x="49027" y="364936"/>
                </a:lnTo>
                <a:lnTo>
                  <a:pt x="0" y="328040"/>
                </a:lnTo>
                <a:lnTo>
                  <a:pt x="49027" y="255455"/>
                </a:lnTo>
                <a:lnTo>
                  <a:pt x="49027" y="72989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548235"/>
            </a:solidFill>
            <a:prstDash val="solid"/>
          </a:ln>
        </p:spPr>
      </p:sp>
      <p:sp>
        <p:nvSpPr>
          <p:cNvPr id="411" name="text-308 A.">
            <a:extLst xmlns:a="http://schemas.openxmlformats.org/drawingml/2006/main">
              <a:ext uri="{FF2B5EF4-FFF2-40B4-BE49-F238E27FC236}">
                <a16:creationId xmlns:a16="http://schemas.microsoft.com/office/drawing/2014/main" id="{CE4AEA62-E008-4781-B2CB-581B02D4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1850" y="5528896"/>
            <a:ext cx="209658" cy="252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A.</a:t>
            </a:r>
          </a:p>
        </p:txBody>
      </p:sp>
      <p:sp>
        <p:nvSpPr>
          <p:cNvPr id="412" name="text-308 Dresser">
            <a:extLst xmlns:a="http://schemas.openxmlformats.org/drawingml/2006/main">
              <a:ext uri="{FF2B5EF4-FFF2-40B4-BE49-F238E27FC236}">
                <a16:creationId xmlns:a16="http://schemas.microsoft.com/office/drawing/2014/main" id="{48B7699E-46DA-485B-BC83-4AF4FD86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2623" y="5529761"/>
            <a:ext cx="706902" cy="251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Dresser</a:t>
            </a:r>
          </a:p>
        </p:txBody>
      </p:sp>
      <p:sp>
        <p:nvSpPr>
          <p:cNvPr id="413" name="text-309 A.">
            <a:extLst xmlns:a="http://schemas.openxmlformats.org/drawingml/2006/main">
              <a:ext uri="{FF2B5EF4-FFF2-40B4-BE49-F238E27FC236}">
                <a16:creationId xmlns:a16="http://schemas.microsoft.com/office/drawing/2014/main" id="{E19712B6-F9CD-4555-A5C6-904829E1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1850" y="5528896"/>
            <a:ext cx="209658" cy="252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A.</a:t>
            </a:r>
          </a:p>
        </p:txBody>
      </p:sp>
      <p:sp>
        <p:nvSpPr>
          <p:cNvPr id="414" name="text-309 Dresser">
            <a:extLst xmlns:a="http://schemas.openxmlformats.org/drawingml/2006/main">
              <a:ext uri="{FF2B5EF4-FFF2-40B4-BE49-F238E27FC236}">
                <a16:creationId xmlns:a16="http://schemas.microsoft.com/office/drawing/2014/main" id="{91471FB2-337B-46D2-813F-74DFEBA8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2623" y="5529761"/>
            <a:ext cx="706902" cy="251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Dresser</a:t>
            </a:r>
          </a:p>
        </p:txBody>
      </p:sp>
      <p:sp>
        <p:nvSpPr>
          <p:cNvPr id="415" name="text-310 Keep">
            <a:extLst xmlns:a="http://schemas.openxmlformats.org/drawingml/2006/main">
              <a:ext uri="{FF2B5EF4-FFF2-40B4-BE49-F238E27FC236}">
                <a16:creationId xmlns:a16="http://schemas.microsoft.com/office/drawing/2014/main" id="{CB3621AF-162B-4F15-94C7-F60D6E55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6134" y="6392964"/>
            <a:ext cx="380053" cy="219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3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Keep</a:t>
            </a:r>
          </a:p>
        </p:txBody>
      </p:sp>
      <p:sp>
        <p:nvSpPr>
          <p:cNvPr id="416" name="text-310 best">
            <a:extLst xmlns:a="http://schemas.openxmlformats.org/drawingml/2006/main">
              <a:ext uri="{FF2B5EF4-FFF2-40B4-BE49-F238E27FC236}">
                <a16:creationId xmlns:a16="http://schemas.microsoft.com/office/drawing/2014/main" id="{3FE5051C-B61F-46CF-BCB0-C25EB038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6062" y="6391829"/>
            <a:ext cx="360325" cy="221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best</a:t>
            </a:r>
          </a:p>
        </p:txBody>
      </p:sp>
      <p:sp>
        <p:nvSpPr>
          <p:cNvPr id="417" name="text-310 qualifying">
            <a:extLst xmlns:a="http://schemas.openxmlformats.org/drawingml/2006/main">
              <a:ext uri="{FF2B5EF4-FFF2-40B4-BE49-F238E27FC236}">
                <a16:creationId xmlns:a16="http://schemas.microsoft.com/office/drawing/2014/main" id="{10ED94E9-2555-4831-B13F-5B9FF72C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6133" y="6392576"/>
            <a:ext cx="731540" cy="220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qualifying</a:t>
            </a:r>
          </a:p>
        </p:txBody>
      </p:sp>
      <p:sp>
        <p:nvSpPr>
          <p:cNvPr id="418" name="text-310 candidate">
            <a:extLst xmlns:a="http://schemas.openxmlformats.org/drawingml/2006/main">
              <a:ext uri="{FF2B5EF4-FFF2-40B4-BE49-F238E27FC236}">
                <a16:creationId xmlns:a16="http://schemas.microsoft.com/office/drawing/2014/main" id="{FC8DBCED-7C37-43C2-A9DF-1FFC92F7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8094" y="6392132"/>
            <a:ext cx="743910" cy="221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candidate</a:t>
            </a:r>
          </a:p>
        </p:txBody>
      </p:sp>
      <p:sp>
        <p:nvSpPr>
          <p:cNvPr id="419" name="text-311 Keep">
            <a:extLst xmlns:a="http://schemas.openxmlformats.org/drawingml/2006/main">
              <a:ext uri="{FF2B5EF4-FFF2-40B4-BE49-F238E27FC236}">
                <a16:creationId xmlns:a16="http://schemas.microsoft.com/office/drawing/2014/main" id="{CECD2494-4232-4755-8431-FA6BA10D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6134" y="6392964"/>
            <a:ext cx="380053" cy="219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3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Keep</a:t>
            </a:r>
          </a:p>
        </p:txBody>
      </p:sp>
      <p:sp>
        <p:nvSpPr>
          <p:cNvPr id="420" name="text-311 best">
            <a:extLst xmlns:a="http://schemas.openxmlformats.org/drawingml/2006/main">
              <a:ext uri="{FF2B5EF4-FFF2-40B4-BE49-F238E27FC236}">
                <a16:creationId xmlns:a16="http://schemas.microsoft.com/office/drawing/2014/main" id="{B890BD41-BF7A-4E6E-877D-D884CA5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6062" y="6391829"/>
            <a:ext cx="360325" cy="221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best</a:t>
            </a:r>
          </a:p>
        </p:txBody>
      </p:sp>
      <p:sp>
        <p:nvSpPr>
          <p:cNvPr id="421" name="text-311 qualifying">
            <a:extLst xmlns:a="http://schemas.openxmlformats.org/drawingml/2006/main">
              <a:ext uri="{FF2B5EF4-FFF2-40B4-BE49-F238E27FC236}">
                <a16:creationId xmlns:a16="http://schemas.microsoft.com/office/drawing/2014/main" id="{93532CCF-E4FF-4BF9-B024-F0C5E98F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6133" y="6392576"/>
            <a:ext cx="731540" cy="220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qualifying</a:t>
            </a:r>
          </a:p>
        </p:txBody>
      </p:sp>
      <p:sp>
        <p:nvSpPr>
          <p:cNvPr id="422" name="text-311 candidate">
            <a:extLst xmlns:a="http://schemas.openxmlformats.org/drawingml/2006/main">
              <a:ext uri="{FF2B5EF4-FFF2-40B4-BE49-F238E27FC236}">
                <a16:creationId xmlns:a16="http://schemas.microsoft.com/office/drawing/2014/main" id="{24D2E703-C802-40B7-8FF1-D62BFCB7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8094" y="6392132"/>
            <a:ext cx="743910" cy="221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candidate</a:t>
            </a:r>
          </a:p>
        </p:txBody>
      </p:sp>
      <p:sp>
        <p:nvSpPr>
          <p:cNvPr id="423" name="path-312">
            <a:extLst xmlns:a="http://schemas.openxmlformats.org/drawingml/2006/main">
              <a:ext uri="{FF2B5EF4-FFF2-40B4-BE49-F238E27FC236}">
                <a16:creationId xmlns:a16="http://schemas.microsoft.com/office/drawing/2014/main" id="{6B1A91D6-9EF3-4859-B966-03BE811F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6933" y="5479564"/>
            <a:ext cx="287123" cy="104518"/>
          </a:xfrm>
          <a:custGeom xmlns:a="http://schemas.openxmlformats.org/drawingml/2006/main">
            <a:pathLst>
              <a:path w="287123" h="104518">
                <a:moveTo>
                  <a:pt x="0" y="41001"/>
                </a:moveTo>
                <a:lnTo>
                  <a:pt x="0" y="63516"/>
                </a:lnTo>
                <a:lnTo>
                  <a:pt x="264780" y="63516"/>
                </a:lnTo>
                <a:lnTo>
                  <a:pt x="264780" y="41001"/>
                </a:lnTo>
                <a:close/>
                <a:moveTo>
                  <a:pt x="202906" y="3132"/>
                </a:moveTo>
                <a:lnTo>
                  <a:pt x="287123" y="52258"/>
                </a:lnTo>
                <a:lnTo>
                  <a:pt x="202906" y="101385"/>
                </a:lnTo>
                <a:cubicBezTo>
                  <a:pt x="197536" y="104518"/>
                  <a:pt x="190642" y="102703"/>
                  <a:pt x="187510" y="97333"/>
                </a:cubicBezTo>
                <a:cubicBezTo>
                  <a:pt x="184378" y="91962"/>
                  <a:pt x="186191" y="85068"/>
                  <a:pt x="191562" y="81935"/>
                </a:cubicBezTo>
                <a:lnTo>
                  <a:pt x="259108" y="42535"/>
                </a:lnTo>
                <a:lnTo>
                  <a:pt x="259108" y="61983"/>
                </a:lnTo>
                <a:lnTo>
                  <a:pt x="191562" y="22581"/>
                </a:lnTo>
                <a:cubicBezTo>
                  <a:pt x="186191" y="19448"/>
                  <a:pt x="184378" y="12555"/>
                  <a:pt x="187510" y="7184"/>
                </a:cubicBezTo>
                <a:cubicBezTo>
                  <a:pt x="190643" y="1814"/>
                  <a:pt x="197536" y="0"/>
                  <a:pt x="202906" y="3132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path-313">
            <a:extLst xmlns:a="http://schemas.openxmlformats.org/drawingml/2006/main">
              <a:ext uri="{FF2B5EF4-FFF2-40B4-BE49-F238E27FC236}">
                <a16:creationId xmlns:a16="http://schemas.microsoft.com/office/drawing/2014/main" id="{03146B0A-B259-4DE0-9482-5B4F6905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6941" y="5070820"/>
            <a:ext cx="1615664" cy="471978"/>
          </a:xfrm>
          <a:custGeom xmlns:a="http://schemas.openxmlformats.org/drawingml/2006/main">
            <a:pathLst>
              <a:path w="1615664" h="471978">
                <a:moveTo>
                  <a:pt x="0" y="471978"/>
                </a:moveTo>
                <a:lnTo>
                  <a:pt x="145788" y="471978"/>
                </a:lnTo>
                <a:lnTo>
                  <a:pt x="145788" y="11258"/>
                </a:lnTo>
                <a:lnTo>
                  <a:pt x="134530" y="22516"/>
                </a:lnTo>
                <a:lnTo>
                  <a:pt x="1563405" y="22516"/>
                </a:lnTo>
                <a:lnTo>
                  <a:pt x="1552147" y="11258"/>
                </a:lnTo>
                <a:lnTo>
                  <a:pt x="1552147" y="308685"/>
                </a:lnTo>
                <a:lnTo>
                  <a:pt x="1574663" y="308685"/>
                </a:lnTo>
                <a:lnTo>
                  <a:pt x="1574663" y="0"/>
                </a:lnTo>
                <a:lnTo>
                  <a:pt x="123273" y="0"/>
                </a:lnTo>
                <a:lnTo>
                  <a:pt x="123273" y="460720"/>
                </a:lnTo>
                <a:lnTo>
                  <a:pt x="134530" y="449463"/>
                </a:lnTo>
                <a:lnTo>
                  <a:pt x="0" y="449463"/>
                </a:lnTo>
                <a:lnTo>
                  <a:pt x="0" y="471978"/>
                </a:lnTo>
                <a:moveTo>
                  <a:pt x="1514288" y="246811"/>
                </a:moveTo>
                <a:lnTo>
                  <a:pt x="1563405" y="331028"/>
                </a:lnTo>
                <a:lnTo>
                  <a:pt x="1612534" y="246811"/>
                </a:lnTo>
                <a:cubicBezTo>
                  <a:pt x="1615664" y="241441"/>
                  <a:pt x="1613850" y="234548"/>
                  <a:pt x="1608481" y="231415"/>
                </a:cubicBezTo>
                <a:cubicBezTo>
                  <a:pt x="1603111" y="228282"/>
                  <a:pt x="1596221" y="230096"/>
                  <a:pt x="1593092" y="235466"/>
                </a:cubicBezTo>
                <a:lnTo>
                  <a:pt x="1553690" y="303013"/>
                </a:lnTo>
                <a:lnTo>
                  <a:pt x="1573132" y="303013"/>
                </a:lnTo>
                <a:lnTo>
                  <a:pt x="1533729" y="235466"/>
                </a:lnTo>
                <a:cubicBezTo>
                  <a:pt x="1530600" y="230096"/>
                  <a:pt x="1523710" y="228282"/>
                  <a:pt x="1518341" y="231415"/>
                </a:cubicBezTo>
                <a:cubicBezTo>
                  <a:pt x="1512959" y="234548"/>
                  <a:pt x="1511147" y="241441"/>
                  <a:pt x="1514288" y="246811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" name="path-314">
            <a:extLst xmlns:a="http://schemas.openxmlformats.org/drawingml/2006/main">
              <a:ext uri="{FF2B5EF4-FFF2-40B4-BE49-F238E27FC236}">
                <a16:creationId xmlns:a16="http://schemas.microsoft.com/office/drawing/2014/main" id="{52A6C891-869A-41E9-A69F-0A974295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502" y="6017115"/>
            <a:ext cx="255602" cy="104518"/>
          </a:xfrm>
          <a:custGeom xmlns:a="http://schemas.openxmlformats.org/drawingml/2006/main">
            <a:pathLst>
              <a:path w="255602" h="104518">
                <a:moveTo>
                  <a:pt x="0" y="41002"/>
                </a:moveTo>
                <a:lnTo>
                  <a:pt x="233259" y="41002"/>
                </a:lnTo>
                <a:lnTo>
                  <a:pt x="233259" y="63517"/>
                </a:lnTo>
                <a:lnTo>
                  <a:pt x="0" y="63517"/>
                </a:lnTo>
                <a:close/>
                <a:moveTo>
                  <a:pt x="171386" y="101386"/>
                </a:moveTo>
                <a:lnTo>
                  <a:pt x="255602" y="52259"/>
                </a:lnTo>
                <a:lnTo>
                  <a:pt x="171386" y="3133"/>
                </a:lnTo>
                <a:cubicBezTo>
                  <a:pt x="166015" y="0"/>
                  <a:pt x="159122" y="1815"/>
                  <a:pt x="155989" y="7185"/>
                </a:cubicBezTo>
                <a:cubicBezTo>
                  <a:pt x="152857" y="12556"/>
                  <a:pt x="154670" y="19449"/>
                  <a:pt x="160041" y="22582"/>
                </a:cubicBezTo>
                <a:lnTo>
                  <a:pt x="227587" y="61984"/>
                </a:lnTo>
                <a:lnTo>
                  <a:pt x="227587" y="42535"/>
                </a:lnTo>
                <a:lnTo>
                  <a:pt x="160041" y="81937"/>
                </a:lnTo>
                <a:cubicBezTo>
                  <a:pt x="154670" y="85070"/>
                  <a:pt x="152857" y="91963"/>
                  <a:pt x="155990" y="97334"/>
                </a:cubicBezTo>
                <a:cubicBezTo>
                  <a:pt x="159122" y="102704"/>
                  <a:pt x="166016" y="104518"/>
                  <a:pt x="171386" y="101386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path-315">
            <a:extLst xmlns:a="http://schemas.openxmlformats.org/drawingml/2006/main">
              <a:ext uri="{FF2B5EF4-FFF2-40B4-BE49-F238E27FC236}">
                <a16:creationId xmlns:a16="http://schemas.microsoft.com/office/drawing/2014/main" id="{61ED6ED6-36D9-45A8-ADC7-39D0ECDE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948" y="6775240"/>
            <a:ext cx="104518" cy="294440"/>
          </a:xfrm>
          <a:custGeom xmlns:a="http://schemas.openxmlformats.org/drawingml/2006/main">
            <a:pathLst>
              <a:path w="104518" h="294440">
                <a:moveTo>
                  <a:pt x="63516" y="0"/>
                </a:moveTo>
                <a:lnTo>
                  <a:pt x="63517" y="272097"/>
                </a:lnTo>
                <a:lnTo>
                  <a:pt x="41001" y="272097"/>
                </a:lnTo>
                <a:lnTo>
                  <a:pt x="41000" y="0"/>
                </a:lnTo>
                <a:lnTo>
                  <a:pt x="63516" y="0"/>
                </a:lnTo>
                <a:moveTo>
                  <a:pt x="101385" y="210224"/>
                </a:moveTo>
                <a:lnTo>
                  <a:pt x="52259" y="294440"/>
                </a:lnTo>
                <a:lnTo>
                  <a:pt x="3133" y="210224"/>
                </a:lnTo>
                <a:cubicBezTo>
                  <a:pt x="0" y="204854"/>
                  <a:pt x="1815" y="197960"/>
                  <a:pt x="7184" y="194827"/>
                </a:cubicBezTo>
                <a:cubicBezTo>
                  <a:pt x="12556" y="191694"/>
                  <a:pt x="19449" y="193509"/>
                  <a:pt x="22582" y="198879"/>
                </a:cubicBezTo>
                <a:lnTo>
                  <a:pt x="61983" y="266425"/>
                </a:lnTo>
                <a:lnTo>
                  <a:pt x="42535" y="266425"/>
                </a:lnTo>
                <a:lnTo>
                  <a:pt x="81937" y="198879"/>
                </a:lnTo>
                <a:cubicBezTo>
                  <a:pt x="85069" y="193508"/>
                  <a:pt x="91963" y="191694"/>
                  <a:pt x="97333" y="194827"/>
                </a:cubicBezTo>
                <a:cubicBezTo>
                  <a:pt x="102704" y="197960"/>
                  <a:pt x="104518" y="204853"/>
                  <a:pt x="101385" y="210224"/>
                </a:cubicBezTo>
              </a:path>
            </a:pathLst>
          </a:custGeom>
          <a:solidFill xmlns:a="http://schemas.openxmlformats.org/drawingml/2006/main">
            <a:srgbClr val="D77D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path-316">
            <a:extLst xmlns:a="http://schemas.openxmlformats.org/drawingml/2006/main">
              <a:ext uri="{FF2B5EF4-FFF2-40B4-BE49-F238E27FC236}">
                <a16:creationId xmlns:a16="http://schemas.microsoft.com/office/drawing/2014/main" id="{6326925C-209F-4622-B92F-EB6BCF54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210" y="6900484"/>
            <a:ext cx="533102" cy="476967"/>
          </a:xfrm>
          <a:custGeom xmlns:a="http://schemas.openxmlformats.org/drawingml/2006/main">
            <a:pathLst>
              <a:path w="533102" h="476967">
                <a:moveTo>
                  <a:pt x="0" y="476967"/>
                </a:moveTo>
                <a:lnTo>
                  <a:pt x="277782" y="476967"/>
                </a:lnTo>
                <a:lnTo>
                  <a:pt x="277782" y="52259"/>
                </a:lnTo>
                <a:lnTo>
                  <a:pt x="266525" y="63517"/>
                </a:lnTo>
                <a:lnTo>
                  <a:pt x="510760" y="63517"/>
                </a:lnTo>
                <a:lnTo>
                  <a:pt x="510760" y="41001"/>
                </a:lnTo>
                <a:lnTo>
                  <a:pt x="255267" y="41001"/>
                </a:lnTo>
                <a:lnTo>
                  <a:pt x="255267" y="465710"/>
                </a:lnTo>
                <a:lnTo>
                  <a:pt x="266525" y="454452"/>
                </a:lnTo>
                <a:lnTo>
                  <a:pt x="0" y="454452"/>
                </a:lnTo>
                <a:lnTo>
                  <a:pt x="0" y="476967"/>
                </a:lnTo>
                <a:moveTo>
                  <a:pt x="448887" y="101385"/>
                </a:moveTo>
                <a:lnTo>
                  <a:pt x="533102" y="52259"/>
                </a:lnTo>
                <a:lnTo>
                  <a:pt x="448887" y="3133"/>
                </a:lnTo>
                <a:cubicBezTo>
                  <a:pt x="443516" y="0"/>
                  <a:pt x="436623" y="1814"/>
                  <a:pt x="433490" y="7185"/>
                </a:cubicBezTo>
                <a:cubicBezTo>
                  <a:pt x="430357" y="12556"/>
                  <a:pt x="432171" y="19449"/>
                  <a:pt x="437541" y="22580"/>
                </a:cubicBezTo>
                <a:lnTo>
                  <a:pt x="505088" y="61982"/>
                </a:lnTo>
                <a:lnTo>
                  <a:pt x="505088" y="42535"/>
                </a:lnTo>
                <a:lnTo>
                  <a:pt x="437541" y="81937"/>
                </a:lnTo>
                <a:cubicBezTo>
                  <a:pt x="432171" y="85069"/>
                  <a:pt x="430357" y="91962"/>
                  <a:pt x="433490" y="97333"/>
                </a:cubicBezTo>
                <a:cubicBezTo>
                  <a:pt x="436623" y="102703"/>
                  <a:pt x="443516" y="104518"/>
                  <a:pt x="448887" y="101385"/>
                </a:cubicBezTo>
              </a:path>
            </a:pathLst>
          </a:custGeom>
          <a:solidFill xmlns:a="http://schemas.openxmlformats.org/drawingml/2006/main">
            <a:srgbClr val="C981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path-317">
            <a:extLst xmlns:a="http://schemas.openxmlformats.org/drawingml/2006/main">
              <a:ext uri="{FF2B5EF4-FFF2-40B4-BE49-F238E27FC236}">
                <a16:creationId xmlns:a16="http://schemas.microsoft.com/office/drawing/2014/main" id="{9441FF27-BF4F-4634-9D76-6BA67AB4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657" y="6024772"/>
            <a:ext cx="1070605" cy="565698"/>
          </a:xfrm>
          <a:custGeom xmlns:a="http://schemas.openxmlformats.org/drawingml/2006/main">
            <a:pathLst>
              <a:path w="1070605" h="565698">
                <a:moveTo>
                  <a:pt x="0" y="94284"/>
                </a:moveTo>
                <a:cubicBezTo>
                  <a:pt x="0" y="42213"/>
                  <a:pt x="42213" y="0"/>
                  <a:pt x="94284" y="0"/>
                </a:cubicBezTo>
                <a:lnTo>
                  <a:pt x="976321" y="0"/>
                </a:lnTo>
                <a:cubicBezTo>
                  <a:pt x="1028392" y="0"/>
                  <a:pt x="1070605" y="42213"/>
                  <a:pt x="1070605" y="94284"/>
                </a:cubicBezTo>
                <a:lnTo>
                  <a:pt x="1070605" y="471413"/>
                </a:lnTo>
                <a:cubicBezTo>
                  <a:pt x="1070605" y="523486"/>
                  <a:pt x="1028392" y="565698"/>
                  <a:pt x="976321" y="565698"/>
                </a:cubicBezTo>
                <a:lnTo>
                  <a:pt x="94284" y="565698"/>
                </a:lnTo>
                <a:cubicBezTo>
                  <a:pt x="42213" y="565698"/>
                  <a:pt x="0" y="523486"/>
                  <a:pt x="0" y="471413"/>
                </a:cubicBezTo>
                <a:lnTo>
                  <a:pt x="0" y="94284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57947B"/>
            </a:solidFill>
            <a:prstDash val="dash"/>
          </a:ln>
        </p:spPr>
      </p:sp>
      <p:sp>
        <p:nvSpPr>
          <p:cNvPr id="429" name="text-318 Evidence">
            <a:extLst xmlns:a="http://schemas.openxmlformats.org/drawingml/2006/main">
              <a:ext uri="{FF2B5EF4-FFF2-40B4-BE49-F238E27FC236}">
                <a16:creationId xmlns:a16="http://schemas.microsoft.com/office/drawing/2014/main" id="{9BFEB585-87A5-4593-A40A-2739CF02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3198" y="6023950"/>
            <a:ext cx="657158" cy="214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Evidence</a:t>
            </a:r>
          </a:p>
        </p:txBody>
      </p:sp>
      <p:sp>
        <p:nvSpPr>
          <p:cNvPr id="430" name="text-319 Evidence">
            <a:extLst xmlns:a="http://schemas.openxmlformats.org/drawingml/2006/main">
              <a:ext uri="{FF2B5EF4-FFF2-40B4-BE49-F238E27FC236}">
                <a16:creationId xmlns:a16="http://schemas.microsoft.com/office/drawing/2014/main" id="{F65B7721-D70B-48CC-9D9C-DEFD5E6A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3198" y="6023950"/>
            <a:ext cx="657158" cy="214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Evidence</a:t>
            </a:r>
          </a:p>
        </p:txBody>
      </p:sp>
      <p:sp>
        <p:nvSpPr>
          <p:cNvPr id="431" name="text-320 localization">
            <a:extLst xmlns:a="http://schemas.openxmlformats.org/drawingml/2006/main">
              <a:ext uri="{FF2B5EF4-FFF2-40B4-BE49-F238E27FC236}">
                <a16:creationId xmlns:a16="http://schemas.microsoft.com/office/drawing/2014/main" id="{DE065A5F-3480-4DB3-BBBD-797EDA6C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8090" y="6205391"/>
            <a:ext cx="826162" cy="213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4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4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04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localization</a:t>
            </a:r>
          </a:p>
        </p:txBody>
      </p:sp>
      <p:sp>
        <p:nvSpPr>
          <p:cNvPr id="432" name="text-321 localization">
            <a:extLst xmlns:a="http://schemas.openxmlformats.org/drawingml/2006/main">
              <a:ext uri="{FF2B5EF4-FFF2-40B4-BE49-F238E27FC236}">
                <a16:creationId xmlns:a16="http://schemas.microsoft.com/office/drawing/2014/main" id="{29ED8FB2-A065-4516-B27F-D2823112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8090" y="6205391"/>
            <a:ext cx="826162" cy="213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4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4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04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localization</a:t>
            </a:r>
          </a:p>
        </p:txBody>
      </p:sp>
      <p:sp>
        <p:nvSpPr>
          <p:cNvPr id="433" name="text-322 failure">
            <a:extLst xmlns:a="http://schemas.openxmlformats.org/drawingml/2006/main">
              <a:ext uri="{FF2B5EF4-FFF2-40B4-BE49-F238E27FC236}">
                <a16:creationId xmlns:a16="http://schemas.microsoft.com/office/drawing/2014/main" id="{0F7561B0-DBF4-4847-B0E6-FCF277F1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9187" y="6386158"/>
            <a:ext cx="505180" cy="2143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6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6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06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failure</a:t>
            </a:r>
          </a:p>
        </p:txBody>
      </p:sp>
      <p:sp>
        <p:nvSpPr>
          <p:cNvPr id="434" name="text-323 failure">
            <a:extLst xmlns:a="http://schemas.openxmlformats.org/drawingml/2006/main">
              <a:ext uri="{FF2B5EF4-FFF2-40B4-BE49-F238E27FC236}">
                <a16:creationId xmlns:a16="http://schemas.microsoft.com/office/drawing/2014/main" id="{63BE27A1-3513-4BC8-A75B-F28827CB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9187" y="6386158"/>
            <a:ext cx="505180" cy="2143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6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6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06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failure</a:t>
            </a:r>
          </a:p>
        </p:txBody>
      </p:sp>
      <p:sp>
        <p:nvSpPr>
          <p:cNvPr id="435" name="path-324">
            <a:extLst xmlns:a="http://schemas.openxmlformats.org/drawingml/2006/main">
              <a:ext uri="{FF2B5EF4-FFF2-40B4-BE49-F238E27FC236}">
                <a16:creationId xmlns:a16="http://schemas.microsoft.com/office/drawing/2014/main" id="{68977B6B-4844-49F9-BD36-8DC2E0D0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252" y="6686014"/>
            <a:ext cx="1070604" cy="533457"/>
          </a:xfrm>
          <a:custGeom xmlns:a="http://schemas.openxmlformats.org/drawingml/2006/main">
            <a:pathLst>
              <a:path w="1070604" h="533457">
                <a:moveTo>
                  <a:pt x="0" y="88912"/>
                </a:moveTo>
                <a:cubicBezTo>
                  <a:pt x="0" y="39807"/>
                  <a:pt x="39807" y="0"/>
                  <a:pt x="88912" y="0"/>
                </a:cubicBezTo>
                <a:lnTo>
                  <a:pt x="981694" y="0"/>
                </a:lnTo>
                <a:cubicBezTo>
                  <a:pt x="1030798" y="0"/>
                  <a:pt x="1070604" y="39807"/>
                  <a:pt x="1070604" y="88912"/>
                </a:cubicBezTo>
                <a:lnTo>
                  <a:pt x="1070604" y="444546"/>
                </a:lnTo>
                <a:cubicBezTo>
                  <a:pt x="1070604" y="493651"/>
                  <a:pt x="1030798" y="533457"/>
                  <a:pt x="981694" y="533457"/>
                </a:cubicBezTo>
                <a:lnTo>
                  <a:pt x="88912" y="533457"/>
                </a:lnTo>
                <a:cubicBezTo>
                  <a:pt x="39807" y="533457"/>
                  <a:pt x="0" y="493651"/>
                  <a:pt x="0" y="444546"/>
                </a:cubicBezTo>
                <a:lnTo>
                  <a:pt x="0" y="88912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C981A8"/>
            </a:solidFill>
            <a:prstDash val="dash"/>
          </a:ln>
        </p:spPr>
      </p:sp>
      <p:sp>
        <p:nvSpPr>
          <p:cNvPr id="436" name="text-325 Solver">
            <a:extLst xmlns:a="http://schemas.openxmlformats.org/drawingml/2006/main">
              <a:ext uri="{FF2B5EF4-FFF2-40B4-BE49-F238E27FC236}">
                <a16:creationId xmlns:a16="http://schemas.microsoft.com/office/drawing/2014/main" id="{7C9EBE75-D936-4836-B644-43EA0887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0589" y="6669456"/>
            <a:ext cx="488863" cy="2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20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437" name="text-326 Solver">
            <a:extLst xmlns:a="http://schemas.openxmlformats.org/drawingml/2006/main">
              <a:ext uri="{FF2B5EF4-FFF2-40B4-BE49-F238E27FC236}">
                <a16:creationId xmlns:a16="http://schemas.microsoft.com/office/drawing/2014/main" id="{21899A0B-51DF-49EF-B4C3-FD81CB93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0589" y="6669456"/>
            <a:ext cx="488863" cy="2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20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438" name="text-327 reasoning">
            <a:extLst xmlns:a="http://schemas.openxmlformats.org/drawingml/2006/main">
              <a:ext uri="{FF2B5EF4-FFF2-40B4-BE49-F238E27FC236}">
                <a16:creationId xmlns:a16="http://schemas.microsoft.com/office/drawing/2014/main" id="{B1DCCC04-15BC-40AA-B70A-2909EA3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4372" y="6850810"/>
            <a:ext cx="702471" cy="214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reasoning</a:t>
            </a:r>
          </a:p>
        </p:txBody>
      </p:sp>
      <p:sp>
        <p:nvSpPr>
          <p:cNvPr id="439" name="text-328 reasoning">
            <a:extLst xmlns:a="http://schemas.openxmlformats.org/drawingml/2006/main">
              <a:ext uri="{FF2B5EF4-FFF2-40B4-BE49-F238E27FC236}">
                <a16:creationId xmlns:a16="http://schemas.microsoft.com/office/drawing/2014/main" id="{3CEB1200-B0DB-4B61-96D7-54A5C110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4372" y="6850810"/>
            <a:ext cx="702471" cy="214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reasoning</a:t>
            </a:r>
          </a:p>
        </p:txBody>
      </p:sp>
      <p:sp>
        <p:nvSpPr>
          <p:cNvPr id="440" name="text-329 failure">
            <a:extLst xmlns:a="http://schemas.openxmlformats.org/drawingml/2006/main">
              <a:ext uri="{FF2B5EF4-FFF2-40B4-BE49-F238E27FC236}">
                <a16:creationId xmlns:a16="http://schemas.microsoft.com/office/drawing/2014/main" id="{70DD46DB-3206-4C01-95D7-49192029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2877" y="7029197"/>
            <a:ext cx="505180" cy="2143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failure</a:t>
            </a:r>
          </a:p>
        </p:txBody>
      </p:sp>
      <p:sp>
        <p:nvSpPr>
          <p:cNvPr id="441" name="text-330 failure">
            <a:extLst xmlns:a="http://schemas.openxmlformats.org/drawingml/2006/main">
              <a:ext uri="{FF2B5EF4-FFF2-40B4-BE49-F238E27FC236}">
                <a16:creationId xmlns:a16="http://schemas.microsoft.com/office/drawing/2014/main" id="{CB283912-CFE5-4451-9401-FAE941BC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2877" y="7029197"/>
            <a:ext cx="505180" cy="2143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failure</a:t>
            </a:r>
          </a:p>
        </p:txBody>
      </p:sp>
      <p:sp>
        <p:nvSpPr>
          <p:cNvPr id="442" name="path-331">
            <a:extLst xmlns:a="http://schemas.openxmlformats.org/drawingml/2006/main">
              <a:ext uri="{FF2B5EF4-FFF2-40B4-BE49-F238E27FC236}">
                <a16:creationId xmlns:a16="http://schemas.microsoft.com/office/drawing/2014/main" id="{76837FA5-5562-4090-AC82-B3668481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260" y="7348528"/>
            <a:ext cx="1070605" cy="540922"/>
          </a:xfrm>
          <a:custGeom xmlns:a="http://schemas.openxmlformats.org/drawingml/2006/main">
            <a:pathLst>
              <a:path w="1070605" h="540922">
                <a:moveTo>
                  <a:pt x="0" y="90155"/>
                </a:moveTo>
                <a:cubicBezTo>
                  <a:pt x="0" y="40364"/>
                  <a:pt x="40364" y="0"/>
                  <a:pt x="90155" y="0"/>
                </a:cubicBezTo>
                <a:lnTo>
                  <a:pt x="980450" y="0"/>
                </a:lnTo>
                <a:cubicBezTo>
                  <a:pt x="1030241" y="0"/>
                  <a:pt x="1070605" y="40364"/>
                  <a:pt x="1070605" y="90155"/>
                </a:cubicBezTo>
                <a:lnTo>
                  <a:pt x="1070605" y="450766"/>
                </a:lnTo>
                <a:cubicBezTo>
                  <a:pt x="1070605" y="500557"/>
                  <a:pt x="1030241" y="540922"/>
                  <a:pt x="980450" y="540922"/>
                </a:cubicBezTo>
                <a:lnTo>
                  <a:pt x="90155" y="540922"/>
                </a:lnTo>
                <a:cubicBezTo>
                  <a:pt x="40364" y="540922"/>
                  <a:pt x="0" y="500557"/>
                  <a:pt x="0" y="450766"/>
                </a:cubicBezTo>
                <a:lnTo>
                  <a:pt x="0" y="90155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2E75B6"/>
            </a:solidFill>
            <a:prstDash val="dash"/>
          </a:ln>
        </p:spPr>
      </p:sp>
      <p:sp>
        <p:nvSpPr>
          <p:cNvPr id="443" name="text-332 Insufficient">
            <a:extLst xmlns:a="http://schemas.openxmlformats.org/drawingml/2006/main">
              <a:ext uri="{FF2B5EF4-FFF2-40B4-BE49-F238E27FC236}">
                <a16:creationId xmlns:a16="http://schemas.microsoft.com/office/drawing/2014/main" id="{8AB3DBFA-B180-4EBA-8C18-86718E79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52" y="7337465"/>
            <a:ext cx="899395" cy="213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3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3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pPr>
            <a:r>
              <a:rPr sz="1203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rPr>
              <a:t>Insufficient</a:t>
            </a:r>
          </a:p>
        </p:txBody>
      </p:sp>
      <p:sp>
        <p:nvSpPr>
          <p:cNvPr id="444" name="text-333 Insufficient">
            <a:extLst xmlns:a="http://schemas.openxmlformats.org/drawingml/2006/main">
              <a:ext uri="{FF2B5EF4-FFF2-40B4-BE49-F238E27FC236}">
                <a16:creationId xmlns:a16="http://schemas.microsoft.com/office/drawing/2014/main" id="{1C1E8199-22DA-448F-AC4E-2D23F31A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52" y="7337465"/>
            <a:ext cx="899395" cy="213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3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3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pPr>
            <a:r>
              <a:rPr sz="1203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rPr>
              <a:t>Insufficient</a:t>
            </a:r>
          </a:p>
        </p:txBody>
      </p:sp>
      <p:sp>
        <p:nvSpPr>
          <p:cNvPr id="445" name="text-334 evidence">
            <a:extLst xmlns:a="http://schemas.openxmlformats.org/drawingml/2006/main">
              <a:ext uri="{FF2B5EF4-FFF2-40B4-BE49-F238E27FC236}">
                <a16:creationId xmlns:a16="http://schemas.microsoft.com/office/drawing/2014/main" id="{A737C756-34CC-44AF-A08B-80ED4DCC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3510" y="7515619"/>
            <a:ext cx="644331" cy="214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pPr>
            <a:r>
              <a: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rPr>
              <a:t>evidence</a:t>
            </a:r>
          </a:p>
        </p:txBody>
      </p:sp>
      <p:sp>
        <p:nvSpPr>
          <p:cNvPr id="446" name="text-335 evidence">
            <a:extLst xmlns:a="http://schemas.openxmlformats.org/drawingml/2006/main">
              <a:ext uri="{FF2B5EF4-FFF2-40B4-BE49-F238E27FC236}">
                <a16:creationId xmlns:a16="http://schemas.microsoft.com/office/drawing/2014/main" id="{3FFFC6E2-4FB0-428F-9F94-939394DF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3510" y="7515619"/>
            <a:ext cx="644331" cy="214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pPr>
            <a:r>
              <a: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rPr>
              <a:t>evidence</a:t>
            </a:r>
          </a:p>
        </p:txBody>
      </p:sp>
      <p:sp>
        <p:nvSpPr>
          <p:cNvPr id="447" name="text-336 coverage">
            <a:extLst xmlns:a="http://schemas.openxmlformats.org/drawingml/2006/main">
              <a:ext uri="{FF2B5EF4-FFF2-40B4-BE49-F238E27FC236}">
                <a16:creationId xmlns:a16="http://schemas.microsoft.com/office/drawing/2014/main" id="{1AB8048A-E9E6-4E9F-8FD3-D8DAD20E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5066" y="7696597"/>
            <a:ext cx="661266" cy="214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pPr>
            <a:r>
              <a: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rPr>
              <a:t>coverage</a:t>
            </a:r>
          </a:p>
        </p:txBody>
      </p:sp>
      <p:sp>
        <p:nvSpPr>
          <p:cNvPr id="448" name="text-337 coverage">
            <a:extLst xmlns:a="http://schemas.openxmlformats.org/drawingml/2006/main">
              <a:ext uri="{FF2B5EF4-FFF2-40B4-BE49-F238E27FC236}">
                <a16:creationId xmlns:a16="http://schemas.microsoft.com/office/drawing/2014/main" id="{86A88237-10B9-44C4-AB34-1100F750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5066" y="7696597"/>
            <a:ext cx="661266" cy="214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pPr>
            <a:r>
              <a: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rPr>
              <a:t>coverage</a:t>
            </a:r>
          </a:p>
        </p:txBody>
      </p:sp>
      <p:sp>
        <p:nvSpPr>
          <p:cNvPr id="449" name="path-338">
            <a:extLst xmlns:a="http://schemas.openxmlformats.org/drawingml/2006/main">
              <a:ext uri="{FF2B5EF4-FFF2-40B4-BE49-F238E27FC236}">
                <a16:creationId xmlns:a16="http://schemas.microsoft.com/office/drawing/2014/main" id="{F6A1B093-A26B-42CD-A7CB-C8DD95A8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201" y="7356892"/>
            <a:ext cx="531103" cy="320134"/>
          </a:xfrm>
          <a:custGeom xmlns:a="http://schemas.openxmlformats.org/drawingml/2006/main">
            <a:pathLst>
              <a:path w="531103" h="320134">
                <a:moveTo>
                  <a:pt x="0" y="0"/>
                </a:moveTo>
                <a:lnTo>
                  <a:pt x="276784" y="0"/>
                </a:lnTo>
                <a:lnTo>
                  <a:pt x="276784" y="267875"/>
                </a:lnTo>
                <a:lnTo>
                  <a:pt x="265526" y="256618"/>
                </a:lnTo>
                <a:lnTo>
                  <a:pt x="508761" y="256618"/>
                </a:lnTo>
                <a:lnTo>
                  <a:pt x="508761" y="279133"/>
                </a:lnTo>
                <a:lnTo>
                  <a:pt x="254269" y="279133"/>
                </a:lnTo>
                <a:lnTo>
                  <a:pt x="254269" y="11258"/>
                </a:lnTo>
                <a:lnTo>
                  <a:pt x="265526" y="22516"/>
                </a:lnTo>
                <a:lnTo>
                  <a:pt x="0" y="22516"/>
                </a:lnTo>
                <a:lnTo>
                  <a:pt x="0" y="0"/>
                </a:lnTo>
                <a:moveTo>
                  <a:pt x="446888" y="218749"/>
                </a:moveTo>
                <a:lnTo>
                  <a:pt x="531103" y="267875"/>
                </a:lnTo>
                <a:lnTo>
                  <a:pt x="446888" y="317001"/>
                </a:lnTo>
                <a:cubicBezTo>
                  <a:pt x="441517" y="320134"/>
                  <a:pt x="434624" y="318320"/>
                  <a:pt x="431491" y="312950"/>
                </a:cubicBezTo>
                <a:cubicBezTo>
                  <a:pt x="428359" y="307579"/>
                  <a:pt x="430173" y="300686"/>
                  <a:pt x="435542" y="297553"/>
                </a:cubicBezTo>
                <a:lnTo>
                  <a:pt x="503089" y="258151"/>
                </a:lnTo>
                <a:lnTo>
                  <a:pt x="503089" y="277599"/>
                </a:lnTo>
                <a:lnTo>
                  <a:pt x="435542" y="238198"/>
                </a:lnTo>
                <a:cubicBezTo>
                  <a:pt x="430173" y="235065"/>
                  <a:pt x="428359" y="228171"/>
                  <a:pt x="431491" y="222801"/>
                </a:cubicBezTo>
                <a:cubicBezTo>
                  <a:pt x="434624" y="217430"/>
                  <a:pt x="441517" y="215617"/>
                  <a:pt x="446888" y="218749"/>
                </a:cubicBezTo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text-339 ×">
            <a:extLst xmlns:a="http://schemas.openxmlformats.org/drawingml/2006/main">
              <a:ext uri="{FF2B5EF4-FFF2-40B4-BE49-F238E27FC236}">
                <a16:creationId xmlns:a16="http://schemas.microsoft.com/office/drawing/2014/main" id="{E54EE42B-4F2C-48B1-B8EE-A490E9B4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3339" y="6656431"/>
            <a:ext cx="148733" cy="31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×</a:t>
            </a:r>
          </a:p>
        </p:txBody>
      </p:sp>
      <p:sp>
        <p:nvSpPr>
          <p:cNvPr id="451" name="text-340 ×">
            <a:extLst xmlns:a="http://schemas.openxmlformats.org/drawingml/2006/main">
              <a:ext uri="{FF2B5EF4-FFF2-40B4-BE49-F238E27FC236}">
                <a16:creationId xmlns:a16="http://schemas.microsoft.com/office/drawing/2014/main" id="{0E2D9096-E7AD-44FE-939A-1EAFAE3D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3339" y="6656431"/>
            <a:ext cx="148733" cy="31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×</a:t>
            </a:r>
          </a:p>
        </p:txBody>
      </p:sp>
      <p:sp>
        <p:nvSpPr>
          <p:cNvPr id="452" name="text-341 ✓">
            <a:extLst xmlns:a="http://schemas.openxmlformats.org/drawingml/2006/main">
              <a:ext uri="{FF2B5EF4-FFF2-40B4-BE49-F238E27FC236}">
                <a16:creationId xmlns:a16="http://schemas.microsoft.com/office/drawing/2014/main" id="{1243B2A4-2E50-4A0E-B364-3B9C5EFE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4687" y="7342763"/>
            <a:ext cx="149473" cy="244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5" b="0" i="0">
                <a:solidFill>
                  <a:srgbClr val="2E75B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5" b="0" i="0">
                <a:solidFill>
                  <a:srgbClr val="2E75B6"/>
                </a:solidFill>
                <a:latin typeface="Cambria Math"/>
                <a:ea typeface="Cambria Math"/>
                <a:cs typeface="Cambria Math"/>
              </a:defRPr>
            </a:pPr>
            <a:r>
              <a:rPr sz="1375" b="0" i="0">
                <a:solidFill>
                  <a:srgbClr val="2E75B6"/>
                </a:solidFill>
                <a:latin typeface="Cambria Math"/>
                <a:ea typeface="Cambria Math"/>
                <a:cs typeface="Cambria Math"/>
              </a:rPr>
              <a:t>✓</a:t>
            </a:r>
          </a:p>
        </p:txBody>
      </p:sp>
      <p:sp>
        <p:nvSpPr>
          <p:cNvPr id="453" name="text-342 ✓">
            <a:extLst xmlns:a="http://schemas.openxmlformats.org/drawingml/2006/main">
              <a:ext uri="{FF2B5EF4-FFF2-40B4-BE49-F238E27FC236}">
                <a16:creationId xmlns:a16="http://schemas.microsoft.com/office/drawing/2014/main" id="{74052A50-BD1A-4F1B-98A1-2A0CE5CC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4687" y="7342763"/>
            <a:ext cx="149473" cy="244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5" b="0" i="0">
                <a:solidFill>
                  <a:srgbClr val="2E75B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5" b="0" i="0">
                <a:solidFill>
                  <a:srgbClr val="2E75B6"/>
                </a:solidFill>
                <a:latin typeface="Cambria Math"/>
                <a:ea typeface="Cambria Math"/>
                <a:cs typeface="Cambria Math"/>
              </a:defRPr>
            </a:pPr>
            <a:r>
              <a:rPr sz="1375" b="0" i="0">
                <a:solidFill>
                  <a:srgbClr val="2E75B6"/>
                </a:solidFill>
                <a:latin typeface="Cambria Math"/>
                <a:ea typeface="Cambria Math"/>
                <a:cs typeface="Cambria Math"/>
              </a:rPr>
              <a:t>✓</a:t>
            </a:r>
          </a:p>
        </p:txBody>
      </p:sp>
      <p:sp>
        <p:nvSpPr>
          <p:cNvPr id="454" name="text-343 ✓">
            <a:extLst xmlns:a="http://schemas.openxmlformats.org/drawingml/2006/main">
              <a:ext uri="{FF2B5EF4-FFF2-40B4-BE49-F238E27FC236}">
                <a16:creationId xmlns:a16="http://schemas.microsoft.com/office/drawing/2014/main" id="{B9C83621-49B3-4479-9EFD-0A8958C8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8650" y="5770291"/>
            <a:ext cx="149473" cy="244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5" b="0" i="0">
                <a:solidFill>
                  <a:srgbClr val="57947B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5" b="0" i="0">
                <a:solidFill>
                  <a:srgbClr val="57947B"/>
                </a:solidFill>
                <a:latin typeface="Cambria Math"/>
                <a:ea typeface="Cambria Math"/>
                <a:cs typeface="Cambria Math"/>
              </a:defRPr>
            </a:pPr>
            <a:r>
              <a:rPr sz="1375" b="0" i="0">
                <a:solidFill>
                  <a:srgbClr val="57947B"/>
                </a:solidFill>
                <a:latin typeface="Cambria Math"/>
                <a:ea typeface="Cambria Math"/>
                <a:cs typeface="Cambria Math"/>
              </a:rPr>
              <a:t>✓</a:t>
            </a:r>
          </a:p>
        </p:txBody>
      </p:sp>
      <p:sp>
        <p:nvSpPr>
          <p:cNvPr id="455" name="text-344 ✓">
            <a:extLst xmlns:a="http://schemas.openxmlformats.org/drawingml/2006/main">
              <a:ext uri="{FF2B5EF4-FFF2-40B4-BE49-F238E27FC236}">
                <a16:creationId xmlns:a16="http://schemas.microsoft.com/office/drawing/2014/main" id="{B80CEF68-1B90-451A-925A-854E8563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8650" y="5770291"/>
            <a:ext cx="149473" cy="244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5" b="0" i="0">
                <a:solidFill>
                  <a:srgbClr val="57947B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5" b="0" i="0">
                <a:solidFill>
                  <a:srgbClr val="57947B"/>
                </a:solidFill>
                <a:latin typeface="Cambria Math"/>
                <a:ea typeface="Cambria Math"/>
                <a:cs typeface="Cambria Math"/>
              </a:defRPr>
            </a:pPr>
            <a:r>
              <a:rPr sz="1375" b="0" i="0">
                <a:solidFill>
                  <a:srgbClr val="57947B"/>
                </a:solidFill>
                <a:latin typeface="Cambria Math"/>
                <a:ea typeface="Cambria Math"/>
                <a:cs typeface="Cambria Math"/>
              </a:rPr>
              <a:t>✓</a:t>
            </a:r>
          </a:p>
        </p:txBody>
      </p:sp>
      <p:sp>
        <p:nvSpPr>
          <p:cNvPr id="456" name="path-345">
            <a:extLst xmlns:a="http://schemas.openxmlformats.org/drawingml/2006/main">
              <a:ext uri="{FF2B5EF4-FFF2-40B4-BE49-F238E27FC236}">
                <a16:creationId xmlns:a16="http://schemas.microsoft.com/office/drawing/2014/main" id="{FAF034F5-3BEC-4D83-9C22-6473895A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7018" y="4959369"/>
            <a:ext cx="3124567" cy="1686400"/>
          </a:xfrm>
          <a:custGeom xmlns:a="http://schemas.openxmlformats.org/drawingml/2006/main">
            <a:pathLst>
              <a:path w="3124567" h="1686400">
                <a:moveTo>
                  <a:pt x="0" y="164963"/>
                </a:moveTo>
                <a:cubicBezTo>
                  <a:pt x="0" y="73856"/>
                  <a:pt x="73857" y="0"/>
                  <a:pt x="164962" y="0"/>
                </a:cubicBezTo>
                <a:lnTo>
                  <a:pt x="2959605" y="0"/>
                </a:lnTo>
                <a:cubicBezTo>
                  <a:pt x="3050711" y="0"/>
                  <a:pt x="3124567" y="73856"/>
                  <a:pt x="3124567" y="164963"/>
                </a:cubicBezTo>
                <a:lnTo>
                  <a:pt x="3124567" y="1521438"/>
                </a:lnTo>
                <a:cubicBezTo>
                  <a:pt x="3124567" y="1612543"/>
                  <a:pt x="3050711" y="1686400"/>
                  <a:pt x="2959605" y="1686400"/>
                </a:cubicBezTo>
                <a:lnTo>
                  <a:pt x="164962" y="1686400"/>
                </a:lnTo>
                <a:cubicBezTo>
                  <a:pt x="73857" y="1686400"/>
                  <a:pt x="0" y="1612543"/>
                  <a:pt x="0" y="1521438"/>
                </a:cubicBezTo>
                <a:lnTo>
                  <a:pt x="0" y="164963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57947B"/>
            </a:solidFill>
            <a:prstDash val="dash"/>
          </a:ln>
        </p:spPr>
      </p:sp>
      <p:sp>
        <p:nvSpPr>
          <p:cNvPr id="457" name="path-346">
            <a:extLst xmlns:a="http://schemas.openxmlformats.org/drawingml/2006/main">
              <a:ext uri="{FF2B5EF4-FFF2-40B4-BE49-F238E27FC236}">
                <a16:creationId xmlns:a16="http://schemas.microsoft.com/office/drawing/2014/main" id="{62ABF8E0-82A5-4504-BC0C-778E1EEF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456" y="6912584"/>
            <a:ext cx="3673942" cy="963094"/>
          </a:xfrm>
          <a:custGeom xmlns:a="http://schemas.openxmlformats.org/drawingml/2006/main">
            <a:pathLst>
              <a:path w="3673942" h="963094">
                <a:moveTo>
                  <a:pt x="0" y="94211"/>
                </a:moveTo>
                <a:cubicBezTo>
                  <a:pt x="0" y="42180"/>
                  <a:pt x="42180" y="0"/>
                  <a:pt x="94211" y="0"/>
                </a:cubicBezTo>
                <a:lnTo>
                  <a:pt x="3579731" y="0"/>
                </a:lnTo>
                <a:cubicBezTo>
                  <a:pt x="3631762" y="0"/>
                  <a:pt x="3673942" y="42180"/>
                  <a:pt x="3673942" y="94211"/>
                </a:cubicBezTo>
                <a:lnTo>
                  <a:pt x="3673942" y="868883"/>
                </a:lnTo>
                <a:cubicBezTo>
                  <a:pt x="3673942" y="920914"/>
                  <a:pt x="3631762" y="963094"/>
                  <a:pt x="3579731" y="963094"/>
                </a:cubicBezTo>
                <a:lnTo>
                  <a:pt x="94211" y="963094"/>
                </a:lnTo>
                <a:cubicBezTo>
                  <a:pt x="42180" y="963094"/>
                  <a:pt x="0" y="920914"/>
                  <a:pt x="0" y="868883"/>
                </a:cubicBezTo>
                <a:lnTo>
                  <a:pt x="0" y="94211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5B9BD5"/>
            </a:solidFill>
            <a:prstDash val="dash"/>
          </a:ln>
        </p:spPr>
      </p:sp>
      <p:sp>
        <p:nvSpPr>
          <p:cNvPr id="458" name="path-347">
            <a:extLst xmlns:a="http://schemas.openxmlformats.org/drawingml/2006/main">
              <a:ext uri="{FF2B5EF4-FFF2-40B4-BE49-F238E27FC236}">
                <a16:creationId xmlns:a16="http://schemas.microsoft.com/office/drawing/2014/main" id="{69EFB825-C340-4794-A4B4-BF5B1968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6210" y="7368149"/>
            <a:ext cx="255596" cy="104518"/>
          </a:xfrm>
          <a:custGeom xmlns:a="http://schemas.openxmlformats.org/drawingml/2006/main">
            <a:pathLst>
              <a:path w="255596" h="104518">
                <a:moveTo>
                  <a:pt x="0" y="63517"/>
                </a:moveTo>
                <a:lnTo>
                  <a:pt x="233260" y="63517"/>
                </a:lnTo>
                <a:lnTo>
                  <a:pt x="233260" y="41001"/>
                </a:lnTo>
                <a:lnTo>
                  <a:pt x="0" y="41002"/>
                </a:lnTo>
                <a:lnTo>
                  <a:pt x="0" y="63517"/>
                </a:lnTo>
                <a:moveTo>
                  <a:pt x="171387" y="101385"/>
                </a:moveTo>
                <a:lnTo>
                  <a:pt x="255596" y="52259"/>
                </a:lnTo>
                <a:lnTo>
                  <a:pt x="171376" y="3133"/>
                </a:lnTo>
                <a:cubicBezTo>
                  <a:pt x="166007" y="0"/>
                  <a:pt x="159116" y="1814"/>
                  <a:pt x="155987" y="7185"/>
                </a:cubicBezTo>
                <a:cubicBezTo>
                  <a:pt x="152857" y="12555"/>
                  <a:pt x="154669" y="19449"/>
                  <a:pt x="160040" y="22582"/>
                </a:cubicBezTo>
                <a:lnTo>
                  <a:pt x="227586" y="61983"/>
                </a:lnTo>
                <a:lnTo>
                  <a:pt x="227586" y="42535"/>
                </a:lnTo>
                <a:lnTo>
                  <a:pt x="160040" y="81937"/>
                </a:lnTo>
                <a:cubicBezTo>
                  <a:pt x="154669" y="85069"/>
                  <a:pt x="152857" y="91963"/>
                  <a:pt x="155987" y="97333"/>
                </a:cubicBezTo>
                <a:cubicBezTo>
                  <a:pt x="159116" y="102704"/>
                  <a:pt x="166007" y="104518"/>
                  <a:pt x="171387" y="101385"/>
                </a:cubicBezTo>
              </a:path>
            </a:pathLst>
          </a:custGeom>
          <a:solidFill xmlns:a="http://schemas.openxmlformats.org/drawingml/2006/main">
            <a:srgbClr val="7357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path-348">
            <a:extLst xmlns:a="http://schemas.openxmlformats.org/drawingml/2006/main">
              <a:ext uri="{FF2B5EF4-FFF2-40B4-BE49-F238E27FC236}">
                <a16:creationId xmlns:a16="http://schemas.microsoft.com/office/drawing/2014/main" id="{FC234E86-00B3-4896-B5B7-4EC57FA6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653" y="7368149"/>
            <a:ext cx="255602" cy="104518"/>
          </a:xfrm>
          <a:custGeom xmlns:a="http://schemas.openxmlformats.org/drawingml/2006/main">
            <a:pathLst>
              <a:path w="255602" h="104518">
                <a:moveTo>
                  <a:pt x="0" y="63517"/>
                </a:moveTo>
                <a:lnTo>
                  <a:pt x="233259" y="63517"/>
                </a:lnTo>
                <a:lnTo>
                  <a:pt x="233259" y="41001"/>
                </a:lnTo>
                <a:lnTo>
                  <a:pt x="0" y="41002"/>
                </a:lnTo>
                <a:lnTo>
                  <a:pt x="0" y="63517"/>
                </a:lnTo>
                <a:moveTo>
                  <a:pt x="171387" y="101385"/>
                </a:moveTo>
                <a:lnTo>
                  <a:pt x="255602" y="52259"/>
                </a:lnTo>
                <a:lnTo>
                  <a:pt x="171387" y="3133"/>
                </a:lnTo>
                <a:cubicBezTo>
                  <a:pt x="166015" y="0"/>
                  <a:pt x="159122" y="1814"/>
                  <a:pt x="155988" y="7185"/>
                </a:cubicBezTo>
                <a:cubicBezTo>
                  <a:pt x="152856" y="12555"/>
                  <a:pt x="154670" y="19449"/>
                  <a:pt x="160042" y="22582"/>
                </a:cubicBezTo>
                <a:lnTo>
                  <a:pt x="227588" y="61983"/>
                </a:lnTo>
                <a:lnTo>
                  <a:pt x="227588" y="42535"/>
                </a:lnTo>
                <a:lnTo>
                  <a:pt x="160042" y="81937"/>
                </a:lnTo>
                <a:cubicBezTo>
                  <a:pt x="154670" y="85069"/>
                  <a:pt x="152856" y="91963"/>
                  <a:pt x="155990" y="97333"/>
                </a:cubicBezTo>
                <a:cubicBezTo>
                  <a:pt x="159123" y="102704"/>
                  <a:pt x="166016" y="104518"/>
                  <a:pt x="171387" y="101385"/>
                </a:cubicBezTo>
              </a:path>
            </a:pathLst>
          </a:custGeom>
          <a:solidFill xmlns:a="http://schemas.openxmlformats.org/drawingml/2006/main">
            <a:srgbClr val="7357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" name="path-349">
            <a:extLst xmlns:a="http://schemas.openxmlformats.org/drawingml/2006/main">
              <a:ext uri="{FF2B5EF4-FFF2-40B4-BE49-F238E27FC236}">
                <a16:creationId xmlns:a16="http://schemas.microsoft.com/office/drawing/2014/main" id="{1412BA33-188A-4086-9EE0-EFD7D633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250" y="5646649"/>
            <a:ext cx="289266" cy="316341"/>
          </a:xfrm>
          <a:custGeom xmlns:a="http://schemas.openxmlformats.org/drawingml/2006/main">
            <a:pathLst>
              <a:path w="289266" h="316341">
                <a:moveTo>
                  <a:pt x="0" y="0"/>
                </a:moveTo>
                <a:lnTo>
                  <a:pt x="0" y="316341"/>
                </a:lnTo>
                <a:lnTo>
                  <a:pt x="289266" y="316341"/>
                </a:lnTo>
              </a:path>
            </a:pathLst>
          </a:custGeom>
          <a:noFill xmlns:a="http://schemas.openxmlformats.org/drawingml/2006/main"/>
          <a:ln xmlns:a="http://schemas.openxmlformats.org/drawingml/2006/main" w="22515">
            <a:solidFill>
              <a:srgbClr val="57947B"/>
            </a:solidFill>
            <a:prstDash val="solid"/>
          </a:ln>
        </p:spPr>
      </p:sp>
      <p:sp>
        <p:nvSpPr>
          <p:cNvPr id="461" name="path-350">
            <a:extLst xmlns:a="http://schemas.openxmlformats.org/drawingml/2006/main">
              <a:ext uri="{FF2B5EF4-FFF2-40B4-BE49-F238E27FC236}">
                <a16:creationId xmlns:a16="http://schemas.microsoft.com/office/drawing/2014/main" id="{85BA318B-8192-4628-8FBB-27567115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3614" y="5646649"/>
            <a:ext cx="256732" cy="316341"/>
          </a:xfrm>
          <a:custGeom xmlns:a="http://schemas.openxmlformats.org/drawingml/2006/main">
            <a:pathLst>
              <a:path w="256732" h="316341">
                <a:moveTo>
                  <a:pt x="256732" y="0"/>
                </a:moveTo>
                <a:lnTo>
                  <a:pt x="256732" y="316341"/>
                </a:lnTo>
                <a:lnTo>
                  <a:pt x="0" y="316341"/>
                </a:lnTo>
              </a:path>
            </a:pathLst>
          </a:custGeom>
          <a:noFill xmlns:a="http://schemas.openxmlformats.org/drawingml/2006/main"/>
          <a:ln xmlns:a="http://schemas.openxmlformats.org/drawingml/2006/main" w="22515">
            <a:solidFill>
              <a:srgbClr val="57947B"/>
            </a:solidFill>
            <a:prstDash val="solid"/>
          </a:ln>
        </p:spPr>
      </p:sp>
      <p:sp>
        <p:nvSpPr>
          <p:cNvPr id="462" name="path-351">
            <a:extLst xmlns:a="http://schemas.openxmlformats.org/drawingml/2006/main">
              <a:ext uri="{FF2B5EF4-FFF2-40B4-BE49-F238E27FC236}">
                <a16:creationId xmlns:a16="http://schemas.microsoft.com/office/drawing/2014/main" id="{9811CAF0-3CAF-4699-9E95-C0F2A985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133" y="5743555"/>
            <a:ext cx="223517" cy="104518"/>
          </a:xfrm>
          <a:custGeom xmlns:a="http://schemas.openxmlformats.org/drawingml/2006/main">
            <a:pathLst>
              <a:path w="223517" h="104518">
                <a:moveTo>
                  <a:pt x="0" y="41000"/>
                </a:moveTo>
                <a:lnTo>
                  <a:pt x="201175" y="41001"/>
                </a:lnTo>
                <a:lnTo>
                  <a:pt x="201175" y="63517"/>
                </a:lnTo>
                <a:lnTo>
                  <a:pt x="0" y="63516"/>
                </a:lnTo>
                <a:lnTo>
                  <a:pt x="0" y="41000"/>
                </a:lnTo>
                <a:moveTo>
                  <a:pt x="139301" y="3133"/>
                </a:moveTo>
                <a:lnTo>
                  <a:pt x="223517" y="52259"/>
                </a:lnTo>
                <a:lnTo>
                  <a:pt x="139300" y="101385"/>
                </a:lnTo>
                <a:cubicBezTo>
                  <a:pt x="133930" y="104518"/>
                  <a:pt x="127035" y="102704"/>
                  <a:pt x="123905" y="97334"/>
                </a:cubicBezTo>
                <a:cubicBezTo>
                  <a:pt x="120772" y="91963"/>
                  <a:pt x="122585" y="85070"/>
                  <a:pt x="127955" y="81937"/>
                </a:cubicBezTo>
                <a:lnTo>
                  <a:pt x="195501" y="42535"/>
                </a:lnTo>
                <a:lnTo>
                  <a:pt x="195501" y="61983"/>
                </a:lnTo>
                <a:lnTo>
                  <a:pt x="127955" y="22582"/>
                </a:lnTo>
                <a:cubicBezTo>
                  <a:pt x="122585" y="19449"/>
                  <a:pt x="120772" y="12556"/>
                  <a:pt x="123905" y="7185"/>
                </a:cubicBezTo>
                <a:cubicBezTo>
                  <a:pt x="127038" y="1815"/>
                  <a:pt x="133930" y="0"/>
                  <a:pt x="139301" y="3133"/>
                </a:cubicBezTo>
              </a:path>
            </a:pathLst>
          </a:custGeom>
          <a:solidFill xmlns:a="http://schemas.openxmlformats.org/drawingml/2006/main">
            <a:srgbClr val="D77D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" name="path-352">
            <a:extLst xmlns:a="http://schemas.openxmlformats.org/drawingml/2006/main">
              <a:ext uri="{FF2B5EF4-FFF2-40B4-BE49-F238E27FC236}">
                <a16:creationId xmlns:a16="http://schemas.microsoft.com/office/drawing/2014/main" id="{9013DF9F-F9B5-494B-BD7F-B103263F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289" y="5743555"/>
            <a:ext cx="414902" cy="104519"/>
          </a:xfrm>
          <a:custGeom xmlns:a="http://schemas.openxmlformats.org/drawingml/2006/main">
            <a:pathLst>
              <a:path w="414902" h="104519">
                <a:moveTo>
                  <a:pt x="0" y="41000"/>
                </a:moveTo>
                <a:lnTo>
                  <a:pt x="392554" y="41001"/>
                </a:lnTo>
                <a:lnTo>
                  <a:pt x="392554" y="63517"/>
                </a:lnTo>
                <a:lnTo>
                  <a:pt x="0" y="63516"/>
                </a:lnTo>
                <a:lnTo>
                  <a:pt x="0" y="41000"/>
                </a:lnTo>
                <a:moveTo>
                  <a:pt x="330683" y="3133"/>
                </a:moveTo>
                <a:lnTo>
                  <a:pt x="414902" y="52259"/>
                </a:lnTo>
                <a:lnTo>
                  <a:pt x="330683" y="101385"/>
                </a:lnTo>
                <a:cubicBezTo>
                  <a:pt x="325314" y="104519"/>
                  <a:pt x="318413" y="102704"/>
                  <a:pt x="315283" y="97334"/>
                </a:cubicBezTo>
                <a:cubicBezTo>
                  <a:pt x="312153" y="91963"/>
                  <a:pt x="313966" y="85070"/>
                  <a:pt x="319336" y="81937"/>
                </a:cubicBezTo>
                <a:lnTo>
                  <a:pt x="386882" y="42535"/>
                </a:lnTo>
                <a:lnTo>
                  <a:pt x="386882" y="61983"/>
                </a:lnTo>
                <a:lnTo>
                  <a:pt x="319336" y="22582"/>
                </a:lnTo>
                <a:cubicBezTo>
                  <a:pt x="313966" y="19449"/>
                  <a:pt x="312153" y="12556"/>
                  <a:pt x="315283" y="7185"/>
                </a:cubicBezTo>
                <a:cubicBezTo>
                  <a:pt x="318413" y="1815"/>
                  <a:pt x="325314" y="0"/>
                  <a:pt x="330683" y="3133"/>
                </a:cubicBezTo>
              </a:path>
            </a:pathLst>
          </a:custGeom>
          <a:solidFill xmlns:a="http://schemas.openxmlformats.org/drawingml/2006/main">
            <a:srgbClr val="D77D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path-353">
            <a:extLst xmlns:a="http://schemas.openxmlformats.org/drawingml/2006/main">
              <a:ext uri="{FF2B5EF4-FFF2-40B4-BE49-F238E27FC236}">
                <a16:creationId xmlns:a16="http://schemas.microsoft.com/office/drawing/2014/main" id="{788906E0-1A83-4873-B2B4-9CFD608E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11" y="5332468"/>
            <a:ext cx="1551870" cy="793085"/>
          </a:xfrm>
          <a:custGeom xmlns:a="http://schemas.openxmlformats.org/drawingml/2006/main">
            <a:pathLst>
              <a:path w="1551870" h="793085">
                <a:moveTo>
                  <a:pt x="0" y="102633"/>
                </a:moveTo>
                <a:cubicBezTo>
                  <a:pt x="0" y="45950"/>
                  <a:pt x="45954" y="0"/>
                  <a:pt x="102636" y="0"/>
                </a:cubicBezTo>
                <a:lnTo>
                  <a:pt x="1449245" y="0"/>
                </a:lnTo>
                <a:cubicBezTo>
                  <a:pt x="1505926" y="0"/>
                  <a:pt x="1551870" y="45950"/>
                  <a:pt x="1551870" y="102633"/>
                </a:cubicBezTo>
                <a:lnTo>
                  <a:pt x="1551870" y="690452"/>
                </a:lnTo>
                <a:cubicBezTo>
                  <a:pt x="1551870" y="747135"/>
                  <a:pt x="1505926" y="793085"/>
                  <a:pt x="1449245" y="793085"/>
                </a:cubicBezTo>
                <a:lnTo>
                  <a:pt x="102636" y="793085"/>
                </a:lnTo>
                <a:cubicBezTo>
                  <a:pt x="45954" y="793085"/>
                  <a:pt x="0" y="747135"/>
                  <a:pt x="0" y="690452"/>
                </a:cubicBezTo>
                <a:lnTo>
                  <a:pt x="0" y="102633"/>
                </a:ln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" name="text-354 Adopt">
            <a:extLst xmlns:a="http://schemas.openxmlformats.org/drawingml/2006/main">
              <a:ext uri="{FF2B5EF4-FFF2-40B4-BE49-F238E27FC236}">
                <a16:creationId xmlns:a16="http://schemas.microsoft.com/office/drawing/2014/main" id="{5BC97DE9-5E1E-4EF0-8E67-BAF7EAE1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0528" y="5388698"/>
            <a:ext cx="546501" cy="252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Adopt</a:t>
            </a:r>
          </a:p>
        </p:txBody>
      </p:sp>
      <p:sp>
        <p:nvSpPr>
          <p:cNvPr id="466" name="text-355 Adopt">
            <a:extLst xmlns:a="http://schemas.openxmlformats.org/drawingml/2006/main">
              <a:ext uri="{FF2B5EF4-FFF2-40B4-BE49-F238E27FC236}">
                <a16:creationId xmlns:a16="http://schemas.microsoft.com/office/drawing/2014/main" id="{7852F99E-FC7B-4824-BA27-7B004DCB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0528" y="5388698"/>
            <a:ext cx="546501" cy="252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Adopt</a:t>
            </a:r>
          </a:p>
        </p:txBody>
      </p:sp>
      <p:sp>
        <p:nvSpPr>
          <p:cNvPr id="467" name="text-356 v">
            <a:extLst xmlns:a="http://schemas.openxmlformats.org/drawingml/2006/main">
              <a:ext uri="{FF2B5EF4-FFF2-40B4-BE49-F238E27FC236}">
                <a16:creationId xmlns:a16="http://schemas.microsoft.com/office/drawing/2014/main" id="{7752F69F-7367-4D66-88CC-FA12457A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7634" y="5388823"/>
            <a:ext cx="120044" cy="252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v</a:t>
            </a:r>
          </a:p>
        </p:txBody>
      </p:sp>
      <p:sp>
        <p:nvSpPr>
          <p:cNvPr id="468" name="text-357 v">
            <a:extLst xmlns:a="http://schemas.openxmlformats.org/drawingml/2006/main">
              <a:ext uri="{FF2B5EF4-FFF2-40B4-BE49-F238E27FC236}">
                <a16:creationId xmlns:a16="http://schemas.microsoft.com/office/drawing/2014/main" id="{2AF25E30-8E94-4C0B-AD1E-725644EE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7634" y="5388823"/>
            <a:ext cx="120044" cy="252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v</a:t>
            </a:r>
          </a:p>
        </p:txBody>
      </p:sp>
      <p:sp>
        <p:nvSpPr>
          <p:cNvPr id="469" name="text-358 alidated">
            <a:extLst xmlns:a="http://schemas.openxmlformats.org/drawingml/2006/main">
              <a:ext uri="{FF2B5EF4-FFF2-40B4-BE49-F238E27FC236}">
                <a16:creationId xmlns:a16="http://schemas.microsoft.com/office/drawing/2014/main" id="{B916C338-57BA-4AEB-AC4E-5393BAE9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4880" y="5388753"/>
            <a:ext cx="712350" cy="25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alidated</a:t>
            </a:r>
          </a:p>
        </p:txBody>
      </p:sp>
      <p:sp>
        <p:nvSpPr>
          <p:cNvPr id="470" name="text-359 alidated">
            <a:extLst xmlns:a="http://schemas.openxmlformats.org/drawingml/2006/main">
              <a:ext uri="{FF2B5EF4-FFF2-40B4-BE49-F238E27FC236}">
                <a16:creationId xmlns:a16="http://schemas.microsoft.com/office/drawing/2014/main" id="{32A87CC9-F78A-4288-9487-660BCBA1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4880" y="5388753"/>
            <a:ext cx="712350" cy="25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alidated</a:t>
            </a:r>
          </a:p>
        </p:txBody>
      </p:sp>
      <p:sp>
        <p:nvSpPr>
          <p:cNvPr id="471" name="text-360 Harness">
            <a:extLst xmlns:a="http://schemas.openxmlformats.org/drawingml/2006/main">
              <a:ext uri="{FF2B5EF4-FFF2-40B4-BE49-F238E27FC236}">
                <a16:creationId xmlns:a16="http://schemas.microsoft.com/office/drawing/2014/main" id="{EBD72CE6-9727-4AFC-981A-4A524187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4862" y="5604951"/>
            <a:ext cx="718251" cy="252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472" name="text-361 Harness">
            <a:extLst xmlns:a="http://schemas.openxmlformats.org/drawingml/2006/main">
              <a:ext uri="{FF2B5EF4-FFF2-40B4-BE49-F238E27FC236}">
                <a16:creationId xmlns:a16="http://schemas.microsoft.com/office/drawing/2014/main" id="{752D5834-B5C9-43DB-AAB8-DA1441FB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4862" y="5604951"/>
            <a:ext cx="718251" cy="252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473" name="text-362 Update">
            <a:extLst xmlns:a="http://schemas.openxmlformats.org/drawingml/2006/main">
              <a:ext uri="{FF2B5EF4-FFF2-40B4-BE49-F238E27FC236}">
                <a16:creationId xmlns:a16="http://schemas.microsoft.com/office/drawing/2014/main" id="{73B9152F-15B2-474E-83C2-C8D94F57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4296" y="4638175"/>
            <a:ext cx="756261" cy="296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Update</a:t>
            </a:r>
          </a:p>
        </p:txBody>
      </p:sp>
      <p:sp>
        <p:nvSpPr>
          <p:cNvPr id="474" name="text-362 harness">
            <a:extLst xmlns:a="http://schemas.openxmlformats.org/drawingml/2006/main">
              <a:ext uri="{FF2B5EF4-FFF2-40B4-BE49-F238E27FC236}">
                <a16:creationId xmlns:a16="http://schemas.microsoft.com/office/drawing/2014/main" id="{2CD367B7-C477-4224-9FF4-E35D48D0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3968" y="4638323"/>
            <a:ext cx="803348" cy="296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475" name="text-363 Update">
            <a:extLst xmlns:a="http://schemas.openxmlformats.org/drawingml/2006/main">
              <a:ext uri="{FF2B5EF4-FFF2-40B4-BE49-F238E27FC236}">
                <a16:creationId xmlns:a16="http://schemas.microsoft.com/office/drawing/2014/main" id="{557591AF-C0B5-4FDD-996E-BE21EDB6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4296" y="4638175"/>
            <a:ext cx="756261" cy="296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Update</a:t>
            </a:r>
          </a:p>
        </p:txBody>
      </p:sp>
      <p:sp>
        <p:nvSpPr>
          <p:cNvPr id="476" name="text-363 harness">
            <a:extLst xmlns:a="http://schemas.openxmlformats.org/drawingml/2006/main">
              <a:ext uri="{FF2B5EF4-FFF2-40B4-BE49-F238E27FC236}">
                <a16:creationId xmlns:a16="http://schemas.microsoft.com/office/drawing/2014/main" id="{0C6D20D4-6F9C-4126-812E-6B5DCB2C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3968" y="4638323"/>
            <a:ext cx="803348" cy="296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477" name="path-364">
            <a:extLst xmlns:a="http://schemas.openxmlformats.org/drawingml/2006/main">
              <a:ext uri="{FF2B5EF4-FFF2-40B4-BE49-F238E27FC236}">
                <a16:creationId xmlns:a16="http://schemas.microsoft.com/office/drawing/2014/main" id="{7532906E-93B9-4A15-9760-CE2D1EF7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8971" y="7204709"/>
            <a:ext cx="1383569" cy="497344"/>
          </a:xfrm>
          <a:custGeom xmlns:a="http://schemas.openxmlformats.org/drawingml/2006/main">
            <a:pathLst>
              <a:path w="1383569" h="497344">
                <a:moveTo>
                  <a:pt x="0" y="71985"/>
                </a:moveTo>
                <a:cubicBezTo>
                  <a:pt x="0" y="32228"/>
                  <a:pt x="32221" y="0"/>
                  <a:pt x="71983" y="0"/>
                </a:cubicBezTo>
                <a:lnTo>
                  <a:pt x="1311576" y="0"/>
                </a:lnTo>
                <a:cubicBezTo>
                  <a:pt x="1351337" y="0"/>
                  <a:pt x="1383569" y="32228"/>
                  <a:pt x="1383569" y="71985"/>
                </a:cubicBezTo>
                <a:lnTo>
                  <a:pt x="1383569" y="425359"/>
                </a:lnTo>
                <a:cubicBezTo>
                  <a:pt x="1383569" y="465115"/>
                  <a:pt x="1351337" y="497344"/>
                  <a:pt x="1311576" y="497344"/>
                </a:cubicBezTo>
                <a:lnTo>
                  <a:pt x="71983" y="497344"/>
                </a:lnTo>
                <a:cubicBezTo>
                  <a:pt x="32221" y="497344"/>
                  <a:pt x="0" y="465115"/>
                  <a:pt x="0" y="425359"/>
                </a:cubicBezTo>
                <a:lnTo>
                  <a:pt x="0" y="71985"/>
                </a:lnTo>
              </a:path>
            </a:pathLst>
          </a:custGeom>
          <a:solidFill xmlns:a="http://schemas.openxmlformats.org/drawingml/2006/main">
            <a:srgbClr val="8A71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" name="text-365 Question">
            <a:extLst xmlns:a="http://schemas.openxmlformats.org/drawingml/2006/main">
              <a:ext uri="{FF2B5EF4-FFF2-40B4-BE49-F238E27FC236}">
                <a16:creationId xmlns:a16="http://schemas.microsoft.com/office/drawing/2014/main" id="{C03187D6-BF26-4CA6-BBAD-A0B1C81D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134" y="7223741"/>
            <a:ext cx="793477" cy="251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1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479" name="text-366 Question">
            <a:extLst xmlns:a="http://schemas.openxmlformats.org/drawingml/2006/main">
              <a:ext uri="{FF2B5EF4-FFF2-40B4-BE49-F238E27FC236}">
                <a16:creationId xmlns:a16="http://schemas.microsoft.com/office/drawing/2014/main" id="{0C3F6C70-F828-4543-9DF0-EEF1A885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134" y="7223741"/>
            <a:ext cx="793477" cy="251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1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480" name="text-367 Generation">
            <a:extLst xmlns:a="http://schemas.openxmlformats.org/drawingml/2006/main">
              <a:ext uri="{FF2B5EF4-FFF2-40B4-BE49-F238E27FC236}">
                <a16:creationId xmlns:a16="http://schemas.microsoft.com/office/drawing/2014/main" id="{6E37E8A6-626F-467C-841B-025D104F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2006" y="7436811"/>
            <a:ext cx="950125" cy="252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Generation</a:t>
            </a:r>
          </a:p>
        </p:txBody>
      </p:sp>
      <p:sp>
        <p:nvSpPr>
          <p:cNvPr id="481" name="text-368 Generation">
            <a:extLst xmlns:a="http://schemas.openxmlformats.org/drawingml/2006/main">
              <a:ext uri="{FF2B5EF4-FFF2-40B4-BE49-F238E27FC236}">
                <a16:creationId xmlns:a16="http://schemas.microsoft.com/office/drawing/2014/main" id="{BA5F6B88-4B15-4B18-ACFD-FD07EA3F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2006" y="7436811"/>
            <a:ext cx="950125" cy="252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Generation</a:t>
            </a:r>
          </a:p>
        </p:txBody>
      </p:sp>
      <p:pic>
        <p:nvPic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09A00991-31A9-43F8-BB78-1655EC516E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3ee32466c40d2"/>
          <a:stretch xmlns:a="http://schemas.openxmlformats.org/drawingml/2006/main"/>
        </p:blipFill>
        <p:spPr>
          <a:xfrm xmlns:a="http://schemas.openxmlformats.org/drawingml/2006/main">
            <a:off x="11192705" y="5741868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483" name="path-370">
            <a:extLst xmlns:a="http://schemas.openxmlformats.org/drawingml/2006/main">
              <a:ext uri="{FF2B5EF4-FFF2-40B4-BE49-F238E27FC236}">
                <a16:creationId xmlns:a16="http://schemas.microsoft.com/office/drawing/2014/main" id="{7E92EEA4-4266-4D62-940B-639328C9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3775" y="5879549"/>
            <a:ext cx="148417" cy="135059"/>
          </a:xfrm>
          <a:custGeom xmlns:a="http://schemas.openxmlformats.org/drawingml/2006/main">
            <a:pathLst>
              <a:path w="148417" h="135059">
                <a:moveTo>
                  <a:pt x="115666" y="108344"/>
                </a:moveTo>
                <a:cubicBezTo>
                  <a:pt x="115204" y="110455"/>
                  <a:pt x="114874" y="112285"/>
                  <a:pt x="114677" y="113836"/>
                </a:cubicBezTo>
                <a:cubicBezTo>
                  <a:pt x="114479" y="115386"/>
                  <a:pt x="114380" y="117414"/>
                  <a:pt x="114380" y="119921"/>
                </a:cubicBezTo>
                <a:cubicBezTo>
                  <a:pt x="114380" y="122691"/>
                  <a:pt x="115023" y="124719"/>
                  <a:pt x="116309" y="126006"/>
                </a:cubicBezTo>
                <a:cubicBezTo>
                  <a:pt x="117595" y="127292"/>
                  <a:pt x="119690" y="128133"/>
                  <a:pt x="122592" y="128529"/>
                </a:cubicBezTo>
                <a:lnTo>
                  <a:pt x="121207" y="135059"/>
                </a:lnTo>
                <a:lnTo>
                  <a:pt x="71438" y="135059"/>
                </a:lnTo>
                <a:lnTo>
                  <a:pt x="72823" y="128529"/>
                </a:lnTo>
                <a:cubicBezTo>
                  <a:pt x="76583" y="127473"/>
                  <a:pt x="79353" y="125626"/>
                  <a:pt x="81134" y="122988"/>
                </a:cubicBezTo>
                <a:cubicBezTo>
                  <a:pt x="82915" y="120349"/>
                  <a:pt x="84597" y="115468"/>
                  <a:pt x="86181" y="108344"/>
                </a:cubicBezTo>
                <a:lnTo>
                  <a:pt x="94492" y="70547"/>
                </a:lnTo>
                <a:lnTo>
                  <a:pt x="52539" y="70547"/>
                </a:lnTo>
                <a:lnTo>
                  <a:pt x="44228" y="108344"/>
                </a:lnTo>
                <a:cubicBezTo>
                  <a:pt x="43766" y="110521"/>
                  <a:pt x="43437" y="112368"/>
                  <a:pt x="43239" y="113885"/>
                </a:cubicBezTo>
                <a:cubicBezTo>
                  <a:pt x="43041" y="115402"/>
                  <a:pt x="42942" y="117414"/>
                  <a:pt x="42942" y="119921"/>
                </a:cubicBezTo>
                <a:cubicBezTo>
                  <a:pt x="42942" y="122691"/>
                  <a:pt x="43585" y="124719"/>
                  <a:pt x="44871" y="126006"/>
                </a:cubicBezTo>
                <a:cubicBezTo>
                  <a:pt x="46158" y="127292"/>
                  <a:pt x="48252" y="128133"/>
                  <a:pt x="51154" y="128529"/>
                </a:cubicBezTo>
                <a:lnTo>
                  <a:pt x="49769" y="135059"/>
                </a:lnTo>
                <a:lnTo>
                  <a:pt x="0" y="135059"/>
                </a:lnTo>
                <a:lnTo>
                  <a:pt x="1385" y="128529"/>
                </a:lnTo>
                <a:cubicBezTo>
                  <a:pt x="5145" y="127473"/>
                  <a:pt x="7916" y="125626"/>
                  <a:pt x="9697" y="122988"/>
                </a:cubicBezTo>
                <a:cubicBezTo>
                  <a:pt x="11478" y="120349"/>
                  <a:pt x="13160" y="115468"/>
                  <a:pt x="14743" y="108344"/>
                </a:cubicBezTo>
                <a:lnTo>
                  <a:pt x="32751" y="26715"/>
                </a:lnTo>
                <a:cubicBezTo>
                  <a:pt x="33608" y="22823"/>
                  <a:pt x="34037" y="18964"/>
                  <a:pt x="34037" y="15138"/>
                </a:cubicBezTo>
                <a:cubicBezTo>
                  <a:pt x="34037" y="12368"/>
                  <a:pt x="33394" y="10340"/>
                  <a:pt x="32107" y="9053"/>
                </a:cubicBezTo>
                <a:cubicBezTo>
                  <a:pt x="30821" y="7767"/>
                  <a:pt x="28727" y="6926"/>
                  <a:pt x="25824" y="6530"/>
                </a:cubicBezTo>
                <a:lnTo>
                  <a:pt x="27210" y="0"/>
                </a:lnTo>
                <a:lnTo>
                  <a:pt x="76979" y="0"/>
                </a:lnTo>
                <a:lnTo>
                  <a:pt x="75594" y="6530"/>
                </a:lnTo>
                <a:cubicBezTo>
                  <a:pt x="71834" y="7586"/>
                  <a:pt x="69063" y="9433"/>
                  <a:pt x="67282" y="12071"/>
                </a:cubicBezTo>
                <a:cubicBezTo>
                  <a:pt x="65501" y="14710"/>
                  <a:pt x="63819" y="19591"/>
                  <a:pt x="62236" y="26715"/>
                </a:cubicBezTo>
                <a:lnTo>
                  <a:pt x="55310" y="58080"/>
                </a:lnTo>
                <a:lnTo>
                  <a:pt x="97262" y="58080"/>
                </a:lnTo>
                <a:lnTo>
                  <a:pt x="104188" y="26715"/>
                </a:lnTo>
                <a:cubicBezTo>
                  <a:pt x="105046" y="22823"/>
                  <a:pt x="105475" y="18964"/>
                  <a:pt x="105475" y="15138"/>
                </a:cubicBezTo>
                <a:cubicBezTo>
                  <a:pt x="105475" y="12368"/>
                  <a:pt x="104832" y="10340"/>
                  <a:pt x="103545" y="9053"/>
                </a:cubicBezTo>
                <a:cubicBezTo>
                  <a:pt x="102259" y="7767"/>
                  <a:pt x="100165" y="6926"/>
                  <a:pt x="97262" y="6530"/>
                </a:cubicBezTo>
                <a:lnTo>
                  <a:pt x="98648" y="0"/>
                </a:lnTo>
                <a:lnTo>
                  <a:pt x="148417" y="0"/>
                </a:lnTo>
                <a:lnTo>
                  <a:pt x="147031" y="6530"/>
                </a:lnTo>
                <a:cubicBezTo>
                  <a:pt x="143271" y="7586"/>
                  <a:pt x="140501" y="9433"/>
                  <a:pt x="138720" y="12071"/>
                </a:cubicBezTo>
                <a:cubicBezTo>
                  <a:pt x="136939" y="14710"/>
                  <a:pt x="135257" y="19591"/>
                  <a:pt x="133674" y="26715"/>
                </a:cubicBezTo>
                <a:lnTo>
                  <a:pt x="115666" y="10834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" name="path-371">
            <a:extLst xmlns:a="http://schemas.openxmlformats.org/drawingml/2006/main">
              <a:ext uri="{FF2B5EF4-FFF2-40B4-BE49-F238E27FC236}">
                <a16:creationId xmlns:a16="http://schemas.microsoft.com/office/drawing/2014/main" id="{A5EEEB5B-07D7-41D6-9F82-567DC2E3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5511" y="5969084"/>
            <a:ext cx="50879" cy="89896"/>
          </a:xfrm>
          <a:custGeom xmlns:a="http://schemas.openxmlformats.org/drawingml/2006/main">
            <a:pathLst>
              <a:path w="50879" h="89896">
                <a:moveTo>
                  <a:pt x="45591" y="75747"/>
                </a:moveTo>
                <a:cubicBezTo>
                  <a:pt x="40780" y="81035"/>
                  <a:pt x="36361" y="84716"/>
                  <a:pt x="32336" y="86788"/>
                </a:cubicBezTo>
                <a:cubicBezTo>
                  <a:pt x="28310" y="88860"/>
                  <a:pt x="23558" y="89896"/>
                  <a:pt x="18079" y="89896"/>
                </a:cubicBezTo>
                <a:cubicBezTo>
                  <a:pt x="12648" y="89896"/>
                  <a:pt x="8480" y="88503"/>
                  <a:pt x="5574" y="85716"/>
                </a:cubicBezTo>
                <a:cubicBezTo>
                  <a:pt x="2668" y="82929"/>
                  <a:pt x="1215" y="79082"/>
                  <a:pt x="1215" y="74175"/>
                </a:cubicBezTo>
                <a:cubicBezTo>
                  <a:pt x="1215" y="71936"/>
                  <a:pt x="1382" y="69804"/>
                  <a:pt x="1715" y="67780"/>
                </a:cubicBezTo>
                <a:cubicBezTo>
                  <a:pt x="2049" y="65755"/>
                  <a:pt x="2739" y="62432"/>
                  <a:pt x="3787" y="57811"/>
                </a:cubicBezTo>
                <a:lnTo>
                  <a:pt x="11148" y="26797"/>
                </a:lnTo>
                <a:lnTo>
                  <a:pt x="0" y="26797"/>
                </a:lnTo>
                <a:lnTo>
                  <a:pt x="1358" y="21009"/>
                </a:lnTo>
                <a:cubicBezTo>
                  <a:pt x="4693" y="21009"/>
                  <a:pt x="7217" y="20700"/>
                  <a:pt x="8932" y="20080"/>
                </a:cubicBezTo>
                <a:cubicBezTo>
                  <a:pt x="10648" y="19461"/>
                  <a:pt x="12089" y="18532"/>
                  <a:pt x="13256" y="17293"/>
                </a:cubicBezTo>
                <a:cubicBezTo>
                  <a:pt x="14423" y="16055"/>
                  <a:pt x="15554" y="14173"/>
                  <a:pt x="16650" y="11648"/>
                </a:cubicBezTo>
                <a:cubicBezTo>
                  <a:pt x="17746" y="9123"/>
                  <a:pt x="19032" y="5240"/>
                  <a:pt x="20509" y="0"/>
                </a:cubicBezTo>
                <a:lnTo>
                  <a:pt x="37659" y="0"/>
                </a:lnTo>
                <a:lnTo>
                  <a:pt x="33515" y="17865"/>
                </a:lnTo>
                <a:lnTo>
                  <a:pt x="50879" y="17865"/>
                </a:lnTo>
                <a:lnTo>
                  <a:pt x="48950" y="26797"/>
                </a:lnTo>
                <a:lnTo>
                  <a:pt x="31442" y="26797"/>
                </a:lnTo>
                <a:lnTo>
                  <a:pt x="24511" y="55381"/>
                </a:lnTo>
                <a:cubicBezTo>
                  <a:pt x="23320" y="60288"/>
                  <a:pt x="22498" y="64016"/>
                  <a:pt x="22045" y="66565"/>
                </a:cubicBezTo>
                <a:cubicBezTo>
                  <a:pt x="21593" y="69114"/>
                  <a:pt x="21366" y="71269"/>
                  <a:pt x="21366" y="73032"/>
                </a:cubicBezTo>
                <a:cubicBezTo>
                  <a:pt x="21366" y="75271"/>
                  <a:pt x="21771" y="76903"/>
                  <a:pt x="22581" y="77927"/>
                </a:cubicBezTo>
                <a:cubicBezTo>
                  <a:pt x="23391" y="78951"/>
                  <a:pt x="24582" y="79463"/>
                  <a:pt x="26154" y="79463"/>
                </a:cubicBezTo>
                <a:cubicBezTo>
                  <a:pt x="28298" y="79463"/>
                  <a:pt x="30501" y="78701"/>
                  <a:pt x="32764" y="77177"/>
                </a:cubicBezTo>
                <a:cubicBezTo>
                  <a:pt x="35027" y="75652"/>
                  <a:pt x="37469" y="73294"/>
                  <a:pt x="40089" y="70102"/>
                </a:cubicBezTo>
                <a:lnTo>
                  <a:pt x="45591" y="7574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" name="path-372">
            <a:extLst xmlns:a="http://schemas.openxmlformats.org/drawingml/2006/main">
              <a:ext uri="{FF2B5EF4-FFF2-40B4-BE49-F238E27FC236}">
                <a16:creationId xmlns:a16="http://schemas.microsoft.com/office/drawing/2014/main" id="{A21FBFF2-85B2-4767-BA92-3E6EE57C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722" y="5879549"/>
            <a:ext cx="148417" cy="135059"/>
          </a:xfrm>
          <a:custGeom xmlns:a="http://schemas.openxmlformats.org/drawingml/2006/main">
            <a:pathLst>
              <a:path w="148417" h="135059">
                <a:moveTo>
                  <a:pt x="115666" y="108344"/>
                </a:moveTo>
                <a:cubicBezTo>
                  <a:pt x="115204" y="110455"/>
                  <a:pt x="114874" y="112285"/>
                  <a:pt x="114677" y="113836"/>
                </a:cubicBezTo>
                <a:cubicBezTo>
                  <a:pt x="114479" y="115386"/>
                  <a:pt x="114380" y="117414"/>
                  <a:pt x="114380" y="119921"/>
                </a:cubicBezTo>
                <a:cubicBezTo>
                  <a:pt x="114380" y="122691"/>
                  <a:pt x="115023" y="124719"/>
                  <a:pt x="116309" y="126006"/>
                </a:cubicBezTo>
                <a:cubicBezTo>
                  <a:pt x="117595" y="127292"/>
                  <a:pt x="119690" y="128133"/>
                  <a:pt x="122592" y="128529"/>
                </a:cubicBezTo>
                <a:lnTo>
                  <a:pt x="121207" y="135059"/>
                </a:lnTo>
                <a:lnTo>
                  <a:pt x="71438" y="135059"/>
                </a:lnTo>
                <a:lnTo>
                  <a:pt x="72823" y="128529"/>
                </a:lnTo>
                <a:cubicBezTo>
                  <a:pt x="76583" y="127473"/>
                  <a:pt x="79353" y="125626"/>
                  <a:pt x="81134" y="122988"/>
                </a:cubicBezTo>
                <a:cubicBezTo>
                  <a:pt x="82915" y="120349"/>
                  <a:pt x="84597" y="115468"/>
                  <a:pt x="86181" y="108344"/>
                </a:cubicBezTo>
                <a:lnTo>
                  <a:pt x="94492" y="70547"/>
                </a:lnTo>
                <a:lnTo>
                  <a:pt x="52539" y="70547"/>
                </a:lnTo>
                <a:lnTo>
                  <a:pt x="44228" y="108344"/>
                </a:lnTo>
                <a:cubicBezTo>
                  <a:pt x="43766" y="110521"/>
                  <a:pt x="43437" y="112368"/>
                  <a:pt x="43239" y="113885"/>
                </a:cubicBezTo>
                <a:cubicBezTo>
                  <a:pt x="43041" y="115402"/>
                  <a:pt x="42942" y="117414"/>
                  <a:pt x="42942" y="119921"/>
                </a:cubicBezTo>
                <a:cubicBezTo>
                  <a:pt x="42942" y="122691"/>
                  <a:pt x="43585" y="124719"/>
                  <a:pt x="44871" y="126006"/>
                </a:cubicBezTo>
                <a:cubicBezTo>
                  <a:pt x="46158" y="127292"/>
                  <a:pt x="48252" y="128133"/>
                  <a:pt x="51154" y="128529"/>
                </a:cubicBezTo>
                <a:lnTo>
                  <a:pt x="49769" y="135059"/>
                </a:lnTo>
                <a:lnTo>
                  <a:pt x="0" y="135059"/>
                </a:lnTo>
                <a:lnTo>
                  <a:pt x="1385" y="128529"/>
                </a:lnTo>
                <a:cubicBezTo>
                  <a:pt x="5145" y="127473"/>
                  <a:pt x="7916" y="125626"/>
                  <a:pt x="9697" y="122988"/>
                </a:cubicBezTo>
                <a:cubicBezTo>
                  <a:pt x="11478" y="120349"/>
                  <a:pt x="13160" y="115468"/>
                  <a:pt x="14743" y="108344"/>
                </a:cubicBezTo>
                <a:lnTo>
                  <a:pt x="32751" y="26715"/>
                </a:lnTo>
                <a:cubicBezTo>
                  <a:pt x="33608" y="22823"/>
                  <a:pt x="34037" y="18964"/>
                  <a:pt x="34037" y="15138"/>
                </a:cubicBezTo>
                <a:cubicBezTo>
                  <a:pt x="34037" y="12368"/>
                  <a:pt x="33394" y="10340"/>
                  <a:pt x="32107" y="9053"/>
                </a:cubicBezTo>
                <a:cubicBezTo>
                  <a:pt x="30821" y="7767"/>
                  <a:pt x="28727" y="6926"/>
                  <a:pt x="25824" y="6530"/>
                </a:cubicBezTo>
                <a:lnTo>
                  <a:pt x="27210" y="0"/>
                </a:lnTo>
                <a:lnTo>
                  <a:pt x="76979" y="0"/>
                </a:lnTo>
                <a:lnTo>
                  <a:pt x="75594" y="6530"/>
                </a:lnTo>
                <a:cubicBezTo>
                  <a:pt x="71834" y="7586"/>
                  <a:pt x="69063" y="9433"/>
                  <a:pt x="67282" y="12071"/>
                </a:cubicBezTo>
                <a:cubicBezTo>
                  <a:pt x="65501" y="14710"/>
                  <a:pt x="63819" y="19591"/>
                  <a:pt x="62236" y="26715"/>
                </a:cubicBezTo>
                <a:lnTo>
                  <a:pt x="55310" y="58080"/>
                </a:lnTo>
                <a:lnTo>
                  <a:pt x="97262" y="58080"/>
                </a:lnTo>
                <a:lnTo>
                  <a:pt x="104188" y="26715"/>
                </a:lnTo>
                <a:cubicBezTo>
                  <a:pt x="105046" y="22823"/>
                  <a:pt x="105475" y="18964"/>
                  <a:pt x="105475" y="15138"/>
                </a:cubicBezTo>
                <a:cubicBezTo>
                  <a:pt x="105475" y="12368"/>
                  <a:pt x="104832" y="10340"/>
                  <a:pt x="103545" y="9053"/>
                </a:cubicBezTo>
                <a:cubicBezTo>
                  <a:pt x="102259" y="7767"/>
                  <a:pt x="100165" y="6926"/>
                  <a:pt x="97262" y="6530"/>
                </a:cubicBezTo>
                <a:lnTo>
                  <a:pt x="98648" y="0"/>
                </a:lnTo>
                <a:lnTo>
                  <a:pt x="148417" y="0"/>
                </a:lnTo>
                <a:lnTo>
                  <a:pt x="147031" y="6530"/>
                </a:lnTo>
                <a:cubicBezTo>
                  <a:pt x="143271" y="7586"/>
                  <a:pt x="140501" y="9433"/>
                  <a:pt x="138720" y="12071"/>
                </a:cubicBezTo>
                <a:cubicBezTo>
                  <a:pt x="136939" y="14710"/>
                  <a:pt x="135257" y="19591"/>
                  <a:pt x="133674" y="26715"/>
                </a:cubicBezTo>
                <a:lnTo>
                  <a:pt x="115666" y="10834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" name="path-373">
            <a:extLst xmlns:a="http://schemas.openxmlformats.org/drawingml/2006/main">
              <a:ext uri="{FF2B5EF4-FFF2-40B4-BE49-F238E27FC236}">
                <a16:creationId xmlns:a16="http://schemas.microsoft.com/office/drawing/2014/main" id="{CF61CFE1-944A-4AE8-8CFF-F0AB383B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3457" y="5969084"/>
            <a:ext cx="50879" cy="89896"/>
          </a:xfrm>
          <a:custGeom xmlns:a="http://schemas.openxmlformats.org/drawingml/2006/main">
            <a:pathLst>
              <a:path w="50879" h="89896">
                <a:moveTo>
                  <a:pt x="45591" y="75747"/>
                </a:moveTo>
                <a:cubicBezTo>
                  <a:pt x="40780" y="81035"/>
                  <a:pt x="36361" y="84716"/>
                  <a:pt x="32336" y="86788"/>
                </a:cubicBezTo>
                <a:cubicBezTo>
                  <a:pt x="28310" y="88860"/>
                  <a:pt x="23558" y="89896"/>
                  <a:pt x="18079" y="89896"/>
                </a:cubicBezTo>
                <a:cubicBezTo>
                  <a:pt x="12648" y="89896"/>
                  <a:pt x="8480" y="88503"/>
                  <a:pt x="5574" y="85716"/>
                </a:cubicBezTo>
                <a:cubicBezTo>
                  <a:pt x="2668" y="82929"/>
                  <a:pt x="1215" y="79082"/>
                  <a:pt x="1215" y="74175"/>
                </a:cubicBezTo>
                <a:cubicBezTo>
                  <a:pt x="1215" y="71936"/>
                  <a:pt x="1382" y="69804"/>
                  <a:pt x="1715" y="67780"/>
                </a:cubicBezTo>
                <a:cubicBezTo>
                  <a:pt x="2049" y="65755"/>
                  <a:pt x="2739" y="62432"/>
                  <a:pt x="3787" y="57811"/>
                </a:cubicBezTo>
                <a:lnTo>
                  <a:pt x="11148" y="26797"/>
                </a:lnTo>
                <a:lnTo>
                  <a:pt x="0" y="26797"/>
                </a:lnTo>
                <a:lnTo>
                  <a:pt x="1358" y="21009"/>
                </a:lnTo>
                <a:cubicBezTo>
                  <a:pt x="4693" y="21009"/>
                  <a:pt x="7217" y="20700"/>
                  <a:pt x="8932" y="20080"/>
                </a:cubicBezTo>
                <a:cubicBezTo>
                  <a:pt x="10648" y="19461"/>
                  <a:pt x="12089" y="18532"/>
                  <a:pt x="13256" y="17293"/>
                </a:cubicBezTo>
                <a:cubicBezTo>
                  <a:pt x="14423" y="16055"/>
                  <a:pt x="15554" y="14173"/>
                  <a:pt x="16650" y="11648"/>
                </a:cubicBezTo>
                <a:cubicBezTo>
                  <a:pt x="17746" y="9123"/>
                  <a:pt x="19032" y="5240"/>
                  <a:pt x="20509" y="0"/>
                </a:cubicBezTo>
                <a:lnTo>
                  <a:pt x="37659" y="0"/>
                </a:lnTo>
                <a:lnTo>
                  <a:pt x="33515" y="17865"/>
                </a:lnTo>
                <a:lnTo>
                  <a:pt x="50879" y="17865"/>
                </a:lnTo>
                <a:lnTo>
                  <a:pt x="48950" y="26797"/>
                </a:lnTo>
                <a:lnTo>
                  <a:pt x="31442" y="26797"/>
                </a:lnTo>
                <a:lnTo>
                  <a:pt x="24511" y="55381"/>
                </a:lnTo>
                <a:cubicBezTo>
                  <a:pt x="23320" y="60288"/>
                  <a:pt x="22498" y="64016"/>
                  <a:pt x="22045" y="66565"/>
                </a:cubicBezTo>
                <a:cubicBezTo>
                  <a:pt x="21593" y="69114"/>
                  <a:pt x="21366" y="71269"/>
                  <a:pt x="21366" y="73032"/>
                </a:cubicBezTo>
                <a:cubicBezTo>
                  <a:pt x="21366" y="75271"/>
                  <a:pt x="21771" y="76903"/>
                  <a:pt x="22581" y="77927"/>
                </a:cubicBezTo>
                <a:cubicBezTo>
                  <a:pt x="23391" y="78951"/>
                  <a:pt x="24582" y="79463"/>
                  <a:pt x="26154" y="79463"/>
                </a:cubicBezTo>
                <a:cubicBezTo>
                  <a:pt x="28298" y="79463"/>
                  <a:pt x="30501" y="78701"/>
                  <a:pt x="32764" y="77177"/>
                </a:cubicBezTo>
                <a:cubicBezTo>
                  <a:pt x="35027" y="75652"/>
                  <a:pt x="37469" y="73294"/>
                  <a:pt x="40089" y="70102"/>
                </a:cubicBezTo>
                <a:lnTo>
                  <a:pt x="45591" y="7574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" name="path-374">
            <a:extLst xmlns:a="http://schemas.openxmlformats.org/drawingml/2006/main">
              <a:ext uri="{FF2B5EF4-FFF2-40B4-BE49-F238E27FC236}">
                <a16:creationId xmlns:a16="http://schemas.microsoft.com/office/drawing/2014/main" id="{134EAC1A-C3C1-4138-8550-94D081C0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9090" y="5972943"/>
            <a:ext cx="82322" cy="86109"/>
          </a:xfrm>
          <a:custGeom xmlns:a="http://schemas.openxmlformats.org/drawingml/2006/main">
            <a:pathLst>
              <a:path w="82322" h="86109">
                <a:moveTo>
                  <a:pt x="46949" y="48521"/>
                </a:moveTo>
                <a:lnTo>
                  <a:pt x="46949" y="86109"/>
                </a:lnTo>
                <a:lnTo>
                  <a:pt x="35373" y="86109"/>
                </a:lnTo>
                <a:lnTo>
                  <a:pt x="35373" y="48521"/>
                </a:lnTo>
                <a:lnTo>
                  <a:pt x="0" y="48521"/>
                </a:lnTo>
                <a:lnTo>
                  <a:pt x="0" y="37588"/>
                </a:lnTo>
                <a:lnTo>
                  <a:pt x="35373" y="37588"/>
                </a:lnTo>
                <a:lnTo>
                  <a:pt x="35373" y="0"/>
                </a:lnTo>
                <a:lnTo>
                  <a:pt x="46949" y="0"/>
                </a:lnTo>
                <a:lnTo>
                  <a:pt x="46949" y="37588"/>
                </a:lnTo>
                <a:lnTo>
                  <a:pt x="82322" y="37588"/>
                </a:lnTo>
                <a:lnTo>
                  <a:pt x="82322" y="48521"/>
                </a:lnTo>
                <a:lnTo>
                  <a:pt x="46949" y="4852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" name="path-375">
            <a:extLst xmlns:a="http://schemas.openxmlformats.org/drawingml/2006/main">
              <a:ext uri="{FF2B5EF4-FFF2-40B4-BE49-F238E27FC236}">
                <a16:creationId xmlns:a16="http://schemas.microsoft.com/office/drawing/2014/main" id="{615CCECA-F63B-4496-8163-D16BBE61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5681" y="5959151"/>
            <a:ext cx="65957" cy="98686"/>
          </a:xfrm>
          <a:custGeom xmlns:a="http://schemas.openxmlformats.org/drawingml/2006/main">
            <a:pathLst>
              <a:path w="65957" h="98686">
                <a:moveTo>
                  <a:pt x="46020" y="78749"/>
                </a:moveTo>
                <a:cubicBezTo>
                  <a:pt x="46020" y="81512"/>
                  <a:pt x="46175" y="83596"/>
                  <a:pt x="46485" y="85001"/>
                </a:cubicBezTo>
                <a:cubicBezTo>
                  <a:pt x="46794" y="86407"/>
                  <a:pt x="47342" y="87550"/>
                  <a:pt x="48128" y="88432"/>
                </a:cubicBezTo>
                <a:cubicBezTo>
                  <a:pt x="48914" y="89313"/>
                  <a:pt x="50046" y="90004"/>
                  <a:pt x="51523" y="90504"/>
                </a:cubicBezTo>
                <a:cubicBezTo>
                  <a:pt x="52999" y="91004"/>
                  <a:pt x="54857" y="91385"/>
                  <a:pt x="57096" y="91647"/>
                </a:cubicBezTo>
                <a:cubicBezTo>
                  <a:pt x="59335" y="91909"/>
                  <a:pt x="62289" y="92088"/>
                  <a:pt x="65957" y="92183"/>
                </a:cubicBezTo>
                <a:lnTo>
                  <a:pt x="65957" y="98686"/>
                </a:lnTo>
                <a:lnTo>
                  <a:pt x="4288" y="98686"/>
                </a:lnTo>
                <a:lnTo>
                  <a:pt x="4288" y="92183"/>
                </a:lnTo>
                <a:cubicBezTo>
                  <a:pt x="9576" y="91945"/>
                  <a:pt x="13351" y="91623"/>
                  <a:pt x="15614" y="91218"/>
                </a:cubicBezTo>
                <a:cubicBezTo>
                  <a:pt x="17877" y="90814"/>
                  <a:pt x="19604" y="90206"/>
                  <a:pt x="20795" y="89396"/>
                </a:cubicBezTo>
                <a:cubicBezTo>
                  <a:pt x="21986" y="88586"/>
                  <a:pt x="22855" y="87443"/>
                  <a:pt x="23403" y="85966"/>
                </a:cubicBezTo>
                <a:cubicBezTo>
                  <a:pt x="23951" y="84489"/>
                  <a:pt x="24225" y="82084"/>
                  <a:pt x="24225" y="78749"/>
                </a:cubicBezTo>
                <a:lnTo>
                  <a:pt x="24225" y="27083"/>
                </a:lnTo>
                <a:cubicBezTo>
                  <a:pt x="24225" y="25130"/>
                  <a:pt x="23856" y="23725"/>
                  <a:pt x="23117" y="22867"/>
                </a:cubicBezTo>
                <a:cubicBezTo>
                  <a:pt x="22379" y="22010"/>
                  <a:pt x="21366" y="21581"/>
                  <a:pt x="20080" y="21581"/>
                </a:cubicBezTo>
                <a:cubicBezTo>
                  <a:pt x="18889" y="21581"/>
                  <a:pt x="17210" y="22129"/>
                  <a:pt x="15042" y="23224"/>
                </a:cubicBezTo>
                <a:cubicBezTo>
                  <a:pt x="12875" y="24320"/>
                  <a:pt x="9314" y="26559"/>
                  <a:pt x="4359" y="29942"/>
                </a:cubicBezTo>
                <a:lnTo>
                  <a:pt x="0" y="22367"/>
                </a:lnTo>
                <a:lnTo>
                  <a:pt x="37302" y="0"/>
                </a:lnTo>
                <a:lnTo>
                  <a:pt x="46449" y="0"/>
                </a:lnTo>
                <a:cubicBezTo>
                  <a:pt x="46163" y="4573"/>
                  <a:pt x="46020" y="10910"/>
                  <a:pt x="46020" y="19008"/>
                </a:cubicBezTo>
                <a:lnTo>
                  <a:pt x="46020" y="7874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" name="path-376">
            <a:extLst xmlns:a="http://schemas.openxmlformats.org/drawingml/2006/main">
              <a:ext uri="{FF2B5EF4-FFF2-40B4-BE49-F238E27FC236}">
                <a16:creationId xmlns:a16="http://schemas.microsoft.com/office/drawing/2014/main" id="{2638B67C-521A-4916-B2BE-4320DE3D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958" y="5897089"/>
            <a:ext cx="319200" cy="104517"/>
          </a:xfrm>
          <a:custGeom xmlns:a="http://schemas.openxmlformats.org/drawingml/2006/main">
            <a:pathLst>
              <a:path w="319200" h="104517">
                <a:moveTo>
                  <a:pt x="0" y="41000"/>
                </a:moveTo>
                <a:lnTo>
                  <a:pt x="296865" y="41001"/>
                </a:lnTo>
                <a:lnTo>
                  <a:pt x="296865" y="63517"/>
                </a:lnTo>
                <a:lnTo>
                  <a:pt x="0" y="63515"/>
                </a:lnTo>
                <a:lnTo>
                  <a:pt x="0" y="41000"/>
                </a:lnTo>
                <a:moveTo>
                  <a:pt x="234993" y="3133"/>
                </a:moveTo>
                <a:lnTo>
                  <a:pt x="319200" y="52259"/>
                </a:lnTo>
                <a:lnTo>
                  <a:pt x="234993" y="101384"/>
                </a:lnTo>
                <a:cubicBezTo>
                  <a:pt x="229623" y="104517"/>
                  <a:pt x="222723" y="102703"/>
                  <a:pt x="219592" y="97332"/>
                </a:cubicBezTo>
                <a:cubicBezTo>
                  <a:pt x="216463" y="91962"/>
                  <a:pt x="218276" y="85068"/>
                  <a:pt x="223644" y="81937"/>
                </a:cubicBezTo>
                <a:lnTo>
                  <a:pt x="291191" y="42535"/>
                </a:lnTo>
                <a:lnTo>
                  <a:pt x="291191" y="61982"/>
                </a:lnTo>
                <a:lnTo>
                  <a:pt x="223644" y="22580"/>
                </a:lnTo>
                <a:cubicBezTo>
                  <a:pt x="218276" y="19447"/>
                  <a:pt x="216463" y="12554"/>
                  <a:pt x="219592" y="7184"/>
                </a:cubicBezTo>
                <a:cubicBezTo>
                  <a:pt x="222723" y="1813"/>
                  <a:pt x="229623" y="0"/>
                  <a:pt x="234993" y="313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" name="text-377 For">
            <a:extLst xmlns:a="http://schemas.openxmlformats.org/drawingml/2006/main">
              <a:ext uri="{FF2B5EF4-FFF2-40B4-BE49-F238E27FC236}">
                <a16:creationId xmlns:a16="http://schemas.microsoft.com/office/drawing/2014/main" id="{C1896D23-77AD-45A0-B3C3-5F43CFC2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2859" y="6228908"/>
            <a:ext cx="323017" cy="252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For</a:t>
            </a:r>
          </a:p>
        </p:txBody>
      </p:sp>
      <p:sp>
        <p:nvSpPr>
          <p:cNvPr id="491" name="text-377 next">
            <a:extLst xmlns:a="http://schemas.openxmlformats.org/drawingml/2006/main">
              <a:ext uri="{FF2B5EF4-FFF2-40B4-BE49-F238E27FC236}">
                <a16:creationId xmlns:a16="http://schemas.microsoft.com/office/drawing/2014/main" id="{64243560-CEA8-4314-8ABC-362A8FC9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7542" y="6228765"/>
            <a:ext cx="416908" cy="252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next</a:t>
            </a:r>
          </a:p>
        </p:txBody>
      </p:sp>
      <p:sp>
        <p:nvSpPr>
          <p:cNvPr id="492" name="text-377 cycle">
            <a:extLst xmlns:a="http://schemas.openxmlformats.org/drawingml/2006/main">
              <a:ext uri="{FF2B5EF4-FFF2-40B4-BE49-F238E27FC236}">
                <a16:creationId xmlns:a16="http://schemas.microsoft.com/office/drawing/2014/main" id="{D126CD23-FE28-4133-87D3-EE9D329C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64880" y="6228467"/>
            <a:ext cx="460383" cy="252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42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cycle</a:t>
            </a:r>
          </a:p>
        </p:txBody>
      </p:sp>
      <p:sp>
        <p:nvSpPr>
          <p:cNvPr id="493" name="text-378 Oracle">
            <a:extLst xmlns:a="http://schemas.openxmlformats.org/drawingml/2006/main">
              <a:ext uri="{FF2B5EF4-FFF2-40B4-BE49-F238E27FC236}">
                <a16:creationId xmlns:a16="http://schemas.microsoft.com/office/drawing/2014/main" id="{EB45632D-5E2A-430F-81B6-3213323C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0284" y="2806202"/>
            <a:ext cx="559151" cy="236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Oracle</a:t>
            </a:r>
          </a:p>
        </p:txBody>
      </p:sp>
      <p:sp>
        <p:nvSpPr>
          <p:cNvPr id="494" name="text-379 Oracle">
            <a:extLst xmlns:a="http://schemas.openxmlformats.org/drawingml/2006/main">
              <a:ext uri="{FF2B5EF4-FFF2-40B4-BE49-F238E27FC236}">
                <a16:creationId xmlns:a16="http://schemas.microsoft.com/office/drawing/2014/main" id="{D697C4B7-86B0-4057-8724-7E62C1AF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0284" y="2806202"/>
            <a:ext cx="559151" cy="236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Oracle</a:t>
            </a:r>
          </a:p>
        </p:txBody>
      </p:sp>
      <p:sp>
        <p:nvSpPr>
          <p:cNvPr id="495" name="text-380 Reliable?">
            <a:extLst xmlns:a="http://schemas.openxmlformats.org/drawingml/2006/main">
              <a:ext uri="{FF2B5EF4-FFF2-40B4-BE49-F238E27FC236}">
                <a16:creationId xmlns:a16="http://schemas.microsoft.com/office/drawing/2014/main" id="{A3C3F6E4-C200-42FA-91C5-98F8E914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4045" y="3405268"/>
            <a:ext cx="589006" cy="189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Reliable?</a:t>
            </a:r>
          </a:p>
        </p:txBody>
      </p:sp>
      <p:sp>
        <p:nvSpPr>
          <p:cNvPr id="496" name="text-381 Reliable?">
            <a:extLst xmlns:a="http://schemas.openxmlformats.org/drawingml/2006/main">
              <a:ext uri="{FF2B5EF4-FFF2-40B4-BE49-F238E27FC236}">
                <a16:creationId xmlns:a16="http://schemas.microsoft.com/office/drawing/2014/main" id="{34B32D6A-1286-4137-AA1C-24E10585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4045" y="3405268"/>
            <a:ext cx="589006" cy="189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Reliable?</a:t>
            </a:r>
          </a:p>
        </p:txBody>
      </p:sp>
      <p:pic>
        <p:nvPic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CDDDCB51-8F5F-4FA4-A810-CE68BF6516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546e994a8412b"/>
          <a:stretch xmlns:a="http://schemas.openxmlformats.org/drawingml/2006/main"/>
        </p:blipFill>
        <p:spPr>
          <a:xfrm xmlns:a="http://schemas.openxmlformats.org/drawingml/2006/main">
            <a:off x="5096705" y="3065343"/>
            <a:ext cx="400050" cy="333375"/>
          </a:xfrm>
          <a:prstGeom xmlns:a="http://schemas.openxmlformats.org/drawingml/2006/main" prst="rect">
            <a:avLst/>
          </a:prstGeom>
        </p:spPr>
      </p:pic>
      <p:sp>
        <p:nvSpPr>
          <p:cNvPr id="498" name="path-383">
            <a:extLst xmlns:a="http://schemas.openxmlformats.org/drawingml/2006/main">
              <a:ext uri="{FF2B5EF4-FFF2-40B4-BE49-F238E27FC236}">
                <a16:creationId xmlns:a16="http://schemas.microsoft.com/office/drawing/2014/main" id="{A9942945-135E-4EEB-BD8F-3C373D0B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253" y="2882952"/>
            <a:ext cx="191" cy="658574"/>
          </a:xfrm>
          <a:custGeom xmlns:a="http://schemas.openxmlformats.org/drawingml/2006/main">
            <a:pathLst>
              <a:path w="191" h="658574">
                <a:moveTo>
                  <a:pt x="0" y="0"/>
                </a:moveTo>
                <a:lnTo>
                  <a:pt x="1" y="658574"/>
                </a:lnTo>
              </a:path>
            </a:pathLst>
          </a:custGeom>
          <a:noFill xmlns:a="http://schemas.openxmlformats.org/drawingml/2006/main"/>
          <a:ln xmlns:a="http://schemas.openxmlformats.org/drawingml/2006/main" w="5629">
            <a:solidFill>
              <a:srgbClr val="BFBFBF"/>
            </a:solidFill>
            <a:prstDash val="solid"/>
          </a:ln>
        </p:spPr>
      </p:sp>
      <p:sp>
        <p:nvSpPr>
          <p:cNvPr id="499" name="path-384">
            <a:extLst xmlns:a="http://schemas.openxmlformats.org/drawingml/2006/main">
              <a:ext uri="{FF2B5EF4-FFF2-40B4-BE49-F238E27FC236}">
                <a16:creationId xmlns:a16="http://schemas.microsoft.com/office/drawing/2014/main" id="{76BAB215-0F80-489B-86E7-D5418615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070" y="2882952"/>
            <a:ext cx="191" cy="658574"/>
          </a:xfrm>
          <a:custGeom xmlns:a="http://schemas.openxmlformats.org/drawingml/2006/main">
            <a:pathLst>
              <a:path w="191" h="658574">
                <a:moveTo>
                  <a:pt x="0" y="0"/>
                </a:moveTo>
                <a:lnTo>
                  <a:pt x="1" y="658574"/>
                </a:lnTo>
              </a:path>
            </a:pathLst>
          </a:custGeom>
          <a:noFill xmlns:a="http://schemas.openxmlformats.org/drawingml/2006/main"/>
          <a:ln xmlns:a="http://schemas.openxmlformats.org/drawingml/2006/main" w="5629">
            <a:solidFill>
              <a:srgbClr val="BFBFBF"/>
            </a:solidFill>
            <a:prstDash val="solid"/>
          </a:ln>
        </p:spPr>
      </p:sp>
      <p:sp>
        <p:nvSpPr>
          <p:cNvPr id="500" name="path-385">
            <a:extLst xmlns:a="http://schemas.openxmlformats.org/drawingml/2006/main">
              <a:ext uri="{FF2B5EF4-FFF2-40B4-BE49-F238E27FC236}">
                <a16:creationId xmlns:a16="http://schemas.microsoft.com/office/drawing/2014/main" id="{A4F74C56-DB0C-49EB-BFC2-E13CA47E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737" y="2882952"/>
            <a:ext cx="191" cy="658574"/>
          </a:xfrm>
          <a:custGeom xmlns:a="http://schemas.openxmlformats.org/drawingml/2006/main">
            <a:pathLst>
              <a:path w="191" h="658574">
                <a:moveTo>
                  <a:pt x="0" y="0"/>
                </a:moveTo>
                <a:lnTo>
                  <a:pt x="1" y="658574"/>
                </a:lnTo>
              </a:path>
            </a:pathLst>
          </a:custGeom>
          <a:noFill xmlns:a="http://schemas.openxmlformats.org/drawingml/2006/main"/>
          <a:ln xmlns:a="http://schemas.openxmlformats.org/drawingml/2006/main" w="5629">
            <a:solidFill>
              <a:srgbClr val="BFBFBF"/>
            </a:solidFill>
            <a:prstDash val="solid"/>
          </a:ln>
        </p:spPr>
      </p:sp>
      <p:pic>
        <p:nvPic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DA21A693-4DF4-47F5-841F-41471FA7D4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1aae2f4944b77"/>
          <a:stretch xmlns:a="http://schemas.openxmlformats.org/drawingml/2006/main"/>
        </p:blipFill>
        <p:spPr>
          <a:xfrm xmlns:a="http://schemas.openxmlformats.org/drawingml/2006/main">
            <a:off x="4391855" y="3055818"/>
            <a:ext cx="352425" cy="361950"/>
          </a:xfrm>
          <a:prstGeom xmlns:a="http://schemas.openxmlformats.org/drawingml/2006/main" prst="rect">
            <a:avLst/>
          </a:prstGeom>
        </p:spPr>
      </p:pic>
      <p:sp>
        <p:nvSpPr>
          <p:cNvPr id="502" name="path-387">
            <a:extLst xmlns:a="http://schemas.openxmlformats.org/drawingml/2006/main">
              <a:ext uri="{FF2B5EF4-FFF2-40B4-BE49-F238E27FC236}">
                <a16:creationId xmlns:a16="http://schemas.microsoft.com/office/drawing/2014/main" id="{FA0B8939-B689-43F5-A558-BB49FC71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850" y="3055903"/>
            <a:ext cx="412595" cy="335833"/>
          </a:xfrm>
          <a:custGeom xmlns:a="http://schemas.openxmlformats.org/drawingml/2006/main">
            <a:pathLst>
              <a:path w="412595" h="335833">
                <a:moveTo>
                  <a:pt x="0" y="335833"/>
                </a:moveTo>
                <a:lnTo>
                  <a:pt x="412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575">
            <a:solidFill>
              <a:srgbClr val="D77D94"/>
            </a:solidFill>
            <a:prstDash val="solid"/>
          </a:ln>
        </p:spPr>
      </p:sp>
      <p:sp>
        <p:nvSpPr>
          <p:cNvPr id="503" name="path-388">
            <a:extLst xmlns:a="http://schemas.openxmlformats.org/drawingml/2006/main">
              <a:ext uri="{FF2B5EF4-FFF2-40B4-BE49-F238E27FC236}">
                <a16:creationId xmlns:a16="http://schemas.microsoft.com/office/drawing/2014/main" id="{592BDCAA-1937-4221-9A22-0099A204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363" y="3786534"/>
            <a:ext cx="287123" cy="104518"/>
          </a:xfrm>
          <a:custGeom xmlns:a="http://schemas.openxmlformats.org/drawingml/2006/main">
            <a:pathLst>
              <a:path w="287123" h="104518">
                <a:moveTo>
                  <a:pt x="0" y="63517"/>
                </a:moveTo>
                <a:lnTo>
                  <a:pt x="264780" y="63515"/>
                </a:lnTo>
                <a:lnTo>
                  <a:pt x="264780" y="41001"/>
                </a:lnTo>
                <a:lnTo>
                  <a:pt x="0" y="41001"/>
                </a:lnTo>
                <a:lnTo>
                  <a:pt x="0" y="63517"/>
                </a:lnTo>
                <a:moveTo>
                  <a:pt x="202907" y="101385"/>
                </a:moveTo>
                <a:lnTo>
                  <a:pt x="287123" y="52258"/>
                </a:lnTo>
                <a:lnTo>
                  <a:pt x="202906" y="3132"/>
                </a:lnTo>
                <a:cubicBezTo>
                  <a:pt x="197536" y="0"/>
                  <a:pt x="190643" y="1814"/>
                  <a:pt x="187510" y="7184"/>
                </a:cubicBezTo>
                <a:cubicBezTo>
                  <a:pt x="184377" y="12555"/>
                  <a:pt x="186191" y="19448"/>
                  <a:pt x="191562" y="22581"/>
                </a:cubicBezTo>
                <a:lnTo>
                  <a:pt x="259108" y="61983"/>
                </a:lnTo>
                <a:lnTo>
                  <a:pt x="259108" y="42534"/>
                </a:lnTo>
                <a:lnTo>
                  <a:pt x="191562" y="81935"/>
                </a:lnTo>
                <a:cubicBezTo>
                  <a:pt x="186192" y="85068"/>
                  <a:pt x="184377" y="91961"/>
                  <a:pt x="187510" y="97333"/>
                </a:cubicBezTo>
                <a:cubicBezTo>
                  <a:pt x="190643" y="102703"/>
                  <a:pt x="197536" y="104518"/>
                  <a:pt x="202907" y="101385"/>
                </a:cubicBezTo>
              </a:path>
            </a:pathLst>
          </a:custGeom>
          <a:solidFill xmlns:a="http://schemas.openxmlformats.org/drawingml/2006/main">
            <a:srgbClr val="7357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" name="text-389 Coverage">
            <a:extLst xmlns:a="http://schemas.openxmlformats.org/drawingml/2006/main">
              <a:ext uri="{FF2B5EF4-FFF2-40B4-BE49-F238E27FC236}">
                <a16:creationId xmlns:a16="http://schemas.microsoft.com/office/drawing/2014/main" id="{2F72B441-B73E-4FD9-AAD8-638C3F48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9600" y="2806601"/>
            <a:ext cx="744662" cy="236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Coverage</a:t>
            </a:r>
          </a:p>
        </p:txBody>
      </p:sp>
      <p:sp>
        <p:nvSpPr>
          <p:cNvPr id="505" name="text-390 Coverage">
            <a:extLst xmlns:a="http://schemas.openxmlformats.org/drawingml/2006/main">
              <a:ext uri="{FF2B5EF4-FFF2-40B4-BE49-F238E27FC236}">
                <a16:creationId xmlns:a16="http://schemas.microsoft.com/office/drawing/2014/main" id="{20EE5D2B-C696-4BF5-B97E-82E53216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9600" y="2806601"/>
            <a:ext cx="744662" cy="236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Coverage</a:t>
            </a:r>
          </a:p>
        </p:txBody>
      </p:sp>
      <p:pic>
        <p:nvPic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BEECE256-06D2-4936-9D5A-C6DD0C1E23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56b0e2c3f45a9"/>
          <a:stretch xmlns:a="http://schemas.openxmlformats.org/drawingml/2006/main"/>
        </p:blipFill>
        <p:spPr>
          <a:xfrm xmlns:a="http://schemas.openxmlformats.org/drawingml/2006/main">
            <a:off x="5830130" y="2989143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507" name="text-392 Type">
            <a:extLst xmlns:a="http://schemas.openxmlformats.org/drawingml/2006/main">
              <a:ext uri="{FF2B5EF4-FFF2-40B4-BE49-F238E27FC236}">
                <a16:creationId xmlns:a16="http://schemas.microsoft.com/office/drawing/2014/main" id="{451A886B-2032-40FE-9898-6D034F84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0665" y="3402866"/>
            <a:ext cx="331902" cy="188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Type</a:t>
            </a:r>
          </a:p>
        </p:txBody>
      </p:sp>
      <p:sp>
        <p:nvSpPr>
          <p:cNvPr id="508" name="text-392 mix">
            <a:extLst xmlns:a="http://schemas.openxmlformats.org/drawingml/2006/main">
              <a:ext uri="{FF2B5EF4-FFF2-40B4-BE49-F238E27FC236}">
                <a16:creationId xmlns:a16="http://schemas.microsoft.com/office/drawing/2014/main" id="{21F452F6-2C96-4EE8-B7DB-5F27DE67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9676" y="3402135"/>
            <a:ext cx="247652" cy="189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mix</a:t>
            </a:r>
          </a:p>
        </p:txBody>
      </p:sp>
      <p:sp>
        <p:nvSpPr>
          <p:cNvPr id="509" name="text-393 Type">
            <a:extLst xmlns:a="http://schemas.openxmlformats.org/drawingml/2006/main">
              <a:ext uri="{FF2B5EF4-FFF2-40B4-BE49-F238E27FC236}">
                <a16:creationId xmlns:a16="http://schemas.microsoft.com/office/drawing/2014/main" id="{9848AAB4-5BC8-428B-A9A2-575DFC0C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0665" y="3402866"/>
            <a:ext cx="331902" cy="188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Type</a:t>
            </a:r>
          </a:p>
        </p:txBody>
      </p:sp>
      <p:sp>
        <p:nvSpPr>
          <p:cNvPr id="510" name="text-393 mix">
            <a:extLst xmlns:a="http://schemas.openxmlformats.org/drawingml/2006/main">
              <a:ext uri="{FF2B5EF4-FFF2-40B4-BE49-F238E27FC236}">
                <a16:creationId xmlns:a16="http://schemas.microsoft.com/office/drawing/2014/main" id="{4DD1BC54-09E4-4122-B766-F6236251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9676" y="3402135"/>
            <a:ext cx="247652" cy="189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mix</a:t>
            </a:r>
          </a:p>
        </p:txBody>
      </p:sp>
      <p:sp>
        <p:nvSpPr>
          <p:cNvPr id="511" name="text-394 Difficulty">
            <a:extLst xmlns:a="http://schemas.openxmlformats.org/drawingml/2006/main">
              <a:ext uri="{FF2B5EF4-FFF2-40B4-BE49-F238E27FC236}">
                <a16:creationId xmlns:a16="http://schemas.microsoft.com/office/drawing/2014/main" id="{EAC98630-00BC-4640-957D-69675E80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8248" y="2805963"/>
            <a:ext cx="809225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Difficulty</a:t>
            </a:r>
          </a:p>
        </p:txBody>
      </p:sp>
      <p:sp>
        <p:nvSpPr>
          <p:cNvPr id="512" name="text-395 Difficulty">
            <a:extLst xmlns:a="http://schemas.openxmlformats.org/drawingml/2006/main">
              <a:ext uri="{FF2B5EF4-FFF2-40B4-BE49-F238E27FC236}">
                <a16:creationId xmlns:a16="http://schemas.microsoft.com/office/drawing/2014/main" id="{7262D944-3B21-4B9C-BEB2-DE5F6A5A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8248" y="2805963"/>
            <a:ext cx="809225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Difficulty</a:t>
            </a:r>
          </a:p>
        </p:txBody>
      </p:sp>
      <p:pic>
        <p:nvPic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F24357A1-DECA-4F18-8FBB-10BBB859AA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559c969b74726"/>
          <a:stretch xmlns:a="http://schemas.openxmlformats.org/drawingml/2006/main"/>
        </p:blipFill>
        <p:spPr>
          <a:xfrm xmlns:a="http://schemas.openxmlformats.org/drawingml/2006/main">
            <a:off x="6725480" y="3008193"/>
            <a:ext cx="485775" cy="485775"/>
          </a:xfrm>
          <a:prstGeom xmlns:a="http://schemas.openxmlformats.org/drawingml/2006/main" prst="rect">
            <a:avLst/>
          </a:prstGeom>
        </p:spPr>
      </p:pic>
      <p:sp>
        <p:nvSpPr>
          <p:cNvPr id="514" name="text-397 Solver">
            <a:extLst xmlns:a="http://schemas.openxmlformats.org/drawingml/2006/main">
              <a:ext uri="{FF2B5EF4-FFF2-40B4-BE49-F238E27FC236}">
                <a16:creationId xmlns:a16="http://schemas.microsoft.com/office/drawing/2014/main" id="{9811309A-DBA1-4811-8102-5D885792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3279" y="3401914"/>
            <a:ext cx="432691" cy="19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515" name="text-397 acc.">
            <a:extLst xmlns:a="http://schemas.openxmlformats.org/drawingml/2006/main">
              <a:ext uri="{FF2B5EF4-FFF2-40B4-BE49-F238E27FC236}">
                <a16:creationId xmlns:a16="http://schemas.microsoft.com/office/drawing/2014/main" id="{89FF4398-7E2C-44EA-9D25-A658B181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2096" y="3403244"/>
            <a:ext cx="264499" cy="188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acc.</a:t>
            </a:r>
          </a:p>
        </p:txBody>
      </p:sp>
      <p:sp>
        <p:nvSpPr>
          <p:cNvPr id="516" name="text-398 Solver">
            <a:extLst xmlns:a="http://schemas.openxmlformats.org/drawingml/2006/main">
              <a:ext uri="{FF2B5EF4-FFF2-40B4-BE49-F238E27FC236}">
                <a16:creationId xmlns:a16="http://schemas.microsoft.com/office/drawing/2014/main" id="{0FECD2FB-FD7E-484E-874A-A4687A57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3279" y="3401914"/>
            <a:ext cx="432691" cy="19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517" name="text-398 acc.">
            <a:extLst xmlns:a="http://schemas.openxmlformats.org/drawingml/2006/main">
              <a:ext uri="{FF2B5EF4-FFF2-40B4-BE49-F238E27FC236}">
                <a16:creationId xmlns:a16="http://schemas.microsoft.com/office/drawing/2014/main" id="{06CB9384-B08C-4DCE-BAAE-9240D59C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2096" y="3403244"/>
            <a:ext cx="264499" cy="188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acc.</a:t>
            </a:r>
          </a:p>
        </p:txBody>
      </p:sp>
      <p:sp>
        <p:nvSpPr>
          <p:cNvPr id="518" name="text-399 Filtering">
            <a:extLst xmlns:a="http://schemas.openxmlformats.org/drawingml/2006/main">
              <a:ext uri="{FF2B5EF4-FFF2-40B4-BE49-F238E27FC236}">
                <a16:creationId xmlns:a16="http://schemas.microsoft.com/office/drawing/2014/main" id="{3B1C788F-090D-471F-8528-AAD0F5B4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0787" y="2805617"/>
            <a:ext cx="708585" cy="237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Filtering</a:t>
            </a:r>
          </a:p>
        </p:txBody>
      </p:sp>
      <p:sp>
        <p:nvSpPr>
          <p:cNvPr id="519" name="text-400 Filtering">
            <a:extLst xmlns:a="http://schemas.openxmlformats.org/drawingml/2006/main">
              <a:ext uri="{FF2B5EF4-FFF2-40B4-BE49-F238E27FC236}">
                <a16:creationId xmlns:a16="http://schemas.microsoft.com/office/drawing/2014/main" id="{4AD04D6E-C2AF-480C-A369-768C6CAE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0787" y="2805617"/>
            <a:ext cx="708585" cy="237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Filtering</a:t>
            </a:r>
          </a:p>
        </p:txBody>
      </p:sp>
      <p:pic>
        <p:nvPic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FE924FA1-777D-446E-A3AB-10EB7DCBCE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276b615c04631"/>
          <a:stretch xmlns:a="http://schemas.openxmlformats.org/drawingml/2006/main"/>
        </p:blipFill>
        <p:spPr>
          <a:xfrm xmlns:a="http://schemas.openxmlformats.org/drawingml/2006/main">
            <a:off x="7620830" y="3017718"/>
            <a:ext cx="438150" cy="428625"/>
          </a:xfrm>
          <a:prstGeom xmlns:a="http://schemas.openxmlformats.org/drawingml/2006/main" prst="rect">
            <a:avLst/>
          </a:prstGeom>
        </p:spPr>
      </p:pic>
      <p:sp>
        <p:nvSpPr>
          <p:cNvPr id="521" name="text-402 Drop">
            <a:extLst xmlns:a="http://schemas.openxmlformats.org/drawingml/2006/main">
              <a:ext uri="{FF2B5EF4-FFF2-40B4-BE49-F238E27FC236}">
                <a16:creationId xmlns:a16="http://schemas.microsoft.com/office/drawing/2014/main" id="{1B97B4E5-023E-4B94-BED6-3B93DCF6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1041" y="3402428"/>
            <a:ext cx="330308" cy="18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Drop</a:t>
            </a:r>
          </a:p>
        </p:txBody>
      </p:sp>
      <p:sp>
        <p:nvSpPr>
          <p:cNvPr id="522" name="text-402 rate">
            <a:extLst xmlns:a="http://schemas.openxmlformats.org/drawingml/2006/main">
              <a:ext uri="{FF2B5EF4-FFF2-40B4-BE49-F238E27FC236}">
                <a16:creationId xmlns:a16="http://schemas.microsoft.com/office/drawing/2014/main" id="{ECC577C8-332C-41E6-80E3-43A58DCA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7214" y="3402812"/>
            <a:ext cx="295410" cy="188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rate</a:t>
            </a:r>
          </a:p>
        </p:txBody>
      </p:sp>
      <p:sp>
        <p:nvSpPr>
          <p:cNvPr id="523" name="text-403 Drop">
            <a:extLst xmlns:a="http://schemas.openxmlformats.org/drawingml/2006/main">
              <a:ext uri="{FF2B5EF4-FFF2-40B4-BE49-F238E27FC236}">
                <a16:creationId xmlns:a16="http://schemas.microsoft.com/office/drawing/2014/main" id="{7A93FAD5-94D8-4BA9-B26C-E9E6E2DE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1041" y="3402428"/>
            <a:ext cx="330308" cy="18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Drop</a:t>
            </a:r>
          </a:p>
        </p:txBody>
      </p:sp>
      <p:sp>
        <p:nvSpPr>
          <p:cNvPr id="524" name="text-403 rate">
            <a:extLst xmlns:a="http://schemas.openxmlformats.org/drawingml/2006/main">
              <a:ext uri="{FF2B5EF4-FFF2-40B4-BE49-F238E27FC236}">
                <a16:creationId xmlns:a16="http://schemas.microsoft.com/office/drawing/2014/main" id="{75AF85EC-44B7-419C-A8EC-14724F12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7214" y="3402812"/>
            <a:ext cx="295410" cy="188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rate</a:t>
            </a:r>
          </a:p>
        </p:txBody>
      </p:sp>
      <p:pic>
        <p:nvPic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32FEE1DF-1B3A-40D2-B792-6C19BA7027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1aaa9677f49e9"/>
          <a:stretch xmlns:a="http://schemas.openxmlformats.org/drawingml/2006/main"/>
        </p:blipFill>
        <p:spPr>
          <a:xfrm xmlns:a="http://schemas.openxmlformats.org/drawingml/2006/main">
            <a:off x="8487605" y="7227768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17AA056E-23CB-4625-AC59-E21556E3A5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f2f1efe914f44"/>
          <a:stretch xmlns:a="http://schemas.openxmlformats.org/drawingml/2006/main"/>
        </p:blipFill>
        <p:spPr>
          <a:xfrm xmlns:a="http://schemas.openxmlformats.org/drawingml/2006/main">
            <a:off x="8992430" y="7227768"/>
            <a:ext cx="352425" cy="361950"/>
          </a:xfrm>
          <a:prstGeom xmlns:a="http://schemas.openxmlformats.org/drawingml/2006/main" prst="rect">
            <a:avLst/>
          </a:prstGeom>
        </p:spPr>
      </p:pic>
      <p:pic>
        <p:nvPic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80BB3A9C-6CE7-4FF6-AC00-23A2C1F220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32bc09e2240ce"/>
          <a:stretch xmlns:a="http://schemas.openxmlformats.org/drawingml/2006/main"/>
        </p:blipFill>
        <p:spPr>
          <a:xfrm xmlns:a="http://schemas.openxmlformats.org/drawingml/2006/main">
            <a:off x="9487730" y="7246818"/>
            <a:ext cx="333375" cy="323850"/>
          </a:xfrm>
          <a:prstGeom xmlns:a="http://schemas.openxmlformats.org/drawingml/2006/main" prst="rect">
            <a:avLst/>
          </a:prstGeom>
        </p:spPr>
      </p:pic>
      <p:sp>
        <p:nvSpPr>
          <p:cNvPr id="528" name="text-407 Quality">
            <a:extLst xmlns:a="http://schemas.openxmlformats.org/drawingml/2006/main">
              <a:ext uri="{FF2B5EF4-FFF2-40B4-BE49-F238E27FC236}">
                <a16:creationId xmlns:a16="http://schemas.microsoft.com/office/drawing/2014/main" id="{4B08742D-CAF2-4E46-BEAE-21C364B4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4368" y="6963898"/>
            <a:ext cx="655239" cy="252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Quality</a:t>
            </a:r>
          </a:p>
        </p:txBody>
      </p:sp>
      <p:sp>
        <p:nvSpPr>
          <p:cNvPr id="529" name="text-407 Checks">
            <a:extLst xmlns:a="http://schemas.openxmlformats.org/drawingml/2006/main">
              <a:ext uri="{FF2B5EF4-FFF2-40B4-BE49-F238E27FC236}">
                <a16:creationId xmlns:a16="http://schemas.microsoft.com/office/drawing/2014/main" id="{FBD134F4-169C-4263-8D09-FD352D9E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1088" y="6964084"/>
            <a:ext cx="621219" cy="252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Checks</a:t>
            </a:r>
          </a:p>
        </p:txBody>
      </p:sp>
      <p:sp>
        <p:nvSpPr>
          <p:cNvPr id="530" name="text-408 Quality">
            <a:extLst xmlns:a="http://schemas.openxmlformats.org/drawingml/2006/main">
              <a:ext uri="{FF2B5EF4-FFF2-40B4-BE49-F238E27FC236}">
                <a16:creationId xmlns:a16="http://schemas.microsoft.com/office/drawing/2014/main" id="{BA26B48F-92F1-4834-90E2-B498E1E8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4368" y="6963898"/>
            <a:ext cx="655239" cy="252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Quality</a:t>
            </a:r>
          </a:p>
        </p:txBody>
      </p:sp>
      <p:sp>
        <p:nvSpPr>
          <p:cNvPr id="531" name="text-408 Checks">
            <a:extLst xmlns:a="http://schemas.openxmlformats.org/drawingml/2006/main">
              <a:ext uri="{FF2B5EF4-FFF2-40B4-BE49-F238E27FC236}">
                <a16:creationId xmlns:a16="http://schemas.microsoft.com/office/drawing/2014/main" id="{BD378505-58A7-40EF-98DE-C56440CB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1088" y="6964084"/>
            <a:ext cx="621219" cy="252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Checks</a:t>
            </a:r>
          </a:p>
        </p:txBody>
      </p:sp>
      <p:pic>
        <p:nvPic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AF41D210-6C7F-410B-A6EB-30BAEFDE66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aa0f276434bb4"/>
          <a:stretch xmlns:a="http://schemas.openxmlformats.org/drawingml/2006/main"/>
        </p:blipFill>
        <p:spPr>
          <a:xfrm xmlns:a="http://schemas.openxmlformats.org/drawingml/2006/main">
            <a:off x="6344480" y="5151318"/>
            <a:ext cx="1152525" cy="1162050"/>
          </a:xfrm>
          <a:prstGeom xmlns:a="http://schemas.openxmlformats.org/drawingml/2006/main" prst="rect">
            <a:avLst/>
          </a:prstGeom>
        </p:spPr>
      </p:pic>
      <p:pic>
        <p:nvPic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E36905DF-D040-4D85-9CEB-CBD1FE743C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b636f703f4713"/>
          <a:stretch xmlns:a="http://schemas.openxmlformats.org/drawingml/2006/main"/>
        </p:blipFill>
        <p:spPr>
          <a:xfrm xmlns:a="http://schemas.openxmlformats.org/drawingml/2006/main">
            <a:off x="6468305" y="6818193"/>
            <a:ext cx="1019175" cy="1019175"/>
          </a:xfrm>
          <a:prstGeom xmlns:a="http://schemas.openxmlformats.org/drawingml/2006/main" prst="rect">
            <a:avLst/>
          </a:prstGeom>
        </p:spPr>
      </p:pic>
      <p:pic>
        <p:nvPic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6C04156-6E9A-4EDB-BADF-4C020DFF25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da0e8a1114c30"/>
          <a:stretch xmlns:a="http://schemas.openxmlformats.org/drawingml/2006/main"/>
        </p:blipFill>
        <p:spPr>
          <a:xfrm xmlns:a="http://schemas.openxmlformats.org/drawingml/2006/main">
            <a:off x="3172655" y="1731843"/>
            <a:ext cx="942975" cy="952500"/>
          </a:xfrm>
          <a:prstGeom xmlns:a="http://schemas.openxmlformats.org/drawingml/2006/main" prst="rect">
            <a:avLst/>
          </a:prstGeom>
        </p:spPr>
      </p:pic>
      <p:pic>
        <p:nvPic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3B8CDB2-89D9-4764-8EBC-0CEB18E59C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e616c227d430d"/>
          <a:stretch xmlns:a="http://schemas.openxmlformats.org/drawingml/2006/main"/>
        </p:blipFill>
        <p:spPr>
          <a:xfrm xmlns:a="http://schemas.openxmlformats.org/drawingml/2006/main">
            <a:off x="8611430" y="2131893"/>
            <a:ext cx="1123950" cy="1123950"/>
          </a:xfrm>
          <a:prstGeom xmlns:a="http://schemas.openxmlformats.org/drawingml/2006/main" prst="rect">
            <a:avLst/>
          </a:prstGeom>
        </p:spPr>
      </p:pic>
      <p:pic>
        <p:nvPic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A7E8342D-6657-4608-99CF-9B107A357C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996071e644835"/>
          <a:stretch xmlns:a="http://schemas.openxmlformats.org/drawingml/2006/main"/>
        </p:blipFill>
        <p:spPr>
          <a:xfrm xmlns:a="http://schemas.openxmlformats.org/drawingml/2006/main">
            <a:off x="10916480" y="4884618"/>
            <a:ext cx="561975" cy="552450"/>
          </a:xfrm>
          <a:prstGeom xmlns:a="http://schemas.openxmlformats.org/drawingml/2006/main" prst="rect">
            <a:avLst/>
          </a:prstGeom>
        </p:spPr>
      </p:pic>
      <p:pic>
        <p:nvPic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95939FAE-3DC3-4904-8A5E-044BC1C67C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9cdb3c678482f"/>
          <a:stretch xmlns:a="http://schemas.openxmlformats.org/drawingml/2006/main"/>
        </p:blipFill>
        <p:spPr>
          <a:xfrm xmlns:a="http://schemas.openxmlformats.org/drawingml/2006/main">
            <a:off x="12183305" y="5017968"/>
            <a:ext cx="904875" cy="895350"/>
          </a:xfrm>
          <a:prstGeom xmlns:a="http://schemas.openxmlformats.org/drawingml/2006/main" prst="rect">
            <a:avLst/>
          </a:prstGeom>
        </p:spPr>
      </p:pic>
      <p:pic>
        <p:nvPic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7B442524-1F8F-4BC0-A428-2746E4D47F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86a7063fb4945"/>
          <a:stretch xmlns:a="http://schemas.openxmlformats.org/drawingml/2006/main"/>
        </p:blipFill>
        <p:spPr>
          <a:xfrm xmlns:a="http://schemas.openxmlformats.org/drawingml/2006/main">
            <a:off x="11002205" y="7389693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539" name="text-416 Memry">
            <a:extLst xmlns:a="http://schemas.openxmlformats.org/drawingml/2006/main">
              <a:ext uri="{FF2B5EF4-FFF2-40B4-BE49-F238E27FC236}">
                <a16:creationId xmlns:a16="http://schemas.microsoft.com/office/drawing/2014/main" id="{12D680ED-43AE-47DC-8279-86C4F0CE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6068" y="6076215"/>
            <a:ext cx="534014" cy="220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Memry</a:t>
            </a:r>
          </a:p>
        </p:txBody>
      </p:sp>
      <p:sp>
        <p:nvSpPr>
          <p:cNvPr id="540" name="text-417 Memry">
            <a:extLst xmlns:a="http://schemas.openxmlformats.org/drawingml/2006/main">
              <a:ext uri="{FF2B5EF4-FFF2-40B4-BE49-F238E27FC236}">
                <a16:creationId xmlns:a16="http://schemas.microsoft.com/office/drawing/2014/main" id="{7B160A9B-2F8C-4F09-BF8D-B7C5DD93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6068" y="6076215"/>
            <a:ext cx="534014" cy="220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Memry</a:t>
            </a:r>
          </a:p>
        </p:txBody>
      </p:sp>
      <p:sp>
        <p:nvSpPr>
          <p:cNvPr id="541" name="text-420 Construction">
            <a:extLst xmlns:a="http://schemas.openxmlformats.org/drawingml/2006/main">
              <a:ext uri="{FF2B5EF4-FFF2-40B4-BE49-F238E27FC236}">
                <a16:creationId xmlns:a16="http://schemas.microsoft.com/office/drawing/2014/main" id="{D81EE9BB-5418-4B12-BD29-E7A99CEF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090" y="6267495"/>
            <a:ext cx="965394" cy="221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Construction</a:t>
            </a:r>
          </a:p>
        </p:txBody>
      </p:sp>
      <p:sp>
        <p:nvSpPr>
          <p:cNvPr id="542" name="text-421 Construction">
            <a:extLst xmlns:a="http://schemas.openxmlformats.org/drawingml/2006/main">
              <a:ext uri="{FF2B5EF4-FFF2-40B4-BE49-F238E27FC236}">
                <a16:creationId xmlns:a16="http://schemas.microsoft.com/office/drawing/2014/main" id="{892C2A7E-E505-4C12-A6C7-FD5A1113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090" y="6267495"/>
            <a:ext cx="965394" cy="221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Construction</a:t>
            </a:r>
          </a:p>
        </p:txBody>
      </p:sp>
      <p:pic>
        <p:nvPic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4C23CEF5-ACC4-4443-95CB-AB9501E984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89a7258784142"/>
          <a:stretch xmlns:a="http://schemas.openxmlformats.org/drawingml/2006/main"/>
        </p:blipFill>
        <p:spPr>
          <a:xfrm xmlns:a="http://schemas.openxmlformats.org/drawingml/2006/main">
            <a:off x="6411155" y="3674943"/>
            <a:ext cx="1733550" cy="323850"/>
          </a:xfrm>
          <a:prstGeom xmlns:a="http://schemas.openxmlformats.org/drawingml/2006/main" prst="rect">
            <a:avLst/>
          </a:prstGeom>
        </p:spPr>
      </p:pic>
      <p:sp>
        <p:nvSpPr>
          <p:cNvPr id="544" name="text-423 …">
            <a:extLst xmlns:a="http://schemas.openxmlformats.org/drawingml/2006/main">
              <a:ext uri="{FF2B5EF4-FFF2-40B4-BE49-F238E27FC236}">
                <a16:creationId xmlns:a16="http://schemas.microsoft.com/office/drawing/2014/main" id="{660F7873-FD43-4879-ADCE-E38EAD5E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1386" y="3590375"/>
            <a:ext cx="231099" cy="37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…</a:t>
            </a:r>
          </a:p>
        </p:txBody>
      </p:sp>
      <p:sp>
        <p:nvSpPr>
          <p:cNvPr id="545" name="text-424 …">
            <a:extLst xmlns:a="http://schemas.openxmlformats.org/drawingml/2006/main">
              <a:ext uri="{FF2B5EF4-FFF2-40B4-BE49-F238E27FC236}">
                <a16:creationId xmlns:a16="http://schemas.microsoft.com/office/drawing/2014/main" id="{F1613D08-58EE-4C0E-A4CE-1F505DDC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1386" y="3590375"/>
            <a:ext cx="231099" cy="37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…</a:t>
            </a:r>
          </a:p>
        </p:txBody>
      </p:sp>
      <p:pic>
        <p:nvPic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D8288285-F3AF-4E54-A0F6-8C7B7809C5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e235dd45b4769"/>
          <a:stretch xmlns:a="http://schemas.openxmlformats.org/drawingml/2006/main"/>
        </p:blipFill>
        <p:spPr>
          <a:xfrm xmlns:a="http://schemas.openxmlformats.org/drawingml/2006/main">
            <a:off x="115130" y="7294443"/>
            <a:ext cx="1028700" cy="495300"/>
          </a:xfrm>
          <a:prstGeom xmlns:a="http://schemas.openxmlformats.org/drawingml/2006/main" prst="rect">
            <a:avLst/>
          </a:prstGeom>
        </p:spPr>
      </p:pic>
      <p:pic>
        <p:nvPic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348A6CA9-99E6-4551-A31B-313E97F33F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0f40f92b14a17"/>
          <a:stretch xmlns:a="http://schemas.openxmlformats.org/drawingml/2006/main"/>
        </p:blipFill>
        <p:spPr>
          <a:xfrm xmlns:a="http://schemas.openxmlformats.org/drawingml/2006/main">
            <a:off x="1553405" y="7275393"/>
            <a:ext cx="1123950" cy="552450"/>
          </a:xfrm>
          <a:prstGeom xmlns:a="http://schemas.openxmlformats.org/drawingml/2006/main" prst="rect">
            <a:avLst/>
          </a:prstGeom>
        </p:spPr>
      </p:pic>
      <p:sp>
        <p:nvSpPr>
          <p:cNvPr id="548" name="path-427">
            <a:extLst xmlns:a="http://schemas.openxmlformats.org/drawingml/2006/main">
              <a:ext uri="{FF2B5EF4-FFF2-40B4-BE49-F238E27FC236}">
                <a16:creationId xmlns:a16="http://schemas.microsoft.com/office/drawing/2014/main" id="{DABB07A2-3B92-4CA0-992D-1CE4288E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5144" y="7486244"/>
            <a:ext cx="223517" cy="104518"/>
          </a:xfrm>
          <a:custGeom xmlns:a="http://schemas.openxmlformats.org/drawingml/2006/main">
            <a:pathLst>
              <a:path w="223517" h="104518">
                <a:moveTo>
                  <a:pt x="0" y="41001"/>
                </a:moveTo>
                <a:lnTo>
                  <a:pt x="201176" y="41001"/>
                </a:lnTo>
                <a:lnTo>
                  <a:pt x="201176" y="63517"/>
                </a:lnTo>
                <a:lnTo>
                  <a:pt x="0" y="63516"/>
                </a:lnTo>
                <a:lnTo>
                  <a:pt x="0" y="41001"/>
                </a:lnTo>
                <a:moveTo>
                  <a:pt x="139302" y="3133"/>
                </a:moveTo>
                <a:lnTo>
                  <a:pt x="223517" y="52259"/>
                </a:lnTo>
                <a:lnTo>
                  <a:pt x="139301" y="101385"/>
                </a:lnTo>
                <a:cubicBezTo>
                  <a:pt x="133932" y="104518"/>
                  <a:pt x="127038" y="102704"/>
                  <a:pt x="123905" y="97333"/>
                </a:cubicBezTo>
                <a:cubicBezTo>
                  <a:pt x="120772" y="91962"/>
                  <a:pt x="122585" y="85069"/>
                  <a:pt x="127957" y="81937"/>
                </a:cubicBezTo>
                <a:lnTo>
                  <a:pt x="195504" y="42535"/>
                </a:lnTo>
                <a:lnTo>
                  <a:pt x="195504" y="61983"/>
                </a:lnTo>
                <a:lnTo>
                  <a:pt x="127957" y="22581"/>
                </a:lnTo>
                <a:cubicBezTo>
                  <a:pt x="122587" y="19449"/>
                  <a:pt x="120772" y="12555"/>
                  <a:pt x="123905" y="7185"/>
                </a:cubicBezTo>
                <a:cubicBezTo>
                  <a:pt x="127038" y="1814"/>
                  <a:pt x="133932" y="0"/>
                  <a:pt x="139302" y="3133"/>
                </a:cubicBezTo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path-428">
            <a:extLst xmlns:a="http://schemas.openxmlformats.org/drawingml/2006/main">
              <a:ext uri="{FF2B5EF4-FFF2-40B4-BE49-F238E27FC236}">
                <a16:creationId xmlns:a16="http://schemas.microsoft.com/office/drawing/2014/main" id="{F7DAD657-B0CF-4535-8017-F72A0E52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422" y="6296594"/>
            <a:ext cx="101644" cy="584657"/>
          </a:xfrm>
          <a:custGeom xmlns:a="http://schemas.openxmlformats.org/drawingml/2006/main">
            <a:pathLst>
              <a:path w="101644" h="584657">
                <a:moveTo>
                  <a:pt x="0" y="581268"/>
                </a:moveTo>
                <a:lnTo>
                  <a:pt x="0" y="584657"/>
                </a:lnTo>
                <a:lnTo>
                  <a:pt x="101644" y="584657"/>
                </a:lnTo>
                <a:lnTo>
                  <a:pt x="1016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515">
            <a:solidFill>
              <a:srgbClr val="C981A8"/>
            </a:solidFill>
            <a:prstDash val="solid"/>
          </a:ln>
        </p:spPr>
      </p:sp>
      <p:sp>
        <p:nvSpPr>
          <p:cNvPr id="550" name="path-429">
            <a:extLst xmlns:a="http://schemas.openxmlformats.org/drawingml/2006/main">
              <a:ext uri="{FF2B5EF4-FFF2-40B4-BE49-F238E27FC236}">
                <a16:creationId xmlns:a16="http://schemas.microsoft.com/office/drawing/2014/main" id="{919276C2-9316-48E7-BA0D-1F192BD4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320" y="6250890"/>
            <a:ext cx="258334" cy="104480"/>
          </a:xfrm>
          <a:custGeom xmlns:a="http://schemas.openxmlformats.org/drawingml/2006/main">
            <a:pathLst>
              <a:path w="258334" h="104480">
                <a:moveTo>
                  <a:pt x="599" y="67977"/>
                </a:moveTo>
                <a:lnTo>
                  <a:pt x="236298" y="61706"/>
                </a:lnTo>
                <a:lnTo>
                  <a:pt x="235699" y="39198"/>
                </a:lnTo>
                <a:lnTo>
                  <a:pt x="0" y="45470"/>
                </a:lnTo>
                <a:lnTo>
                  <a:pt x="599" y="67977"/>
                </a:lnTo>
                <a:moveTo>
                  <a:pt x="175454" y="101207"/>
                </a:moveTo>
                <a:lnTo>
                  <a:pt x="258334" y="49858"/>
                </a:lnTo>
                <a:lnTo>
                  <a:pt x="172842" y="2989"/>
                </a:lnTo>
                <a:cubicBezTo>
                  <a:pt x="167389" y="0"/>
                  <a:pt x="160547" y="1997"/>
                  <a:pt x="157558" y="7449"/>
                </a:cubicBezTo>
                <a:cubicBezTo>
                  <a:pt x="154569" y="12901"/>
                  <a:pt x="156565" y="19744"/>
                  <a:pt x="162016" y="22733"/>
                </a:cubicBezTo>
                <a:lnTo>
                  <a:pt x="230587" y="60323"/>
                </a:lnTo>
                <a:lnTo>
                  <a:pt x="230070" y="40882"/>
                </a:lnTo>
                <a:lnTo>
                  <a:pt x="163596" y="82066"/>
                </a:lnTo>
                <a:cubicBezTo>
                  <a:pt x="158310" y="85341"/>
                  <a:pt x="156679" y="92280"/>
                  <a:pt x="159954" y="97566"/>
                </a:cubicBezTo>
                <a:cubicBezTo>
                  <a:pt x="163230" y="102851"/>
                  <a:pt x="170168" y="104480"/>
                  <a:pt x="175454" y="101207"/>
                </a:cubicBezTo>
              </a:path>
            </a:pathLst>
          </a:custGeom>
          <a:solidFill xmlns:a="http://schemas.openxmlformats.org/drawingml/2006/main">
            <a:srgbClr val="56957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0DA26B27-C7CE-4EDF-B028-193FCE933A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d9900b43c14d8b"/>
          <a:stretch xmlns:a="http://schemas.openxmlformats.org/drawingml/2006/main"/>
        </p:blipFill>
        <p:spPr>
          <a:xfrm xmlns:a="http://schemas.openxmlformats.org/drawingml/2006/main">
            <a:off x="4191830" y="2217618"/>
            <a:ext cx="361950" cy="352425"/>
          </a:xfrm>
          <a:prstGeom xmlns:a="http://schemas.openxmlformats.org/drawingml/2006/main" prst="rect">
            <a:avLst/>
          </a:prstGeom>
        </p:spPr>
      </p:pic>
      <p:pic>
        <p:nvPic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3D1D4793-1160-44EA-A82F-943DB8F2E2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30beb3b274ed8"/>
          <a:stretch xmlns:a="http://schemas.openxmlformats.org/drawingml/2006/main"/>
        </p:blipFill>
        <p:spPr>
          <a:xfrm xmlns:a="http://schemas.openxmlformats.org/drawingml/2006/main">
            <a:off x="8773355" y="5389443"/>
            <a:ext cx="2619375" cy="485775"/>
          </a:xfrm>
          <a:prstGeom xmlns:a="http://schemas.openxmlformats.org/drawingml/2006/main" prst="rect">
            <a:avLst/>
          </a:prstGeom>
        </p:spPr>
      </p:pic>
      <p:pic>
        <p:nvPic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1D3F3828-54A4-42E5-BBB2-405F2047C3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27001bf0642db"/>
          <a:stretch xmlns:a="http://schemas.openxmlformats.org/drawingml/2006/main"/>
        </p:blipFill>
        <p:spPr>
          <a:xfrm xmlns:a="http://schemas.openxmlformats.org/drawingml/2006/main">
            <a:off x="12249980" y="4017843"/>
            <a:ext cx="152400" cy="381000"/>
          </a:xfrm>
          <a:prstGeom xmlns:a="http://schemas.openxmlformats.org/drawingml/2006/main" prst="rect">
            <a:avLst/>
          </a:prstGeom>
        </p:spPr>
      </p:pic>
      <p:pic>
        <p:nvPic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DEB77634-3531-4499-98A0-F434AC72F0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86a602219e445c"/>
          <a:stretch xmlns:a="http://schemas.openxmlformats.org/drawingml/2006/main"/>
        </p:blipFill>
        <p:spPr>
          <a:xfrm xmlns:a="http://schemas.openxmlformats.org/drawingml/2006/main">
            <a:off x="12249980" y="4017843"/>
            <a:ext cx="152400" cy="381000"/>
          </a:xfrm>
          <a:prstGeom xmlns:a="http://schemas.openxmlformats.org/drawingml/2006/main" prst="rect">
            <a:avLst/>
          </a:prstGeom>
        </p:spPr>
      </p:pic>
      <p:pic>
        <p:nvPic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F18E7EA9-35B1-4FA6-B9FA-CB6E026DD7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f5b085c0e4870"/>
          <a:stretch xmlns:a="http://schemas.openxmlformats.org/drawingml/2006/main"/>
        </p:blipFill>
        <p:spPr>
          <a:xfrm xmlns:a="http://schemas.openxmlformats.org/drawingml/2006/main">
            <a:off x="3829880" y="4017843"/>
            <a:ext cx="161925" cy="381000"/>
          </a:xfrm>
          <a:prstGeom xmlns:a="http://schemas.openxmlformats.org/drawingml/2006/main" prst="rect">
            <a:avLst/>
          </a:prstGeom>
        </p:spPr>
      </p:pic>
      <p:sp>
        <p:nvSpPr>
          <p:cNvPr id="556" name="text-435 Next">
            <a:extLst xmlns:a="http://schemas.openxmlformats.org/drawingml/2006/main">
              <a:ext uri="{FF2B5EF4-FFF2-40B4-BE49-F238E27FC236}">
                <a16:creationId xmlns:a16="http://schemas.microsoft.com/office/drawing/2014/main" id="{FD97F9D0-79DD-40AF-9A56-975A9152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7954" y="4105329"/>
            <a:ext cx="466363" cy="25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Next</a:t>
            </a:r>
          </a:p>
        </p:txBody>
      </p:sp>
      <p:sp>
        <p:nvSpPr>
          <p:cNvPr id="557" name="text-435 generation">
            <a:extLst xmlns:a="http://schemas.openxmlformats.org/drawingml/2006/main">
              <a:ext uri="{FF2B5EF4-FFF2-40B4-BE49-F238E27FC236}">
                <a16:creationId xmlns:a16="http://schemas.microsoft.com/office/drawing/2014/main" id="{38F50411-278C-4A8A-89AC-523CA9EA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916" y="4105439"/>
            <a:ext cx="923251" cy="252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generation</a:t>
            </a:r>
          </a:p>
        </p:txBody>
      </p:sp>
      <p:sp>
        <p:nvSpPr>
          <p:cNvPr id="558" name="text-435 cycle">
            <a:extLst xmlns:a="http://schemas.openxmlformats.org/drawingml/2006/main">
              <a:ext uri="{FF2B5EF4-FFF2-40B4-BE49-F238E27FC236}">
                <a16:creationId xmlns:a16="http://schemas.microsoft.com/office/drawing/2014/main" id="{BC205DA5-4339-41A9-A565-1DB6D2DE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9282" y="4105017"/>
            <a:ext cx="460577" cy="25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3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3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423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cycle</a:t>
            </a:r>
          </a:p>
        </p:txBody>
      </p:sp>
      <p:sp>
        <p:nvSpPr>
          <p:cNvPr id="559" name="text-436 Next">
            <a:extLst xmlns:a="http://schemas.openxmlformats.org/drawingml/2006/main">
              <a:ext uri="{FF2B5EF4-FFF2-40B4-BE49-F238E27FC236}">
                <a16:creationId xmlns:a16="http://schemas.microsoft.com/office/drawing/2014/main" id="{06BC7851-91E2-4E3E-9E8D-503E768D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7954" y="4105329"/>
            <a:ext cx="466363" cy="25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Next</a:t>
            </a:r>
          </a:p>
        </p:txBody>
      </p:sp>
      <p:sp>
        <p:nvSpPr>
          <p:cNvPr id="560" name="text-436 generation">
            <a:extLst xmlns:a="http://schemas.openxmlformats.org/drawingml/2006/main">
              <a:ext uri="{FF2B5EF4-FFF2-40B4-BE49-F238E27FC236}">
                <a16:creationId xmlns:a16="http://schemas.microsoft.com/office/drawing/2014/main" id="{30A19B33-EB07-454D-B8C0-9B208163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916" y="4105439"/>
            <a:ext cx="923251" cy="252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generation</a:t>
            </a:r>
          </a:p>
        </p:txBody>
      </p:sp>
      <p:sp>
        <p:nvSpPr>
          <p:cNvPr id="561" name="text-436 cycle">
            <a:extLst xmlns:a="http://schemas.openxmlformats.org/drawingml/2006/main">
              <a:ext uri="{FF2B5EF4-FFF2-40B4-BE49-F238E27FC236}">
                <a16:creationId xmlns:a16="http://schemas.microsoft.com/office/drawing/2014/main" id="{E4B608FA-BDBC-4A6B-A66E-3B403328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9282" y="4105017"/>
            <a:ext cx="460577" cy="25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3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3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423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cycle</a:t>
            </a:r>
          </a:p>
        </p:txBody>
      </p:sp>
    </p:spTree>
    <p:extLst>
      <p:ext uri="{BB962C8B-B14F-4D97-AF65-F5344CB8AC3E}">
        <p14:creationId xmlns:p14="http://schemas.microsoft.com/office/powerpoint/2010/main" val="1360300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9" name="path-1">
            <a:extLst xmlns:a="http://schemas.openxmlformats.org/drawingml/2006/main">
              <a:ext uri="{FF2B5EF4-FFF2-40B4-BE49-F238E27FC236}">
                <a16:creationId xmlns:a16="http://schemas.microsoft.com/office/drawing/2014/main" id="{9C9E566D-CA3E-47E7-874C-68972EC0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392" y="35575"/>
            <a:ext cx="10350731" cy="9451330"/>
          </a:xfrm>
          <a:custGeom xmlns:a="http://schemas.openxmlformats.org/drawingml/2006/main">
            <a:pathLst>
              <a:path w="8798122" h="8033630">
                <a:moveTo>
                  <a:pt x="0" y="0"/>
                </a:moveTo>
                <a:lnTo>
                  <a:pt x="0" y="8033630"/>
                </a:lnTo>
                <a:lnTo>
                  <a:pt x="8798122" y="8033630"/>
                </a:lnTo>
                <a:lnTo>
                  <a:pt x="8798122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30AC3E7A-F286-4C41-A145-967DD440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392" y="35575"/>
            <a:ext cx="10353272" cy="9452125"/>
          </a:xfrm>
          <a:custGeom xmlns:a="http://schemas.openxmlformats.org/drawingml/2006/main">
            <a:pathLst>
              <a:path w="8800281" h="8034306">
                <a:moveTo>
                  <a:pt x="0" y="0"/>
                </a:moveTo>
                <a:lnTo>
                  <a:pt x="0" y="8034306"/>
                </a:lnTo>
                <a:lnTo>
                  <a:pt x="8800281" y="8034306"/>
                </a:lnTo>
                <a:lnTo>
                  <a:pt x="8800281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E34D40C8-2A5D-4B34-9DFD-7E4BDACE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93" y="102388"/>
            <a:ext cx="10221278" cy="9318505"/>
          </a:xfrm>
          <a:custGeom xmlns:a="http://schemas.openxmlformats.org/drawingml/2006/main">
            <a:pathLst>
              <a:path w="8688087" h="7920729">
                <a:moveTo>
                  <a:pt x="0" y="86577"/>
                </a:moveTo>
                <a:cubicBezTo>
                  <a:pt x="0" y="38762"/>
                  <a:pt x="38762" y="0"/>
                  <a:pt x="86577" y="0"/>
                </a:cubicBezTo>
                <a:lnTo>
                  <a:pt x="8601511" y="0"/>
                </a:lnTo>
                <a:cubicBezTo>
                  <a:pt x="8649325" y="0"/>
                  <a:pt x="8688087" y="38762"/>
                  <a:pt x="8688087" y="86577"/>
                </a:cubicBezTo>
                <a:lnTo>
                  <a:pt x="8688087" y="7834152"/>
                </a:lnTo>
                <a:cubicBezTo>
                  <a:pt x="8688087" y="7881967"/>
                  <a:pt x="8649325" y="7920729"/>
                  <a:pt x="8601511" y="7920729"/>
                </a:cubicBezTo>
                <a:lnTo>
                  <a:pt x="86577" y="7920729"/>
                </a:lnTo>
                <a:cubicBezTo>
                  <a:pt x="38762" y="7920729"/>
                  <a:pt x="0" y="7881967"/>
                  <a:pt x="0" y="7834152"/>
                </a:cubicBezTo>
                <a:lnTo>
                  <a:pt x="0" y="86577"/>
                </a:lnTo>
              </a:path>
            </a:pathLst>
          </a:custGeom>
          <a:solidFill xmlns:a="http://schemas.openxmlformats.org/drawingml/2006/main">
            <a:srgbClr val="D6DCE5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B4E6C7B5-F6F3-4348-918C-EE0BC2D7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93" y="102388"/>
            <a:ext cx="10221280" cy="9318507"/>
          </a:xfrm>
          <a:custGeom xmlns:a="http://schemas.openxmlformats.org/drawingml/2006/main">
            <a:pathLst>
              <a:path w="8688088" h="7920731">
                <a:moveTo>
                  <a:pt x="0" y="86577"/>
                </a:moveTo>
                <a:cubicBezTo>
                  <a:pt x="0" y="38762"/>
                  <a:pt x="38762" y="0"/>
                  <a:pt x="86577" y="0"/>
                </a:cubicBezTo>
                <a:lnTo>
                  <a:pt x="8601511" y="0"/>
                </a:lnTo>
                <a:cubicBezTo>
                  <a:pt x="8649327" y="0"/>
                  <a:pt x="8688088" y="38762"/>
                  <a:pt x="8688088" y="86577"/>
                </a:cubicBezTo>
                <a:lnTo>
                  <a:pt x="8688088" y="7834154"/>
                </a:lnTo>
                <a:cubicBezTo>
                  <a:pt x="8688088" y="7881969"/>
                  <a:pt x="8649327" y="7920731"/>
                  <a:pt x="8601511" y="7920731"/>
                </a:cubicBezTo>
                <a:lnTo>
                  <a:pt x="86577" y="7920731"/>
                </a:lnTo>
                <a:cubicBezTo>
                  <a:pt x="38762" y="7920731"/>
                  <a:pt x="0" y="7881969"/>
                  <a:pt x="0" y="7834154"/>
                </a:cubicBezTo>
                <a:lnTo>
                  <a:pt x="0" y="86577"/>
                </a:lnTo>
              </a:path>
            </a:pathLst>
          </a:custGeom>
          <a:noFill xmlns:a="http://schemas.openxmlformats.org/drawingml/2006/main"/>
          <a:ln xmlns:a="http://schemas.openxmlformats.org/drawingml/2006/main" w="2647">
            <a:solidFill>
              <a:srgbClr val="ADB9CA">
                <a:alpha val="71000"/>
              </a:srgbClr>
            </a:solidFill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DA31D49A-CC29-4793-9E9A-15F24AA6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278" y="1142807"/>
            <a:ext cx="9931941" cy="1269188"/>
          </a:xfrm>
          <a:custGeom xmlns:a="http://schemas.openxmlformats.org/drawingml/2006/main">
            <a:pathLst>
              <a:path w="8442150" h="1078810">
                <a:moveTo>
                  <a:pt x="0" y="33182"/>
                </a:moveTo>
                <a:cubicBezTo>
                  <a:pt x="0" y="14856"/>
                  <a:pt x="14856" y="0"/>
                  <a:pt x="33181" y="0"/>
                </a:cubicBezTo>
                <a:lnTo>
                  <a:pt x="8408970" y="0"/>
                </a:lnTo>
                <a:cubicBezTo>
                  <a:pt x="8427295" y="0"/>
                  <a:pt x="8442150" y="14856"/>
                  <a:pt x="8442150" y="33182"/>
                </a:cubicBezTo>
                <a:lnTo>
                  <a:pt x="8442150" y="1045628"/>
                </a:lnTo>
                <a:cubicBezTo>
                  <a:pt x="8442150" y="1063954"/>
                  <a:pt x="8427295" y="1078810"/>
                  <a:pt x="8408970" y="1078810"/>
                </a:cubicBezTo>
                <a:lnTo>
                  <a:pt x="33181" y="1078810"/>
                </a:lnTo>
                <a:cubicBezTo>
                  <a:pt x="14856" y="1078810"/>
                  <a:pt x="0" y="1063954"/>
                  <a:pt x="0" y="1045628"/>
                </a:cubicBezTo>
                <a:lnTo>
                  <a:pt x="0" y="33182"/>
                </a:lnTo>
              </a:path>
            </a:pathLst>
          </a:custGeom>
          <a:solidFill xmlns:a="http://schemas.openxmlformats.org/drawingml/2006/main">
            <a:srgbClr val="FBE5D6">
              <a:alpha val="3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87345EA2-8D12-4A84-B478-A0E0FA83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278" y="1142807"/>
            <a:ext cx="9931943" cy="1269188"/>
          </a:xfrm>
          <a:custGeom xmlns:a="http://schemas.openxmlformats.org/drawingml/2006/main">
            <a:pathLst>
              <a:path w="8442152" h="1078810">
                <a:moveTo>
                  <a:pt x="0" y="33182"/>
                </a:moveTo>
                <a:cubicBezTo>
                  <a:pt x="0" y="14856"/>
                  <a:pt x="14856" y="0"/>
                  <a:pt x="33181" y="0"/>
                </a:cubicBezTo>
                <a:lnTo>
                  <a:pt x="8408970" y="0"/>
                </a:lnTo>
                <a:cubicBezTo>
                  <a:pt x="8427296" y="0"/>
                  <a:pt x="8442152" y="14856"/>
                  <a:pt x="8442152" y="33182"/>
                </a:cubicBezTo>
                <a:lnTo>
                  <a:pt x="8442152" y="1045628"/>
                </a:lnTo>
                <a:cubicBezTo>
                  <a:pt x="8442152" y="1063955"/>
                  <a:pt x="8427296" y="1078810"/>
                  <a:pt x="8408970" y="1078810"/>
                </a:cubicBezTo>
                <a:lnTo>
                  <a:pt x="33181" y="1078810"/>
                </a:lnTo>
                <a:cubicBezTo>
                  <a:pt x="14856" y="1078810"/>
                  <a:pt x="0" y="1063955"/>
                  <a:pt x="0" y="1045628"/>
                </a:cubicBezTo>
                <a:lnTo>
                  <a:pt x="0" y="33182"/>
                </a:lnTo>
              </a:path>
            </a:pathLst>
          </a:custGeom>
          <a:noFill xmlns:a="http://schemas.openxmlformats.org/drawingml/2006/main"/>
          <a:ln xmlns:a="http://schemas.openxmlformats.org/drawingml/2006/main" w="2647">
            <a:solidFill>
              <a:srgbClr val="BF9000"/>
            </a:solidFill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72FF92DF-A8E3-453E-B31D-C8F33954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581" y="2825666"/>
            <a:ext cx="9932999" cy="2446368"/>
          </a:xfrm>
          <a:custGeom xmlns:a="http://schemas.openxmlformats.org/drawingml/2006/main">
            <a:pathLst>
              <a:path w="8443050" h="2079413">
                <a:moveTo>
                  <a:pt x="0" y="63960"/>
                </a:moveTo>
                <a:cubicBezTo>
                  <a:pt x="0" y="28636"/>
                  <a:pt x="28636" y="0"/>
                  <a:pt x="63960" y="0"/>
                </a:cubicBezTo>
                <a:lnTo>
                  <a:pt x="8379091" y="0"/>
                </a:lnTo>
                <a:cubicBezTo>
                  <a:pt x="8414414" y="0"/>
                  <a:pt x="8443050" y="28636"/>
                  <a:pt x="8443050" y="63960"/>
                </a:cubicBezTo>
                <a:lnTo>
                  <a:pt x="8443050" y="2015452"/>
                </a:lnTo>
                <a:cubicBezTo>
                  <a:pt x="8443050" y="2050777"/>
                  <a:pt x="8414414" y="2079413"/>
                  <a:pt x="8379091" y="2079413"/>
                </a:cubicBezTo>
                <a:lnTo>
                  <a:pt x="63960" y="2079413"/>
                </a:lnTo>
                <a:cubicBezTo>
                  <a:pt x="28636" y="2079413"/>
                  <a:pt x="0" y="2050777"/>
                  <a:pt x="0" y="2015452"/>
                </a:cubicBezTo>
                <a:lnTo>
                  <a:pt x="0" y="63960"/>
                </a:lnTo>
              </a:path>
            </a:pathLst>
          </a:custGeom>
          <a:solidFill xmlns:a="http://schemas.openxmlformats.org/drawingml/2006/main">
            <a:srgbClr val="DEEBF7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B3A67A25-CF19-439D-93C0-452B07DD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581" y="2825666"/>
            <a:ext cx="9933001" cy="2446368"/>
          </a:xfrm>
          <a:custGeom xmlns:a="http://schemas.openxmlformats.org/drawingml/2006/main">
            <a:pathLst>
              <a:path w="8443051" h="2079413">
                <a:moveTo>
                  <a:pt x="0" y="63960"/>
                </a:moveTo>
                <a:cubicBezTo>
                  <a:pt x="0" y="28636"/>
                  <a:pt x="28636" y="0"/>
                  <a:pt x="63960" y="0"/>
                </a:cubicBezTo>
                <a:lnTo>
                  <a:pt x="8379092" y="0"/>
                </a:lnTo>
                <a:cubicBezTo>
                  <a:pt x="8414416" y="0"/>
                  <a:pt x="8443051" y="28636"/>
                  <a:pt x="8443051" y="63960"/>
                </a:cubicBezTo>
                <a:lnTo>
                  <a:pt x="8443051" y="2015452"/>
                </a:lnTo>
                <a:cubicBezTo>
                  <a:pt x="8443051" y="2050777"/>
                  <a:pt x="8414416" y="2079413"/>
                  <a:pt x="8379092" y="2079413"/>
                </a:cubicBezTo>
                <a:lnTo>
                  <a:pt x="63960" y="2079413"/>
                </a:lnTo>
                <a:cubicBezTo>
                  <a:pt x="28636" y="2079413"/>
                  <a:pt x="0" y="2050777"/>
                  <a:pt x="0" y="2015452"/>
                </a:cubicBezTo>
                <a:lnTo>
                  <a:pt x="0" y="63960"/>
                </a:lnTo>
              </a:path>
            </a:pathLst>
          </a:custGeom>
          <a:noFill xmlns:a="http://schemas.openxmlformats.org/drawingml/2006/main"/>
          <a:ln xmlns:a="http://schemas.openxmlformats.org/drawingml/2006/main" w="2647">
            <a:solidFill>
              <a:srgbClr val="2E75B6"/>
            </a:solidFill>
            <a:prstDash val="solid"/>
          </a:ln>
        </p:spPr>
      </p:sp>
      <p:sp>
        <p:nvSpPr>
          <p:cNvPr id="9" name="text-9 Question:">
            <a:extLst xmlns:a="http://schemas.openxmlformats.org/drawingml/2006/main">
              <a:ext uri="{FF2B5EF4-FFF2-40B4-BE49-F238E27FC236}">
                <a16:creationId xmlns:a16="http://schemas.microsoft.com/office/drawing/2014/main" id="{6F2BDA92-E7D2-4B94-AE4C-1D021CDE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6572" y="1147392"/>
            <a:ext cx="698351" cy="207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Question:</a:t>
            </a:r>
          </a:p>
        </p:txBody>
      </p:sp>
      <p:sp>
        <p:nvSpPr>
          <p:cNvPr id="10" name="text-9 What">
            <a:extLst xmlns:a="http://schemas.openxmlformats.org/drawingml/2006/main">
              <a:ext uri="{FF2B5EF4-FFF2-40B4-BE49-F238E27FC236}">
                <a16:creationId xmlns:a16="http://schemas.microsoft.com/office/drawing/2014/main" id="{759319FA-FDF1-481B-AD41-31839352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1371" y="1147635"/>
            <a:ext cx="411433" cy="207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What</a:t>
            </a:r>
          </a:p>
        </p:txBody>
      </p:sp>
      <p:sp>
        <p:nvSpPr>
          <p:cNvPr id="11" name="text-9 does">
            <a:extLst xmlns:a="http://schemas.openxmlformats.org/drawingml/2006/main">
              <a:ext uri="{FF2B5EF4-FFF2-40B4-BE49-F238E27FC236}">
                <a16:creationId xmlns:a16="http://schemas.microsoft.com/office/drawing/2014/main" id="{0A630222-4116-4BAA-A073-AE53E14B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0132" y="1147417"/>
            <a:ext cx="345021" cy="207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does</a:t>
            </a:r>
          </a:p>
        </p:txBody>
      </p:sp>
      <p:sp>
        <p:nvSpPr>
          <p:cNvPr id="12" name="text-9 the">
            <a:extLst xmlns:a="http://schemas.openxmlformats.org/drawingml/2006/main">
              <a:ext uri="{FF2B5EF4-FFF2-40B4-BE49-F238E27FC236}">
                <a16:creationId xmlns:a16="http://schemas.microsoft.com/office/drawing/2014/main" id="{BC526F8C-169F-4F1B-9C9D-CC071594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2793" y="1147017"/>
            <a:ext cx="264028" cy="208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3" name="text-9 footage">
            <a:extLst xmlns:a="http://schemas.openxmlformats.org/drawingml/2006/main">
              <a:ext uri="{FF2B5EF4-FFF2-40B4-BE49-F238E27FC236}">
                <a16:creationId xmlns:a16="http://schemas.microsoft.com/office/drawing/2014/main" id="{71EF52AD-F1AF-477C-8419-C8C9945E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3347" y="1147484"/>
            <a:ext cx="563173" cy="207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footage</a:t>
            </a:r>
          </a:p>
        </p:txBody>
      </p:sp>
      <p:sp>
        <p:nvSpPr>
          <p:cNvPr id="14" name="text-9 of">
            <a:extLst xmlns:a="http://schemas.openxmlformats.org/drawingml/2006/main">
              <a:ext uri="{FF2B5EF4-FFF2-40B4-BE49-F238E27FC236}">
                <a16:creationId xmlns:a16="http://schemas.microsoft.com/office/drawing/2014/main" id="{B061CE7E-CDD2-47EC-9DA4-7256210C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3131" y="1147280"/>
            <a:ext cx="180163" cy="207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15" name="text-9 the">
            <a:extLst xmlns:a="http://schemas.openxmlformats.org/drawingml/2006/main">
              <a:ext uri="{FF2B5EF4-FFF2-40B4-BE49-F238E27FC236}">
                <a16:creationId xmlns:a16="http://schemas.microsoft.com/office/drawing/2014/main" id="{63397A70-E4DF-45C1-A06F-03F8D387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394" y="1147017"/>
            <a:ext cx="264029" cy="208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6" name="text-9 black">
            <a:extLst xmlns:a="http://schemas.openxmlformats.org/drawingml/2006/main">
              <a:ext uri="{FF2B5EF4-FFF2-40B4-BE49-F238E27FC236}">
                <a16:creationId xmlns:a16="http://schemas.microsoft.com/office/drawing/2014/main" id="{DDD60211-BA8A-431D-94BE-584B7DB4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0948" y="1147401"/>
            <a:ext cx="387295" cy="207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17" name="text-10 -">
            <a:extLst xmlns:a="http://schemas.openxmlformats.org/drawingml/2006/main">
              <a:ext uri="{FF2B5EF4-FFF2-40B4-BE49-F238E27FC236}">
                <a16:creationId xmlns:a16="http://schemas.microsoft.com/office/drawing/2014/main" id="{9620481A-EA15-431E-93C0-1B84EE9B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0210" y="1147532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18" name="text-11 hat">
            <a:extLst xmlns:a="http://schemas.openxmlformats.org/drawingml/2006/main">
              <a:ext uri="{FF2B5EF4-FFF2-40B4-BE49-F238E27FC236}">
                <a16:creationId xmlns:a16="http://schemas.microsoft.com/office/drawing/2014/main" id="{EBA0E7DD-77DF-4199-8246-290E3FC3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2405" y="1147468"/>
            <a:ext cx="257892" cy="20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19" name="text-11 clown">
            <a:extLst xmlns:a="http://schemas.openxmlformats.org/drawingml/2006/main">
              <a:ext uri="{FF2B5EF4-FFF2-40B4-BE49-F238E27FC236}">
                <a16:creationId xmlns:a16="http://schemas.microsoft.com/office/drawing/2014/main" id="{D16BFDA0-C73D-4F1A-ACC2-F81DA67B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7565" y="1146761"/>
            <a:ext cx="402083" cy="20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20" name="text-11 clapping">
            <a:extLst xmlns:a="http://schemas.openxmlformats.org/drawingml/2006/main">
              <a:ext uri="{FF2B5EF4-FFF2-40B4-BE49-F238E27FC236}">
                <a16:creationId xmlns:a16="http://schemas.microsoft.com/office/drawing/2014/main" id="{FE17F945-EEA1-4BC1-A246-484885E9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6900" y="1147242"/>
            <a:ext cx="576216" cy="2079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21" name="text-11 after">
            <a:extLst xmlns:a="http://schemas.openxmlformats.org/drawingml/2006/main">
              <a:ext uri="{FF2B5EF4-FFF2-40B4-BE49-F238E27FC236}">
                <a16:creationId xmlns:a16="http://schemas.microsoft.com/office/drawing/2014/main" id="{289F3FA6-161A-40DD-B73F-18B51459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9369" y="1147685"/>
            <a:ext cx="399401" cy="207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after</a:t>
            </a:r>
          </a:p>
        </p:txBody>
      </p:sp>
      <p:sp>
        <p:nvSpPr>
          <p:cNvPr id="22" name="text-11 a">
            <a:extLst xmlns:a="http://schemas.openxmlformats.org/drawingml/2006/main">
              <a:ext uri="{FF2B5EF4-FFF2-40B4-BE49-F238E27FC236}">
                <a16:creationId xmlns:a16="http://schemas.microsoft.com/office/drawing/2014/main" id="{5F2AFA0C-09E8-4126-A0AF-6327B72D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6037" y="1147506"/>
            <a:ext cx="102524" cy="207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23" name="text-11 failed">
            <a:extLst xmlns:a="http://schemas.openxmlformats.org/drawingml/2006/main">
              <a:ext uri="{FF2B5EF4-FFF2-40B4-BE49-F238E27FC236}">
                <a16:creationId xmlns:a16="http://schemas.microsoft.com/office/drawing/2014/main" id="{0A8E53FD-9B51-429D-97C9-9FDE7F18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5017" y="1147853"/>
            <a:ext cx="426987" cy="207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failed</a:t>
            </a:r>
          </a:p>
        </p:txBody>
      </p:sp>
      <p:sp>
        <p:nvSpPr>
          <p:cNvPr id="24" name="text-11 performance">
            <a:extLst xmlns:a="http://schemas.openxmlformats.org/drawingml/2006/main">
              <a:ext uri="{FF2B5EF4-FFF2-40B4-BE49-F238E27FC236}">
                <a16:creationId xmlns:a16="http://schemas.microsoft.com/office/drawing/2014/main" id="{A9411BA6-18DD-4BAC-A779-1E5BCFFB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9310" y="1147280"/>
            <a:ext cx="909569" cy="207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performance</a:t>
            </a:r>
          </a:p>
        </p:txBody>
      </p:sp>
      <p:sp>
        <p:nvSpPr>
          <p:cNvPr id="25" name="text-11 on">
            <a:extLst xmlns:a="http://schemas.openxmlformats.org/drawingml/2006/main">
              <a:ext uri="{FF2B5EF4-FFF2-40B4-BE49-F238E27FC236}">
                <a16:creationId xmlns:a16="http://schemas.microsoft.com/office/drawing/2014/main" id="{8C38DEBD-56F0-40FF-82E4-CD4A602C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5274" y="1147318"/>
            <a:ext cx="182311" cy="207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</a:t>
            </a:r>
          </a:p>
        </p:txBody>
      </p:sp>
      <p:sp>
        <p:nvSpPr>
          <p:cNvPr id="26" name="text-11 the">
            <a:extLst xmlns:a="http://schemas.openxmlformats.org/drawingml/2006/main">
              <a:ext uri="{FF2B5EF4-FFF2-40B4-BE49-F238E27FC236}">
                <a16:creationId xmlns:a16="http://schemas.microsoft.com/office/drawing/2014/main" id="{E6D396C4-25DA-4588-B09B-4CA37474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4937" y="1146942"/>
            <a:ext cx="264161" cy="20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7" name="text-11 red">
            <a:extLst xmlns:a="http://schemas.openxmlformats.org/drawingml/2006/main">
              <a:ext uri="{FF2B5EF4-FFF2-40B4-BE49-F238E27FC236}">
                <a16:creationId xmlns:a16="http://schemas.microsoft.com/office/drawing/2014/main" id="{84C17A14-1AA5-4E98-8023-1CDD1A51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5432" y="1147567"/>
            <a:ext cx="265909" cy="207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red</a:t>
            </a:r>
          </a:p>
        </p:txBody>
      </p:sp>
      <p:sp>
        <p:nvSpPr>
          <p:cNvPr id="28" name="text-11 carpet">
            <a:extLst xmlns:a="http://schemas.openxmlformats.org/drawingml/2006/main">
              <a:ext uri="{FF2B5EF4-FFF2-40B4-BE49-F238E27FC236}">
                <a16:creationId xmlns:a16="http://schemas.microsoft.com/office/drawing/2014/main" id="{0062D3E2-03FA-4196-8DE4-92474668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8596" y="1147405"/>
            <a:ext cx="480243" cy="207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carpet</a:t>
            </a:r>
          </a:p>
        </p:txBody>
      </p:sp>
      <p:sp>
        <p:nvSpPr>
          <p:cNvPr id="29" name="text-11 imply?">
            <a:extLst xmlns:a="http://schemas.openxmlformats.org/drawingml/2006/main">
              <a:ext uri="{FF2B5EF4-FFF2-40B4-BE49-F238E27FC236}">
                <a16:creationId xmlns:a16="http://schemas.microsoft.com/office/drawing/2014/main" id="{0C0927EE-5435-418D-9512-1C34E9EF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6096" y="1147628"/>
            <a:ext cx="457339" cy="207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imply?</a:t>
            </a:r>
          </a:p>
        </p:txBody>
      </p:sp>
      <p:sp>
        <p:nvSpPr>
          <p:cNvPr id="30" name="text-12 A.">
            <a:extLst xmlns:a="http://schemas.openxmlformats.org/drawingml/2006/main">
              <a:ext uri="{FF2B5EF4-FFF2-40B4-BE49-F238E27FC236}">
                <a16:creationId xmlns:a16="http://schemas.microsoft.com/office/drawing/2014/main" id="{9A64FE81-D579-4440-815F-60F13EC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6572" y="1327682"/>
            <a:ext cx="172131" cy="207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A.</a:t>
            </a:r>
          </a:p>
        </p:txBody>
      </p:sp>
      <p:sp>
        <p:nvSpPr>
          <p:cNvPr id="31" name="text-12 Respect">
            <a:extLst xmlns:a="http://schemas.openxmlformats.org/drawingml/2006/main">
              <a:ext uri="{FF2B5EF4-FFF2-40B4-BE49-F238E27FC236}">
                <a16:creationId xmlns:a16="http://schemas.microsoft.com/office/drawing/2014/main" id="{29B9187C-9B7E-4078-A5B4-04E1DC59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5727" y="1327847"/>
            <a:ext cx="579471" cy="207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Respect</a:t>
            </a:r>
          </a:p>
        </p:txBody>
      </p:sp>
      <p:sp>
        <p:nvSpPr>
          <p:cNvPr id="32" name="text-12 for">
            <a:extLst xmlns:a="http://schemas.openxmlformats.org/drawingml/2006/main">
              <a:ext uri="{FF2B5EF4-FFF2-40B4-BE49-F238E27FC236}">
                <a16:creationId xmlns:a16="http://schemas.microsoft.com/office/drawing/2014/main" id="{5AB21E72-DFE5-4D49-B74D-224088B3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2376" y="1327627"/>
            <a:ext cx="251512" cy="20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</a:t>
            </a:r>
          </a:p>
        </p:txBody>
      </p:sp>
      <p:sp>
        <p:nvSpPr>
          <p:cNvPr id="33" name="text-12 performers">
            <a:extLst xmlns:a="http://schemas.openxmlformats.org/drawingml/2006/main">
              <a:ext uri="{FF2B5EF4-FFF2-40B4-BE49-F238E27FC236}">
                <a16:creationId xmlns:a16="http://schemas.microsoft.com/office/drawing/2014/main" id="{9C7F859D-39F3-460B-8172-F496AB5D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0986" y="1327781"/>
            <a:ext cx="822679" cy="207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performers</a:t>
            </a:r>
          </a:p>
        </p:txBody>
      </p:sp>
      <p:sp>
        <p:nvSpPr>
          <p:cNvPr id="34" name="text-13 B.">
            <a:extLst xmlns:a="http://schemas.openxmlformats.org/drawingml/2006/main">
              <a:ext uri="{FF2B5EF4-FFF2-40B4-BE49-F238E27FC236}">
                <a16:creationId xmlns:a16="http://schemas.microsoft.com/office/drawing/2014/main" id="{89092CB8-A038-4A80-B883-95BF4A9D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6572" y="1507585"/>
            <a:ext cx="157665" cy="208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B.</a:t>
            </a:r>
          </a:p>
        </p:txBody>
      </p:sp>
      <p:sp>
        <p:nvSpPr>
          <p:cNvPr id="35" name="text-13 Plan">
            <a:extLst xmlns:a="http://schemas.openxmlformats.org/drawingml/2006/main">
              <a:ext uri="{FF2B5EF4-FFF2-40B4-BE49-F238E27FC236}">
                <a16:creationId xmlns:a16="http://schemas.microsoft.com/office/drawing/2014/main" id="{6261CBE8-1C1B-4FEF-A0EA-30E2F052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1263" y="1508376"/>
            <a:ext cx="297461" cy="207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Plan</a:t>
            </a:r>
          </a:p>
        </p:txBody>
      </p:sp>
      <p:sp>
        <p:nvSpPr>
          <p:cNvPr id="36" name="text-13 to">
            <a:extLst xmlns:a="http://schemas.openxmlformats.org/drawingml/2006/main">
              <a:ext uri="{FF2B5EF4-FFF2-40B4-BE49-F238E27FC236}">
                <a16:creationId xmlns:a16="http://schemas.microsoft.com/office/drawing/2014/main" id="{AB97028B-162B-4500-89B0-6E900E38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6275" y="1507933"/>
            <a:ext cx="174773" cy="208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sp>
        <p:nvSpPr>
          <p:cNvPr id="37" name="text-13 cooperate">
            <a:extLst xmlns:a="http://schemas.openxmlformats.org/drawingml/2006/main">
              <a:ext uri="{FF2B5EF4-FFF2-40B4-BE49-F238E27FC236}">
                <a16:creationId xmlns:a16="http://schemas.microsoft.com/office/drawing/2014/main" id="{177BAF9C-395B-43B1-997F-7ED6DBD3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8158" y="1508054"/>
            <a:ext cx="717968" cy="207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cooperate</a:t>
            </a:r>
          </a:p>
        </p:txBody>
      </p:sp>
      <p:sp>
        <p:nvSpPr>
          <p:cNvPr id="38" name="text-13 on">
            <a:extLst xmlns:a="http://schemas.openxmlformats.org/drawingml/2006/main">
              <a:ext uri="{FF2B5EF4-FFF2-40B4-BE49-F238E27FC236}">
                <a16:creationId xmlns:a16="http://schemas.microsoft.com/office/drawing/2014/main" id="{C8315D63-A285-4D75-B7B2-70D08B65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2668" y="1508023"/>
            <a:ext cx="182398" cy="207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</a:t>
            </a:r>
          </a:p>
        </p:txBody>
      </p:sp>
      <p:sp>
        <p:nvSpPr>
          <p:cNvPr id="39" name="text-13 new">
            <a:extLst xmlns:a="http://schemas.openxmlformats.org/drawingml/2006/main">
              <a:ext uri="{FF2B5EF4-FFF2-40B4-BE49-F238E27FC236}">
                <a16:creationId xmlns:a16="http://schemas.microsoft.com/office/drawing/2014/main" id="{0CCA2B4F-0DCD-43E8-9427-5C4A1432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2554" y="1508154"/>
            <a:ext cx="286941" cy="20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new</a:t>
            </a:r>
          </a:p>
        </p:txBody>
      </p:sp>
      <p:sp>
        <p:nvSpPr>
          <p:cNvPr id="40" name="text-13 programs">
            <a:extLst xmlns:a="http://schemas.openxmlformats.org/drawingml/2006/main">
              <a:ext uri="{FF2B5EF4-FFF2-40B4-BE49-F238E27FC236}">
                <a16:creationId xmlns:a16="http://schemas.microsoft.com/office/drawing/2014/main" id="{4D7E7E79-E9C1-4B7D-939B-4B248C52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7059" y="1508250"/>
            <a:ext cx="667848" cy="207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programs</a:t>
            </a:r>
          </a:p>
        </p:txBody>
      </p:sp>
      <p:sp>
        <p:nvSpPr>
          <p:cNvPr id="41" name="text-14 C.">
            <a:extLst xmlns:a="http://schemas.openxmlformats.org/drawingml/2006/main">
              <a:ext uri="{FF2B5EF4-FFF2-40B4-BE49-F238E27FC236}">
                <a16:creationId xmlns:a16="http://schemas.microsoft.com/office/drawing/2014/main" id="{9D21E7B8-225A-4D8C-881B-F8EFF2CD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6572" y="1689355"/>
            <a:ext cx="152126" cy="206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C.</a:t>
            </a:r>
          </a:p>
        </p:txBody>
      </p:sp>
      <p:sp>
        <p:nvSpPr>
          <p:cNvPr id="42" name="text-14 Conceal">
            <a:extLst xmlns:a="http://schemas.openxmlformats.org/drawingml/2006/main">
              <a:ext uri="{FF2B5EF4-FFF2-40B4-BE49-F238E27FC236}">
                <a16:creationId xmlns:a16="http://schemas.microsoft.com/office/drawing/2014/main" id="{24093E18-DEA6-410F-86F5-066C8875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5912" y="1688631"/>
            <a:ext cx="545136" cy="207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Conceal</a:t>
            </a:r>
          </a:p>
        </p:txBody>
      </p:sp>
      <p:sp>
        <p:nvSpPr>
          <p:cNvPr id="43" name="text-14 one's">
            <a:extLst xmlns:a="http://schemas.openxmlformats.org/drawingml/2006/main">
              <a:ext uri="{FF2B5EF4-FFF2-40B4-BE49-F238E27FC236}">
                <a16:creationId xmlns:a16="http://schemas.microsoft.com/office/drawing/2014/main" id="{91248BD1-B03C-409A-8EBE-23AA525E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8444" y="1688725"/>
            <a:ext cx="392688" cy="207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one's</a:t>
            </a:r>
          </a:p>
        </p:txBody>
      </p:sp>
      <p:sp>
        <p:nvSpPr>
          <p:cNvPr id="44" name="text-14 own">
            <a:extLst xmlns:a="http://schemas.openxmlformats.org/drawingml/2006/main">
              <a:ext uri="{FF2B5EF4-FFF2-40B4-BE49-F238E27FC236}">
                <a16:creationId xmlns:a16="http://schemas.microsoft.com/office/drawing/2014/main" id="{7755287A-8EE8-4788-BBBE-9196E2F5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8709" y="1688216"/>
            <a:ext cx="284325" cy="208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own</a:t>
            </a:r>
          </a:p>
        </p:txBody>
      </p:sp>
      <p:sp>
        <p:nvSpPr>
          <p:cNvPr id="45" name="text-14 nervousness">
            <a:extLst xmlns:a="http://schemas.openxmlformats.org/drawingml/2006/main">
              <a:ext uri="{FF2B5EF4-FFF2-40B4-BE49-F238E27FC236}">
                <a16:creationId xmlns:a16="http://schemas.microsoft.com/office/drawing/2014/main" id="{71DCA7CE-043F-4F39-B69D-96D27ADE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0427" y="1688434"/>
            <a:ext cx="859916" cy="207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nervousness</a:t>
            </a:r>
          </a:p>
        </p:txBody>
      </p:sp>
      <p:sp>
        <p:nvSpPr>
          <p:cNvPr id="46" name="text-15 D.">
            <a:extLst xmlns:a="http://schemas.openxmlformats.org/drawingml/2006/main">
              <a:ext uri="{FF2B5EF4-FFF2-40B4-BE49-F238E27FC236}">
                <a16:creationId xmlns:a16="http://schemas.microsoft.com/office/drawing/2014/main" id="{3BF0452C-2AE1-4A93-9136-BB8D14F3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6572" y="1858568"/>
            <a:ext cx="170833" cy="208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D.</a:t>
            </a:r>
          </a:p>
        </p:txBody>
      </p:sp>
      <p:sp>
        <p:nvSpPr>
          <p:cNvPr id="47" name="text-15 Express">
            <a:extLst xmlns:a="http://schemas.openxmlformats.org/drawingml/2006/main">
              <a:ext uri="{FF2B5EF4-FFF2-40B4-BE49-F238E27FC236}">
                <a16:creationId xmlns:a16="http://schemas.microsoft.com/office/drawing/2014/main" id="{39AD561C-D59C-4770-9C3C-A309C537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4468" y="1858680"/>
            <a:ext cx="583181" cy="207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Express</a:t>
            </a:r>
          </a:p>
        </p:txBody>
      </p:sp>
      <p:sp>
        <p:nvSpPr>
          <p:cNvPr id="48" name="text-15 affection">
            <a:extLst xmlns:a="http://schemas.openxmlformats.org/drawingml/2006/main">
              <a:ext uri="{FF2B5EF4-FFF2-40B4-BE49-F238E27FC236}">
                <a16:creationId xmlns:a16="http://schemas.microsoft.com/office/drawing/2014/main" id="{17D89BFC-138F-4CD7-AB7C-3F3621E1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5222" y="1858853"/>
            <a:ext cx="677235" cy="207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affection</a:t>
            </a:r>
          </a:p>
        </p:txBody>
      </p:sp>
      <p:sp>
        <p:nvSpPr>
          <p:cNvPr id="49" name="text-16 E.">
            <a:extLst xmlns:a="http://schemas.openxmlformats.org/drawingml/2006/main">
              <a:ext uri="{FF2B5EF4-FFF2-40B4-BE49-F238E27FC236}">
                <a16:creationId xmlns:a16="http://schemas.microsoft.com/office/drawing/2014/main" id="{86CDC81F-D091-4117-BB68-5F24651B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6572" y="2036571"/>
            <a:ext cx="156252" cy="207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E.</a:t>
            </a:r>
          </a:p>
        </p:txBody>
      </p:sp>
      <p:sp>
        <p:nvSpPr>
          <p:cNvPr id="50" name="text-16 The">
            <a:extLst xmlns:a="http://schemas.openxmlformats.org/drawingml/2006/main">
              <a:ext uri="{FF2B5EF4-FFF2-40B4-BE49-F238E27FC236}">
                <a16:creationId xmlns:a16="http://schemas.microsoft.com/office/drawing/2014/main" id="{2D94B689-BC79-48FD-B586-C1D88AF1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14" y="2036500"/>
            <a:ext cx="294515" cy="207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1" name="text-16 personification">
            <a:extLst xmlns:a="http://schemas.openxmlformats.org/drawingml/2006/main">
              <a:ext uri="{FF2B5EF4-FFF2-40B4-BE49-F238E27FC236}">
                <a16:creationId xmlns:a16="http://schemas.microsoft.com/office/drawing/2014/main" id="{CE239949-992F-426C-AE6B-D0B1D97E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0880" y="2036614"/>
            <a:ext cx="1063654" cy="207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personification</a:t>
            </a:r>
          </a:p>
        </p:txBody>
      </p:sp>
      <p:sp>
        <p:nvSpPr>
          <p:cNvPr id="52" name="text-16 of">
            <a:extLst xmlns:a="http://schemas.openxmlformats.org/drawingml/2006/main">
              <a:ext uri="{FF2B5EF4-FFF2-40B4-BE49-F238E27FC236}">
                <a16:creationId xmlns:a16="http://schemas.microsoft.com/office/drawing/2014/main" id="{8B080F86-9E6F-4548-9349-1DBE300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1986" y="2036547"/>
            <a:ext cx="180128" cy="207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53" name="text-16 a">
            <a:extLst xmlns:a="http://schemas.openxmlformats.org/drawingml/2006/main">
              <a:ext uri="{FF2B5EF4-FFF2-40B4-BE49-F238E27FC236}">
                <a16:creationId xmlns:a16="http://schemas.microsoft.com/office/drawing/2014/main" id="{73E7FCBC-34F1-427C-B936-F4824B15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9145" y="2036744"/>
            <a:ext cx="102524" cy="207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54" name="text-16 vindictive">
            <a:extLst xmlns:a="http://schemas.openxmlformats.org/drawingml/2006/main">
              <a:ext uri="{FF2B5EF4-FFF2-40B4-BE49-F238E27FC236}">
                <a16:creationId xmlns:a16="http://schemas.microsoft.com/office/drawing/2014/main" id="{D9E984CA-3781-4ACC-BDCA-0DF1CEFC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8229" y="2036902"/>
            <a:ext cx="686122" cy="20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vindictive</a:t>
            </a:r>
          </a:p>
        </p:txBody>
      </p:sp>
      <p:sp>
        <p:nvSpPr>
          <p:cNvPr id="55" name="text-16 mentality">
            <a:extLst xmlns:a="http://schemas.openxmlformats.org/drawingml/2006/main">
              <a:ext uri="{FF2B5EF4-FFF2-40B4-BE49-F238E27FC236}">
                <a16:creationId xmlns:a16="http://schemas.microsoft.com/office/drawing/2014/main" id="{E0AE31D5-B01D-4778-8646-7BC338DD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0875" y="2036645"/>
            <a:ext cx="675491" cy="207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mentality</a:t>
            </a:r>
          </a:p>
        </p:txBody>
      </p:sp>
      <p:sp>
        <p:nvSpPr>
          <p:cNvPr id="56" name="text-17 F.">
            <a:extLst xmlns:a="http://schemas.openxmlformats.org/drawingml/2006/main">
              <a:ext uri="{FF2B5EF4-FFF2-40B4-BE49-F238E27FC236}">
                <a16:creationId xmlns:a16="http://schemas.microsoft.com/office/drawing/2014/main" id="{E278B62E-01C0-4E8A-B553-38662752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6572" y="2217050"/>
            <a:ext cx="153582" cy="207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F.</a:t>
            </a:r>
          </a:p>
        </p:txBody>
      </p:sp>
      <p:sp>
        <p:nvSpPr>
          <p:cNvPr id="57" name="text-17 Simply">
            <a:extLst xmlns:a="http://schemas.openxmlformats.org/drawingml/2006/main">
              <a:ext uri="{FF2B5EF4-FFF2-40B4-BE49-F238E27FC236}">
                <a16:creationId xmlns:a16="http://schemas.microsoft.com/office/drawing/2014/main" id="{546886C4-34B3-4EAF-BDB6-9B0DE5AB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7202" y="2216844"/>
            <a:ext cx="483806" cy="207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Simply</a:t>
            </a:r>
          </a:p>
        </p:txBody>
      </p:sp>
      <p:sp>
        <p:nvSpPr>
          <p:cNvPr id="58" name="text-17 feel">
            <a:extLst xmlns:a="http://schemas.openxmlformats.org/drawingml/2006/main">
              <a:ext uri="{FF2B5EF4-FFF2-40B4-BE49-F238E27FC236}">
                <a16:creationId xmlns:a16="http://schemas.microsoft.com/office/drawing/2014/main" id="{1BE4FD8A-764F-4CCD-AE72-F25ECC15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7502" y="2217601"/>
            <a:ext cx="303927" cy="206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feel</a:t>
            </a:r>
          </a:p>
        </p:txBody>
      </p:sp>
      <p:sp>
        <p:nvSpPr>
          <p:cNvPr id="59" name="text-17 funny.">
            <a:extLst xmlns:a="http://schemas.openxmlformats.org/drawingml/2006/main">
              <a:ext uri="{FF2B5EF4-FFF2-40B4-BE49-F238E27FC236}">
                <a16:creationId xmlns:a16="http://schemas.microsoft.com/office/drawing/2014/main" id="{8CC6D458-3981-4EE8-AA65-D6374059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8887" y="2216864"/>
            <a:ext cx="448902" cy="207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funny.</a:t>
            </a:r>
          </a:p>
        </p:txBody>
      </p:sp>
      <p:sp>
        <p:nvSpPr>
          <p:cNvPr id="60" name="text-18 &lt;Answer&gt;">
            <a:extLst xmlns:a="http://schemas.openxmlformats.org/drawingml/2006/main">
              <a:ext uri="{FF2B5EF4-FFF2-40B4-BE49-F238E27FC236}">
                <a16:creationId xmlns:a16="http://schemas.microsoft.com/office/drawing/2014/main" id="{37C980BF-48A9-42E8-9A36-C33767C6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5197" y="3011836"/>
            <a:ext cx="653640" cy="208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&lt;Answer&gt;</a:t>
            </a:r>
          </a:p>
        </p:txBody>
      </p:sp>
      <p:sp>
        <p:nvSpPr>
          <p:cNvPr id="61" name="text-19 The">
            <a:extLst xmlns:a="http://schemas.openxmlformats.org/drawingml/2006/main">
              <a:ext uri="{FF2B5EF4-FFF2-40B4-BE49-F238E27FC236}">
                <a16:creationId xmlns:a16="http://schemas.microsoft.com/office/drawing/2014/main" id="{63765E13-6846-49F2-96A9-19BD90B7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2428" y="3012103"/>
            <a:ext cx="294548" cy="207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2" name="text-21 black">
            <a:extLst xmlns:a="http://schemas.openxmlformats.org/drawingml/2006/main">
              <a:ext uri="{FF2B5EF4-FFF2-40B4-BE49-F238E27FC236}">
                <a16:creationId xmlns:a16="http://schemas.microsoft.com/office/drawing/2014/main" id="{95A1FCC3-A627-4553-B445-EC3A2ACB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9345" y="3012186"/>
            <a:ext cx="387486" cy="207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63" name="text-22 -">
            <a:extLst xmlns:a="http://schemas.openxmlformats.org/drawingml/2006/main">
              <a:ext uri="{FF2B5EF4-FFF2-40B4-BE49-F238E27FC236}">
                <a16:creationId xmlns:a16="http://schemas.microsoft.com/office/drawing/2014/main" id="{09507E33-482A-4281-8E5F-2172374C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9274" y="3012390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4" name="text-23 hat">
            <a:extLst xmlns:a="http://schemas.openxmlformats.org/drawingml/2006/main">
              <a:ext uri="{FF2B5EF4-FFF2-40B4-BE49-F238E27FC236}">
                <a16:creationId xmlns:a16="http://schemas.microsoft.com/office/drawing/2014/main" id="{C4CB5A8F-F496-46C4-90CA-8B60F861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467" y="3012326"/>
            <a:ext cx="257892" cy="20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65" name="text-25 clown">
            <a:extLst xmlns:a="http://schemas.openxmlformats.org/drawingml/2006/main">
              <a:ext uri="{FF2B5EF4-FFF2-40B4-BE49-F238E27FC236}">
                <a16:creationId xmlns:a16="http://schemas.microsoft.com/office/drawing/2014/main" id="{674762E1-9622-4450-81AF-E6E613E6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656" y="3011561"/>
            <a:ext cx="402241" cy="208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66" name="text-27 (mime)">
            <a:extLst xmlns:a="http://schemas.openxmlformats.org/drawingml/2006/main">
              <a:ext uri="{FF2B5EF4-FFF2-40B4-BE49-F238E27FC236}">
                <a16:creationId xmlns:a16="http://schemas.microsoft.com/office/drawing/2014/main" id="{7F96F4AE-57FA-49EF-B86A-8A44BAA6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081" y="3012604"/>
            <a:ext cx="487224" cy="207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(mime)</a:t>
            </a:r>
          </a:p>
        </p:txBody>
      </p:sp>
      <p:sp>
        <p:nvSpPr>
          <p:cNvPr id="67" name="text-29 is">
            <a:extLst xmlns:a="http://schemas.openxmlformats.org/drawingml/2006/main">
              <a:ext uri="{FF2B5EF4-FFF2-40B4-BE49-F238E27FC236}">
                <a16:creationId xmlns:a16="http://schemas.microsoft.com/office/drawing/2014/main" id="{DF69C7F5-5CCA-44BC-B094-5CA26F6C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8194" y="3013006"/>
            <a:ext cx="139742" cy="206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68" name="text-31 seen">
            <a:extLst xmlns:a="http://schemas.openxmlformats.org/drawingml/2006/main">
              <a:ext uri="{FF2B5EF4-FFF2-40B4-BE49-F238E27FC236}">
                <a16:creationId xmlns:a16="http://schemas.microsoft.com/office/drawing/2014/main" id="{3407604B-F841-4739-9A91-3B656F18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1560" y="3012505"/>
            <a:ext cx="338298" cy="20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seen</a:t>
            </a:r>
          </a:p>
        </p:txBody>
      </p:sp>
      <p:sp>
        <p:nvSpPr>
          <p:cNvPr id="69" name="text-33 performing">
            <a:extLst xmlns:a="http://schemas.openxmlformats.org/drawingml/2006/main">
              <a:ext uri="{FF2B5EF4-FFF2-40B4-BE49-F238E27FC236}">
                <a16:creationId xmlns:a16="http://schemas.microsoft.com/office/drawing/2014/main" id="{5EFE8A29-F471-44BF-997A-DD1F9259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3414" y="3012248"/>
            <a:ext cx="795905" cy="207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performing</a:t>
            </a:r>
          </a:p>
        </p:txBody>
      </p:sp>
      <p:sp>
        <p:nvSpPr>
          <p:cNvPr id="70" name="text-35 and">
            <a:extLst xmlns:a="http://schemas.openxmlformats.org/drawingml/2006/main">
              <a:ext uri="{FF2B5EF4-FFF2-40B4-BE49-F238E27FC236}">
                <a16:creationId xmlns:a16="http://schemas.microsoft.com/office/drawing/2014/main" id="{1477D47F-0599-463D-907E-E0569779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1797" y="3012250"/>
            <a:ext cx="267273" cy="207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71" name="text-37 then">
            <a:extLst xmlns:a="http://schemas.openxmlformats.org/drawingml/2006/main">
              <a:ext uri="{FF2B5EF4-FFF2-40B4-BE49-F238E27FC236}">
                <a16:creationId xmlns:a16="http://schemas.microsoft.com/office/drawing/2014/main" id="{6FA71B22-04DF-4338-88F5-7947569D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2195" y="3012213"/>
            <a:ext cx="341063" cy="207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then</a:t>
            </a:r>
          </a:p>
        </p:txBody>
      </p:sp>
      <p:sp>
        <p:nvSpPr>
          <p:cNvPr id="72" name="text-39 watching">
            <a:extLst xmlns:a="http://schemas.openxmlformats.org/drawingml/2006/main">
              <a:ext uri="{FF2B5EF4-FFF2-40B4-BE49-F238E27FC236}">
                <a16:creationId xmlns:a16="http://schemas.microsoft.com/office/drawing/2014/main" id="{E5DD75D9-73C0-4522-9354-E7C93ECB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6697" y="3011976"/>
            <a:ext cx="634587" cy="208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watching</a:t>
            </a:r>
          </a:p>
        </p:txBody>
      </p:sp>
      <p:sp>
        <p:nvSpPr>
          <p:cNvPr id="73" name="text-41 the">
            <a:extLst xmlns:a="http://schemas.openxmlformats.org/drawingml/2006/main">
              <a:ext uri="{FF2B5EF4-FFF2-40B4-BE49-F238E27FC236}">
                <a16:creationId xmlns:a16="http://schemas.microsoft.com/office/drawing/2014/main" id="{870189F3-A1E3-4FF8-A5A7-C5269A79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3641" y="3011838"/>
            <a:ext cx="264095" cy="208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74" name="text-43 red">
            <a:extLst xmlns:a="http://schemas.openxmlformats.org/drawingml/2006/main">
              <a:ext uri="{FF2B5EF4-FFF2-40B4-BE49-F238E27FC236}">
                <a16:creationId xmlns:a16="http://schemas.microsoft.com/office/drawing/2014/main" id="{0B45AF24-92C4-4B72-AB3C-6544E900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0069" y="3012481"/>
            <a:ext cx="265809" cy="20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red</a:t>
            </a:r>
          </a:p>
        </p:txBody>
      </p:sp>
      <p:sp>
        <p:nvSpPr>
          <p:cNvPr id="75" name="text-44 -">
            <a:extLst xmlns:a="http://schemas.openxmlformats.org/drawingml/2006/main">
              <a:ext uri="{FF2B5EF4-FFF2-40B4-BE49-F238E27FC236}">
                <a16:creationId xmlns:a16="http://schemas.microsoft.com/office/drawing/2014/main" id="{60B32664-7AE0-4D65-B1D1-B0611568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581" y="3012390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76" name="text-45 haired">
            <a:extLst xmlns:a="http://schemas.openxmlformats.org/drawingml/2006/main">
              <a:ext uri="{FF2B5EF4-FFF2-40B4-BE49-F238E27FC236}">
                <a16:creationId xmlns:a16="http://schemas.microsoft.com/office/drawing/2014/main" id="{6B102B4A-25AA-487F-AD27-3604804A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774" y="3012569"/>
            <a:ext cx="468214" cy="207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haired</a:t>
            </a:r>
          </a:p>
        </p:txBody>
      </p:sp>
      <p:sp>
        <p:nvSpPr>
          <p:cNvPr id="77" name="text-47 clown">
            <a:extLst xmlns:a="http://schemas.openxmlformats.org/drawingml/2006/main">
              <a:ext uri="{FF2B5EF4-FFF2-40B4-BE49-F238E27FC236}">
                <a16:creationId xmlns:a16="http://schemas.microsoft.com/office/drawing/2014/main" id="{64F728E0-CC74-4B6B-A291-D6FA2736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3310" y="3011561"/>
            <a:ext cx="402242" cy="208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78" name="text-48 .">
            <a:extLst xmlns:a="http://schemas.openxmlformats.org/drawingml/2006/main">
              <a:ext uri="{FF2B5EF4-FFF2-40B4-BE49-F238E27FC236}">
                <a16:creationId xmlns:a16="http://schemas.microsoft.com/office/drawing/2014/main" id="{5232EF52-E200-4520-83E1-173D4BA2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9119" y="3012223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79" name="text-50 After">
            <a:extLst xmlns:a="http://schemas.openxmlformats.org/drawingml/2006/main">
              <a:ext uri="{FF2B5EF4-FFF2-40B4-BE49-F238E27FC236}">
                <a16:creationId xmlns:a16="http://schemas.microsoft.com/office/drawing/2014/main" id="{E8F4524B-B890-4752-8130-B4615849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5733" y="3012315"/>
            <a:ext cx="432611" cy="207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After</a:t>
            </a:r>
          </a:p>
        </p:txBody>
      </p:sp>
      <p:sp>
        <p:nvSpPr>
          <p:cNvPr id="80" name="text-52 the">
            <a:extLst xmlns:a="http://schemas.openxmlformats.org/drawingml/2006/main">
              <a:ext uri="{FF2B5EF4-FFF2-40B4-BE49-F238E27FC236}">
                <a16:creationId xmlns:a16="http://schemas.microsoft.com/office/drawing/2014/main" id="{E774FE20-E221-43D4-8C2D-A1ABE6D2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1541" y="3011838"/>
            <a:ext cx="264095" cy="208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81" name="text-54 red">
            <a:extLst xmlns:a="http://schemas.openxmlformats.org/drawingml/2006/main">
              <a:ext uri="{FF2B5EF4-FFF2-40B4-BE49-F238E27FC236}">
                <a16:creationId xmlns:a16="http://schemas.microsoft.com/office/drawing/2014/main" id="{24D7F5B9-86E9-42F9-AD55-E148EAD3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7969" y="3012481"/>
            <a:ext cx="265809" cy="20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red</a:t>
            </a:r>
          </a:p>
        </p:txBody>
      </p:sp>
      <p:sp>
        <p:nvSpPr>
          <p:cNvPr id="82" name="text-55 -">
            <a:extLst xmlns:a="http://schemas.openxmlformats.org/drawingml/2006/main">
              <a:ext uri="{FF2B5EF4-FFF2-40B4-BE49-F238E27FC236}">
                <a16:creationId xmlns:a16="http://schemas.microsoft.com/office/drawing/2014/main" id="{AC3FEB6E-D392-4934-9CBE-22A282E3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7481" y="3012390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83" name="text-56 haired">
            <a:extLst xmlns:a="http://schemas.openxmlformats.org/drawingml/2006/main">
              <a:ext uri="{FF2B5EF4-FFF2-40B4-BE49-F238E27FC236}">
                <a16:creationId xmlns:a16="http://schemas.microsoft.com/office/drawing/2014/main" id="{5FE32B63-FDD0-4EBB-A2CA-4EF50F66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9674" y="3012569"/>
            <a:ext cx="468214" cy="207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haired</a:t>
            </a:r>
          </a:p>
        </p:txBody>
      </p:sp>
      <p:sp>
        <p:nvSpPr>
          <p:cNvPr id="84" name="text-58 clown's">
            <a:extLst xmlns:a="http://schemas.openxmlformats.org/drawingml/2006/main">
              <a:ext uri="{FF2B5EF4-FFF2-40B4-BE49-F238E27FC236}">
                <a16:creationId xmlns:a16="http://schemas.microsoft.com/office/drawing/2014/main" id="{60EE2962-CD1B-4482-AC13-36487E11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1210" y="3011801"/>
            <a:ext cx="531757" cy="208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clown's</a:t>
            </a:r>
          </a:p>
        </p:txBody>
      </p:sp>
      <p:sp>
        <p:nvSpPr>
          <p:cNvPr id="85" name="text-60 performance,">
            <a:extLst xmlns:a="http://schemas.openxmlformats.org/drawingml/2006/main">
              <a:ext uri="{FF2B5EF4-FFF2-40B4-BE49-F238E27FC236}">
                <a16:creationId xmlns:a16="http://schemas.microsoft.com/office/drawing/2014/main" id="{10460DE6-02F8-4139-9783-D68A66B1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5197" y="3192618"/>
            <a:ext cx="950117" cy="20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performance,</a:t>
            </a:r>
          </a:p>
        </p:txBody>
      </p:sp>
      <p:sp>
        <p:nvSpPr>
          <p:cNvPr id="86" name="text-62 which">
            <a:extLst xmlns:a="http://schemas.openxmlformats.org/drawingml/2006/main">
              <a:ext uri="{FF2B5EF4-FFF2-40B4-BE49-F238E27FC236}">
                <a16:creationId xmlns:a16="http://schemas.microsoft.com/office/drawing/2014/main" id="{458F896A-7BBE-45DC-91BC-74E1E929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7806" y="3192317"/>
            <a:ext cx="417974" cy="20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which</a:t>
            </a:r>
          </a:p>
        </p:txBody>
      </p:sp>
      <p:sp>
        <p:nvSpPr>
          <p:cNvPr id="87" name="text-64 involves">
            <a:extLst xmlns:a="http://schemas.openxmlformats.org/drawingml/2006/main">
              <a:ext uri="{FF2B5EF4-FFF2-40B4-BE49-F238E27FC236}">
                <a16:creationId xmlns:a16="http://schemas.microsoft.com/office/drawing/2014/main" id="{83E2E5C8-7E3B-4CA8-BF94-E987EC79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8458" y="3193026"/>
            <a:ext cx="560536" cy="207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involves</a:t>
            </a:r>
          </a:p>
        </p:txBody>
      </p:sp>
      <p:sp>
        <p:nvSpPr>
          <p:cNvPr id="88" name="text-66 juggling">
            <a:extLst xmlns:a="http://schemas.openxmlformats.org/drawingml/2006/main">
              <a:ext uri="{FF2B5EF4-FFF2-40B4-BE49-F238E27FC236}">
                <a16:creationId xmlns:a16="http://schemas.microsoft.com/office/drawing/2014/main" id="{FA977730-0322-40AC-94AC-29AACA72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2024" y="3193029"/>
            <a:ext cx="557860" cy="207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juggling</a:t>
            </a:r>
          </a:p>
        </p:txBody>
      </p:sp>
      <p:sp>
        <p:nvSpPr>
          <p:cNvPr id="89" name="text-68 and">
            <a:extLst xmlns:a="http://schemas.openxmlformats.org/drawingml/2006/main">
              <a:ext uri="{FF2B5EF4-FFF2-40B4-BE49-F238E27FC236}">
                <a16:creationId xmlns:a16="http://schemas.microsoft.com/office/drawing/2014/main" id="{C6941B3D-81E1-415E-971C-F6F4020E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1621" y="3192639"/>
            <a:ext cx="267274" cy="207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90" name="text-70 interacting">
            <a:extLst xmlns:a="http://schemas.openxmlformats.org/drawingml/2006/main">
              <a:ext uri="{FF2B5EF4-FFF2-40B4-BE49-F238E27FC236}">
                <a16:creationId xmlns:a16="http://schemas.microsoft.com/office/drawing/2014/main" id="{863B5E2E-AFB0-4714-AD0D-894EA90B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1421" y="3192597"/>
            <a:ext cx="788013" cy="20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interacting</a:t>
            </a:r>
          </a:p>
        </p:txBody>
      </p:sp>
      <p:sp>
        <p:nvSpPr>
          <p:cNvPr id="91" name="text-72 with">
            <a:extLst xmlns:a="http://schemas.openxmlformats.org/drawingml/2006/main">
              <a:ext uri="{FF2B5EF4-FFF2-40B4-BE49-F238E27FC236}">
                <a16:creationId xmlns:a16="http://schemas.microsoft.com/office/drawing/2014/main" id="{D7820154-F077-4AFE-AA81-C163D6F2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1320" y="3192535"/>
            <a:ext cx="325380" cy="20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with</a:t>
            </a:r>
          </a:p>
        </p:txBody>
      </p:sp>
      <p:sp>
        <p:nvSpPr>
          <p:cNvPr id="92" name="text-74 the">
            <a:extLst xmlns:a="http://schemas.openxmlformats.org/drawingml/2006/main">
              <a:ext uri="{FF2B5EF4-FFF2-40B4-BE49-F238E27FC236}">
                <a16:creationId xmlns:a16="http://schemas.microsoft.com/office/drawing/2014/main" id="{24FB4357-A816-4178-8FE2-22C71B96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9397" y="3192227"/>
            <a:ext cx="264095" cy="208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3" name="text-76 audience,">
            <a:extLst xmlns:a="http://schemas.openxmlformats.org/drawingml/2006/main">
              <a:ext uri="{FF2B5EF4-FFF2-40B4-BE49-F238E27FC236}">
                <a16:creationId xmlns:a16="http://schemas.microsoft.com/office/drawing/2014/main" id="{125EF437-8CDB-432A-90A1-B491AFD6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5281" y="3192839"/>
            <a:ext cx="664558" cy="207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audience,</a:t>
            </a:r>
          </a:p>
        </p:txBody>
      </p:sp>
      <p:sp>
        <p:nvSpPr>
          <p:cNvPr id="94" name="text-78 the">
            <a:extLst xmlns:a="http://schemas.openxmlformats.org/drawingml/2006/main">
              <a:ext uri="{FF2B5EF4-FFF2-40B4-BE49-F238E27FC236}">
                <a16:creationId xmlns:a16="http://schemas.microsoft.com/office/drawing/2014/main" id="{DAB22003-E941-4455-8D6E-A69D4500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2115" y="3192227"/>
            <a:ext cx="264095" cy="208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5" name="text-80 black">
            <a:extLst xmlns:a="http://schemas.openxmlformats.org/drawingml/2006/main">
              <a:ext uri="{FF2B5EF4-FFF2-40B4-BE49-F238E27FC236}">
                <a16:creationId xmlns:a16="http://schemas.microsoft.com/office/drawing/2014/main" id="{A7D7E2BE-0DCB-4F60-8C09-2BBAD71B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7998" y="3192575"/>
            <a:ext cx="387487" cy="207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96" name="text-81 -">
            <a:extLst xmlns:a="http://schemas.openxmlformats.org/drawingml/2006/main">
              <a:ext uri="{FF2B5EF4-FFF2-40B4-BE49-F238E27FC236}">
                <a16:creationId xmlns:a16="http://schemas.microsoft.com/office/drawing/2014/main" id="{B7A083BF-B27E-48AF-BC08-FFCC6870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7928" y="3192779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97" name="text-82 hat">
            <a:extLst xmlns:a="http://schemas.openxmlformats.org/drawingml/2006/main">
              <a:ext uri="{FF2B5EF4-FFF2-40B4-BE49-F238E27FC236}">
                <a16:creationId xmlns:a16="http://schemas.microsoft.com/office/drawing/2014/main" id="{7EC040E0-C1C0-4B2A-98A6-8D557014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0121" y="3192715"/>
            <a:ext cx="257892" cy="20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98" name="text-84 clown">
            <a:extLst xmlns:a="http://schemas.openxmlformats.org/drawingml/2006/main">
              <a:ext uri="{FF2B5EF4-FFF2-40B4-BE49-F238E27FC236}">
                <a16:creationId xmlns:a16="http://schemas.microsoft.com/office/drawing/2014/main" id="{845A74AA-3D94-4228-9C80-9EE183A0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0712" y="3191950"/>
            <a:ext cx="402242" cy="208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99" name="text-86 is">
            <a:extLst xmlns:a="http://schemas.openxmlformats.org/drawingml/2006/main">
              <a:ext uri="{FF2B5EF4-FFF2-40B4-BE49-F238E27FC236}">
                <a16:creationId xmlns:a16="http://schemas.microsoft.com/office/drawing/2014/main" id="{95C1AF8C-EAF0-4FAF-8429-4F910EE8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5539" y="3193395"/>
            <a:ext cx="139742" cy="206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100" name="text-88 shown">
            <a:extLst xmlns:a="http://schemas.openxmlformats.org/drawingml/2006/main">
              <a:ext uri="{FF2B5EF4-FFF2-40B4-BE49-F238E27FC236}">
                <a16:creationId xmlns:a16="http://schemas.microsoft.com/office/drawing/2014/main" id="{301A5CE2-9ADA-4804-8DC3-5C66B417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8358" y="3192097"/>
            <a:ext cx="443090" cy="208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shown</a:t>
            </a:r>
          </a:p>
        </p:txBody>
      </p:sp>
      <p:sp>
        <p:nvSpPr>
          <p:cNvPr id="101" name="text-90 clapping">
            <a:extLst xmlns:a="http://schemas.openxmlformats.org/drawingml/2006/main">
              <a:ext uri="{FF2B5EF4-FFF2-40B4-BE49-F238E27FC236}">
                <a16:creationId xmlns:a16="http://schemas.microsoft.com/office/drawing/2014/main" id="{23A459F9-AAC5-4ABE-A921-1B530B9D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4206" y="3192389"/>
            <a:ext cx="576605" cy="208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102" name="text-92 (at">
            <a:extLst xmlns:a="http://schemas.openxmlformats.org/drawingml/2006/main">
              <a:ext uri="{FF2B5EF4-FFF2-40B4-BE49-F238E27FC236}">
                <a16:creationId xmlns:a16="http://schemas.microsoft.com/office/drawing/2014/main" id="{C452B94A-525F-40AE-80DB-BE21DE28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2381" y="3192940"/>
            <a:ext cx="226194" cy="207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(at</a:t>
            </a:r>
          </a:p>
        </p:txBody>
      </p:sp>
      <p:sp>
        <p:nvSpPr>
          <p:cNvPr id="103" name="text-94 01">
            <a:extLst xmlns:a="http://schemas.openxmlformats.org/drawingml/2006/main">
              <a:ext uri="{FF2B5EF4-FFF2-40B4-BE49-F238E27FC236}">
                <a16:creationId xmlns:a16="http://schemas.microsoft.com/office/drawing/2014/main" id="{D3A9949E-2A40-4973-972F-3D7A334B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71213" y="3193144"/>
            <a:ext cx="183312" cy="20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104" name="text-95 :">
            <a:extLst xmlns:a="http://schemas.openxmlformats.org/drawingml/2006/main">
              <a:ext uri="{FF2B5EF4-FFF2-40B4-BE49-F238E27FC236}">
                <a16:creationId xmlns:a16="http://schemas.microsoft.com/office/drawing/2014/main" id="{3CEBE9FA-F034-4D77-9D61-BA5E7B7D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7359" y="3192805"/>
            <a:ext cx="70964" cy="20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105" name="text-96 31">
            <a:extLst xmlns:a="http://schemas.openxmlformats.org/drawingml/2006/main">
              <a:ext uri="{FF2B5EF4-FFF2-40B4-BE49-F238E27FC236}">
                <a16:creationId xmlns:a16="http://schemas.microsoft.com/office/drawing/2014/main" id="{173C55DD-E147-41F6-B753-6EDF6721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1027" y="3193144"/>
            <a:ext cx="183312" cy="20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31</a:t>
            </a:r>
          </a:p>
        </p:txBody>
      </p:sp>
      <p:sp>
        <p:nvSpPr>
          <p:cNvPr id="106" name="text-97 -">
            <a:extLst xmlns:a="http://schemas.openxmlformats.org/drawingml/2006/main">
              <a:ext uri="{FF2B5EF4-FFF2-40B4-BE49-F238E27FC236}">
                <a16:creationId xmlns:a16="http://schemas.microsoft.com/office/drawing/2014/main" id="{9C1B6EA0-264F-4A49-A1E7-C8F31A5B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7173" y="3192779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107" name="text-98 01">
            <a:extLst xmlns:a="http://schemas.openxmlformats.org/drawingml/2006/main">
              <a:ext uri="{FF2B5EF4-FFF2-40B4-BE49-F238E27FC236}">
                <a16:creationId xmlns:a16="http://schemas.microsoft.com/office/drawing/2014/main" id="{D3FF68C0-4865-4C78-97EB-6929634C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9367" y="3193144"/>
            <a:ext cx="183312" cy="20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108" name="text-99 :">
            <a:extLst xmlns:a="http://schemas.openxmlformats.org/drawingml/2006/main">
              <a:ext uri="{FF2B5EF4-FFF2-40B4-BE49-F238E27FC236}">
                <a16:creationId xmlns:a16="http://schemas.microsoft.com/office/drawing/2014/main" id="{F0F31C10-C45E-4022-9BB7-1EC8E553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45513" y="3192805"/>
            <a:ext cx="70964" cy="20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109" name="text-100 34">
            <a:extLst xmlns:a="http://schemas.openxmlformats.org/drawingml/2006/main">
              <a:ext uri="{FF2B5EF4-FFF2-40B4-BE49-F238E27FC236}">
                <a16:creationId xmlns:a16="http://schemas.microsoft.com/office/drawing/2014/main" id="{91A65873-D849-488C-89FC-658D2506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9181" y="3193082"/>
            <a:ext cx="207059" cy="20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34</a:t>
            </a:r>
          </a:p>
        </p:txBody>
      </p:sp>
      <p:sp>
        <p:nvSpPr>
          <p:cNvPr id="110" name="text-101 )">
            <a:extLst xmlns:a="http://schemas.openxmlformats.org/drawingml/2006/main">
              <a:ext uri="{FF2B5EF4-FFF2-40B4-BE49-F238E27FC236}">
                <a16:creationId xmlns:a16="http://schemas.microsoft.com/office/drawing/2014/main" id="{8BFEBC97-E7C6-4457-BA72-D8AD2439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69146" y="3192583"/>
            <a:ext cx="80990" cy="20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</a:t>
            </a:r>
          </a:p>
        </p:txBody>
      </p:sp>
      <p:sp>
        <p:nvSpPr>
          <p:cNvPr id="111" name="text-102 .">
            <a:extLst xmlns:a="http://schemas.openxmlformats.org/drawingml/2006/main">
              <a:ext uri="{FF2B5EF4-FFF2-40B4-BE49-F238E27FC236}">
                <a16:creationId xmlns:a16="http://schemas.microsoft.com/office/drawing/2014/main" id="{2B274B5F-4E0F-4057-98DE-A899B0CF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23400" y="3192613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112" name="text-104 &lt;Answer&gt;">
            <a:extLst xmlns:a="http://schemas.openxmlformats.org/drawingml/2006/main">
              <a:ext uri="{FF2B5EF4-FFF2-40B4-BE49-F238E27FC236}">
                <a16:creationId xmlns:a16="http://schemas.microsoft.com/office/drawing/2014/main" id="{D4F4CBFC-6533-4C59-AC94-BB28DB86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9469" y="3192225"/>
            <a:ext cx="653641" cy="208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&lt;Answer&gt;</a:t>
            </a:r>
          </a:p>
        </p:txBody>
      </p:sp>
      <p:sp>
        <p:nvSpPr>
          <p:cNvPr id="113" name="text-106 &lt;Evidence&gt;">
            <a:extLst xmlns:a="http://schemas.openxmlformats.org/drawingml/2006/main">
              <a:ext uri="{FF2B5EF4-FFF2-40B4-BE49-F238E27FC236}">
                <a16:creationId xmlns:a16="http://schemas.microsoft.com/office/drawing/2014/main" id="{D9897B57-8789-4DD0-AAF1-82C57038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5197" y="3373119"/>
            <a:ext cx="748801" cy="207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&lt;Evidence&gt;</a:t>
            </a:r>
          </a:p>
        </p:txBody>
      </p:sp>
      <p:sp>
        <p:nvSpPr>
          <p:cNvPr id="114" name="text-107 01">
            <a:extLst xmlns:a="http://schemas.openxmlformats.org/drawingml/2006/main">
              <a:ext uri="{FF2B5EF4-FFF2-40B4-BE49-F238E27FC236}">
                <a16:creationId xmlns:a16="http://schemas.microsoft.com/office/drawing/2014/main" id="{6B551ABA-875D-4AE2-A75C-1D8E4C58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7704" y="3373531"/>
            <a:ext cx="183312" cy="20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115" name="text-108 :">
            <a:extLst xmlns:a="http://schemas.openxmlformats.org/drawingml/2006/main">
              <a:ext uri="{FF2B5EF4-FFF2-40B4-BE49-F238E27FC236}">
                <a16:creationId xmlns:a16="http://schemas.microsoft.com/office/drawing/2014/main" id="{15531CA6-C7B7-4F98-8D78-743A3890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3850" y="3373193"/>
            <a:ext cx="70964" cy="20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116" name="text-109 31">
            <a:extLst xmlns:a="http://schemas.openxmlformats.org/drawingml/2006/main">
              <a:ext uri="{FF2B5EF4-FFF2-40B4-BE49-F238E27FC236}">
                <a16:creationId xmlns:a16="http://schemas.microsoft.com/office/drawing/2014/main" id="{B754DFB6-0EDC-44FB-8718-28A7D077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7518" y="3373531"/>
            <a:ext cx="183312" cy="20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31</a:t>
            </a:r>
          </a:p>
        </p:txBody>
      </p:sp>
      <p:sp>
        <p:nvSpPr>
          <p:cNvPr id="117" name="text-110 -">
            <a:extLst xmlns:a="http://schemas.openxmlformats.org/drawingml/2006/main">
              <a:ext uri="{FF2B5EF4-FFF2-40B4-BE49-F238E27FC236}">
                <a16:creationId xmlns:a16="http://schemas.microsoft.com/office/drawing/2014/main" id="{64DCE550-78EE-4D9A-A295-A54F3A18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3664" y="3373167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118" name="text-111 01">
            <a:extLst xmlns:a="http://schemas.openxmlformats.org/drawingml/2006/main">
              <a:ext uri="{FF2B5EF4-FFF2-40B4-BE49-F238E27FC236}">
                <a16:creationId xmlns:a16="http://schemas.microsoft.com/office/drawing/2014/main" id="{8916750E-6B3C-45EE-9178-6904D7C8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857" y="3373531"/>
            <a:ext cx="183312" cy="20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119" name="text-112 :">
            <a:extLst xmlns:a="http://schemas.openxmlformats.org/drawingml/2006/main">
              <a:ext uri="{FF2B5EF4-FFF2-40B4-BE49-F238E27FC236}">
                <a16:creationId xmlns:a16="http://schemas.microsoft.com/office/drawing/2014/main" id="{C9E983FD-42F3-4DA1-A27B-5212FB21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2003" y="3373193"/>
            <a:ext cx="70964" cy="20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120" name="text-113 34">
            <a:extLst xmlns:a="http://schemas.openxmlformats.org/drawingml/2006/main">
              <a:ext uri="{FF2B5EF4-FFF2-40B4-BE49-F238E27FC236}">
                <a16:creationId xmlns:a16="http://schemas.microsoft.com/office/drawing/2014/main" id="{E721A85D-9A5A-498E-83A1-BC6DBCF7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5671" y="3373470"/>
            <a:ext cx="207059" cy="20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34</a:t>
            </a:r>
          </a:p>
        </p:txBody>
      </p:sp>
      <p:sp>
        <p:nvSpPr>
          <p:cNvPr id="121" name="text-114 &lt;/Evidence&gt;">
            <a:extLst xmlns:a="http://schemas.openxmlformats.org/drawingml/2006/main">
              <a:ext uri="{FF2B5EF4-FFF2-40B4-BE49-F238E27FC236}">
                <a16:creationId xmlns:a16="http://schemas.microsoft.com/office/drawing/2014/main" id="{E410A0FB-7CAF-405E-B4ED-EF16022C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5635" y="3373181"/>
            <a:ext cx="824213" cy="207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&lt;/Evidence&gt;</a:t>
            </a:r>
          </a:p>
        </p:txBody>
      </p:sp>
      <p:sp>
        <p:nvSpPr>
          <p:cNvPr id="122" name="text-115 &lt;Action&gt;">
            <a:extLst xmlns:a="http://schemas.openxmlformats.org/drawingml/2006/main">
              <a:ext uri="{FF2B5EF4-FFF2-40B4-BE49-F238E27FC236}">
                <a16:creationId xmlns:a16="http://schemas.microsoft.com/office/drawing/2014/main" id="{8EE171A7-2A81-4CAD-BBE0-6F415B52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5197" y="3553052"/>
            <a:ext cx="592718" cy="208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&lt;Action&gt;</a:t>
            </a:r>
          </a:p>
        </p:txBody>
      </p:sp>
      <p:sp>
        <p:nvSpPr>
          <p:cNvPr id="123" name="text-116 read_video">
            <a:extLst xmlns:a="http://schemas.openxmlformats.org/drawingml/2006/main">
              <a:ext uri="{FF2B5EF4-FFF2-40B4-BE49-F238E27FC236}">
                <a16:creationId xmlns:a16="http://schemas.microsoft.com/office/drawing/2014/main" id="{7A8A0E1E-841E-4729-8E4F-99549950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1558" y="3553866"/>
            <a:ext cx="792521" cy="207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read_video</a:t>
            </a:r>
          </a:p>
        </p:txBody>
      </p:sp>
      <p:sp>
        <p:nvSpPr>
          <p:cNvPr id="124" name="text-117 [(">
            <a:extLst xmlns:a="http://schemas.openxmlformats.org/drawingml/2006/main">
              <a:ext uri="{FF2B5EF4-FFF2-40B4-BE49-F238E27FC236}">
                <a16:creationId xmlns:a16="http://schemas.microsoft.com/office/drawing/2014/main" id="{428E1BB9-8720-4B60-9130-A12409CF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7731" y="3553788"/>
            <a:ext cx="136490" cy="207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[(</a:t>
            </a:r>
          </a:p>
        </p:txBody>
      </p:sp>
      <p:sp>
        <p:nvSpPr>
          <p:cNvPr id="125" name="text-118 91">
            <a:extLst xmlns:a="http://schemas.openxmlformats.org/drawingml/2006/main">
              <a:ext uri="{FF2B5EF4-FFF2-40B4-BE49-F238E27FC236}">
                <a16:creationId xmlns:a16="http://schemas.microsoft.com/office/drawing/2014/main" id="{E6631174-A88F-46F7-9D43-C01331CC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562" y="3553919"/>
            <a:ext cx="183312" cy="20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91</a:t>
            </a:r>
          </a:p>
        </p:txBody>
      </p:sp>
      <p:sp>
        <p:nvSpPr>
          <p:cNvPr id="126" name="text-119 .">
            <a:extLst xmlns:a="http://schemas.openxmlformats.org/drawingml/2006/main">
              <a:ext uri="{FF2B5EF4-FFF2-40B4-BE49-F238E27FC236}">
                <a16:creationId xmlns:a16="http://schemas.microsoft.com/office/drawing/2014/main" id="{30FCE3EE-7D0D-418D-A77E-B9E0044B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3709" y="3553388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127" name="text-120 0">
            <a:extLst xmlns:a="http://schemas.openxmlformats.org/drawingml/2006/main">
              <a:ext uri="{FF2B5EF4-FFF2-40B4-BE49-F238E27FC236}">
                <a16:creationId xmlns:a16="http://schemas.microsoft.com/office/drawing/2014/main" id="{A9869992-FB8A-4F9F-AA71-5E6C094C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0760" y="3553463"/>
            <a:ext cx="117155" cy="20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0</a:t>
            </a:r>
          </a:p>
        </p:txBody>
      </p:sp>
      <p:sp>
        <p:nvSpPr>
          <p:cNvPr id="128" name="text-121 ,">
            <a:extLst xmlns:a="http://schemas.openxmlformats.org/drawingml/2006/main">
              <a:ext uri="{FF2B5EF4-FFF2-40B4-BE49-F238E27FC236}">
                <a16:creationId xmlns:a16="http://schemas.microsoft.com/office/drawing/2014/main" id="{305699EF-9A0D-4779-A3BD-B185F1CE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0743" y="3553302"/>
            <a:ext cx="67757" cy="207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129" name="text-123 94">
            <a:extLst xmlns:a="http://schemas.openxmlformats.org/drawingml/2006/main">
              <a:ext uri="{FF2B5EF4-FFF2-40B4-BE49-F238E27FC236}">
                <a16:creationId xmlns:a16="http://schemas.microsoft.com/office/drawing/2014/main" id="{E0E1E355-6AD0-4009-BC8C-D6AC3FE9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5432" y="3553858"/>
            <a:ext cx="207059" cy="20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94</a:t>
            </a:r>
          </a:p>
        </p:txBody>
      </p:sp>
      <p:sp>
        <p:nvSpPr>
          <p:cNvPr id="130" name="text-124 .">
            <a:extLst xmlns:a="http://schemas.openxmlformats.org/drawingml/2006/main">
              <a:ext uri="{FF2B5EF4-FFF2-40B4-BE49-F238E27FC236}">
                <a16:creationId xmlns:a16="http://schemas.microsoft.com/office/drawing/2014/main" id="{9FA29B9D-640E-413F-809D-F0189BDE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5396" y="3553388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131" name="text-125 0">
            <a:extLst xmlns:a="http://schemas.openxmlformats.org/drawingml/2006/main">
              <a:ext uri="{FF2B5EF4-FFF2-40B4-BE49-F238E27FC236}">
                <a16:creationId xmlns:a16="http://schemas.microsoft.com/office/drawing/2014/main" id="{C2F96C5D-E2CF-44BE-B04D-2F480043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2449" y="3553463"/>
            <a:ext cx="117155" cy="20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0</a:t>
            </a:r>
          </a:p>
        </p:txBody>
      </p:sp>
      <p:sp>
        <p:nvSpPr>
          <p:cNvPr id="132" name="text-126 ,">
            <a:extLst xmlns:a="http://schemas.openxmlformats.org/drawingml/2006/main">
              <a:ext uri="{FF2B5EF4-FFF2-40B4-BE49-F238E27FC236}">
                <a16:creationId xmlns:a16="http://schemas.microsoft.com/office/drawing/2014/main" id="{2B2AAB43-0B11-405E-AC90-282469EF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2430" y="3553302"/>
            <a:ext cx="67757" cy="207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133" name="text-128 None)]&lt;/Action&gt;">
            <a:extLst xmlns:a="http://schemas.openxmlformats.org/drawingml/2006/main">
              <a:ext uri="{FF2B5EF4-FFF2-40B4-BE49-F238E27FC236}">
                <a16:creationId xmlns:a16="http://schemas.microsoft.com/office/drawing/2014/main" id="{5769800F-B2BF-4D38-B054-435CA1D3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120" y="3553369"/>
            <a:ext cx="1132443" cy="207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None)]&lt;/Action&gt;</a:t>
            </a:r>
          </a:p>
        </p:txBody>
      </p:sp>
      <p:pic>
        <p:nvPic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6EEBB68-AE95-4E65-B77C-E59FCB87A4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d72ad23b74c2c"/>
          <a:stretch xmlns:a="http://schemas.openxmlformats.org/drawingml/2006/main"/>
        </p:blipFill>
        <p:spPr>
          <a:xfrm xmlns:a="http://schemas.openxmlformats.org/drawingml/2006/main">
            <a:off x="2512834" y="906932"/>
            <a:ext cx="806824" cy="818029"/>
          </a:xfrm>
          <a:prstGeom xmlns:a="http://schemas.openxmlformats.org/drawingml/2006/main" prst="rect">
            <a:avLst/>
          </a:prstGeom>
        </p:spPr>
      </p:pic>
      <p:sp>
        <p:nvSpPr>
          <p:cNvPr id="135" name="path-130">
            <a:extLst xmlns:a="http://schemas.openxmlformats.org/drawingml/2006/main">
              <a:ext uri="{FF2B5EF4-FFF2-40B4-BE49-F238E27FC236}">
                <a16:creationId xmlns:a16="http://schemas.microsoft.com/office/drawing/2014/main" id="{0DA2F849-0F7F-4414-A9F1-85C61C52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581" y="2460424"/>
            <a:ext cx="9932999" cy="320110"/>
          </a:xfrm>
          <a:custGeom xmlns:a="http://schemas.openxmlformats.org/drawingml/2006/main">
            <a:pathLst>
              <a:path w="8443050" h="272094">
                <a:moveTo>
                  <a:pt x="0" y="8365"/>
                </a:moveTo>
                <a:cubicBezTo>
                  <a:pt x="0" y="3745"/>
                  <a:pt x="3745" y="0"/>
                  <a:pt x="8365" y="0"/>
                </a:cubicBezTo>
                <a:lnTo>
                  <a:pt x="8434685" y="0"/>
                </a:lnTo>
                <a:cubicBezTo>
                  <a:pt x="8439305" y="0"/>
                  <a:pt x="8443050" y="3745"/>
                  <a:pt x="8443050" y="8365"/>
                </a:cubicBezTo>
                <a:lnTo>
                  <a:pt x="8443050" y="263728"/>
                </a:lnTo>
                <a:cubicBezTo>
                  <a:pt x="8443050" y="268349"/>
                  <a:pt x="8439305" y="272094"/>
                  <a:pt x="8434685" y="272094"/>
                </a:cubicBezTo>
                <a:lnTo>
                  <a:pt x="8365" y="272094"/>
                </a:lnTo>
                <a:cubicBezTo>
                  <a:pt x="3745" y="272094"/>
                  <a:pt x="0" y="268349"/>
                  <a:pt x="0" y="263728"/>
                </a:cubicBezTo>
                <a:lnTo>
                  <a:pt x="0" y="8365"/>
                </a:lnTo>
              </a:path>
            </a:pathLst>
          </a:custGeom>
          <a:solidFill xmlns:a="http://schemas.openxmlformats.org/drawingml/2006/main">
            <a:srgbClr val="FFF2CC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ath-131">
            <a:extLst xmlns:a="http://schemas.openxmlformats.org/drawingml/2006/main">
              <a:ext uri="{FF2B5EF4-FFF2-40B4-BE49-F238E27FC236}">
                <a16:creationId xmlns:a16="http://schemas.microsoft.com/office/drawing/2014/main" id="{CB031EB4-6502-4359-8672-E6BE6FFD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581" y="2460424"/>
            <a:ext cx="9933001" cy="320110"/>
          </a:xfrm>
          <a:custGeom xmlns:a="http://schemas.openxmlformats.org/drawingml/2006/main">
            <a:pathLst>
              <a:path w="8443051" h="272094">
                <a:moveTo>
                  <a:pt x="0" y="8366"/>
                </a:moveTo>
                <a:cubicBezTo>
                  <a:pt x="0" y="3746"/>
                  <a:pt x="3745" y="0"/>
                  <a:pt x="8365" y="0"/>
                </a:cubicBezTo>
                <a:lnTo>
                  <a:pt x="8434686" y="0"/>
                </a:lnTo>
                <a:cubicBezTo>
                  <a:pt x="8439306" y="0"/>
                  <a:pt x="8443051" y="3746"/>
                  <a:pt x="8443051" y="8366"/>
                </a:cubicBezTo>
                <a:lnTo>
                  <a:pt x="8443051" y="263728"/>
                </a:lnTo>
                <a:cubicBezTo>
                  <a:pt x="8443051" y="268349"/>
                  <a:pt x="8439306" y="272094"/>
                  <a:pt x="8434686" y="272094"/>
                </a:cubicBezTo>
                <a:lnTo>
                  <a:pt x="8365" y="272094"/>
                </a:lnTo>
                <a:cubicBezTo>
                  <a:pt x="3745" y="272094"/>
                  <a:pt x="0" y="268349"/>
                  <a:pt x="0" y="263728"/>
                </a:cubicBezTo>
                <a:lnTo>
                  <a:pt x="0" y="8366"/>
                </a:lnTo>
              </a:path>
            </a:pathLst>
          </a:custGeom>
          <a:noFill xmlns:a="http://schemas.openxmlformats.org/drawingml/2006/main"/>
          <a:ln xmlns:a="http://schemas.openxmlformats.org/drawingml/2006/main" w="2647">
            <a:solidFill>
              <a:srgbClr val="2E75B6"/>
            </a:solidFill>
            <a:prstDash val="solid"/>
          </a:ln>
        </p:spPr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23241F0-7D73-4D8E-B8C8-34F3B3A84F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8e1c7851a44cd"/>
          <a:stretch xmlns:a="http://schemas.openxmlformats.org/drawingml/2006/main"/>
        </p:blipFill>
        <p:spPr>
          <a:xfrm xmlns:a="http://schemas.openxmlformats.org/drawingml/2006/main">
            <a:off x="2501628" y="2453344"/>
            <a:ext cx="560294" cy="571500"/>
          </a:xfrm>
          <a:prstGeom xmlns:a="http://schemas.openxmlformats.org/drawingml/2006/main" prst="rect">
            <a:avLst/>
          </a:prstGeom>
        </p:spPr>
      </p:pic>
      <p:sp>
        <p:nvSpPr>
          <p:cNvPr id="138" name="text-133 Initial">
            <a:extLst xmlns:a="http://schemas.openxmlformats.org/drawingml/2006/main">
              <a:ext uri="{FF2B5EF4-FFF2-40B4-BE49-F238E27FC236}">
                <a16:creationId xmlns:a16="http://schemas.microsoft.com/office/drawing/2014/main" id="{BC616449-43CB-4444-9972-21C80670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1969" y="2517983"/>
            <a:ext cx="583929" cy="266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Initial</a:t>
            </a:r>
          </a:p>
        </p:txBody>
      </p:sp>
      <p:sp>
        <p:nvSpPr>
          <p:cNvPr id="139" name="text-133 harness">
            <a:extLst xmlns:a="http://schemas.openxmlformats.org/drawingml/2006/main">
              <a:ext uri="{FF2B5EF4-FFF2-40B4-BE49-F238E27FC236}">
                <a16:creationId xmlns:a16="http://schemas.microsoft.com/office/drawing/2014/main" id="{76263928-B8FA-4636-94A5-A5914A35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9217" y="2517982"/>
            <a:ext cx="722438" cy="266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140" name="text-134 Initial">
            <a:extLst xmlns:a="http://schemas.openxmlformats.org/drawingml/2006/main">
              <a:ext uri="{FF2B5EF4-FFF2-40B4-BE49-F238E27FC236}">
                <a16:creationId xmlns:a16="http://schemas.microsoft.com/office/drawing/2014/main" id="{38BA7412-4F8E-4AF2-9EBB-4A7B693D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1969" y="2517983"/>
            <a:ext cx="583929" cy="266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Initial</a:t>
            </a:r>
          </a:p>
        </p:txBody>
      </p:sp>
      <p:sp>
        <p:nvSpPr>
          <p:cNvPr id="141" name="text-134 harness">
            <a:extLst xmlns:a="http://schemas.openxmlformats.org/drawingml/2006/main">
              <a:ext uri="{FF2B5EF4-FFF2-40B4-BE49-F238E27FC236}">
                <a16:creationId xmlns:a16="http://schemas.microsoft.com/office/drawing/2014/main" id="{F6B74746-46BB-4967-8CFF-BE389F4E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9217" y="2517982"/>
            <a:ext cx="722438" cy="266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142" name="path-135">
            <a:extLst xmlns:a="http://schemas.openxmlformats.org/drawingml/2006/main">
              <a:ext uri="{FF2B5EF4-FFF2-40B4-BE49-F238E27FC236}">
                <a16:creationId xmlns:a16="http://schemas.microsoft.com/office/drawing/2014/main" id="{88B1DA50-0E84-43E0-AE37-778A1CEC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0547" y="339292"/>
            <a:ext cx="9340704" cy="656343"/>
          </a:xfrm>
          <a:custGeom xmlns:a="http://schemas.openxmlformats.org/drawingml/2006/main">
            <a:pathLst>
              <a:path w="7939599" h="557891">
                <a:moveTo>
                  <a:pt x="0" y="35652"/>
                </a:moveTo>
                <a:cubicBezTo>
                  <a:pt x="0" y="15962"/>
                  <a:pt x="15962" y="0"/>
                  <a:pt x="35652" y="0"/>
                </a:cubicBezTo>
                <a:lnTo>
                  <a:pt x="7903947" y="0"/>
                </a:lnTo>
                <a:cubicBezTo>
                  <a:pt x="7923637" y="0"/>
                  <a:pt x="7939599" y="15962"/>
                  <a:pt x="7939599" y="35652"/>
                </a:cubicBezTo>
                <a:lnTo>
                  <a:pt x="7939599" y="522239"/>
                </a:lnTo>
                <a:cubicBezTo>
                  <a:pt x="7939599" y="541929"/>
                  <a:pt x="7923637" y="557891"/>
                  <a:pt x="7903947" y="557891"/>
                </a:cubicBezTo>
                <a:lnTo>
                  <a:pt x="35652" y="557891"/>
                </a:lnTo>
                <a:cubicBezTo>
                  <a:pt x="15962" y="557891"/>
                  <a:pt x="0" y="541929"/>
                  <a:pt x="0" y="522239"/>
                </a:cubicBezTo>
                <a:lnTo>
                  <a:pt x="0" y="356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ath-136">
            <a:extLst xmlns:a="http://schemas.openxmlformats.org/drawingml/2006/main">
              <a:ext uri="{FF2B5EF4-FFF2-40B4-BE49-F238E27FC236}">
                <a16:creationId xmlns:a16="http://schemas.microsoft.com/office/drawing/2014/main" id="{0CAFFB7A-429A-4E72-95D9-32588C45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0547" y="339292"/>
            <a:ext cx="9340705" cy="656342"/>
          </a:xfrm>
          <a:custGeom xmlns:a="http://schemas.openxmlformats.org/drawingml/2006/main">
            <a:pathLst>
              <a:path w="7939599" h="557891">
                <a:moveTo>
                  <a:pt x="0" y="35652"/>
                </a:moveTo>
                <a:cubicBezTo>
                  <a:pt x="0" y="15962"/>
                  <a:pt x="15962" y="0"/>
                  <a:pt x="35652" y="0"/>
                </a:cubicBezTo>
                <a:lnTo>
                  <a:pt x="7903947" y="0"/>
                </a:lnTo>
                <a:cubicBezTo>
                  <a:pt x="7923638" y="0"/>
                  <a:pt x="7939599" y="15962"/>
                  <a:pt x="7939599" y="35652"/>
                </a:cubicBezTo>
                <a:lnTo>
                  <a:pt x="7939599" y="522239"/>
                </a:lnTo>
                <a:cubicBezTo>
                  <a:pt x="7939599" y="541929"/>
                  <a:pt x="7923638" y="557891"/>
                  <a:pt x="7903947" y="557891"/>
                </a:cubicBezTo>
                <a:lnTo>
                  <a:pt x="35652" y="557891"/>
                </a:lnTo>
                <a:cubicBezTo>
                  <a:pt x="15962" y="557891"/>
                  <a:pt x="0" y="541929"/>
                  <a:pt x="0" y="522239"/>
                </a:cubicBezTo>
                <a:lnTo>
                  <a:pt x="0" y="35652"/>
                </a:lnTo>
              </a:path>
            </a:pathLst>
          </a:custGeom>
          <a:noFill xmlns:a="http://schemas.openxmlformats.org/drawingml/2006/main"/>
          <a:ln xmlns:a="http://schemas.openxmlformats.org/drawingml/2006/main" w="7940">
            <a:solidFill>
              <a:srgbClr val="000000"/>
            </a:solidFill>
            <a:prstDash val="solid"/>
          </a:ln>
        </p:spPr>
      </p:sp>
      <p:sp>
        <p:nvSpPr>
          <p:cNvPr id="144" name="path-137">
            <a:extLst xmlns:a="http://schemas.openxmlformats.org/drawingml/2006/main">
              <a:ext uri="{FF2B5EF4-FFF2-40B4-BE49-F238E27FC236}">
                <a16:creationId xmlns:a16="http://schemas.microsoft.com/office/drawing/2014/main" id="{A36CA341-EA00-400D-B49D-0549D493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068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ath-138">
            <a:extLst xmlns:a="http://schemas.openxmlformats.org/drawingml/2006/main">
              <a:ext uri="{FF2B5EF4-FFF2-40B4-BE49-F238E27FC236}">
                <a16:creationId xmlns:a16="http://schemas.microsoft.com/office/drawing/2014/main" id="{B019F27A-1A9F-4292-82B5-46918B30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570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ath-139">
            <a:extLst xmlns:a="http://schemas.openxmlformats.org/drawingml/2006/main">
              <a:ext uri="{FF2B5EF4-FFF2-40B4-BE49-F238E27FC236}">
                <a16:creationId xmlns:a16="http://schemas.microsoft.com/office/drawing/2014/main" id="{1B219326-DF13-4712-8668-14A1841F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135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ath-140">
            <a:extLst xmlns:a="http://schemas.openxmlformats.org/drawingml/2006/main">
              <a:ext uri="{FF2B5EF4-FFF2-40B4-BE49-F238E27FC236}">
                <a16:creationId xmlns:a16="http://schemas.microsoft.com/office/drawing/2014/main" id="{7C62512C-6F2B-4017-A1F8-A36758F0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8171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ath-141">
            <a:extLst xmlns:a="http://schemas.openxmlformats.org/drawingml/2006/main">
              <a:ext uri="{FF2B5EF4-FFF2-40B4-BE49-F238E27FC236}">
                <a16:creationId xmlns:a16="http://schemas.microsoft.com/office/drawing/2014/main" id="{D9F474B8-DFB6-46AC-A48B-8534B476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843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ath-142">
            <a:extLst xmlns:a="http://schemas.openxmlformats.org/drawingml/2006/main">
              <a:ext uri="{FF2B5EF4-FFF2-40B4-BE49-F238E27FC236}">
                <a16:creationId xmlns:a16="http://schemas.microsoft.com/office/drawing/2014/main" id="{DEE2A4EC-2D2A-4DF7-96A0-972EC545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880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ath-143">
            <a:extLst xmlns:a="http://schemas.openxmlformats.org/drawingml/2006/main">
              <a:ext uri="{FF2B5EF4-FFF2-40B4-BE49-F238E27FC236}">
                <a16:creationId xmlns:a16="http://schemas.microsoft.com/office/drawing/2014/main" id="{D73929FF-0E1E-4040-A9EE-ED3F3CD1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37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44">
            <a:extLst xmlns:a="http://schemas.openxmlformats.org/drawingml/2006/main">
              <a:ext uri="{FF2B5EF4-FFF2-40B4-BE49-F238E27FC236}">
                <a16:creationId xmlns:a16="http://schemas.microsoft.com/office/drawing/2014/main" id="{5782DF28-6BFC-4AE3-B214-49E27BEC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736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ath-145">
            <a:extLst xmlns:a="http://schemas.openxmlformats.org/drawingml/2006/main">
              <a:ext uri="{FF2B5EF4-FFF2-40B4-BE49-F238E27FC236}">
                <a16:creationId xmlns:a16="http://schemas.microsoft.com/office/drawing/2014/main" id="{325BF76B-F998-4822-993F-9AF5297D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243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46">
            <a:extLst xmlns:a="http://schemas.openxmlformats.org/drawingml/2006/main">
              <a:ext uri="{FF2B5EF4-FFF2-40B4-BE49-F238E27FC236}">
                <a16:creationId xmlns:a16="http://schemas.microsoft.com/office/drawing/2014/main" id="{F91B6E7D-3B14-4457-AA17-B14A6150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3853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ath-147">
            <a:extLst xmlns:a="http://schemas.openxmlformats.org/drawingml/2006/main">
              <a:ext uri="{FF2B5EF4-FFF2-40B4-BE49-F238E27FC236}">
                <a16:creationId xmlns:a16="http://schemas.microsoft.com/office/drawing/2014/main" id="{F443BFD1-E318-47A5-84E5-EF286EB3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418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ath-148">
            <a:extLst xmlns:a="http://schemas.openxmlformats.org/drawingml/2006/main">
              <a:ext uri="{FF2B5EF4-FFF2-40B4-BE49-F238E27FC236}">
                <a16:creationId xmlns:a16="http://schemas.microsoft.com/office/drawing/2014/main" id="{188C4835-3A44-4FF2-B0BD-C34B8543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454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ath-149">
            <a:extLst xmlns:a="http://schemas.openxmlformats.org/drawingml/2006/main">
              <a:ext uri="{FF2B5EF4-FFF2-40B4-BE49-F238E27FC236}">
                <a16:creationId xmlns:a16="http://schemas.microsoft.com/office/drawing/2014/main" id="{9F85D29A-E3BC-4308-9748-36187043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126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ath-150">
            <a:extLst xmlns:a="http://schemas.openxmlformats.org/drawingml/2006/main">
              <a:ext uri="{FF2B5EF4-FFF2-40B4-BE49-F238E27FC236}">
                <a16:creationId xmlns:a16="http://schemas.microsoft.com/office/drawing/2014/main" id="{144A4DF9-F2CB-4654-8056-92784148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691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ath-151">
            <a:extLst xmlns:a="http://schemas.openxmlformats.org/drawingml/2006/main">
              <a:ext uri="{FF2B5EF4-FFF2-40B4-BE49-F238E27FC236}">
                <a16:creationId xmlns:a16="http://schemas.microsoft.com/office/drawing/2014/main" id="{E732E3C8-FB63-4B9D-A806-4F2E5E64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149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ath-152">
            <a:extLst xmlns:a="http://schemas.openxmlformats.org/drawingml/2006/main">
              <a:ext uri="{FF2B5EF4-FFF2-40B4-BE49-F238E27FC236}">
                <a16:creationId xmlns:a16="http://schemas.microsoft.com/office/drawing/2014/main" id="{BE89B220-5456-4937-991A-470C1A8D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548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53">
            <a:extLst xmlns:a="http://schemas.openxmlformats.org/drawingml/2006/main">
              <a:ext uri="{FF2B5EF4-FFF2-40B4-BE49-F238E27FC236}">
                <a16:creationId xmlns:a16="http://schemas.microsoft.com/office/drawing/2014/main" id="{F0164358-53D0-4FB7-90B4-E5C93000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055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ath-154">
            <a:extLst xmlns:a="http://schemas.openxmlformats.org/drawingml/2006/main">
              <a:ext uri="{FF2B5EF4-FFF2-40B4-BE49-F238E27FC236}">
                <a16:creationId xmlns:a16="http://schemas.microsoft.com/office/drawing/2014/main" id="{A4DC9224-A2C3-4577-A546-25A79D38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665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55">
            <a:extLst xmlns:a="http://schemas.openxmlformats.org/drawingml/2006/main">
              <a:ext uri="{FF2B5EF4-FFF2-40B4-BE49-F238E27FC236}">
                <a16:creationId xmlns:a16="http://schemas.microsoft.com/office/drawing/2014/main" id="{CA05046F-D9BB-4F9F-9353-A6E06D74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5230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ath-156">
            <a:extLst xmlns:a="http://schemas.openxmlformats.org/drawingml/2006/main">
              <a:ext uri="{FF2B5EF4-FFF2-40B4-BE49-F238E27FC236}">
                <a16:creationId xmlns:a16="http://schemas.microsoft.com/office/drawing/2014/main" id="{C4FE801A-F8BE-46FD-87AC-4195C928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266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ath-157">
            <a:extLst xmlns:a="http://schemas.openxmlformats.org/drawingml/2006/main">
              <a:ext uri="{FF2B5EF4-FFF2-40B4-BE49-F238E27FC236}">
                <a16:creationId xmlns:a16="http://schemas.microsoft.com/office/drawing/2014/main" id="{60CFA3B1-F6BC-4EAC-862A-1ACAA56A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938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ath-158">
            <a:extLst xmlns:a="http://schemas.openxmlformats.org/drawingml/2006/main">
              <a:ext uri="{FF2B5EF4-FFF2-40B4-BE49-F238E27FC236}">
                <a16:creationId xmlns:a16="http://schemas.microsoft.com/office/drawing/2014/main" id="{E746F12A-40AE-452A-958C-F9CFF1AB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974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ath-159">
            <a:extLst xmlns:a="http://schemas.openxmlformats.org/drawingml/2006/main">
              <a:ext uri="{FF2B5EF4-FFF2-40B4-BE49-F238E27FC236}">
                <a16:creationId xmlns:a16="http://schemas.microsoft.com/office/drawing/2014/main" id="{AC3E9917-4F50-4E72-9628-84A4E3CF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431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60">
            <a:extLst xmlns:a="http://schemas.openxmlformats.org/drawingml/2006/main">
              <a:ext uri="{FF2B5EF4-FFF2-40B4-BE49-F238E27FC236}">
                <a16:creationId xmlns:a16="http://schemas.microsoft.com/office/drawing/2014/main" id="{D7D23367-6A32-4EF9-B2F9-B0D0EC64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302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61">
            <a:extLst xmlns:a="http://schemas.openxmlformats.org/drawingml/2006/main">
              <a:ext uri="{FF2B5EF4-FFF2-40B4-BE49-F238E27FC236}">
                <a16:creationId xmlns:a16="http://schemas.microsoft.com/office/drawing/2014/main" id="{E7397BBA-192C-4DC6-ADCE-927A7439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867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ath-162">
            <a:extLst xmlns:a="http://schemas.openxmlformats.org/drawingml/2006/main">
              <a:ext uri="{FF2B5EF4-FFF2-40B4-BE49-F238E27FC236}">
                <a16:creationId xmlns:a16="http://schemas.microsoft.com/office/drawing/2014/main" id="{1511455A-3063-44D3-96BA-15158C53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948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ath-163">
            <a:extLst xmlns:a="http://schemas.openxmlformats.org/drawingml/2006/main">
              <a:ext uri="{FF2B5EF4-FFF2-40B4-BE49-F238E27FC236}">
                <a16:creationId xmlns:a16="http://schemas.microsoft.com/office/drawing/2014/main" id="{576F8BB3-07B1-4E77-90B2-687298CA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512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ath-164">
            <a:extLst xmlns:a="http://schemas.openxmlformats.org/drawingml/2006/main">
              <a:ext uri="{FF2B5EF4-FFF2-40B4-BE49-F238E27FC236}">
                <a16:creationId xmlns:a16="http://schemas.microsoft.com/office/drawing/2014/main" id="{D33E0C18-D3F2-4C05-A4B0-A1546F5E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548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ath-165">
            <a:extLst xmlns:a="http://schemas.openxmlformats.org/drawingml/2006/main">
              <a:ext uri="{FF2B5EF4-FFF2-40B4-BE49-F238E27FC236}">
                <a16:creationId xmlns:a16="http://schemas.microsoft.com/office/drawing/2014/main" id="{13B976A5-2938-42AB-BC79-643A9864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8750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ath-166">
            <a:extLst xmlns:a="http://schemas.openxmlformats.org/drawingml/2006/main">
              <a:ext uri="{FF2B5EF4-FFF2-40B4-BE49-F238E27FC236}">
                <a16:creationId xmlns:a16="http://schemas.microsoft.com/office/drawing/2014/main" id="{44D522C5-D223-4B63-8BCA-2E47FAD0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257" y="374756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50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ath-167">
            <a:extLst xmlns:a="http://schemas.openxmlformats.org/drawingml/2006/main">
              <a:ext uri="{FF2B5EF4-FFF2-40B4-BE49-F238E27FC236}">
                <a16:creationId xmlns:a16="http://schemas.microsoft.com/office/drawing/2014/main" id="{CE30639B-C0DE-4ADF-8099-86866446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715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ath-168">
            <a:extLst xmlns:a="http://schemas.openxmlformats.org/drawingml/2006/main">
              <a:ext uri="{FF2B5EF4-FFF2-40B4-BE49-F238E27FC236}">
                <a16:creationId xmlns:a16="http://schemas.microsoft.com/office/drawing/2014/main" id="{70D758D4-D97C-4889-ABA1-DC403CA0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113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ath-169">
            <a:extLst xmlns:a="http://schemas.openxmlformats.org/drawingml/2006/main">
              <a:ext uri="{FF2B5EF4-FFF2-40B4-BE49-F238E27FC236}">
                <a16:creationId xmlns:a16="http://schemas.microsoft.com/office/drawing/2014/main" id="{64A6C21A-4CA2-4F02-91D2-5DB5D9E8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678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70">
            <a:extLst xmlns:a="http://schemas.openxmlformats.org/drawingml/2006/main">
              <a:ext uri="{FF2B5EF4-FFF2-40B4-BE49-F238E27FC236}">
                <a16:creationId xmlns:a16="http://schemas.microsoft.com/office/drawing/2014/main" id="{7969434D-E7C5-4646-9BCC-E1F20D7B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289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71">
            <a:extLst xmlns:a="http://schemas.openxmlformats.org/drawingml/2006/main">
              <a:ext uri="{FF2B5EF4-FFF2-40B4-BE49-F238E27FC236}">
                <a16:creationId xmlns:a16="http://schemas.microsoft.com/office/drawing/2014/main" id="{2A4658C9-5906-46AB-B3AA-87BBCDCC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854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172">
            <a:extLst xmlns:a="http://schemas.openxmlformats.org/drawingml/2006/main">
              <a:ext uri="{FF2B5EF4-FFF2-40B4-BE49-F238E27FC236}">
                <a16:creationId xmlns:a16="http://schemas.microsoft.com/office/drawing/2014/main" id="{18F5D366-9E31-4E54-9AA9-7A083EA0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361" y="374756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50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173">
            <a:extLst xmlns:a="http://schemas.openxmlformats.org/drawingml/2006/main">
              <a:ext uri="{FF2B5EF4-FFF2-40B4-BE49-F238E27FC236}">
                <a16:creationId xmlns:a16="http://schemas.microsoft.com/office/drawing/2014/main" id="{86501C73-D8D2-46F6-87F3-9B412BBE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562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ath-174">
            <a:extLst xmlns:a="http://schemas.openxmlformats.org/drawingml/2006/main">
              <a:ext uri="{FF2B5EF4-FFF2-40B4-BE49-F238E27FC236}">
                <a16:creationId xmlns:a16="http://schemas.microsoft.com/office/drawing/2014/main" id="{EDF4A7CF-1414-46B9-B578-E15AFA10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9598" y="374756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50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175">
            <a:extLst xmlns:a="http://schemas.openxmlformats.org/drawingml/2006/main">
              <a:ext uri="{FF2B5EF4-FFF2-40B4-BE49-F238E27FC236}">
                <a16:creationId xmlns:a16="http://schemas.microsoft.com/office/drawing/2014/main" id="{3996E38E-80C2-4A94-8434-C3319B7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55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76">
            <a:extLst xmlns:a="http://schemas.openxmlformats.org/drawingml/2006/main">
              <a:ext uri="{FF2B5EF4-FFF2-40B4-BE49-F238E27FC236}">
                <a16:creationId xmlns:a16="http://schemas.microsoft.com/office/drawing/2014/main" id="{D99862CC-A138-4793-A80F-E874F87D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7455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177">
            <a:extLst xmlns:a="http://schemas.openxmlformats.org/drawingml/2006/main">
              <a:ext uri="{FF2B5EF4-FFF2-40B4-BE49-F238E27FC236}">
                <a16:creationId xmlns:a16="http://schemas.microsoft.com/office/drawing/2014/main" id="{A5267062-F18A-4D9C-BA6C-369012E7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961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78">
            <a:extLst xmlns:a="http://schemas.openxmlformats.org/drawingml/2006/main">
              <a:ext uri="{FF2B5EF4-FFF2-40B4-BE49-F238E27FC236}">
                <a16:creationId xmlns:a16="http://schemas.microsoft.com/office/drawing/2014/main" id="{07672C35-7D17-456C-BF9C-237C6C8C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571" y="374756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50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ath-179">
            <a:extLst xmlns:a="http://schemas.openxmlformats.org/drawingml/2006/main">
              <a:ext uri="{FF2B5EF4-FFF2-40B4-BE49-F238E27FC236}">
                <a16:creationId xmlns:a16="http://schemas.microsoft.com/office/drawing/2014/main" id="{2139003D-3858-4CFE-9C88-C7A8241D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3137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ath-180">
            <a:extLst xmlns:a="http://schemas.openxmlformats.org/drawingml/2006/main">
              <a:ext uri="{FF2B5EF4-FFF2-40B4-BE49-F238E27FC236}">
                <a16:creationId xmlns:a16="http://schemas.microsoft.com/office/drawing/2014/main" id="{2818D8D2-D548-498D-BF4B-645C5CCE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172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ath-181">
            <a:extLst xmlns:a="http://schemas.openxmlformats.org/drawingml/2006/main">
              <a:ext uri="{FF2B5EF4-FFF2-40B4-BE49-F238E27FC236}">
                <a16:creationId xmlns:a16="http://schemas.microsoft.com/office/drawing/2014/main" id="{9C6979A1-E5C5-45FF-8ADA-E04268E7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845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182">
            <a:extLst xmlns:a="http://schemas.openxmlformats.org/drawingml/2006/main">
              <a:ext uri="{FF2B5EF4-FFF2-40B4-BE49-F238E27FC236}">
                <a16:creationId xmlns:a16="http://schemas.microsoft.com/office/drawing/2014/main" id="{A444A0D9-ED5E-44E8-B246-D3BC4D34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1880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ath-183">
            <a:extLst xmlns:a="http://schemas.openxmlformats.org/drawingml/2006/main">
              <a:ext uri="{FF2B5EF4-FFF2-40B4-BE49-F238E27FC236}">
                <a16:creationId xmlns:a16="http://schemas.microsoft.com/office/drawing/2014/main" id="{8CF7A853-CF4B-44C8-9BAC-07EB6D4A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868" y="374756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50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ath-184">
            <a:extLst xmlns:a="http://schemas.openxmlformats.org/drawingml/2006/main">
              <a:ext uri="{FF2B5EF4-FFF2-40B4-BE49-F238E27FC236}">
                <a16:creationId xmlns:a16="http://schemas.microsoft.com/office/drawing/2014/main" id="{324E919E-24A4-4813-BAB7-4B74C86F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0266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185">
            <a:extLst xmlns:a="http://schemas.openxmlformats.org/drawingml/2006/main">
              <a:ext uri="{FF2B5EF4-FFF2-40B4-BE49-F238E27FC236}">
                <a16:creationId xmlns:a16="http://schemas.microsoft.com/office/drawing/2014/main" id="{3D41E4D0-3520-4A82-8B91-A5F8EFC1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7773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ath-186">
            <a:extLst xmlns:a="http://schemas.openxmlformats.org/drawingml/2006/main">
              <a:ext uri="{FF2B5EF4-FFF2-40B4-BE49-F238E27FC236}">
                <a16:creationId xmlns:a16="http://schemas.microsoft.com/office/drawing/2014/main" id="{B420511F-BA81-4383-ADF2-1F74CEEB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854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ath-187">
            <a:extLst xmlns:a="http://schemas.openxmlformats.org/drawingml/2006/main">
              <a:ext uri="{FF2B5EF4-FFF2-40B4-BE49-F238E27FC236}">
                <a16:creationId xmlns:a16="http://schemas.microsoft.com/office/drawing/2014/main" id="{EDA3DC35-921C-4535-BA50-27759C53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5419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88">
            <a:extLst xmlns:a="http://schemas.openxmlformats.org/drawingml/2006/main">
              <a:ext uri="{FF2B5EF4-FFF2-40B4-BE49-F238E27FC236}">
                <a16:creationId xmlns:a16="http://schemas.microsoft.com/office/drawing/2014/main" id="{A616B3C5-74A7-4C6E-B750-30F8DE15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3984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ath-189">
            <a:extLst xmlns:a="http://schemas.openxmlformats.org/drawingml/2006/main">
              <a:ext uri="{FF2B5EF4-FFF2-40B4-BE49-F238E27FC236}">
                <a16:creationId xmlns:a16="http://schemas.microsoft.com/office/drawing/2014/main" id="{46D2C305-3BE0-4186-BC1D-2A1720F2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656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ath-190">
            <a:extLst xmlns:a="http://schemas.openxmlformats.org/drawingml/2006/main">
              <a:ext uri="{FF2B5EF4-FFF2-40B4-BE49-F238E27FC236}">
                <a16:creationId xmlns:a16="http://schemas.microsoft.com/office/drawing/2014/main" id="{7EB7E2DF-9805-40DB-B2B3-AB4E3F96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692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191">
            <a:extLst xmlns:a="http://schemas.openxmlformats.org/drawingml/2006/main">
              <a:ext uri="{FF2B5EF4-FFF2-40B4-BE49-F238E27FC236}">
                <a16:creationId xmlns:a16="http://schemas.microsoft.com/office/drawing/2014/main" id="{469DE572-D229-4701-8035-A180942D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620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ath-192">
            <a:extLst xmlns:a="http://schemas.openxmlformats.org/drawingml/2006/main">
              <a:ext uri="{FF2B5EF4-FFF2-40B4-BE49-F238E27FC236}">
                <a16:creationId xmlns:a16="http://schemas.microsoft.com/office/drawing/2014/main" id="{9D4D77F3-7C4A-4F0A-BD2F-E61382D4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020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ath-193">
            <a:extLst xmlns:a="http://schemas.openxmlformats.org/drawingml/2006/main">
              <a:ext uri="{FF2B5EF4-FFF2-40B4-BE49-F238E27FC236}">
                <a16:creationId xmlns:a16="http://schemas.microsoft.com/office/drawing/2014/main" id="{7AF2C887-126B-4565-96F2-658A8BEC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585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194">
            <a:extLst xmlns:a="http://schemas.openxmlformats.org/drawingml/2006/main">
              <a:ext uri="{FF2B5EF4-FFF2-40B4-BE49-F238E27FC236}">
                <a16:creationId xmlns:a16="http://schemas.microsoft.com/office/drawing/2014/main" id="{2C382837-26D9-4DB7-A906-299BC32D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9665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ath-195">
            <a:extLst xmlns:a="http://schemas.openxmlformats.org/drawingml/2006/main">
              <a:ext uri="{FF2B5EF4-FFF2-40B4-BE49-F238E27FC236}">
                <a16:creationId xmlns:a16="http://schemas.microsoft.com/office/drawing/2014/main" id="{06AED08A-97D3-4561-BDE8-2C3A3FF9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231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ath-196">
            <a:extLst xmlns:a="http://schemas.openxmlformats.org/drawingml/2006/main">
              <a:ext uri="{FF2B5EF4-FFF2-40B4-BE49-F238E27FC236}">
                <a16:creationId xmlns:a16="http://schemas.microsoft.com/office/drawing/2014/main" id="{5D331623-B4F5-4720-878F-04E90F51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267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ath-197">
            <a:extLst xmlns:a="http://schemas.openxmlformats.org/drawingml/2006/main">
              <a:ext uri="{FF2B5EF4-FFF2-40B4-BE49-F238E27FC236}">
                <a16:creationId xmlns:a16="http://schemas.microsoft.com/office/drawing/2014/main" id="{8F6DC59A-9A40-4E47-8725-E8AF51B1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8939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ath-198">
            <a:extLst xmlns:a="http://schemas.openxmlformats.org/drawingml/2006/main">
              <a:ext uri="{FF2B5EF4-FFF2-40B4-BE49-F238E27FC236}">
                <a16:creationId xmlns:a16="http://schemas.microsoft.com/office/drawing/2014/main" id="{9D0025E3-EE91-46E3-BCE8-60149EE7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975" y="374756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50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ath-199">
            <a:extLst xmlns:a="http://schemas.openxmlformats.org/drawingml/2006/main">
              <a:ext uri="{FF2B5EF4-FFF2-40B4-BE49-F238E27FC236}">
                <a16:creationId xmlns:a16="http://schemas.microsoft.com/office/drawing/2014/main" id="{77592B48-F2B2-4260-B55C-D77746C9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433" y="374756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50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ath-200">
            <a:extLst xmlns:a="http://schemas.openxmlformats.org/drawingml/2006/main">
              <a:ext uri="{FF2B5EF4-FFF2-40B4-BE49-F238E27FC236}">
                <a16:creationId xmlns:a16="http://schemas.microsoft.com/office/drawing/2014/main" id="{74CEB504-480B-4A63-9DF3-DB8EF661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832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ath-201">
            <a:extLst xmlns:a="http://schemas.openxmlformats.org/drawingml/2006/main">
              <a:ext uri="{FF2B5EF4-FFF2-40B4-BE49-F238E27FC236}">
                <a16:creationId xmlns:a16="http://schemas.microsoft.com/office/drawing/2014/main" id="{CC662A2E-212D-4CD9-89CD-B5C98B7F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868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ath-202">
            <a:extLst xmlns:a="http://schemas.openxmlformats.org/drawingml/2006/main">
              <a:ext uri="{FF2B5EF4-FFF2-40B4-BE49-F238E27FC236}">
                <a16:creationId xmlns:a16="http://schemas.microsoft.com/office/drawing/2014/main" id="{227C9EFD-990D-4841-A5AF-9110C8FA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948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ath-203">
            <a:extLst xmlns:a="http://schemas.openxmlformats.org/drawingml/2006/main">
              <a:ext uri="{FF2B5EF4-FFF2-40B4-BE49-F238E27FC236}">
                <a16:creationId xmlns:a16="http://schemas.microsoft.com/office/drawing/2014/main" id="{40B1D711-A47E-4977-A4C4-31C6BFB2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1043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204">
            <a:extLst xmlns:a="http://schemas.openxmlformats.org/drawingml/2006/main">
              <a:ext uri="{FF2B5EF4-FFF2-40B4-BE49-F238E27FC236}">
                <a16:creationId xmlns:a16="http://schemas.microsoft.com/office/drawing/2014/main" id="{BE7EE741-244A-4063-BE22-0852EFFE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549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ath-205">
            <a:extLst xmlns:a="http://schemas.openxmlformats.org/drawingml/2006/main">
              <a:ext uri="{FF2B5EF4-FFF2-40B4-BE49-F238E27FC236}">
                <a16:creationId xmlns:a16="http://schemas.microsoft.com/office/drawing/2014/main" id="{85570587-2F3D-47DA-82F7-3A852B26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1222" y="374756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50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ath-206">
            <a:extLst xmlns:a="http://schemas.openxmlformats.org/drawingml/2006/main">
              <a:ext uri="{FF2B5EF4-FFF2-40B4-BE49-F238E27FC236}">
                <a16:creationId xmlns:a16="http://schemas.microsoft.com/office/drawing/2014/main" id="{AD409AD9-EB62-43F8-B7FA-99D4F68E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9787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ath-207">
            <a:extLst xmlns:a="http://schemas.openxmlformats.org/drawingml/2006/main">
              <a:ext uri="{FF2B5EF4-FFF2-40B4-BE49-F238E27FC236}">
                <a16:creationId xmlns:a16="http://schemas.microsoft.com/office/drawing/2014/main" id="{2EB2D936-B9E4-4E47-BBB0-ADAB4286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4245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ath-208">
            <a:extLst xmlns:a="http://schemas.openxmlformats.org/drawingml/2006/main">
              <a:ext uri="{FF2B5EF4-FFF2-40B4-BE49-F238E27FC236}">
                <a16:creationId xmlns:a16="http://schemas.microsoft.com/office/drawing/2014/main" id="{55759ADF-2B26-4F5E-A668-2C40829D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644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ath-209">
            <a:extLst xmlns:a="http://schemas.openxmlformats.org/drawingml/2006/main">
              <a:ext uri="{FF2B5EF4-FFF2-40B4-BE49-F238E27FC236}">
                <a16:creationId xmlns:a16="http://schemas.microsoft.com/office/drawing/2014/main" id="{855B38F3-868C-4184-9483-1235AA40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5151" y="374756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50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210">
            <a:extLst xmlns:a="http://schemas.openxmlformats.org/drawingml/2006/main">
              <a:ext uri="{FF2B5EF4-FFF2-40B4-BE49-F238E27FC236}">
                <a16:creationId xmlns:a16="http://schemas.microsoft.com/office/drawing/2014/main" id="{F4A52957-6BDE-45F7-BB7D-5E77D5C1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4761" y="374756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50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ath-211">
            <a:extLst xmlns:a="http://schemas.openxmlformats.org/drawingml/2006/main">
              <a:ext uri="{FF2B5EF4-FFF2-40B4-BE49-F238E27FC236}">
                <a16:creationId xmlns:a16="http://schemas.microsoft.com/office/drawing/2014/main" id="{2363C03D-BD4E-4D49-B9D4-1B923D27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3325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ath-212">
            <a:extLst xmlns:a="http://schemas.openxmlformats.org/drawingml/2006/main">
              <a:ext uri="{FF2B5EF4-FFF2-40B4-BE49-F238E27FC236}">
                <a16:creationId xmlns:a16="http://schemas.microsoft.com/office/drawing/2014/main" id="{32F80E37-6BDF-4423-A4D0-BA0C0828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1361" y="37475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ath-213">
            <a:extLst xmlns:a="http://schemas.openxmlformats.org/drawingml/2006/main">
              <a:ext uri="{FF2B5EF4-FFF2-40B4-BE49-F238E27FC236}">
                <a16:creationId xmlns:a16="http://schemas.microsoft.com/office/drawing/2014/main" id="{D1CE1B41-D80B-4AE5-890A-E131E025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397" y="37475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D864FB5A-736D-4B5F-BB8B-A8772C2852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7b02e6d1240f8"/>
          <a:stretch xmlns:a="http://schemas.openxmlformats.org/drawingml/2006/main"/>
        </p:blipFill>
        <p:spPr>
          <a:xfrm xmlns:a="http://schemas.openxmlformats.org/drawingml/2006/main">
            <a:off x="3330864" y="447491"/>
            <a:ext cx="806824" cy="459441"/>
          </a:xfrm>
          <a:prstGeom xmlns:a="http://schemas.openxmlformats.org/drawingml/2006/main" prst="rect">
            <a:avLst/>
          </a:prstGeom>
        </p:spPr>
      </p:pic>
      <p:pic>
        <p:nvPic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D3674BDF-0C87-435E-A727-8265D93B94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d2580989c4c3f"/>
          <a:stretch xmlns:a="http://schemas.openxmlformats.org/drawingml/2006/main"/>
        </p:blipFill>
        <p:spPr>
          <a:xfrm xmlns:a="http://schemas.openxmlformats.org/drawingml/2006/main">
            <a:off x="4260952" y="447491"/>
            <a:ext cx="806824" cy="459441"/>
          </a:xfrm>
          <a:prstGeom xmlns:a="http://schemas.openxmlformats.org/drawingml/2006/main" prst="rect">
            <a:avLst/>
          </a:prstGeom>
        </p:spPr>
      </p:pic>
      <p:pic>
        <p:nvPic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39E8252C-EE37-4690-B5F8-0544E84220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c133cd71f4f6a"/>
          <a:stretch xmlns:a="http://schemas.openxmlformats.org/drawingml/2006/main"/>
        </p:blipFill>
        <p:spPr>
          <a:xfrm xmlns:a="http://schemas.openxmlformats.org/drawingml/2006/main">
            <a:off x="5191040" y="447491"/>
            <a:ext cx="806824" cy="459441"/>
          </a:xfrm>
          <a:prstGeom xmlns:a="http://schemas.openxmlformats.org/drawingml/2006/main" prst="rect">
            <a:avLst/>
          </a:prstGeom>
        </p:spPr>
      </p:pic>
      <p:pic>
        <p:nvPic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F4843809-4617-4FF4-8102-5CB42A2FFF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0e032c2554dcb"/>
          <a:stretch xmlns:a="http://schemas.openxmlformats.org/drawingml/2006/main"/>
        </p:blipFill>
        <p:spPr>
          <a:xfrm xmlns:a="http://schemas.openxmlformats.org/drawingml/2006/main">
            <a:off x="6121128" y="447491"/>
            <a:ext cx="806824" cy="459441"/>
          </a:xfrm>
          <a:prstGeom xmlns:a="http://schemas.openxmlformats.org/drawingml/2006/main" prst="rect">
            <a:avLst/>
          </a:prstGeom>
        </p:spPr>
      </p:pic>
      <p:pic>
        <p:nvPic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40C12DB-C5CA-4D81-9FD8-41316AB45E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a2bb45ddb4ae8"/>
          <a:stretch xmlns:a="http://schemas.openxmlformats.org/drawingml/2006/main"/>
        </p:blipFill>
        <p:spPr>
          <a:xfrm xmlns:a="http://schemas.openxmlformats.org/drawingml/2006/main">
            <a:off x="7051217" y="447491"/>
            <a:ext cx="795618" cy="459441"/>
          </a:xfrm>
          <a:prstGeom xmlns:a="http://schemas.openxmlformats.org/drawingml/2006/main" prst="rect">
            <a:avLst/>
          </a:prstGeom>
        </p:spPr>
      </p:pic>
      <p:pic>
        <p:nvPic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5827819D-B8B6-4D0D-8498-5E9903E604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d82c591154e11"/>
          <a:stretch xmlns:a="http://schemas.openxmlformats.org/drawingml/2006/main"/>
        </p:blipFill>
        <p:spPr>
          <a:xfrm xmlns:a="http://schemas.openxmlformats.org/drawingml/2006/main">
            <a:off x="7981305" y="447491"/>
            <a:ext cx="795618" cy="459441"/>
          </a:xfrm>
          <a:prstGeom xmlns:a="http://schemas.openxmlformats.org/drawingml/2006/main" prst="rect">
            <a:avLst/>
          </a:prstGeom>
        </p:spPr>
      </p:pic>
      <p:pic>
        <p:nvPic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8862843E-F591-417A-B9C7-05BEDF60B6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542f5e3e143ce"/>
          <a:stretch xmlns:a="http://schemas.openxmlformats.org/drawingml/2006/main"/>
        </p:blipFill>
        <p:spPr>
          <a:xfrm xmlns:a="http://schemas.openxmlformats.org/drawingml/2006/main">
            <a:off x="8900187" y="447491"/>
            <a:ext cx="806824" cy="459441"/>
          </a:xfrm>
          <a:prstGeom xmlns:a="http://schemas.openxmlformats.org/drawingml/2006/main" prst="rect">
            <a:avLst/>
          </a:prstGeom>
        </p:spPr>
      </p:pic>
      <p:pic>
        <p:nvPic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BB0F7BDC-D358-4417-A6A5-77C23D7593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0dbbe692246f2"/>
          <a:stretch xmlns:a="http://schemas.openxmlformats.org/drawingml/2006/main"/>
        </p:blipFill>
        <p:spPr>
          <a:xfrm xmlns:a="http://schemas.openxmlformats.org/drawingml/2006/main">
            <a:off x="9830275" y="447491"/>
            <a:ext cx="806824" cy="459441"/>
          </a:xfrm>
          <a:prstGeom xmlns:a="http://schemas.openxmlformats.org/drawingml/2006/main" prst="rect">
            <a:avLst/>
          </a:prstGeom>
        </p:spPr>
      </p:pic>
      <p:pic>
        <p:nvPic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060C9716-EBDB-4F59-ABA2-3135F22713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dfa9fefb840f4"/>
          <a:stretch xmlns:a="http://schemas.openxmlformats.org/drawingml/2006/main"/>
        </p:blipFill>
        <p:spPr>
          <a:xfrm xmlns:a="http://schemas.openxmlformats.org/drawingml/2006/main">
            <a:off x="10760364" y="447491"/>
            <a:ext cx="806824" cy="459441"/>
          </a:xfrm>
          <a:prstGeom xmlns:a="http://schemas.openxmlformats.org/drawingml/2006/main" prst="rect">
            <a:avLst/>
          </a:prstGeom>
        </p:spPr>
      </p:pic>
      <p:pic>
        <p:nvPic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451D16FC-44FB-4389-93DD-E2999FAC03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1e369ca9c4f60"/>
          <a:stretch xmlns:a="http://schemas.openxmlformats.org/drawingml/2006/main"/>
        </p:blipFill>
        <p:spPr>
          <a:xfrm xmlns:a="http://schemas.openxmlformats.org/drawingml/2006/main">
            <a:off x="11690452" y="447491"/>
            <a:ext cx="806824" cy="459441"/>
          </a:xfrm>
          <a:prstGeom xmlns:a="http://schemas.openxmlformats.org/drawingml/2006/main" prst="rect">
            <a:avLst/>
          </a:prstGeom>
        </p:spPr>
      </p:pic>
      <p:pic>
        <p:nvPic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46306DA0-7EF9-46D9-BCE4-4D4BA33BB9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ce71031b34cbf"/>
          <a:stretch xmlns:a="http://schemas.openxmlformats.org/drawingml/2006/main"/>
        </p:blipFill>
        <p:spPr>
          <a:xfrm xmlns:a="http://schemas.openxmlformats.org/drawingml/2006/main">
            <a:off x="2411981" y="111314"/>
            <a:ext cx="1210235" cy="930088"/>
          </a:xfrm>
          <a:prstGeom xmlns:a="http://schemas.openxmlformats.org/drawingml/2006/main" prst="rect">
            <a:avLst/>
          </a:prstGeom>
        </p:spPr>
      </p:pic>
      <p:sp>
        <p:nvSpPr>
          <p:cNvPr id="232" name="text-225 Video">
            <a:extLst xmlns:a="http://schemas.openxmlformats.org/drawingml/2006/main">
              <a:ext uri="{FF2B5EF4-FFF2-40B4-BE49-F238E27FC236}">
                <a16:creationId xmlns:a16="http://schemas.microsoft.com/office/drawing/2014/main" id="{87EEA42C-9CFF-4735-BEEB-43965632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5043" y="776692"/>
            <a:ext cx="500516" cy="242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233" name="path-226">
            <a:extLst xmlns:a="http://schemas.openxmlformats.org/drawingml/2006/main">
              <a:ext uri="{FF2B5EF4-FFF2-40B4-BE49-F238E27FC236}">
                <a16:creationId xmlns:a16="http://schemas.microsoft.com/office/drawing/2014/main" id="{CA4FD2EE-E0F9-4B02-ABD3-8534F0CF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068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ath-227">
            <a:extLst xmlns:a="http://schemas.openxmlformats.org/drawingml/2006/main">
              <a:ext uri="{FF2B5EF4-FFF2-40B4-BE49-F238E27FC236}">
                <a16:creationId xmlns:a16="http://schemas.microsoft.com/office/drawing/2014/main" id="{B7E5747F-DD0C-4B99-8D77-C2B4654F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570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ath-228">
            <a:extLst xmlns:a="http://schemas.openxmlformats.org/drawingml/2006/main">
              <a:ext uri="{FF2B5EF4-FFF2-40B4-BE49-F238E27FC236}">
                <a16:creationId xmlns:a16="http://schemas.microsoft.com/office/drawing/2014/main" id="{B838B039-288E-43EB-99AB-AE0A0A34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135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ath-229">
            <a:extLst xmlns:a="http://schemas.openxmlformats.org/drawingml/2006/main">
              <a:ext uri="{FF2B5EF4-FFF2-40B4-BE49-F238E27FC236}">
                <a16:creationId xmlns:a16="http://schemas.microsoft.com/office/drawing/2014/main" id="{BAB13DCD-D673-4342-8B9D-7A328D99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8171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ath-230">
            <a:extLst xmlns:a="http://schemas.openxmlformats.org/drawingml/2006/main">
              <a:ext uri="{FF2B5EF4-FFF2-40B4-BE49-F238E27FC236}">
                <a16:creationId xmlns:a16="http://schemas.microsoft.com/office/drawing/2014/main" id="{33D36588-ABCE-47E5-B54C-C18B0581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843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ath-231">
            <a:extLst xmlns:a="http://schemas.openxmlformats.org/drawingml/2006/main">
              <a:ext uri="{FF2B5EF4-FFF2-40B4-BE49-F238E27FC236}">
                <a16:creationId xmlns:a16="http://schemas.microsoft.com/office/drawing/2014/main" id="{09C3AC52-0458-42F1-A1D0-A8726BAA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880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ath-232">
            <a:extLst xmlns:a="http://schemas.openxmlformats.org/drawingml/2006/main">
              <a:ext uri="{FF2B5EF4-FFF2-40B4-BE49-F238E27FC236}">
                <a16:creationId xmlns:a16="http://schemas.microsoft.com/office/drawing/2014/main" id="{E8FC07C4-FB7C-45E1-8A9D-F8B68961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37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ath-233">
            <a:extLst xmlns:a="http://schemas.openxmlformats.org/drawingml/2006/main">
              <a:ext uri="{FF2B5EF4-FFF2-40B4-BE49-F238E27FC236}">
                <a16:creationId xmlns:a16="http://schemas.microsoft.com/office/drawing/2014/main" id="{A6B14303-F539-4068-9AA6-013BFEB0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736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ath-234">
            <a:extLst xmlns:a="http://schemas.openxmlformats.org/drawingml/2006/main">
              <a:ext uri="{FF2B5EF4-FFF2-40B4-BE49-F238E27FC236}">
                <a16:creationId xmlns:a16="http://schemas.microsoft.com/office/drawing/2014/main" id="{623846CC-5892-424E-9498-8A679D18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243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235">
            <a:extLst xmlns:a="http://schemas.openxmlformats.org/drawingml/2006/main">
              <a:ext uri="{FF2B5EF4-FFF2-40B4-BE49-F238E27FC236}">
                <a16:creationId xmlns:a16="http://schemas.microsoft.com/office/drawing/2014/main" id="{9E2569BD-D566-4D57-9A73-465831E4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3853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ath-236">
            <a:extLst xmlns:a="http://schemas.openxmlformats.org/drawingml/2006/main">
              <a:ext uri="{FF2B5EF4-FFF2-40B4-BE49-F238E27FC236}">
                <a16:creationId xmlns:a16="http://schemas.microsoft.com/office/drawing/2014/main" id="{A1382C8A-4468-41E1-8DD9-6857A260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418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ath-237">
            <a:extLst xmlns:a="http://schemas.openxmlformats.org/drawingml/2006/main">
              <a:ext uri="{FF2B5EF4-FFF2-40B4-BE49-F238E27FC236}">
                <a16:creationId xmlns:a16="http://schemas.microsoft.com/office/drawing/2014/main" id="{D750E8F2-FF27-45B4-ACF1-0C60184F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454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ath-238">
            <a:extLst xmlns:a="http://schemas.openxmlformats.org/drawingml/2006/main">
              <a:ext uri="{FF2B5EF4-FFF2-40B4-BE49-F238E27FC236}">
                <a16:creationId xmlns:a16="http://schemas.microsoft.com/office/drawing/2014/main" id="{9DD1AF9C-FDA7-453D-B614-77B5262D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126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ath-239">
            <a:extLst xmlns:a="http://schemas.openxmlformats.org/drawingml/2006/main">
              <a:ext uri="{FF2B5EF4-FFF2-40B4-BE49-F238E27FC236}">
                <a16:creationId xmlns:a16="http://schemas.microsoft.com/office/drawing/2014/main" id="{EA36F178-7F0A-428E-A1F6-76B1EE3F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691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ath-240">
            <a:extLst xmlns:a="http://schemas.openxmlformats.org/drawingml/2006/main">
              <a:ext uri="{FF2B5EF4-FFF2-40B4-BE49-F238E27FC236}">
                <a16:creationId xmlns:a16="http://schemas.microsoft.com/office/drawing/2014/main" id="{B25B6909-45DA-4A0D-B7FE-4DAEF28D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149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ath-241">
            <a:extLst xmlns:a="http://schemas.openxmlformats.org/drawingml/2006/main">
              <a:ext uri="{FF2B5EF4-FFF2-40B4-BE49-F238E27FC236}">
                <a16:creationId xmlns:a16="http://schemas.microsoft.com/office/drawing/2014/main" id="{C6181996-35BC-4AD9-9173-2093EE96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548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ath-242">
            <a:extLst xmlns:a="http://schemas.openxmlformats.org/drawingml/2006/main">
              <a:ext uri="{FF2B5EF4-FFF2-40B4-BE49-F238E27FC236}">
                <a16:creationId xmlns:a16="http://schemas.microsoft.com/office/drawing/2014/main" id="{F9E7AF06-81D5-4C95-80D5-5C426128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055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43">
            <a:extLst xmlns:a="http://schemas.openxmlformats.org/drawingml/2006/main">
              <a:ext uri="{FF2B5EF4-FFF2-40B4-BE49-F238E27FC236}">
                <a16:creationId xmlns:a16="http://schemas.microsoft.com/office/drawing/2014/main" id="{FFB1F6BB-37FB-4CD8-B42B-50F57B9F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665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ath-244">
            <a:extLst xmlns:a="http://schemas.openxmlformats.org/drawingml/2006/main">
              <a:ext uri="{FF2B5EF4-FFF2-40B4-BE49-F238E27FC236}">
                <a16:creationId xmlns:a16="http://schemas.microsoft.com/office/drawing/2014/main" id="{07B23226-48D9-4739-9373-E3867DC2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5230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ath-245">
            <a:extLst xmlns:a="http://schemas.openxmlformats.org/drawingml/2006/main">
              <a:ext uri="{FF2B5EF4-FFF2-40B4-BE49-F238E27FC236}">
                <a16:creationId xmlns:a16="http://schemas.microsoft.com/office/drawing/2014/main" id="{8E883C63-74E9-4961-912F-8957A3CD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266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246">
            <a:extLst xmlns:a="http://schemas.openxmlformats.org/drawingml/2006/main">
              <a:ext uri="{FF2B5EF4-FFF2-40B4-BE49-F238E27FC236}">
                <a16:creationId xmlns:a16="http://schemas.microsoft.com/office/drawing/2014/main" id="{15C01DD6-2300-4C8A-B07C-6994BD73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938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47">
            <a:extLst xmlns:a="http://schemas.openxmlformats.org/drawingml/2006/main">
              <a:ext uri="{FF2B5EF4-FFF2-40B4-BE49-F238E27FC236}">
                <a16:creationId xmlns:a16="http://schemas.microsoft.com/office/drawing/2014/main" id="{8EF2EB64-1A1B-45CE-BE91-09F0AE3A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974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ath-248">
            <a:extLst xmlns:a="http://schemas.openxmlformats.org/drawingml/2006/main">
              <a:ext uri="{FF2B5EF4-FFF2-40B4-BE49-F238E27FC236}">
                <a16:creationId xmlns:a16="http://schemas.microsoft.com/office/drawing/2014/main" id="{9DBEA059-E432-4438-A095-8863A5E8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431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249">
            <a:extLst xmlns:a="http://schemas.openxmlformats.org/drawingml/2006/main">
              <a:ext uri="{FF2B5EF4-FFF2-40B4-BE49-F238E27FC236}">
                <a16:creationId xmlns:a16="http://schemas.microsoft.com/office/drawing/2014/main" id="{DF845B7A-63CE-4752-A19F-DE50CBE6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302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50">
            <a:extLst xmlns:a="http://schemas.openxmlformats.org/drawingml/2006/main">
              <a:ext uri="{FF2B5EF4-FFF2-40B4-BE49-F238E27FC236}">
                <a16:creationId xmlns:a16="http://schemas.microsoft.com/office/drawing/2014/main" id="{8B804F5A-8138-4E6C-9224-0C7BDC7E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867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ath-251">
            <a:extLst xmlns:a="http://schemas.openxmlformats.org/drawingml/2006/main">
              <a:ext uri="{FF2B5EF4-FFF2-40B4-BE49-F238E27FC236}">
                <a16:creationId xmlns:a16="http://schemas.microsoft.com/office/drawing/2014/main" id="{33C7C523-D42F-419A-BF16-DAAB6AB3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948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ath-252">
            <a:extLst xmlns:a="http://schemas.openxmlformats.org/drawingml/2006/main">
              <a:ext uri="{FF2B5EF4-FFF2-40B4-BE49-F238E27FC236}">
                <a16:creationId xmlns:a16="http://schemas.microsoft.com/office/drawing/2014/main" id="{E463058E-BCD0-4E93-B602-28B67645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512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253">
            <a:extLst xmlns:a="http://schemas.openxmlformats.org/drawingml/2006/main">
              <a:ext uri="{FF2B5EF4-FFF2-40B4-BE49-F238E27FC236}">
                <a16:creationId xmlns:a16="http://schemas.microsoft.com/office/drawing/2014/main" id="{7AE0E60B-EA51-47B5-8EED-CFCB446C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548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ath-254">
            <a:extLst xmlns:a="http://schemas.openxmlformats.org/drawingml/2006/main">
              <a:ext uri="{FF2B5EF4-FFF2-40B4-BE49-F238E27FC236}">
                <a16:creationId xmlns:a16="http://schemas.microsoft.com/office/drawing/2014/main" id="{F4E033D2-BA1E-429F-A192-E943ECB1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8750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ath-255">
            <a:extLst xmlns:a="http://schemas.openxmlformats.org/drawingml/2006/main">
              <a:ext uri="{FF2B5EF4-FFF2-40B4-BE49-F238E27FC236}">
                <a16:creationId xmlns:a16="http://schemas.microsoft.com/office/drawing/2014/main" id="{497F21DF-BD77-4682-A602-74A2935D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257" y="938823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ath-256">
            <a:extLst xmlns:a="http://schemas.openxmlformats.org/drawingml/2006/main">
              <a:ext uri="{FF2B5EF4-FFF2-40B4-BE49-F238E27FC236}">
                <a16:creationId xmlns:a16="http://schemas.microsoft.com/office/drawing/2014/main" id="{C831E3C3-12BC-4DC2-8303-4D02A296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715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ath-257">
            <a:extLst xmlns:a="http://schemas.openxmlformats.org/drawingml/2006/main">
              <a:ext uri="{FF2B5EF4-FFF2-40B4-BE49-F238E27FC236}">
                <a16:creationId xmlns:a16="http://schemas.microsoft.com/office/drawing/2014/main" id="{534C00B9-5F4F-499B-A8F0-12BC6FE8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113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path-258">
            <a:extLst xmlns:a="http://schemas.openxmlformats.org/drawingml/2006/main">
              <a:ext uri="{FF2B5EF4-FFF2-40B4-BE49-F238E27FC236}">
                <a16:creationId xmlns:a16="http://schemas.microsoft.com/office/drawing/2014/main" id="{7FA233F4-F705-479E-B648-2C227A5C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678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ath-259">
            <a:extLst xmlns:a="http://schemas.openxmlformats.org/drawingml/2006/main">
              <a:ext uri="{FF2B5EF4-FFF2-40B4-BE49-F238E27FC236}">
                <a16:creationId xmlns:a16="http://schemas.microsoft.com/office/drawing/2014/main" id="{E4E5D9D4-D10A-478B-BDFB-AF341DC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289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path-260">
            <a:extLst xmlns:a="http://schemas.openxmlformats.org/drawingml/2006/main">
              <a:ext uri="{FF2B5EF4-FFF2-40B4-BE49-F238E27FC236}">
                <a16:creationId xmlns:a16="http://schemas.microsoft.com/office/drawing/2014/main" id="{E1E70C13-823A-4D34-B0D1-DE4620E3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854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ath-261">
            <a:extLst xmlns:a="http://schemas.openxmlformats.org/drawingml/2006/main">
              <a:ext uri="{FF2B5EF4-FFF2-40B4-BE49-F238E27FC236}">
                <a16:creationId xmlns:a16="http://schemas.microsoft.com/office/drawing/2014/main" id="{4B78A303-D290-48D3-861E-20F4F3B7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361" y="938823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ath-262">
            <a:extLst xmlns:a="http://schemas.openxmlformats.org/drawingml/2006/main">
              <a:ext uri="{FF2B5EF4-FFF2-40B4-BE49-F238E27FC236}">
                <a16:creationId xmlns:a16="http://schemas.microsoft.com/office/drawing/2014/main" id="{4A4E48CF-4E43-4840-86BC-4ED3EF40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562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ath-263">
            <a:extLst xmlns:a="http://schemas.openxmlformats.org/drawingml/2006/main">
              <a:ext uri="{FF2B5EF4-FFF2-40B4-BE49-F238E27FC236}">
                <a16:creationId xmlns:a16="http://schemas.microsoft.com/office/drawing/2014/main" id="{6F458D7E-2EE3-4C0C-8820-0F11EFE5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9598" y="938823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ath-264">
            <a:extLst xmlns:a="http://schemas.openxmlformats.org/drawingml/2006/main">
              <a:ext uri="{FF2B5EF4-FFF2-40B4-BE49-F238E27FC236}">
                <a16:creationId xmlns:a16="http://schemas.microsoft.com/office/drawing/2014/main" id="{E6A8BAEC-B2AA-4502-BC6B-6A609E9C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55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ath-265">
            <a:extLst xmlns:a="http://schemas.openxmlformats.org/drawingml/2006/main">
              <a:ext uri="{FF2B5EF4-FFF2-40B4-BE49-F238E27FC236}">
                <a16:creationId xmlns:a16="http://schemas.microsoft.com/office/drawing/2014/main" id="{AB20FE9E-4B12-43FE-BF70-BE87E752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7455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ath-266">
            <a:extLst xmlns:a="http://schemas.openxmlformats.org/drawingml/2006/main">
              <a:ext uri="{FF2B5EF4-FFF2-40B4-BE49-F238E27FC236}">
                <a16:creationId xmlns:a16="http://schemas.microsoft.com/office/drawing/2014/main" id="{F041DBA2-22DD-4600-ACD5-48EE5AAE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961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ath-267">
            <a:extLst xmlns:a="http://schemas.openxmlformats.org/drawingml/2006/main">
              <a:ext uri="{FF2B5EF4-FFF2-40B4-BE49-F238E27FC236}">
                <a16:creationId xmlns:a16="http://schemas.microsoft.com/office/drawing/2014/main" id="{C0C51AA1-600E-4713-AC31-2F4D53F8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571" y="938823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268">
            <a:extLst xmlns:a="http://schemas.openxmlformats.org/drawingml/2006/main">
              <a:ext uri="{FF2B5EF4-FFF2-40B4-BE49-F238E27FC236}">
                <a16:creationId xmlns:a16="http://schemas.microsoft.com/office/drawing/2014/main" id="{F8EB1AD5-5BED-4DCC-AE9B-D39F0C12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3137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ath-269">
            <a:extLst xmlns:a="http://schemas.openxmlformats.org/drawingml/2006/main">
              <a:ext uri="{FF2B5EF4-FFF2-40B4-BE49-F238E27FC236}">
                <a16:creationId xmlns:a16="http://schemas.microsoft.com/office/drawing/2014/main" id="{7FF6FC74-1C9C-49A4-AB31-FDA15198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172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ath-270">
            <a:extLst xmlns:a="http://schemas.openxmlformats.org/drawingml/2006/main">
              <a:ext uri="{FF2B5EF4-FFF2-40B4-BE49-F238E27FC236}">
                <a16:creationId xmlns:a16="http://schemas.microsoft.com/office/drawing/2014/main" id="{87C89B89-AFF9-4A65-A2FE-34592768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845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ath-271">
            <a:extLst xmlns:a="http://schemas.openxmlformats.org/drawingml/2006/main">
              <a:ext uri="{FF2B5EF4-FFF2-40B4-BE49-F238E27FC236}">
                <a16:creationId xmlns:a16="http://schemas.microsoft.com/office/drawing/2014/main" id="{1876838A-6735-45B4-B9AD-7995E404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1880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ath-272">
            <a:extLst xmlns:a="http://schemas.openxmlformats.org/drawingml/2006/main">
              <a:ext uri="{FF2B5EF4-FFF2-40B4-BE49-F238E27FC236}">
                <a16:creationId xmlns:a16="http://schemas.microsoft.com/office/drawing/2014/main" id="{65C99B08-5A89-4D1E-B173-EA6A988E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868" y="938823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ath-273">
            <a:extLst xmlns:a="http://schemas.openxmlformats.org/drawingml/2006/main">
              <a:ext uri="{FF2B5EF4-FFF2-40B4-BE49-F238E27FC236}">
                <a16:creationId xmlns:a16="http://schemas.microsoft.com/office/drawing/2014/main" id="{13F03C98-7905-4F6C-823D-5485217E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0266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ath-274">
            <a:extLst xmlns:a="http://schemas.openxmlformats.org/drawingml/2006/main">
              <a:ext uri="{FF2B5EF4-FFF2-40B4-BE49-F238E27FC236}">
                <a16:creationId xmlns:a16="http://schemas.microsoft.com/office/drawing/2014/main" id="{9B82D7EC-272E-4EB5-BC00-850D59F6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7773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path-275">
            <a:extLst xmlns:a="http://schemas.openxmlformats.org/drawingml/2006/main">
              <a:ext uri="{FF2B5EF4-FFF2-40B4-BE49-F238E27FC236}">
                <a16:creationId xmlns:a16="http://schemas.microsoft.com/office/drawing/2014/main" id="{DED7A0B7-225B-4067-8024-98E67ADD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854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ath-276">
            <a:extLst xmlns:a="http://schemas.openxmlformats.org/drawingml/2006/main">
              <a:ext uri="{FF2B5EF4-FFF2-40B4-BE49-F238E27FC236}">
                <a16:creationId xmlns:a16="http://schemas.microsoft.com/office/drawing/2014/main" id="{9E0AE1B5-0831-4D45-96E7-870F1C99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5419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ath-277">
            <a:extLst xmlns:a="http://schemas.openxmlformats.org/drawingml/2006/main">
              <a:ext uri="{FF2B5EF4-FFF2-40B4-BE49-F238E27FC236}">
                <a16:creationId xmlns:a16="http://schemas.microsoft.com/office/drawing/2014/main" id="{55EA9E10-2FFB-4A02-92B0-C5DF8E59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3984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ath-278">
            <a:extLst xmlns:a="http://schemas.openxmlformats.org/drawingml/2006/main">
              <a:ext uri="{FF2B5EF4-FFF2-40B4-BE49-F238E27FC236}">
                <a16:creationId xmlns:a16="http://schemas.microsoft.com/office/drawing/2014/main" id="{E205B41F-6F42-405E-B004-811692EA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656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ath-279">
            <a:extLst xmlns:a="http://schemas.openxmlformats.org/drawingml/2006/main">
              <a:ext uri="{FF2B5EF4-FFF2-40B4-BE49-F238E27FC236}">
                <a16:creationId xmlns:a16="http://schemas.microsoft.com/office/drawing/2014/main" id="{4EA71671-AA51-4454-8580-6CEF57A4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692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ath-280">
            <a:extLst xmlns:a="http://schemas.openxmlformats.org/drawingml/2006/main">
              <a:ext uri="{FF2B5EF4-FFF2-40B4-BE49-F238E27FC236}">
                <a16:creationId xmlns:a16="http://schemas.microsoft.com/office/drawing/2014/main" id="{C61C9DAE-CFC3-40D9-AC68-A44EFBCC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620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81">
            <a:extLst xmlns:a="http://schemas.openxmlformats.org/drawingml/2006/main">
              <a:ext uri="{FF2B5EF4-FFF2-40B4-BE49-F238E27FC236}">
                <a16:creationId xmlns:a16="http://schemas.microsoft.com/office/drawing/2014/main" id="{2C3B396C-CCE9-47FF-97AC-6CD8ACE0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020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ath-282">
            <a:extLst xmlns:a="http://schemas.openxmlformats.org/drawingml/2006/main">
              <a:ext uri="{FF2B5EF4-FFF2-40B4-BE49-F238E27FC236}">
                <a16:creationId xmlns:a16="http://schemas.microsoft.com/office/drawing/2014/main" id="{166A203D-2079-43EC-B7AD-19AE8211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585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83">
            <a:extLst xmlns:a="http://schemas.openxmlformats.org/drawingml/2006/main">
              <a:ext uri="{FF2B5EF4-FFF2-40B4-BE49-F238E27FC236}">
                <a16:creationId xmlns:a16="http://schemas.microsoft.com/office/drawing/2014/main" id="{DC75F22F-DDDC-4FBF-9D86-FE57D480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9665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ath-284">
            <a:extLst xmlns:a="http://schemas.openxmlformats.org/drawingml/2006/main">
              <a:ext uri="{FF2B5EF4-FFF2-40B4-BE49-F238E27FC236}">
                <a16:creationId xmlns:a16="http://schemas.microsoft.com/office/drawing/2014/main" id="{6473C00A-ED44-40C5-9F5E-8C68CE79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231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ath-285">
            <a:extLst xmlns:a="http://schemas.openxmlformats.org/drawingml/2006/main">
              <a:ext uri="{FF2B5EF4-FFF2-40B4-BE49-F238E27FC236}">
                <a16:creationId xmlns:a16="http://schemas.microsoft.com/office/drawing/2014/main" id="{502DD602-F683-41E7-A201-856D27C5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267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ath-286">
            <a:extLst xmlns:a="http://schemas.openxmlformats.org/drawingml/2006/main">
              <a:ext uri="{FF2B5EF4-FFF2-40B4-BE49-F238E27FC236}">
                <a16:creationId xmlns:a16="http://schemas.microsoft.com/office/drawing/2014/main" id="{EAA3E914-1550-45F9-82A1-4D630AA4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8939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ath-287">
            <a:extLst xmlns:a="http://schemas.openxmlformats.org/drawingml/2006/main">
              <a:ext uri="{FF2B5EF4-FFF2-40B4-BE49-F238E27FC236}">
                <a16:creationId xmlns:a16="http://schemas.microsoft.com/office/drawing/2014/main" id="{B4B766AC-D67B-45BB-84E2-2A4320EE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975" y="938823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288">
            <a:extLst xmlns:a="http://schemas.openxmlformats.org/drawingml/2006/main">
              <a:ext uri="{FF2B5EF4-FFF2-40B4-BE49-F238E27FC236}">
                <a16:creationId xmlns:a16="http://schemas.microsoft.com/office/drawing/2014/main" id="{58D95639-77C0-4567-861F-52B8EC20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433" y="938823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ath-289">
            <a:extLst xmlns:a="http://schemas.openxmlformats.org/drawingml/2006/main">
              <a:ext uri="{FF2B5EF4-FFF2-40B4-BE49-F238E27FC236}">
                <a16:creationId xmlns:a16="http://schemas.microsoft.com/office/drawing/2014/main" id="{CAE3EA8C-2A76-4E7A-BD76-4613AFB2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832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290">
            <a:extLst xmlns:a="http://schemas.openxmlformats.org/drawingml/2006/main">
              <a:ext uri="{FF2B5EF4-FFF2-40B4-BE49-F238E27FC236}">
                <a16:creationId xmlns:a16="http://schemas.microsoft.com/office/drawing/2014/main" id="{AFAF6088-4BC4-4CB3-A9B5-D49A88B0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868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ath-291">
            <a:extLst xmlns:a="http://schemas.openxmlformats.org/drawingml/2006/main">
              <a:ext uri="{FF2B5EF4-FFF2-40B4-BE49-F238E27FC236}">
                <a16:creationId xmlns:a16="http://schemas.microsoft.com/office/drawing/2014/main" id="{38BF0566-A2E4-44CC-B88D-5EA3EF65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948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ath-292">
            <a:extLst xmlns:a="http://schemas.openxmlformats.org/drawingml/2006/main">
              <a:ext uri="{FF2B5EF4-FFF2-40B4-BE49-F238E27FC236}">
                <a16:creationId xmlns:a16="http://schemas.microsoft.com/office/drawing/2014/main" id="{F9F14037-AFEE-46A1-ACB2-8CB74C30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1043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path-293">
            <a:extLst xmlns:a="http://schemas.openxmlformats.org/drawingml/2006/main">
              <a:ext uri="{FF2B5EF4-FFF2-40B4-BE49-F238E27FC236}">
                <a16:creationId xmlns:a16="http://schemas.microsoft.com/office/drawing/2014/main" id="{5B02C18D-53D3-4F77-910C-C62A0E2D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549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ath-294">
            <a:extLst xmlns:a="http://schemas.openxmlformats.org/drawingml/2006/main">
              <a:ext uri="{FF2B5EF4-FFF2-40B4-BE49-F238E27FC236}">
                <a16:creationId xmlns:a16="http://schemas.microsoft.com/office/drawing/2014/main" id="{03911B04-CC8D-4EFC-9233-A5F19C70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1222" y="938823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ath-295">
            <a:extLst xmlns:a="http://schemas.openxmlformats.org/drawingml/2006/main">
              <a:ext uri="{FF2B5EF4-FFF2-40B4-BE49-F238E27FC236}">
                <a16:creationId xmlns:a16="http://schemas.microsoft.com/office/drawing/2014/main" id="{A1FAC907-831D-44A8-994A-7A07225D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9787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ath-296">
            <a:extLst xmlns:a="http://schemas.openxmlformats.org/drawingml/2006/main">
              <a:ext uri="{FF2B5EF4-FFF2-40B4-BE49-F238E27FC236}">
                <a16:creationId xmlns:a16="http://schemas.microsoft.com/office/drawing/2014/main" id="{403C9BA6-9936-4885-A254-9C5089C5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4245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ath-297">
            <a:extLst xmlns:a="http://schemas.openxmlformats.org/drawingml/2006/main">
              <a:ext uri="{FF2B5EF4-FFF2-40B4-BE49-F238E27FC236}">
                <a16:creationId xmlns:a16="http://schemas.microsoft.com/office/drawing/2014/main" id="{931253F6-971E-4E3D-9582-AC93764E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644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ath-298">
            <a:extLst xmlns:a="http://schemas.openxmlformats.org/drawingml/2006/main">
              <a:ext uri="{FF2B5EF4-FFF2-40B4-BE49-F238E27FC236}">
                <a16:creationId xmlns:a16="http://schemas.microsoft.com/office/drawing/2014/main" id="{1EF0B6A3-B39C-4699-AE27-1A6EF7CA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5151" y="938823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path-299">
            <a:extLst xmlns:a="http://schemas.openxmlformats.org/drawingml/2006/main">
              <a:ext uri="{FF2B5EF4-FFF2-40B4-BE49-F238E27FC236}">
                <a16:creationId xmlns:a16="http://schemas.microsoft.com/office/drawing/2014/main" id="{A7593823-38B6-4CB6-A544-08D19785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4761" y="938823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ath-300">
            <a:extLst xmlns:a="http://schemas.openxmlformats.org/drawingml/2006/main">
              <a:ext uri="{FF2B5EF4-FFF2-40B4-BE49-F238E27FC236}">
                <a16:creationId xmlns:a16="http://schemas.microsoft.com/office/drawing/2014/main" id="{1F61F9BD-D148-410E-9377-0E2FA261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3325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path-301">
            <a:extLst xmlns:a="http://schemas.openxmlformats.org/drawingml/2006/main">
              <a:ext uri="{FF2B5EF4-FFF2-40B4-BE49-F238E27FC236}">
                <a16:creationId xmlns:a16="http://schemas.microsoft.com/office/drawing/2014/main" id="{0AECE631-0FFE-4C12-A73C-76BAE8D2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1361" y="938823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ath-302">
            <a:extLst xmlns:a="http://schemas.openxmlformats.org/drawingml/2006/main">
              <a:ext uri="{FF2B5EF4-FFF2-40B4-BE49-F238E27FC236}">
                <a16:creationId xmlns:a16="http://schemas.microsoft.com/office/drawing/2014/main" id="{B147689E-4992-4811-9D2C-42A3DBFE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397" y="938823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ath-303">
            <a:extLst xmlns:a="http://schemas.openxmlformats.org/drawingml/2006/main">
              <a:ext uri="{FF2B5EF4-FFF2-40B4-BE49-F238E27FC236}">
                <a16:creationId xmlns:a16="http://schemas.microsoft.com/office/drawing/2014/main" id="{F35411C8-F1B6-4B77-BC65-0ED6F294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599" y="3769886"/>
            <a:ext cx="4370991" cy="656342"/>
          </a:xfrm>
          <a:custGeom xmlns:a="http://schemas.openxmlformats.org/drawingml/2006/main">
            <a:pathLst>
              <a:path w="3715343" h="557891">
                <a:moveTo>
                  <a:pt x="0" y="35650"/>
                </a:moveTo>
                <a:cubicBezTo>
                  <a:pt x="0" y="15962"/>
                  <a:pt x="15961" y="0"/>
                  <a:pt x="35650" y="0"/>
                </a:cubicBezTo>
                <a:lnTo>
                  <a:pt x="3679692" y="0"/>
                </a:lnTo>
                <a:cubicBezTo>
                  <a:pt x="3699382" y="0"/>
                  <a:pt x="3715343" y="15962"/>
                  <a:pt x="3715343" y="35650"/>
                </a:cubicBezTo>
                <a:lnTo>
                  <a:pt x="3715343" y="522241"/>
                </a:lnTo>
                <a:cubicBezTo>
                  <a:pt x="3715343" y="541930"/>
                  <a:pt x="3699382" y="557891"/>
                  <a:pt x="3679692" y="557891"/>
                </a:cubicBezTo>
                <a:lnTo>
                  <a:pt x="35650" y="557891"/>
                </a:lnTo>
                <a:cubicBezTo>
                  <a:pt x="15961" y="557891"/>
                  <a:pt x="0" y="541930"/>
                  <a:pt x="0" y="522241"/>
                </a:cubicBezTo>
                <a:lnTo>
                  <a:pt x="0" y="356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th-304">
            <a:extLst xmlns:a="http://schemas.openxmlformats.org/drawingml/2006/main">
              <a:ext uri="{FF2B5EF4-FFF2-40B4-BE49-F238E27FC236}">
                <a16:creationId xmlns:a16="http://schemas.microsoft.com/office/drawing/2014/main" id="{46E5F77C-01C3-44BD-9792-69D69075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599" y="3769886"/>
            <a:ext cx="4370991" cy="656342"/>
          </a:xfrm>
          <a:custGeom xmlns:a="http://schemas.openxmlformats.org/drawingml/2006/main">
            <a:pathLst>
              <a:path w="3715343" h="557891">
                <a:moveTo>
                  <a:pt x="0" y="35650"/>
                </a:moveTo>
                <a:cubicBezTo>
                  <a:pt x="0" y="15961"/>
                  <a:pt x="15961" y="0"/>
                  <a:pt x="35650" y="0"/>
                </a:cubicBezTo>
                <a:lnTo>
                  <a:pt x="3679692" y="0"/>
                </a:lnTo>
                <a:cubicBezTo>
                  <a:pt x="3699382" y="0"/>
                  <a:pt x="3715343" y="15961"/>
                  <a:pt x="3715343" y="35650"/>
                </a:cubicBezTo>
                <a:lnTo>
                  <a:pt x="3715343" y="522241"/>
                </a:lnTo>
                <a:cubicBezTo>
                  <a:pt x="3715343" y="541930"/>
                  <a:pt x="3699382" y="557891"/>
                  <a:pt x="3679692" y="557891"/>
                </a:cubicBezTo>
                <a:lnTo>
                  <a:pt x="35650" y="557891"/>
                </a:lnTo>
                <a:cubicBezTo>
                  <a:pt x="15961" y="557891"/>
                  <a:pt x="0" y="541930"/>
                  <a:pt x="0" y="522241"/>
                </a:cubicBezTo>
                <a:lnTo>
                  <a:pt x="0" y="35650"/>
                </a:lnTo>
              </a:path>
            </a:pathLst>
          </a:custGeom>
          <a:noFill xmlns:a="http://schemas.openxmlformats.org/drawingml/2006/main"/>
          <a:ln xmlns:a="http://schemas.openxmlformats.org/drawingml/2006/main" w="7940">
            <a:solidFill>
              <a:srgbClr val="000000"/>
            </a:solidFill>
            <a:prstDash val="solid"/>
          </a:ln>
        </p:spPr>
      </p:sp>
      <p:sp>
        <p:nvSpPr>
          <p:cNvPr id="312" name="path-305">
            <a:extLst xmlns:a="http://schemas.openxmlformats.org/drawingml/2006/main">
              <a:ext uri="{FF2B5EF4-FFF2-40B4-BE49-F238E27FC236}">
                <a16:creationId xmlns:a16="http://schemas.microsoft.com/office/drawing/2014/main" id="{DAF1779C-A135-4633-8CFE-8DA805CC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119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306">
            <a:extLst xmlns:a="http://schemas.openxmlformats.org/drawingml/2006/main">
              <a:ext uri="{FF2B5EF4-FFF2-40B4-BE49-F238E27FC236}">
                <a16:creationId xmlns:a16="http://schemas.microsoft.com/office/drawing/2014/main" id="{00C27EBF-D4EE-4270-BDA3-E515F146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622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ath-307">
            <a:extLst xmlns:a="http://schemas.openxmlformats.org/drawingml/2006/main">
              <a:ext uri="{FF2B5EF4-FFF2-40B4-BE49-F238E27FC236}">
                <a16:creationId xmlns:a16="http://schemas.microsoft.com/office/drawing/2014/main" id="{944CBCF5-4B98-431C-92B8-8A47F147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188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ath-308">
            <a:extLst xmlns:a="http://schemas.openxmlformats.org/drawingml/2006/main">
              <a:ext uri="{FF2B5EF4-FFF2-40B4-BE49-F238E27FC236}">
                <a16:creationId xmlns:a16="http://schemas.microsoft.com/office/drawing/2014/main" id="{2323B23A-14D6-4A9B-9BD4-8A7A86BF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223" y="3805349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ath-309">
            <a:extLst xmlns:a="http://schemas.openxmlformats.org/drawingml/2006/main">
              <a:ext uri="{FF2B5EF4-FFF2-40B4-BE49-F238E27FC236}">
                <a16:creationId xmlns:a16="http://schemas.microsoft.com/office/drawing/2014/main" id="{B9BEDB6D-2708-4465-8581-D6C88AEC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7896" y="3805349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ath-310">
            <a:extLst xmlns:a="http://schemas.openxmlformats.org/drawingml/2006/main">
              <a:ext uri="{FF2B5EF4-FFF2-40B4-BE49-F238E27FC236}">
                <a16:creationId xmlns:a16="http://schemas.microsoft.com/office/drawing/2014/main" id="{1B40438F-CE8A-468F-90A7-6BC05A59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932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path-311">
            <a:extLst xmlns:a="http://schemas.openxmlformats.org/drawingml/2006/main">
              <a:ext uri="{FF2B5EF4-FFF2-40B4-BE49-F238E27FC236}">
                <a16:creationId xmlns:a16="http://schemas.microsoft.com/office/drawing/2014/main" id="{8228DF42-3F22-47A6-8AC5-B8687683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389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312">
            <a:extLst xmlns:a="http://schemas.openxmlformats.org/drawingml/2006/main">
              <a:ext uri="{FF2B5EF4-FFF2-40B4-BE49-F238E27FC236}">
                <a16:creationId xmlns:a16="http://schemas.microsoft.com/office/drawing/2014/main" id="{9A0897CC-101B-48CE-9718-7A42C60F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788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ath-313">
            <a:extLst xmlns:a="http://schemas.openxmlformats.org/drawingml/2006/main">
              <a:ext uri="{FF2B5EF4-FFF2-40B4-BE49-F238E27FC236}">
                <a16:creationId xmlns:a16="http://schemas.microsoft.com/office/drawing/2014/main" id="{35DD5A6B-2819-4F7E-A160-B1ACA7BD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295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314">
            <a:extLst xmlns:a="http://schemas.openxmlformats.org/drawingml/2006/main">
              <a:ext uri="{FF2B5EF4-FFF2-40B4-BE49-F238E27FC236}">
                <a16:creationId xmlns:a16="http://schemas.microsoft.com/office/drawing/2014/main" id="{3832B7C8-AE68-4C02-8B20-6A4B1F43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905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ath-315">
            <a:extLst xmlns:a="http://schemas.openxmlformats.org/drawingml/2006/main">
              <a:ext uri="{FF2B5EF4-FFF2-40B4-BE49-F238E27FC236}">
                <a16:creationId xmlns:a16="http://schemas.microsoft.com/office/drawing/2014/main" id="{E207339F-F2D2-49FF-A093-E494C69F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9470" y="3805349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ath-316">
            <a:extLst xmlns:a="http://schemas.openxmlformats.org/drawingml/2006/main">
              <a:ext uri="{FF2B5EF4-FFF2-40B4-BE49-F238E27FC236}">
                <a16:creationId xmlns:a16="http://schemas.microsoft.com/office/drawing/2014/main" id="{55A1691F-D8E3-46AB-BAA2-3DB39D3D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506" y="3805349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ath-317">
            <a:extLst xmlns:a="http://schemas.openxmlformats.org/drawingml/2006/main">
              <a:ext uri="{FF2B5EF4-FFF2-40B4-BE49-F238E27FC236}">
                <a16:creationId xmlns:a16="http://schemas.microsoft.com/office/drawing/2014/main" id="{62CF8DCF-537D-499B-8B8B-957F9AAD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178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ath-318">
            <a:extLst xmlns:a="http://schemas.openxmlformats.org/drawingml/2006/main">
              <a:ext uri="{FF2B5EF4-FFF2-40B4-BE49-F238E27FC236}">
                <a16:creationId xmlns:a16="http://schemas.microsoft.com/office/drawing/2014/main" id="{B06C05F9-BD8B-44C5-9CA4-F534422C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743" y="3805349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path-319">
            <a:extLst xmlns:a="http://schemas.openxmlformats.org/drawingml/2006/main">
              <a:ext uri="{FF2B5EF4-FFF2-40B4-BE49-F238E27FC236}">
                <a16:creationId xmlns:a16="http://schemas.microsoft.com/office/drawing/2014/main" id="{69466F94-0A0F-420C-BA08-EB395F14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01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ath-320">
            <a:extLst xmlns:a="http://schemas.openxmlformats.org/drawingml/2006/main">
              <a:ext uri="{FF2B5EF4-FFF2-40B4-BE49-F238E27FC236}">
                <a16:creationId xmlns:a16="http://schemas.microsoft.com/office/drawing/2014/main" id="{92DE10DD-656D-42BF-9229-2993D190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600" y="3805349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ath-321">
            <a:extLst xmlns:a="http://schemas.openxmlformats.org/drawingml/2006/main">
              <a:ext uri="{FF2B5EF4-FFF2-40B4-BE49-F238E27FC236}">
                <a16:creationId xmlns:a16="http://schemas.microsoft.com/office/drawing/2014/main" id="{1F94833E-1A90-4DB2-9469-B846A604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106" y="3805349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ath-322">
            <a:extLst xmlns:a="http://schemas.openxmlformats.org/drawingml/2006/main">
              <a:ext uri="{FF2B5EF4-FFF2-40B4-BE49-F238E27FC236}">
                <a16:creationId xmlns:a16="http://schemas.microsoft.com/office/drawing/2014/main" id="{7E14A6EC-BE97-42E4-8E11-58A6C377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716" y="3805349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ath-323">
            <a:extLst xmlns:a="http://schemas.openxmlformats.org/drawingml/2006/main">
              <a:ext uri="{FF2B5EF4-FFF2-40B4-BE49-F238E27FC236}">
                <a16:creationId xmlns:a16="http://schemas.microsoft.com/office/drawing/2014/main" id="{27FE943F-C24F-4215-8F73-0262E4CC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282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path-324">
            <a:extLst xmlns:a="http://schemas.openxmlformats.org/drawingml/2006/main">
              <a:ext uri="{FF2B5EF4-FFF2-40B4-BE49-F238E27FC236}">
                <a16:creationId xmlns:a16="http://schemas.microsoft.com/office/drawing/2014/main" id="{10F1985B-FB62-44C1-86E1-3E4D18CA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318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ath-325">
            <a:extLst xmlns:a="http://schemas.openxmlformats.org/drawingml/2006/main">
              <a:ext uri="{FF2B5EF4-FFF2-40B4-BE49-F238E27FC236}">
                <a16:creationId xmlns:a16="http://schemas.microsoft.com/office/drawing/2014/main" id="{0A15DE15-9ABB-4FC3-BF38-2B53F990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990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path-326">
            <a:extLst xmlns:a="http://schemas.openxmlformats.org/drawingml/2006/main">
              <a:ext uri="{FF2B5EF4-FFF2-40B4-BE49-F238E27FC236}">
                <a16:creationId xmlns:a16="http://schemas.microsoft.com/office/drawing/2014/main" id="{8BD222B8-6549-485B-83D0-76753F0C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025" y="3805349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ath-327">
            <a:extLst xmlns:a="http://schemas.openxmlformats.org/drawingml/2006/main">
              <a:ext uri="{FF2B5EF4-FFF2-40B4-BE49-F238E27FC236}">
                <a16:creationId xmlns:a16="http://schemas.microsoft.com/office/drawing/2014/main" id="{BDA90DE0-D007-4A10-AA88-C8046EAA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483" y="3805349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path-328">
            <a:extLst xmlns:a="http://schemas.openxmlformats.org/drawingml/2006/main">
              <a:ext uri="{FF2B5EF4-FFF2-40B4-BE49-F238E27FC236}">
                <a16:creationId xmlns:a16="http://schemas.microsoft.com/office/drawing/2014/main" id="{2DE3F812-0FFA-43A1-8C97-F4DA1A20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354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329">
            <a:extLst xmlns:a="http://schemas.openxmlformats.org/drawingml/2006/main">
              <a:ext uri="{FF2B5EF4-FFF2-40B4-BE49-F238E27FC236}">
                <a16:creationId xmlns:a16="http://schemas.microsoft.com/office/drawing/2014/main" id="{EB8EF04C-1296-43A7-8484-A0D71EEA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919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th-330">
            <a:extLst xmlns:a="http://schemas.openxmlformats.org/drawingml/2006/main">
              <a:ext uri="{FF2B5EF4-FFF2-40B4-BE49-F238E27FC236}">
                <a16:creationId xmlns:a16="http://schemas.microsoft.com/office/drawing/2014/main" id="{BCDC57E2-EBEC-47DD-8F47-C86576F0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999" y="3805349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path-331">
            <a:extLst xmlns:a="http://schemas.openxmlformats.org/drawingml/2006/main">
              <a:ext uri="{FF2B5EF4-FFF2-40B4-BE49-F238E27FC236}">
                <a16:creationId xmlns:a16="http://schemas.microsoft.com/office/drawing/2014/main" id="{6E270BFC-4DDD-42A0-9A10-21A926A9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565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path-332">
            <a:extLst xmlns:a="http://schemas.openxmlformats.org/drawingml/2006/main">
              <a:ext uri="{FF2B5EF4-FFF2-40B4-BE49-F238E27FC236}">
                <a16:creationId xmlns:a16="http://schemas.microsoft.com/office/drawing/2014/main" id="{1D053213-ADDE-4F75-92A0-9DC75CA7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2600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ath-333">
            <a:extLst xmlns:a="http://schemas.openxmlformats.org/drawingml/2006/main">
              <a:ext uri="{FF2B5EF4-FFF2-40B4-BE49-F238E27FC236}">
                <a16:creationId xmlns:a16="http://schemas.microsoft.com/office/drawing/2014/main" id="{2B4BD2C4-CC02-460E-A61E-13275E6E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802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path-334">
            <a:extLst xmlns:a="http://schemas.openxmlformats.org/drawingml/2006/main">
              <a:ext uri="{FF2B5EF4-FFF2-40B4-BE49-F238E27FC236}">
                <a16:creationId xmlns:a16="http://schemas.microsoft.com/office/drawing/2014/main" id="{2BCC50F3-D278-46E8-A2E9-59EBAB88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3308" y="3805349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path-335">
            <a:extLst xmlns:a="http://schemas.openxmlformats.org/drawingml/2006/main">
              <a:ext uri="{FF2B5EF4-FFF2-40B4-BE49-F238E27FC236}">
                <a16:creationId xmlns:a16="http://schemas.microsoft.com/office/drawing/2014/main" id="{D5A035F6-9208-4839-8C6F-D067E08F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766" y="3805349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path-336">
            <a:extLst xmlns:a="http://schemas.openxmlformats.org/drawingml/2006/main">
              <a:ext uri="{FF2B5EF4-FFF2-40B4-BE49-F238E27FC236}">
                <a16:creationId xmlns:a16="http://schemas.microsoft.com/office/drawing/2014/main" id="{DD7705A4-E194-43E9-860D-8CCC7164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1165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path-337">
            <a:extLst xmlns:a="http://schemas.openxmlformats.org/drawingml/2006/main">
              <a:ext uri="{FF2B5EF4-FFF2-40B4-BE49-F238E27FC236}">
                <a16:creationId xmlns:a16="http://schemas.microsoft.com/office/drawing/2014/main" id="{41989EB7-C708-42AA-B0C3-2FDAFC3B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730" y="3805349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path-338">
            <a:extLst xmlns:a="http://schemas.openxmlformats.org/drawingml/2006/main">
              <a:ext uri="{FF2B5EF4-FFF2-40B4-BE49-F238E27FC236}">
                <a16:creationId xmlns:a16="http://schemas.microsoft.com/office/drawing/2014/main" id="{621057B5-35FE-4437-8FDE-F53E139F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341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path-339">
            <a:extLst xmlns:a="http://schemas.openxmlformats.org/drawingml/2006/main">
              <a:ext uri="{FF2B5EF4-FFF2-40B4-BE49-F238E27FC236}">
                <a16:creationId xmlns:a16="http://schemas.microsoft.com/office/drawing/2014/main" id="{ED993AC4-FF09-4BCE-A6F2-F38DD978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906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path-340">
            <a:extLst xmlns:a="http://schemas.openxmlformats.org/drawingml/2006/main">
              <a:ext uri="{FF2B5EF4-FFF2-40B4-BE49-F238E27FC236}">
                <a16:creationId xmlns:a16="http://schemas.microsoft.com/office/drawing/2014/main" id="{C5339E08-9710-4E4B-BBAD-ADDB7C52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412" y="3805349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ath-341">
            <a:extLst xmlns:a="http://schemas.openxmlformats.org/drawingml/2006/main">
              <a:ext uri="{FF2B5EF4-FFF2-40B4-BE49-F238E27FC236}">
                <a16:creationId xmlns:a16="http://schemas.microsoft.com/office/drawing/2014/main" id="{282DAE67-1757-4623-A36F-321920BC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875" y="437211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ath-342">
            <a:extLst xmlns:a="http://schemas.openxmlformats.org/drawingml/2006/main">
              <a:ext uri="{FF2B5EF4-FFF2-40B4-BE49-F238E27FC236}">
                <a16:creationId xmlns:a16="http://schemas.microsoft.com/office/drawing/2014/main" id="{E9A2E4DA-49BA-47EA-84F4-0AC5849F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9378" y="437211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path-343">
            <a:extLst xmlns:a="http://schemas.openxmlformats.org/drawingml/2006/main">
              <a:ext uri="{FF2B5EF4-FFF2-40B4-BE49-F238E27FC236}">
                <a16:creationId xmlns:a16="http://schemas.microsoft.com/office/drawing/2014/main" id="{98242F5F-3361-4ED2-AD26-5968FE5A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943" y="437211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path-344">
            <a:extLst xmlns:a="http://schemas.openxmlformats.org/drawingml/2006/main">
              <a:ext uri="{FF2B5EF4-FFF2-40B4-BE49-F238E27FC236}">
                <a16:creationId xmlns:a16="http://schemas.microsoft.com/office/drawing/2014/main" id="{5EB6E19A-9876-4552-9A04-952E4437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979" y="437211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path-345">
            <a:extLst xmlns:a="http://schemas.openxmlformats.org/drawingml/2006/main">
              <a:ext uri="{FF2B5EF4-FFF2-40B4-BE49-F238E27FC236}">
                <a16:creationId xmlns:a16="http://schemas.microsoft.com/office/drawing/2014/main" id="{F5184430-0F7B-45D2-8DE2-54D5412B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652" y="4372116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path-346">
            <a:extLst xmlns:a="http://schemas.openxmlformats.org/drawingml/2006/main">
              <a:ext uri="{FF2B5EF4-FFF2-40B4-BE49-F238E27FC236}">
                <a16:creationId xmlns:a16="http://schemas.microsoft.com/office/drawing/2014/main" id="{21F9BEBA-78DE-4DCB-BBB6-15190047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686" y="437211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ath-347">
            <a:extLst xmlns:a="http://schemas.openxmlformats.org/drawingml/2006/main">
              <a:ext uri="{FF2B5EF4-FFF2-40B4-BE49-F238E27FC236}">
                <a16:creationId xmlns:a16="http://schemas.microsoft.com/office/drawing/2014/main" id="{3FC440F1-10E7-492F-A37F-097D0716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145" y="437211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path-348">
            <a:extLst xmlns:a="http://schemas.openxmlformats.org/drawingml/2006/main">
              <a:ext uri="{FF2B5EF4-FFF2-40B4-BE49-F238E27FC236}">
                <a16:creationId xmlns:a16="http://schemas.microsoft.com/office/drawing/2014/main" id="{669BE786-FAFB-4B0F-8D74-B75E03AE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4544" y="437211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path-349">
            <a:extLst xmlns:a="http://schemas.openxmlformats.org/drawingml/2006/main">
              <a:ext uri="{FF2B5EF4-FFF2-40B4-BE49-F238E27FC236}">
                <a16:creationId xmlns:a16="http://schemas.microsoft.com/office/drawing/2014/main" id="{73F6E7C4-FFE8-4B3C-BBC6-FBB03883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050" y="437211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path-350">
            <a:extLst xmlns:a="http://schemas.openxmlformats.org/drawingml/2006/main">
              <a:ext uri="{FF2B5EF4-FFF2-40B4-BE49-F238E27FC236}">
                <a16:creationId xmlns:a16="http://schemas.microsoft.com/office/drawing/2014/main" id="{7BEE38B2-67DD-44C1-AD4F-2408B4B7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60" y="437211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path-351">
            <a:extLst xmlns:a="http://schemas.openxmlformats.org/drawingml/2006/main">
              <a:ext uri="{FF2B5EF4-FFF2-40B4-BE49-F238E27FC236}">
                <a16:creationId xmlns:a16="http://schemas.microsoft.com/office/drawing/2014/main" id="{EC892C19-2DB1-466E-B980-AC41AE68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226" y="437211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ath-352">
            <a:extLst xmlns:a="http://schemas.openxmlformats.org/drawingml/2006/main">
              <a:ext uri="{FF2B5EF4-FFF2-40B4-BE49-F238E27FC236}">
                <a16:creationId xmlns:a16="http://schemas.microsoft.com/office/drawing/2014/main" id="{714A93CB-0A22-4C61-8C95-56A0AB88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262" y="4372116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path-353">
            <a:extLst xmlns:a="http://schemas.openxmlformats.org/drawingml/2006/main">
              <a:ext uri="{FF2B5EF4-FFF2-40B4-BE49-F238E27FC236}">
                <a16:creationId xmlns:a16="http://schemas.microsoft.com/office/drawing/2014/main" id="{AECEF26A-BA04-4964-83F0-3D916979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934" y="437211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path-354">
            <a:extLst xmlns:a="http://schemas.openxmlformats.org/drawingml/2006/main">
              <a:ext uri="{FF2B5EF4-FFF2-40B4-BE49-F238E27FC236}">
                <a16:creationId xmlns:a16="http://schemas.microsoft.com/office/drawing/2014/main" id="{842E9964-04B6-455D-9848-CD5F490E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99" y="437211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path-355">
            <a:extLst xmlns:a="http://schemas.openxmlformats.org/drawingml/2006/main">
              <a:ext uri="{FF2B5EF4-FFF2-40B4-BE49-F238E27FC236}">
                <a16:creationId xmlns:a16="http://schemas.microsoft.com/office/drawing/2014/main" id="{EFEA28CF-B600-4FBE-87EB-CF255A6E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957" y="437211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path-356">
            <a:extLst xmlns:a="http://schemas.openxmlformats.org/drawingml/2006/main">
              <a:ext uri="{FF2B5EF4-FFF2-40B4-BE49-F238E27FC236}">
                <a16:creationId xmlns:a16="http://schemas.microsoft.com/office/drawing/2014/main" id="{7496B7B7-4402-44D9-9E37-155DAC3F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356" y="437211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ath-357">
            <a:extLst xmlns:a="http://schemas.openxmlformats.org/drawingml/2006/main">
              <a:ext uri="{FF2B5EF4-FFF2-40B4-BE49-F238E27FC236}">
                <a16:creationId xmlns:a16="http://schemas.microsoft.com/office/drawing/2014/main" id="{8BAFD657-1709-49C3-A86C-BC525DD6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863" y="437211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ath-358">
            <a:extLst xmlns:a="http://schemas.openxmlformats.org/drawingml/2006/main">
              <a:ext uri="{FF2B5EF4-FFF2-40B4-BE49-F238E27FC236}">
                <a16:creationId xmlns:a16="http://schemas.microsoft.com/office/drawing/2014/main" id="{F0AA6094-79A3-4490-A2E8-BFBD8BDC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473" y="437211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path-359">
            <a:extLst xmlns:a="http://schemas.openxmlformats.org/drawingml/2006/main">
              <a:ext uri="{FF2B5EF4-FFF2-40B4-BE49-F238E27FC236}">
                <a16:creationId xmlns:a16="http://schemas.microsoft.com/office/drawing/2014/main" id="{85F572CC-0172-4945-AC92-9B61CD9E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3038" y="437211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path-360">
            <a:extLst xmlns:a="http://schemas.openxmlformats.org/drawingml/2006/main">
              <a:ext uri="{FF2B5EF4-FFF2-40B4-BE49-F238E27FC236}">
                <a16:creationId xmlns:a16="http://schemas.microsoft.com/office/drawing/2014/main" id="{351480F7-8BB5-4209-B6E2-C8097655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1073" y="437211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61">
            <a:extLst xmlns:a="http://schemas.openxmlformats.org/drawingml/2006/main">
              <a:ext uri="{FF2B5EF4-FFF2-40B4-BE49-F238E27FC236}">
                <a16:creationId xmlns:a16="http://schemas.microsoft.com/office/drawing/2014/main" id="{7BC23164-007A-4684-987F-33595BA1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746" y="437211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4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path-362">
            <a:extLst xmlns:a="http://schemas.openxmlformats.org/drawingml/2006/main">
              <a:ext uri="{FF2B5EF4-FFF2-40B4-BE49-F238E27FC236}">
                <a16:creationId xmlns:a16="http://schemas.microsoft.com/office/drawing/2014/main" id="{1232CBBE-3D51-4519-947B-E71CC86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782" y="437211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path-363">
            <a:extLst xmlns:a="http://schemas.openxmlformats.org/drawingml/2006/main">
              <a:ext uri="{FF2B5EF4-FFF2-40B4-BE49-F238E27FC236}">
                <a16:creationId xmlns:a16="http://schemas.microsoft.com/office/drawing/2014/main" id="{700D475F-BDB3-43C4-9663-B1D15737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239" y="437211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ath-364">
            <a:extLst xmlns:a="http://schemas.openxmlformats.org/drawingml/2006/main">
              <a:ext uri="{FF2B5EF4-FFF2-40B4-BE49-F238E27FC236}">
                <a16:creationId xmlns:a16="http://schemas.microsoft.com/office/drawing/2014/main" id="{2763CBD7-D1B9-4EBD-919F-B281CE96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109" y="437211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path-365">
            <a:extLst xmlns:a="http://schemas.openxmlformats.org/drawingml/2006/main">
              <a:ext uri="{FF2B5EF4-FFF2-40B4-BE49-F238E27FC236}">
                <a16:creationId xmlns:a16="http://schemas.microsoft.com/office/drawing/2014/main" id="{ADBD076E-3A81-45DF-8D69-C99FA981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674" y="437211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path-366">
            <a:extLst xmlns:a="http://schemas.openxmlformats.org/drawingml/2006/main">
              <a:ext uri="{FF2B5EF4-FFF2-40B4-BE49-F238E27FC236}">
                <a16:creationId xmlns:a16="http://schemas.microsoft.com/office/drawing/2014/main" id="{949F9C15-499A-4117-A7B1-B0FB8E15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56" y="437211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367">
            <a:extLst xmlns:a="http://schemas.openxmlformats.org/drawingml/2006/main">
              <a:ext uri="{FF2B5EF4-FFF2-40B4-BE49-F238E27FC236}">
                <a16:creationId xmlns:a16="http://schemas.microsoft.com/office/drawing/2014/main" id="{3732DB74-8A7B-4055-BC09-69E2843B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320" y="437211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path-368">
            <a:extLst xmlns:a="http://schemas.openxmlformats.org/drawingml/2006/main">
              <a:ext uri="{FF2B5EF4-FFF2-40B4-BE49-F238E27FC236}">
                <a16:creationId xmlns:a16="http://schemas.microsoft.com/office/drawing/2014/main" id="{E5B202E3-D4E8-4D16-BC20-EEC31270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56" y="437211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path-369">
            <a:extLst xmlns:a="http://schemas.openxmlformats.org/drawingml/2006/main">
              <a:ext uri="{FF2B5EF4-FFF2-40B4-BE49-F238E27FC236}">
                <a16:creationId xmlns:a16="http://schemas.microsoft.com/office/drawing/2014/main" id="{5B8E8054-6870-43CE-85BC-A1F67C5D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558" y="437211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370">
            <a:extLst xmlns:a="http://schemas.openxmlformats.org/drawingml/2006/main">
              <a:ext uri="{FF2B5EF4-FFF2-40B4-BE49-F238E27FC236}">
                <a16:creationId xmlns:a16="http://schemas.microsoft.com/office/drawing/2014/main" id="{6C741128-57CD-4C99-A5B6-DEA69591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065" y="4372116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path-371">
            <a:extLst xmlns:a="http://schemas.openxmlformats.org/drawingml/2006/main">
              <a:ext uri="{FF2B5EF4-FFF2-40B4-BE49-F238E27FC236}">
                <a16:creationId xmlns:a16="http://schemas.microsoft.com/office/drawing/2014/main" id="{0D79F63B-79E7-4FCD-AB2A-2285588E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8522" y="4372116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path-372">
            <a:extLst xmlns:a="http://schemas.openxmlformats.org/drawingml/2006/main">
              <a:ext uri="{FF2B5EF4-FFF2-40B4-BE49-F238E27FC236}">
                <a16:creationId xmlns:a16="http://schemas.microsoft.com/office/drawing/2014/main" id="{0ECA5A11-DD3D-430B-A240-716DA952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1921" y="437211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3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3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373">
            <a:extLst xmlns:a="http://schemas.openxmlformats.org/drawingml/2006/main">
              <a:ext uri="{FF2B5EF4-FFF2-40B4-BE49-F238E27FC236}">
                <a16:creationId xmlns:a16="http://schemas.microsoft.com/office/drawing/2014/main" id="{49AB1E2D-301E-430E-BDB6-0B25E2C4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86" y="437211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ath-374">
            <a:extLst xmlns:a="http://schemas.openxmlformats.org/drawingml/2006/main">
              <a:ext uri="{FF2B5EF4-FFF2-40B4-BE49-F238E27FC236}">
                <a16:creationId xmlns:a16="http://schemas.microsoft.com/office/drawing/2014/main" id="{65518107-72D5-4205-8E61-078C46E4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096" y="437211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path-375">
            <a:extLst xmlns:a="http://schemas.openxmlformats.org/drawingml/2006/main">
              <a:ext uri="{FF2B5EF4-FFF2-40B4-BE49-F238E27FC236}">
                <a16:creationId xmlns:a16="http://schemas.microsoft.com/office/drawing/2014/main" id="{08A4B305-6DD6-4552-8883-6BE5D18F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661" y="437211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376">
            <a:extLst xmlns:a="http://schemas.openxmlformats.org/drawingml/2006/main">
              <a:ext uri="{FF2B5EF4-FFF2-40B4-BE49-F238E27FC236}">
                <a16:creationId xmlns:a16="http://schemas.microsoft.com/office/drawing/2014/main" id="{5F641371-D8DE-403A-ABA6-7A572341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168" y="437211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C8770490-E833-4483-A8A4-192D280BF2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6d92fdb504551"/>
          <a:stretch xmlns:a="http://schemas.openxmlformats.org/drawingml/2006/main"/>
        </p:blipFill>
        <p:spPr>
          <a:xfrm xmlns:a="http://schemas.openxmlformats.org/drawingml/2006/main">
            <a:off x="5493599" y="3876491"/>
            <a:ext cx="806824" cy="459441"/>
          </a:xfrm>
          <a:prstGeom xmlns:a="http://schemas.openxmlformats.org/drawingml/2006/main" prst="rect">
            <a:avLst/>
          </a:prstGeom>
        </p:spPr>
      </p:pic>
      <p:pic>
        <p:nvPic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C6B564D2-4C28-4F87-B336-A8612403B3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f8bf81fed4037"/>
          <a:stretch xmlns:a="http://schemas.openxmlformats.org/drawingml/2006/main"/>
        </p:blipFill>
        <p:spPr>
          <a:xfrm xmlns:a="http://schemas.openxmlformats.org/drawingml/2006/main">
            <a:off x="6356452" y="3876491"/>
            <a:ext cx="806824" cy="459441"/>
          </a:xfrm>
          <a:prstGeom xmlns:a="http://schemas.openxmlformats.org/drawingml/2006/main" prst="rect">
            <a:avLst/>
          </a:prstGeom>
        </p:spPr>
      </p:pic>
      <p:pic>
        <p:nvPic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6DFED22F-5585-49BF-A4CB-896F6FBA34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a0bdc622b4cb4"/>
          <a:stretch xmlns:a="http://schemas.openxmlformats.org/drawingml/2006/main"/>
        </p:blipFill>
        <p:spPr>
          <a:xfrm xmlns:a="http://schemas.openxmlformats.org/drawingml/2006/main">
            <a:off x="7219305" y="3876491"/>
            <a:ext cx="806824" cy="459441"/>
          </a:xfrm>
          <a:prstGeom xmlns:a="http://schemas.openxmlformats.org/drawingml/2006/main" prst="rect">
            <a:avLst/>
          </a:prstGeom>
        </p:spPr>
      </p:pic>
      <p:pic>
        <p:nvPic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01AE1CE6-F1CD-44DC-B49A-C733EDA30A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99910e8104c1b"/>
          <a:stretch xmlns:a="http://schemas.openxmlformats.org/drawingml/2006/main"/>
        </p:blipFill>
        <p:spPr>
          <a:xfrm xmlns:a="http://schemas.openxmlformats.org/drawingml/2006/main">
            <a:off x="8082158" y="3876491"/>
            <a:ext cx="795618" cy="459441"/>
          </a:xfrm>
          <a:prstGeom xmlns:a="http://schemas.openxmlformats.org/drawingml/2006/main" prst="rect">
            <a:avLst/>
          </a:prstGeom>
        </p:spPr>
      </p:pic>
      <p:pic>
        <p:nvPic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C4BE6494-FBBC-4367-9328-5D4C505F74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19b1f40f34d5a"/>
          <a:stretch xmlns:a="http://schemas.openxmlformats.org/drawingml/2006/main"/>
        </p:blipFill>
        <p:spPr>
          <a:xfrm xmlns:a="http://schemas.openxmlformats.org/drawingml/2006/main">
            <a:off x="8933805" y="3876491"/>
            <a:ext cx="806824" cy="459441"/>
          </a:xfrm>
          <a:prstGeom xmlns:a="http://schemas.openxmlformats.org/drawingml/2006/main" prst="rect">
            <a:avLst/>
          </a:prstGeom>
        </p:spPr>
      </p:pic>
      <p:sp>
        <p:nvSpPr>
          <p:cNvPr id="389" name="text-382 &lt;Answer&gt;">
            <a:extLst xmlns:a="http://schemas.openxmlformats.org/drawingml/2006/main">
              <a:ext uri="{FF2B5EF4-FFF2-40B4-BE49-F238E27FC236}">
                <a16:creationId xmlns:a16="http://schemas.microsoft.com/office/drawing/2014/main" id="{FAA6B1B3-1653-4D20-B01A-5FA73455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5197" y="4414291"/>
            <a:ext cx="653640" cy="208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&lt;Answer&gt;</a:t>
            </a:r>
          </a:p>
        </p:txBody>
      </p:sp>
      <p:sp>
        <p:nvSpPr>
          <p:cNvPr id="390" name="text-384 This">
            <a:extLst xmlns:a="http://schemas.openxmlformats.org/drawingml/2006/main">
              <a:ext uri="{FF2B5EF4-FFF2-40B4-BE49-F238E27FC236}">
                <a16:creationId xmlns:a16="http://schemas.microsoft.com/office/drawing/2014/main" id="{3D8B8581-DAF9-4EDA-9A82-F608CE8C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0383" y="4414855"/>
            <a:ext cx="326443" cy="207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This</a:t>
            </a:r>
          </a:p>
        </p:txBody>
      </p:sp>
      <p:sp>
        <p:nvSpPr>
          <p:cNvPr id="391" name="text-386 action">
            <a:extLst xmlns:a="http://schemas.openxmlformats.org/drawingml/2006/main">
              <a:ext uri="{FF2B5EF4-FFF2-40B4-BE49-F238E27FC236}">
                <a16:creationId xmlns:a16="http://schemas.microsoft.com/office/drawing/2014/main" id="{11108EF3-53DD-4BD9-8AE0-601C5F9B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722" y="4414705"/>
            <a:ext cx="445675" cy="207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action</a:t>
            </a:r>
          </a:p>
        </p:txBody>
      </p:sp>
      <p:sp>
        <p:nvSpPr>
          <p:cNvPr id="392" name="text-388 occurs">
            <a:extLst xmlns:a="http://schemas.openxmlformats.org/drawingml/2006/main">
              <a:ext uri="{FF2B5EF4-FFF2-40B4-BE49-F238E27FC236}">
                <a16:creationId xmlns:a16="http://schemas.microsoft.com/office/drawing/2014/main" id="{5BF52DC4-357F-4618-B91A-7109FECA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6153" y="4414332"/>
            <a:ext cx="478626" cy="208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occurs</a:t>
            </a:r>
          </a:p>
        </p:txBody>
      </p:sp>
      <p:sp>
        <p:nvSpPr>
          <p:cNvPr id="393" name="text-390 in">
            <a:extLst xmlns:a="http://schemas.openxmlformats.org/drawingml/2006/main">
              <a:ext uri="{FF2B5EF4-FFF2-40B4-BE49-F238E27FC236}">
                <a16:creationId xmlns:a16="http://schemas.microsoft.com/office/drawing/2014/main" id="{089BA6DC-976C-470A-845C-9F50BA79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6667" y="4415437"/>
            <a:ext cx="145174" cy="20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394" name="text-392 the">
            <a:extLst xmlns:a="http://schemas.openxmlformats.org/drawingml/2006/main">
              <a:ext uri="{FF2B5EF4-FFF2-40B4-BE49-F238E27FC236}">
                <a16:creationId xmlns:a16="http://schemas.microsoft.com/office/drawing/2014/main" id="{E2C75C27-265A-42C0-B88E-FF50FBEC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3716" y="4414294"/>
            <a:ext cx="264095" cy="208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395" name="text-394 context">
            <a:extLst xmlns:a="http://schemas.openxmlformats.org/drawingml/2006/main">
              <a:ext uri="{FF2B5EF4-FFF2-40B4-BE49-F238E27FC236}">
                <a16:creationId xmlns:a16="http://schemas.microsoft.com/office/drawing/2014/main" id="{457AC3F5-51D6-45FB-8EB9-9806A5B7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8538" y="4414504"/>
            <a:ext cx="567634" cy="207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context</a:t>
            </a:r>
          </a:p>
        </p:txBody>
      </p:sp>
      <p:sp>
        <p:nvSpPr>
          <p:cNvPr id="396" name="text-396 of">
            <a:extLst xmlns:a="http://schemas.openxmlformats.org/drawingml/2006/main">
              <a:ext uri="{FF2B5EF4-FFF2-40B4-BE49-F238E27FC236}">
                <a16:creationId xmlns:a16="http://schemas.microsoft.com/office/drawing/2014/main" id="{9F6B6588-F95E-4D60-ABAF-954CEC6B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710" y="4414623"/>
            <a:ext cx="180128" cy="207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397" name="text-398 a">
            <a:extLst xmlns:a="http://schemas.openxmlformats.org/drawingml/2006/main">
              <a:ext uri="{FF2B5EF4-FFF2-40B4-BE49-F238E27FC236}">
                <a16:creationId xmlns:a16="http://schemas.microsoft.com/office/drawing/2014/main" id="{26029DC3-73DF-4A9B-A5B4-C55819DD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9165" y="4414821"/>
            <a:ext cx="102524" cy="207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398" name="text-400 street">
            <a:extLst xmlns:a="http://schemas.openxmlformats.org/drawingml/2006/main">
              <a:ext uri="{FF2B5EF4-FFF2-40B4-BE49-F238E27FC236}">
                <a16:creationId xmlns:a16="http://schemas.microsoft.com/office/drawing/2014/main" id="{194FFEB8-8D1D-4697-BF3D-039D34F5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2600" y="4414710"/>
            <a:ext cx="472167" cy="2077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street</a:t>
            </a:r>
          </a:p>
        </p:txBody>
      </p:sp>
      <p:sp>
        <p:nvSpPr>
          <p:cNvPr id="399" name="text-402 performance">
            <a:extLst xmlns:a="http://schemas.openxmlformats.org/drawingml/2006/main">
              <a:ext uri="{FF2B5EF4-FFF2-40B4-BE49-F238E27FC236}">
                <a16:creationId xmlns:a16="http://schemas.microsoft.com/office/drawing/2014/main" id="{A0F78C7E-A2E9-4567-9A12-CE3268B6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6551" y="4414594"/>
            <a:ext cx="909568" cy="207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performance</a:t>
            </a:r>
          </a:p>
        </p:txBody>
      </p:sp>
      <p:sp>
        <p:nvSpPr>
          <p:cNvPr id="400" name="text-404 where">
            <a:extLst xmlns:a="http://schemas.openxmlformats.org/drawingml/2006/main">
              <a:ext uri="{FF2B5EF4-FFF2-40B4-BE49-F238E27FC236}">
                <a16:creationId xmlns:a16="http://schemas.microsoft.com/office/drawing/2014/main" id="{41CA1944-EA12-4C90-8741-2201C0DD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7180" y="4414479"/>
            <a:ext cx="448075" cy="208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where</a:t>
            </a:r>
          </a:p>
        </p:txBody>
      </p:sp>
      <p:sp>
        <p:nvSpPr>
          <p:cNvPr id="401" name="text-406 one">
            <a:extLst xmlns:a="http://schemas.openxmlformats.org/drawingml/2006/main">
              <a:ext uri="{FF2B5EF4-FFF2-40B4-BE49-F238E27FC236}">
                <a16:creationId xmlns:a16="http://schemas.microsoft.com/office/drawing/2014/main" id="{2F1A7729-2E0A-436C-A84E-FCBE6341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5989" y="4414335"/>
            <a:ext cx="264118" cy="208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one</a:t>
            </a:r>
          </a:p>
        </p:txBody>
      </p:sp>
      <p:sp>
        <p:nvSpPr>
          <p:cNvPr id="402" name="text-408 performer">
            <a:extLst xmlns:a="http://schemas.openxmlformats.org/drawingml/2006/main">
              <a:ext uri="{FF2B5EF4-FFF2-40B4-BE49-F238E27FC236}">
                <a16:creationId xmlns:a16="http://schemas.microsoft.com/office/drawing/2014/main" id="{F0085EC3-3053-45F4-83A1-9D6F03EF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0862" y="4414787"/>
            <a:ext cx="750096" cy="2075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performer</a:t>
            </a:r>
          </a:p>
        </p:txBody>
      </p:sp>
      <p:sp>
        <p:nvSpPr>
          <p:cNvPr id="403" name="text-410 watches">
            <a:extLst xmlns:a="http://schemas.openxmlformats.org/drawingml/2006/main">
              <a:ext uri="{FF2B5EF4-FFF2-40B4-BE49-F238E27FC236}">
                <a16:creationId xmlns:a16="http://schemas.microsoft.com/office/drawing/2014/main" id="{2A79B72C-EC0D-4145-90B1-BF226789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2700" y="4414513"/>
            <a:ext cx="589749" cy="207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watches</a:t>
            </a:r>
          </a:p>
        </p:txBody>
      </p:sp>
      <p:sp>
        <p:nvSpPr>
          <p:cNvPr id="404" name="text-412 another">
            <a:extLst xmlns:a="http://schemas.openxmlformats.org/drawingml/2006/main">
              <a:ext uri="{FF2B5EF4-FFF2-40B4-BE49-F238E27FC236}">
                <a16:creationId xmlns:a16="http://schemas.microsoft.com/office/drawing/2014/main" id="{4F7D457E-9601-49F5-BF70-3ACE879C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4421" y="4414583"/>
            <a:ext cx="566475" cy="207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another</a:t>
            </a:r>
          </a:p>
        </p:txBody>
      </p:sp>
      <p:sp>
        <p:nvSpPr>
          <p:cNvPr id="405" name="text-413 .">
            <a:extLst xmlns:a="http://schemas.openxmlformats.org/drawingml/2006/main">
              <a:ext uri="{FF2B5EF4-FFF2-40B4-BE49-F238E27FC236}">
                <a16:creationId xmlns:a16="http://schemas.microsoft.com/office/drawing/2014/main" id="{279E2195-4A0E-4E4D-95EB-AB46BFA2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4316" y="4414679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406" name="text-415 Clapping">
            <a:extLst xmlns:a="http://schemas.openxmlformats.org/drawingml/2006/main">
              <a:ext uri="{FF2B5EF4-FFF2-40B4-BE49-F238E27FC236}">
                <a16:creationId xmlns:a16="http://schemas.microsoft.com/office/drawing/2014/main" id="{FF83E2FE-D28D-4C14-AFD6-F663658E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9376" y="4414723"/>
            <a:ext cx="588724" cy="207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407" name="text-417 after">
            <a:extLst xmlns:a="http://schemas.openxmlformats.org/drawingml/2006/main">
              <a:ext uri="{FF2B5EF4-FFF2-40B4-BE49-F238E27FC236}">
                <a16:creationId xmlns:a16="http://schemas.microsoft.com/office/drawing/2014/main" id="{B7364E06-87EE-4609-BA53-88DF42D7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78451" y="4414940"/>
            <a:ext cx="399560" cy="207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after</a:t>
            </a:r>
          </a:p>
        </p:txBody>
      </p:sp>
      <p:sp>
        <p:nvSpPr>
          <p:cNvPr id="408" name="text-419 a">
            <a:extLst xmlns:a="http://schemas.openxmlformats.org/drawingml/2006/main">
              <a:ext uri="{FF2B5EF4-FFF2-40B4-BE49-F238E27FC236}">
                <a16:creationId xmlns:a16="http://schemas.microsoft.com/office/drawing/2014/main" id="{A97A2747-71DF-4244-8F6C-B25C6C5E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9622" y="4414821"/>
            <a:ext cx="102524" cy="207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409" name="text-421 performance,">
            <a:extLst xmlns:a="http://schemas.openxmlformats.org/drawingml/2006/main">
              <a:ext uri="{FF2B5EF4-FFF2-40B4-BE49-F238E27FC236}">
                <a16:creationId xmlns:a16="http://schemas.microsoft.com/office/drawing/2014/main" id="{CD052982-0E51-4F4A-B8E9-599E660D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3057" y="4414684"/>
            <a:ext cx="950117" cy="20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performance,</a:t>
            </a:r>
          </a:p>
        </p:txBody>
      </p:sp>
      <p:sp>
        <p:nvSpPr>
          <p:cNvPr id="410" name="text-423 even">
            <a:extLst xmlns:a="http://schemas.openxmlformats.org/drawingml/2006/main">
              <a:ext uri="{FF2B5EF4-FFF2-40B4-BE49-F238E27FC236}">
                <a16:creationId xmlns:a16="http://schemas.microsoft.com/office/drawing/2014/main" id="{82754320-8C77-4742-99AE-2E0BAA98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5197" y="4595902"/>
            <a:ext cx="336939" cy="206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even</a:t>
            </a:r>
          </a:p>
        </p:txBody>
      </p:sp>
      <p:sp>
        <p:nvSpPr>
          <p:cNvPr id="411" name="text-425 if">
            <a:extLst xmlns:a="http://schemas.openxmlformats.org/drawingml/2006/main">
              <a:ext uri="{FF2B5EF4-FFF2-40B4-BE49-F238E27FC236}">
                <a16:creationId xmlns:a16="http://schemas.microsoft.com/office/drawing/2014/main" id="{6C5BE6ED-D8E1-4B67-A021-26B0CFA3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5713" y="4595782"/>
            <a:ext cx="142938" cy="206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if</a:t>
            </a:r>
          </a:p>
        </p:txBody>
      </p:sp>
      <p:sp>
        <p:nvSpPr>
          <p:cNvPr id="412" name="text-427 it">
            <a:extLst xmlns:a="http://schemas.openxmlformats.org/drawingml/2006/main">
              <a:ext uri="{FF2B5EF4-FFF2-40B4-BE49-F238E27FC236}">
                <a16:creationId xmlns:a16="http://schemas.microsoft.com/office/drawing/2014/main" id="{378FF19F-4E34-4CD4-ADCF-CB8B9CB6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709" y="4595776"/>
            <a:ext cx="137439" cy="206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</a:t>
            </a:r>
          </a:p>
        </p:txBody>
      </p:sp>
      <p:sp>
        <p:nvSpPr>
          <p:cNvPr id="413" name="text-429 might">
            <a:extLst xmlns:a="http://schemas.openxmlformats.org/drawingml/2006/main">
              <a:ext uri="{FF2B5EF4-FFF2-40B4-BE49-F238E27FC236}">
                <a16:creationId xmlns:a16="http://schemas.microsoft.com/office/drawing/2014/main" id="{BD815274-11F7-4AD6-9C95-1621DBCC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2411" y="4595360"/>
            <a:ext cx="416794" cy="20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might</a:t>
            </a:r>
          </a:p>
        </p:txBody>
      </p:sp>
      <p:sp>
        <p:nvSpPr>
          <p:cNvPr id="414" name="text-431 be">
            <a:extLst xmlns:a="http://schemas.openxmlformats.org/drawingml/2006/main">
              <a:ext uri="{FF2B5EF4-FFF2-40B4-BE49-F238E27FC236}">
                <a16:creationId xmlns:a16="http://schemas.microsoft.com/office/drawing/2014/main" id="{059AAD79-D548-490B-9D6D-7BDFD55C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2323" y="4595636"/>
            <a:ext cx="195140" cy="206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</a:t>
            </a:r>
          </a:p>
        </p:txBody>
      </p:sp>
      <p:sp>
        <p:nvSpPr>
          <p:cNvPr id="415" name="text-433 perceived">
            <a:extLst xmlns:a="http://schemas.openxmlformats.org/drawingml/2006/main">
              <a:ext uri="{FF2B5EF4-FFF2-40B4-BE49-F238E27FC236}">
                <a16:creationId xmlns:a16="http://schemas.microsoft.com/office/drawing/2014/main" id="{93B9540C-66D7-473C-91CE-9A9B8090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9924" y="4595497"/>
            <a:ext cx="695784" cy="20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perceived</a:t>
            </a:r>
          </a:p>
        </p:txBody>
      </p:sp>
      <p:sp>
        <p:nvSpPr>
          <p:cNvPr id="416" name="text-435 as">
            <a:extLst xmlns:a="http://schemas.openxmlformats.org/drawingml/2006/main">
              <a:ext uri="{FF2B5EF4-FFF2-40B4-BE49-F238E27FC236}">
                <a16:creationId xmlns:a16="http://schemas.microsoft.com/office/drawing/2014/main" id="{26D4D801-B31F-48AC-A078-149D64C7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9046" y="4595506"/>
            <a:ext cx="174202" cy="207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as</a:t>
            </a:r>
          </a:p>
        </p:txBody>
      </p:sp>
      <p:sp>
        <p:nvSpPr>
          <p:cNvPr id="417" name="text-437 &quot;failed&quot;">
            <a:extLst xmlns:a="http://schemas.openxmlformats.org/drawingml/2006/main">
              <a:ext uri="{FF2B5EF4-FFF2-40B4-BE49-F238E27FC236}">
                <a16:creationId xmlns:a16="http://schemas.microsoft.com/office/drawing/2014/main" id="{CE19AB6B-1C50-43F0-954D-10C2AAF4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6800" y="4595158"/>
            <a:ext cx="553940" cy="207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"failed"</a:t>
            </a:r>
          </a:p>
        </p:txBody>
      </p:sp>
      <p:sp>
        <p:nvSpPr>
          <p:cNvPr id="418" name="text-439 by">
            <a:extLst xmlns:a="http://schemas.openxmlformats.org/drawingml/2006/main">
              <a:ext uri="{FF2B5EF4-FFF2-40B4-BE49-F238E27FC236}">
                <a16:creationId xmlns:a16="http://schemas.microsoft.com/office/drawing/2014/main" id="{DE0EEA01-E600-4FF4-8937-A481E270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4332" y="4595692"/>
            <a:ext cx="191078" cy="206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by</a:t>
            </a:r>
          </a:p>
        </p:txBody>
      </p:sp>
      <p:sp>
        <p:nvSpPr>
          <p:cNvPr id="419" name="text-441 some">
            <a:extLst xmlns:a="http://schemas.openxmlformats.org/drawingml/2006/main">
              <a:ext uri="{FF2B5EF4-FFF2-40B4-BE49-F238E27FC236}">
                <a16:creationId xmlns:a16="http://schemas.microsoft.com/office/drawing/2014/main" id="{203C421B-0D83-489C-8205-AFD83210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7966" y="4594765"/>
            <a:ext cx="374034" cy="208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some</a:t>
            </a:r>
          </a:p>
        </p:txBody>
      </p:sp>
      <p:sp>
        <p:nvSpPr>
          <p:cNvPr id="420" name="text-443 standards">
            <a:extLst xmlns:a="http://schemas.openxmlformats.org/drawingml/2006/main">
              <a:ext uri="{FF2B5EF4-FFF2-40B4-BE49-F238E27FC236}">
                <a16:creationId xmlns:a16="http://schemas.microsoft.com/office/drawing/2014/main" id="{51B2E8C0-C763-4BFC-8B99-62BB44C6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4209" y="4594827"/>
            <a:ext cx="716894" cy="20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standards</a:t>
            </a:r>
          </a:p>
        </p:txBody>
      </p:sp>
      <p:sp>
        <p:nvSpPr>
          <p:cNvPr id="421" name="text-445 or">
            <a:extLst xmlns:a="http://schemas.openxmlformats.org/drawingml/2006/main">
              <a:ext uri="{FF2B5EF4-FFF2-40B4-BE49-F238E27FC236}">
                <a16:creationId xmlns:a16="http://schemas.microsoft.com/office/drawing/2014/main" id="{B9272B88-BAB6-4E94-AAA5-BCDADD79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503" y="4595034"/>
            <a:ext cx="175999" cy="20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422" name="text-447 simply">
            <a:extLst xmlns:a="http://schemas.openxmlformats.org/drawingml/2006/main">
              <a:ext uri="{FF2B5EF4-FFF2-40B4-BE49-F238E27FC236}">
                <a16:creationId xmlns:a16="http://schemas.microsoft.com/office/drawing/2014/main" id="{5E9F51F3-00E5-4502-B66F-F8644A82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3581" y="4594829"/>
            <a:ext cx="453440" cy="208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simply</a:t>
            </a:r>
          </a:p>
        </p:txBody>
      </p:sp>
      <p:sp>
        <p:nvSpPr>
          <p:cNvPr id="423" name="text-449 part">
            <a:extLst xmlns:a="http://schemas.openxmlformats.org/drawingml/2006/main">
              <a:ext uri="{FF2B5EF4-FFF2-40B4-BE49-F238E27FC236}">
                <a16:creationId xmlns:a16="http://schemas.microsoft.com/office/drawing/2014/main" id="{2A2DD187-AA6B-4D1D-86AA-0674C36E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9221" y="4595167"/>
            <a:ext cx="322703" cy="207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part</a:t>
            </a:r>
          </a:p>
        </p:txBody>
      </p:sp>
      <p:sp>
        <p:nvSpPr>
          <p:cNvPr id="424" name="text-451 of">
            <a:extLst xmlns:a="http://schemas.openxmlformats.org/drawingml/2006/main">
              <a:ext uri="{FF2B5EF4-FFF2-40B4-BE49-F238E27FC236}">
                <a16:creationId xmlns:a16="http://schemas.microsoft.com/office/drawing/2014/main" id="{8CB7A46F-727E-4AA8-B4BB-0D6D1997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181" y="4595011"/>
            <a:ext cx="180128" cy="207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425" name="text-453 the">
            <a:extLst xmlns:a="http://schemas.openxmlformats.org/drawingml/2006/main">
              <a:ext uri="{FF2B5EF4-FFF2-40B4-BE49-F238E27FC236}">
                <a16:creationId xmlns:a16="http://schemas.microsoft.com/office/drawing/2014/main" id="{5EFF657B-5155-4F0D-8204-2D7EE754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8228" y="4594681"/>
            <a:ext cx="264095" cy="208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426" name="text-455 act,">
            <a:extLst xmlns:a="http://schemas.openxmlformats.org/drawingml/2006/main">
              <a:ext uri="{FF2B5EF4-FFF2-40B4-BE49-F238E27FC236}">
                <a16:creationId xmlns:a16="http://schemas.microsoft.com/office/drawing/2014/main" id="{F37AA493-E2D5-4AE9-8D40-AACBAD19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4641" y="4594858"/>
            <a:ext cx="290044" cy="208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act,</a:t>
            </a:r>
          </a:p>
        </p:txBody>
      </p:sp>
      <p:sp>
        <p:nvSpPr>
          <p:cNvPr id="427" name="text-457 is">
            <a:extLst xmlns:a="http://schemas.openxmlformats.org/drawingml/2006/main">
              <a:ext uri="{FF2B5EF4-FFF2-40B4-BE49-F238E27FC236}">
                <a16:creationId xmlns:a16="http://schemas.microsoft.com/office/drawing/2014/main" id="{34F4F3CF-8CCE-4D25-AA53-3D962B10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7518" y="4595850"/>
            <a:ext cx="139742" cy="206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428" name="text-459 a">
            <a:extLst xmlns:a="http://schemas.openxmlformats.org/drawingml/2006/main">
              <a:ext uri="{FF2B5EF4-FFF2-40B4-BE49-F238E27FC236}">
                <a16:creationId xmlns:a16="http://schemas.microsoft.com/office/drawing/2014/main" id="{A7E07660-9FF6-48D1-BCF8-039C3A0B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0867" y="4595208"/>
            <a:ext cx="102524" cy="207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429" name="text-461 conventional">
            <a:extLst xmlns:a="http://schemas.openxmlformats.org/drawingml/2006/main">
              <a:ext uri="{FF2B5EF4-FFF2-40B4-BE49-F238E27FC236}">
                <a16:creationId xmlns:a16="http://schemas.microsoft.com/office/drawing/2014/main" id="{1ED5D742-A08F-4906-A198-419FEC30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841" y="4595008"/>
            <a:ext cx="873249" cy="207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conventional</a:t>
            </a:r>
          </a:p>
        </p:txBody>
      </p:sp>
      <p:sp>
        <p:nvSpPr>
          <p:cNvPr id="430" name="text-463 gesture">
            <a:extLst xmlns:a="http://schemas.openxmlformats.org/drawingml/2006/main">
              <a:ext uri="{FF2B5EF4-FFF2-40B4-BE49-F238E27FC236}">
                <a16:creationId xmlns:a16="http://schemas.microsoft.com/office/drawing/2014/main" id="{02360F48-5A14-4479-B4A8-FA48D9C3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2281" y="4595209"/>
            <a:ext cx="557656" cy="207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gesture</a:t>
            </a:r>
          </a:p>
        </p:txBody>
      </p:sp>
      <p:sp>
        <p:nvSpPr>
          <p:cNvPr id="431" name="text-465 of">
            <a:extLst xmlns:a="http://schemas.openxmlformats.org/drawingml/2006/main">
              <a:ext uri="{FF2B5EF4-FFF2-40B4-BE49-F238E27FC236}">
                <a16:creationId xmlns:a16="http://schemas.microsoft.com/office/drawing/2014/main" id="{B9579DB4-6F22-4B98-AA22-D87CCCD8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12460" y="4595011"/>
            <a:ext cx="180128" cy="207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432" name="text-467 acknowledgment">
            <a:extLst xmlns:a="http://schemas.openxmlformats.org/drawingml/2006/main">
              <a:ext uri="{FF2B5EF4-FFF2-40B4-BE49-F238E27FC236}">
                <a16:creationId xmlns:a16="http://schemas.microsoft.com/office/drawing/2014/main" id="{11F31208-4DC8-4F80-9C06-CFFEC046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5507" y="4595046"/>
            <a:ext cx="1147434" cy="207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acknowledgment</a:t>
            </a:r>
          </a:p>
        </p:txBody>
      </p:sp>
      <p:sp>
        <p:nvSpPr>
          <p:cNvPr id="433" name="text-469 and">
            <a:extLst xmlns:a="http://schemas.openxmlformats.org/drawingml/2006/main">
              <a:ext uri="{FF2B5EF4-FFF2-40B4-BE49-F238E27FC236}">
                <a16:creationId xmlns:a16="http://schemas.microsoft.com/office/drawing/2014/main" id="{0A6B73A7-216D-4443-89E6-C82EDD8E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05864" y="4595093"/>
            <a:ext cx="267273" cy="207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434" name="text-471 respect">
            <a:extLst xmlns:a="http://schemas.openxmlformats.org/drawingml/2006/main">
              <a:ext uri="{FF2B5EF4-FFF2-40B4-BE49-F238E27FC236}">
                <a16:creationId xmlns:a16="http://schemas.microsoft.com/office/drawing/2014/main" id="{689B96EF-D6FF-4E1A-8793-B858899F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5197" y="4775347"/>
            <a:ext cx="558315" cy="207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respect</a:t>
            </a:r>
          </a:p>
        </p:txBody>
      </p:sp>
      <p:sp>
        <p:nvSpPr>
          <p:cNvPr id="435" name="text-473 among">
            <a:extLst xmlns:a="http://schemas.openxmlformats.org/drawingml/2006/main">
              <a:ext uri="{FF2B5EF4-FFF2-40B4-BE49-F238E27FC236}">
                <a16:creationId xmlns:a16="http://schemas.microsoft.com/office/drawing/2014/main" id="{8273D27D-6E7A-4201-B8C7-841808E8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3739" y="4775432"/>
            <a:ext cx="452120" cy="207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among</a:t>
            </a:r>
          </a:p>
        </p:txBody>
      </p:sp>
      <p:sp>
        <p:nvSpPr>
          <p:cNvPr id="436" name="text-475 performers,">
            <a:extLst xmlns:a="http://schemas.openxmlformats.org/drawingml/2006/main">
              <a:ext uri="{FF2B5EF4-FFF2-40B4-BE49-F238E27FC236}">
                <a16:creationId xmlns:a16="http://schemas.microsoft.com/office/drawing/2014/main" id="{5B71A4E3-EDB4-4E65-AA40-37D47D3F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5097" y="4775436"/>
            <a:ext cx="864058" cy="207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performers,</a:t>
            </a:r>
          </a:p>
        </p:txBody>
      </p:sp>
      <p:sp>
        <p:nvSpPr>
          <p:cNvPr id="437" name="text-477 or">
            <a:extLst xmlns:a="http://schemas.openxmlformats.org/drawingml/2006/main">
              <a:ext uri="{FF2B5EF4-FFF2-40B4-BE49-F238E27FC236}">
                <a16:creationId xmlns:a16="http://schemas.microsoft.com/office/drawing/2014/main" id="{AD9327F9-394C-48C0-AC24-B927179B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313" y="4775422"/>
            <a:ext cx="176000" cy="207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438" name="text-479 for">
            <a:extLst xmlns:a="http://schemas.openxmlformats.org/drawingml/2006/main">
              <a:ext uri="{FF2B5EF4-FFF2-40B4-BE49-F238E27FC236}">
                <a16:creationId xmlns:a16="http://schemas.microsoft.com/office/drawing/2014/main" id="{7371988A-1DA7-45A4-B3CE-DEB60618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5430" y="4775370"/>
            <a:ext cx="251446" cy="207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</a:t>
            </a:r>
          </a:p>
        </p:txBody>
      </p:sp>
      <p:sp>
        <p:nvSpPr>
          <p:cNvPr id="439" name="text-481 the">
            <a:extLst xmlns:a="http://schemas.openxmlformats.org/drawingml/2006/main">
              <a:ext uri="{FF2B5EF4-FFF2-40B4-BE49-F238E27FC236}">
                <a16:creationId xmlns:a16="http://schemas.microsoft.com/office/drawing/2014/main" id="{EB44E2DB-D2AC-4F57-ABD3-B679C3C5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6974" y="4775071"/>
            <a:ext cx="264095" cy="208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440" name="text-483 effort">
            <a:extLst xmlns:a="http://schemas.openxmlformats.org/drawingml/2006/main">
              <a:ext uri="{FF2B5EF4-FFF2-40B4-BE49-F238E27FC236}">
                <a16:creationId xmlns:a16="http://schemas.microsoft.com/office/drawing/2014/main" id="{2672D102-E3FC-4424-AC7A-E470088E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0478" y="4775496"/>
            <a:ext cx="477575" cy="207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effort</a:t>
            </a:r>
          </a:p>
        </p:txBody>
      </p:sp>
      <p:sp>
        <p:nvSpPr>
          <p:cNvPr id="441" name="text-485 made">
            <a:extLst xmlns:a="http://schemas.openxmlformats.org/drawingml/2006/main">
              <a:ext uri="{FF2B5EF4-FFF2-40B4-BE49-F238E27FC236}">
                <a16:creationId xmlns:a16="http://schemas.microsoft.com/office/drawing/2014/main" id="{CC325476-00C6-4262-82A9-A431537D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8355" y="4775540"/>
            <a:ext cx="385837" cy="207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made</a:t>
            </a:r>
          </a:p>
        </p:txBody>
      </p:sp>
      <p:sp>
        <p:nvSpPr>
          <p:cNvPr id="442" name="text-486 .">
            <a:extLst xmlns:a="http://schemas.openxmlformats.org/drawingml/2006/main">
              <a:ext uri="{FF2B5EF4-FFF2-40B4-BE49-F238E27FC236}">
                <a16:creationId xmlns:a16="http://schemas.microsoft.com/office/drawing/2014/main" id="{41BB613D-B847-4E47-8A6A-74E3762F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6960" y="4775456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443" name="text-488 There">
            <a:extLst xmlns:a="http://schemas.openxmlformats.org/drawingml/2006/main">
              <a:ext uri="{FF2B5EF4-FFF2-40B4-BE49-F238E27FC236}">
                <a16:creationId xmlns:a16="http://schemas.microsoft.com/office/drawing/2014/main" id="{3B0D723F-D10E-4EC8-911E-8530E3F7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652" y="4775470"/>
            <a:ext cx="446762" cy="20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There</a:t>
            </a:r>
          </a:p>
        </p:txBody>
      </p:sp>
      <p:sp>
        <p:nvSpPr>
          <p:cNvPr id="444" name="text-490 is">
            <a:extLst xmlns:a="http://schemas.openxmlformats.org/drawingml/2006/main">
              <a:ext uri="{FF2B5EF4-FFF2-40B4-BE49-F238E27FC236}">
                <a16:creationId xmlns:a16="http://schemas.microsoft.com/office/drawing/2014/main" id="{0204012E-D7C2-4D91-BC1C-22410FF6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6769" y="4776239"/>
            <a:ext cx="139742" cy="206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445" name="text-492 no">
            <a:extLst xmlns:a="http://schemas.openxmlformats.org/drawingml/2006/main">
              <a:ext uri="{FF2B5EF4-FFF2-40B4-BE49-F238E27FC236}">
                <a16:creationId xmlns:a16="http://schemas.microsoft.com/office/drawing/2014/main" id="{787C6A5F-8937-47D6-9347-C0B17FBC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209" y="4775009"/>
            <a:ext cx="182804" cy="20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</a:t>
            </a:r>
          </a:p>
        </p:txBody>
      </p:sp>
      <p:sp>
        <p:nvSpPr>
          <p:cNvPr id="446" name="text-494 visual">
            <a:extLst xmlns:a="http://schemas.openxmlformats.org/drawingml/2006/main">
              <a:ext uri="{FF2B5EF4-FFF2-40B4-BE49-F238E27FC236}">
                <a16:creationId xmlns:a16="http://schemas.microsoft.com/office/drawing/2014/main" id="{B1D4E2B0-83D7-43F5-9CAB-6530C2DA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9995" y="4775976"/>
            <a:ext cx="404754" cy="207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447" name="text-496 evidence">
            <a:extLst xmlns:a="http://schemas.openxmlformats.org/drawingml/2006/main">
              <a:ext uri="{FF2B5EF4-FFF2-40B4-BE49-F238E27FC236}">
                <a16:creationId xmlns:a16="http://schemas.microsoft.com/office/drawing/2014/main" id="{B840BC78-5BF3-4A7D-968D-8ECF9D0D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5091" y="4775731"/>
            <a:ext cx="623791" cy="20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evidence</a:t>
            </a:r>
          </a:p>
        </p:txBody>
      </p:sp>
      <p:sp>
        <p:nvSpPr>
          <p:cNvPr id="448" name="text-498 of">
            <a:extLst xmlns:a="http://schemas.openxmlformats.org/drawingml/2006/main">
              <a:ext uri="{FF2B5EF4-FFF2-40B4-BE49-F238E27FC236}">
                <a16:creationId xmlns:a16="http://schemas.microsoft.com/office/drawing/2014/main" id="{F31911C8-43CC-484D-BEAB-CD398770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8526" y="4775400"/>
            <a:ext cx="180128" cy="207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449" name="text-500 nervousness,">
            <a:extLst xmlns:a="http://schemas.openxmlformats.org/drawingml/2006/main">
              <a:ext uri="{FF2B5EF4-FFF2-40B4-BE49-F238E27FC236}">
                <a16:creationId xmlns:a16="http://schemas.microsoft.com/office/drawing/2014/main" id="{16277D21-0A42-4D9E-B152-D93770C0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665" y="4775311"/>
            <a:ext cx="901251" cy="207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nervousness,</a:t>
            </a:r>
          </a:p>
        </p:txBody>
      </p:sp>
      <p:sp>
        <p:nvSpPr>
          <p:cNvPr id="450" name="text-502 vindictiveness,">
            <a:extLst xmlns:a="http://schemas.openxmlformats.org/drawingml/2006/main">
              <a:ext uri="{FF2B5EF4-FFF2-40B4-BE49-F238E27FC236}">
                <a16:creationId xmlns:a16="http://schemas.microsoft.com/office/drawing/2014/main" id="{67D4D199-FDF7-4CE1-8A46-830BE567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9987" y="4775507"/>
            <a:ext cx="1031430" cy="20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vindictiveness,</a:t>
            </a:r>
          </a:p>
        </p:txBody>
      </p:sp>
      <p:sp>
        <p:nvSpPr>
          <p:cNvPr id="451" name="text-504 affection,">
            <a:extLst xmlns:a="http://schemas.openxmlformats.org/drawingml/2006/main">
              <a:ext uri="{FF2B5EF4-FFF2-40B4-BE49-F238E27FC236}">
                <a16:creationId xmlns:a16="http://schemas.microsoft.com/office/drawing/2014/main" id="{B7D1275B-A576-4B47-AFFE-DE9BB526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0990" y="4775428"/>
            <a:ext cx="718833" cy="20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affection,</a:t>
            </a:r>
          </a:p>
        </p:txBody>
      </p:sp>
      <p:sp>
        <p:nvSpPr>
          <p:cNvPr id="452" name="text-506 or">
            <a:extLst xmlns:a="http://schemas.openxmlformats.org/drawingml/2006/main">
              <a:ext uri="{FF2B5EF4-FFF2-40B4-BE49-F238E27FC236}">
                <a16:creationId xmlns:a16="http://schemas.microsoft.com/office/drawing/2014/main" id="{0C2F487B-E223-4D51-BBD1-47E081C1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9700" y="4775423"/>
            <a:ext cx="175999" cy="20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453" name="text-508 a">
            <a:extLst xmlns:a="http://schemas.openxmlformats.org/drawingml/2006/main">
              <a:ext uri="{FF2B5EF4-FFF2-40B4-BE49-F238E27FC236}">
                <a16:creationId xmlns:a16="http://schemas.microsoft.com/office/drawing/2014/main" id="{7E16B75D-7138-4AA3-9D6A-93DC16EB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5870" y="4775598"/>
            <a:ext cx="102524" cy="207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454" name="text-510 plan">
            <a:extLst xmlns:a="http://schemas.openxmlformats.org/drawingml/2006/main">
              <a:ext uri="{FF2B5EF4-FFF2-40B4-BE49-F238E27FC236}">
                <a16:creationId xmlns:a16="http://schemas.microsoft.com/office/drawing/2014/main" id="{8BC323BB-F659-41E0-9751-3A0365B8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57937" y="4775429"/>
            <a:ext cx="300087" cy="207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plan</a:t>
            </a:r>
          </a:p>
        </p:txBody>
      </p:sp>
      <p:sp>
        <p:nvSpPr>
          <p:cNvPr id="455" name="text-512 to">
            <a:extLst xmlns:a="http://schemas.openxmlformats.org/drawingml/2006/main">
              <a:ext uri="{FF2B5EF4-FFF2-40B4-BE49-F238E27FC236}">
                <a16:creationId xmlns:a16="http://schemas.microsoft.com/office/drawing/2014/main" id="{E0D3670C-4B92-4857-894F-7B43BA00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98493" y="4775205"/>
            <a:ext cx="174825" cy="208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sp>
        <p:nvSpPr>
          <p:cNvPr id="456" name="text-514 cooperate">
            <a:extLst xmlns:a="http://schemas.openxmlformats.org/drawingml/2006/main">
              <a:ext uri="{FF2B5EF4-FFF2-40B4-BE49-F238E27FC236}">
                <a16:creationId xmlns:a16="http://schemas.microsoft.com/office/drawing/2014/main" id="{02EDB06E-F03F-4999-A03D-7737175B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5197" y="4955758"/>
            <a:ext cx="717967" cy="207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cooperate</a:t>
            </a:r>
          </a:p>
        </p:txBody>
      </p:sp>
      <p:sp>
        <p:nvSpPr>
          <p:cNvPr id="457" name="text-515 .">
            <a:extLst xmlns:a="http://schemas.openxmlformats.org/drawingml/2006/main">
              <a:ext uri="{FF2B5EF4-FFF2-40B4-BE49-F238E27FC236}">
                <a16:creationId xmlns:a16="http://schemas.microsoft.com/office/drawing/2014/main" id="{16B2FAEE-0CD9-45A2-BEB3-94B36517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5945" y="4955844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458" name="text-517 The">
            <a:extLst xmlns:a="http://schemas.openxmlformats.org/drawingml/2006/main">
              <a:ext uri="{FF2B5EF4-FFF2-40B4-BE49-F238E27FC236}">
                <a16:creationId xmlns:a16="http://schemas.microsoft.com/office/drawing/2014/main" id="{F2380477-FA66-44E4-9ACD-26E6E6C0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6665" y="4955724"/>
            <a:ext cx="294548" cy="207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459" name="text-519 clapping">
            <a:extLst xmlns:a="http://schemas.openxmlformats.org/drawingml/2006/main">
              <a:ext uri="{FF2B5EF4-FFF2-40B4-BE49-F238E27FC236}">
                <a16:creationId xmlns:a16="http://schemas.microsoft.com/office/drawing/2014/main" id="{F9510ECB-919E-41A8-BC03-81D2B98C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7633" y="4955621"/>
            <a:ext cx="576605" cy="208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460" name="text-521 appears">
            <a:extLst xmlns:a="http://schemas.openxmlformats.org/drawingml/2006/main">
              <a:ext uri="{FF2B5EF4-FFF2-40B4-BE49-F238E27FC236}">
                <a16:creationId xmlns:a16="http://schemas.microsoft.com/office/drawing/2014/main" id="{2C9ADA45-3422-4B1C-B202-9996E69B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0458" y="4956092"/>
            <a:ext cx="560685" cy="207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appears</a:t>
            </a:r>
          </a:p>
        </p:txBody>
      </p:sp>
      <p:sp>
        <p:nvSpPr>
          <p:cNvPr id="461" name="text-523 to">
            <a:extLst xmlns:a="http://schemas.openxmlformats.org/drawingml/2006/main">
              <a:ext uri="{FF2B5EF4-FFF2-40B4-BE49-F238E27FC236}">
                <a16:creationId xmlns:a16="http://schemas.microsoft.com/office/drawing/2014/main" id="{A172A93F-938D-4E1C-95DB-35C336A2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8728" y="4955592"/>
            <a:ext cx="174825" cy="208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sp>
        <p:nvSpPr>
          <p:cNvPr id="462" name="text-525 be">
            <a:extLst xmlns:a="http://schemas.openxmlformats.org/drawingml/2006/main">
              <a:ext uri="{FF2B5EF4-FFF2-40B4-BE49-F238E27FC236}">
                <a16:creationId xmlns:a16="http://schemas.microsoft.com/office/drawing/2014/main" id="{6DCE276F-720A-44C8-B0C3-7B0E0906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0603" y="4956413"/>
            <a:ext cx="195140" cy="206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</a:t>
            </a:r>
          </a:p>
        </p:txBody>
      </p:sp>
      <p:sp>
        <p:nvSpPr>
          <p:cNvPr id="463" name="text-527 a">
            <a:extLst xmlns:a="http://schemas.openxmlformats.org/drawingml/2006/main">
              <a:ext uri="{FF2B5EF4-FFF2-40B4-BE49-F238E27FC236}">
                <a16:creationId xmlns:a16="http://schemas.microsoft.com/office/drawing/2014/main" id="{0720308B-8800-422F-A9F0-57BE90B8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2325" y="4955985"/>
            <a:ext cx="102524" cy="207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464" name="text-529 polite">
            <a:extLst xmlns:a="http://schemas.openxmlformats.org/drawingml/2006/main">
              <a:ext uri="{FF2B5EF4-FFF2-40B4-BE49-F238E27FC236}">
                <a16:creationId xmlns:a16="http://schemas.microsoft.com/office/drawing/2014/main" id="{7B20BF2F-8CAA-45B8-985C-4DA8C2D9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1419" y="4955713"/>
            <a:ext cx="417606" cy="207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polite</a:t>
            </a:r>
          </a:p>
        </p:txBody>
      </p:sp>
      <p:sp>
        <p:nvSpPr>
          <p:cNvPr id="465" name="text-531 or">
            <a:extLst xmlns:a="http://schemas.openxmlformats.org/drawingml/2006/main">
              <a:ext uri="{FF2B5EF4-FFF2-40B4-BE49-F238E27FC236}">
                <a16:creationId xmlns:a16="http://schemas.microsoft.com/office/drawing/2014/main" id="{A0E0C180-64FD-464F-8182-3FBF2C24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5453" y="4955810"/>
            <a:ext cx="176000" cy="207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466" name="text-533 professional">
            <a:extLst xmlns:a="http://schemas.openxmlformats.org/drawingml/2006/main">
              <a:ext uri="{FF2B5EF4-FFF2-40B4-BE49-F238E27FC236}">
                <a16:creationId xmlns:a16="http://schemas.microsoft.com/office/drawing/2014/main" id="{902F2783-5419-4F70-BDD1-9BD2F114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8649" y="4955758"/>
            <a:ext cx="870260" cy="207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professional</a:t>
            </a:r>
          </a:p>
        </p:txBody>
      </p:sp>
      <p:sp>
        <p:nvSpPr>
          <p:cNvPr id="467" name="text-535 acknowledgement">
            <a:extLst xmlns:a="http://schemas.openxmlformats.org/drawingml/2006/main">
              <a:ext uri="{FF2B5EF4-FFF2-40B4-BE49-F238E27FC236}">
                <a16:creationId xmlns:a16="http://schemas.microsoft.com/office/drawing/2014/main" id="{53D320EC-D327-4664-9FAD-B2240A27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6564" y="4955886"/>
            <a:ext cx="1228180" cy="207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acknowledgement</a:t>
            </a:r>
          </a:p>
        </p:txBody>
      </p:sp>
      <p:sp>
        <p:nvSpPr>
          <p:cNvPr id="468" name="text-537 of">
            <a:extLst xmlns:a="http://schemas.openxmlformats.org/drawingml/2006/main">
              <a:ext uri="{FF2B5EF4-FFF2-40B4-BE49-F238E27FC236}">
                <a16:creationId xmlns:a16="http://schemas.microsoft.com/office/drawing/2014/main" id="{1BD3CE15-27A8-410E-AEAC-8A765BCD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1762" y="4955788"/>
            <a:ext cx="180128" cy="207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469" name="text-539 the">
            <a:extLst xmlns:a="http://schemas.openxmlformats.org/drawingml/2006/main">
              <a:ext uri="{FF2B5EF4-FFF2-40B4-BE49-F238E27FC236}">
                <a16:creationId xmlns:a16="http://schemas.microsoft.com/office/drawing/2014/main" id="{C7E3BCC1-ACBB-47D2-AADC-69DFEBD5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8929" y="4955459"/>
            <a:ext cx="264095" cy="208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470" name="text-541 other">
            <a:extLst xmlns:a="http://schemas.openxmlformats.org/drawingml/2006/main">
              <a:ext uri="{FF2B5EF4-FFF2-40B4-BE49-F238E27FC236}">
                <a16:creationId xmlns:a16="http://schemas.microsoft.com/office/drawing/2014/main" id="{E73F0642-B2DA-429B-85AE-4620F651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9463" y="4955757"/>
            <a:ext cx="412902" cy="207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other</a:t>
            </a:r>
          </a:p>
        </p:txBody>
      </p:sp>
      <p:sp>
        <p:nvSpPr>
          <p:cNvPr id="471" name="text-543 performer's">
            <a:extLst xmlns:a="http://schemas.openxmlformats.org/drawingml/2006/main">
              <a:ext uri="{FF2B5EF4-FFF2-40B4-BE49-F238E27FC236}">
                <a16:creationId xmlns:a16="http://schemas.microsoft.com/office/drawing/2014/main" id="{D5478855-B74B-45D4-A83C-720253BD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9526" y="4956039"/>
            <a:ext cx="879279" cy="207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performer's</a:t>
            </a:r>
          </a:p>
        </p:txBody>
      </p:sp>
      <p:sp>
        <p:nvSpPr>
          <p:cNvPr id="472" name="text-545 turn">
            <a:extLst xmlns:a="http://schemas.openxmlformats.org/drawingml/2006/main">
              <a:ext uri="{FF2B5EF4-FFF2-40B4-BE49-F238E27FC236}">
                <a16:creationId xmlns:a16="http://schemas.microsoft.com/office/drawing/2014/main" id="{CA843D36-FC97-45A2-B952-D5861762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6704" y="4955771"/>
            <a:ext cx="322697" cy="207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turn</a:t>
            </a:r>
          </a:p>
        </p:txBody>
      </p:sp>
      <p:sp>
        <p:nvSpPr>
          <p:cNvPr id="473" name="text-546 .">
            <a:extLst xmlns:a="http://schemas.openxmlformats.org/drawingml/2006/main">
              <a:ext uri="{FF2B5EF4-FFF2-40B4-BE49-F238E27FC236}">
                <a16:creationId xmlns:a16="http://schemas.microsoft.com/office/drawing/2014/main" id="{F0DE95CA-F70F-4B1D-AF97-8AEE4A41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3117" y="4955844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474" name="text-548 Answer">
            <a:extLst xmlns:a="http://schemas.openxmlformats.org/drawingml/2006/main">
              <a:ext uri="{FF2B5EF4-FFF2-40B4-BE49-F238E27FC236}">
                <a16:creationId xmlns:a16="http://schemas.microsoft.com/office/drawing/2014/main" id="{3C04AEEA-4637-4D3E-8F27-1A4C86F1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43836" y="4955565"/>
            <a:ext cx="539846" cy="20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475" name="text-549 :">
            <a:extLst xmlns:a="http://schemas.openxmlformats.org/drawingml/2006/main">
              <a:ext uri="{FF2B5EF4-FFF2-40B4-BE49-F238E27FC236}">
                <a16:creationId xmlns:a16="http://schemas.microsoft.com/office/drawing/2014/main" id="{F2FBB713-1D84-4E78-9213-AE2EC657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57265" y="4956036"/>
            <a:ext cx="70964" cy="20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476" name="text-551 A">
            <a:extLst xmlns:a="http://schemas.openxmlformats.org/drawingml/2006/main">
              <a:ext uri="{FF2B5EF4-FFF2-40B4-BE49-F238E27FC236}">
                <a16:creationId xmlns:a16="http://schemas.microsoft.com/office/drawing/2014/main" id="{9E895208-C9D3-4BEE-B95D-8E269824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601" y="4955882"/>
            <a:ext cx="135108" cy="207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477" name="text-553 &lt;Answer&gt;">
            <a:extLst xmlns:a="http://schemas.openxmlformats.org/drawingml/2006/main">
              <a:ext uri="{FF2B5EF4-FFF2-40B4-BE49-F238E27FC236}">
                <a16:creationId xmlns:a16="http://schemas.microsoft.com/office/drawing/2014/main" id="{102E6111-58C8-47FD-A6D1-30623B68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6777" y="4955456"/>
            <a:ext cx="653641" cy="208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&lt;Answer&gt;</a:t>
            </a:r>
          </a:p>
        </p:txBody>
      </p:sp>
      <p:pic>
        <p:nvPic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0365BB2C-05AA-48A6-9856-FD0E70A323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bc493c1754769"/>
          <a:stretch xmlns:a="http://schemas.openxmlformats.org/drawingml/2006/main"/>
        </p:blipFill>
        <p:spPr>
          <a:xfrm xmlns:a="http://schemas.openxmlformats.org/drawingml/2006/main">
            <a:off x="11993011" y="4907432"/>
            <a:ext cx="369794" cy="381000"/>
          </a:xfrm>
          <a:prstGeom xmlns:a="http://schemas.openxmlformats.org/drawingml/2006/main" prst="rect">
            <a:avLst/>
          </a:prstGeom>
        </p:spPr>
      </p:pic>
      <p:sp>
        <p:nvSpPr>
          <p:cNvPr id="479" name="path-555">
            <a:extLst xmlns:a="http://schemas.openxmlformats.org/drawingml/2006/main">
              <a:ext uri="{FF2B5EF4-FFF2-40B4-BE49-F238E27FC236}">
                <a16:creationId xmlns:a16="http://schemas.microsoft.com/office/drawing/2014/main" id="{5533E46C-1F85-451F-B618-BA270972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581" y="5365206"/>
            <a:ext cx="9932999" cy="320111"/>
          </a:xfrm>
          <a:custGeom xmlns:a="http://schemas.openxmlformats.org/drawingml/2006/main">
            <a:pathLst>
              <a:path w="8443050" h="272095">
                <a:moveTo>
                  <a:pt x="0" y="8366"/>
                </a:moveTo>
                <a:cubicBezTo>
                  <a:pt x="0" y="3746"/>
                  <a:pt x="3745" y="0"/>
                  <a:pt x="8365" y="0"/>
                </a:cubicBezTo>
                <a:lnTo>
                  <a:pt x="8434685" y="0"/>
                </a:lnTo>
                <a:cubicBezTo>
                  <a:pt x="8439305" y="0"/>
                  <a:pt x="8443050" y="3746"/>
                  <a:pt x="8443050" y="8366"/>
                </a:cubicBezTo>
                <a:lnTo>
                  <a:pt x="8443050" y="263729"/>
                </a:lnTo>
                <a:cubicBezTo>
                  <a:pt x="8443050" y="268349"/>
                  <a:pt x="8439305" y="272095"/>
                  <a:pt x="8434685" y="272095"/>
                </a:cubicBezTo>
                <a:lnTo>
                  <a:pt x="8365" y="272095"/>
                </a:lnTo>
                <a:cubicBezTo>
                  <a:pt x="3745" y="272095"/>
                  <a:pt x="0" y="268349"/>
                  <a:pt x="0" y="263729"/>
                </a:cubicBezTo>
                <a:lnTo>
                  <a:pt x="0" y="8366"/>
                </a:lnTo>
              </a:path>
            </a:pathLst>
          </a:custGeom>
          <a:solidFill xmlns:a="http://schemas.openxmlformats.org/drawingml/2006/main">
            <a:srgbClr val="FFF2CC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" name="path-556">
            <a:extLst xmlns:a="http://schemas.openxmlformats.org/drawingml/2006/main">
              <a:ext uri="{FF2B5EF4-FFF2-40B4-BE49-F238E27FC236}">
                <a16:creationId xmlns:a16="http://schemas.microsoft.com/office/drawing/2014/main" id="{EB2AD195-8E05-4DC0-830F-D8128F72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581" y="5365206"/>
            <a:ext cx="9933001" cy="320110"/>
          </a:xfrm>
          <a:custGeom xmlns:a="http://schemas.openxmlformats.org/drawingml/2006/main">
            <a:pathLst>
              <a:path w="8443051" h="272094">
                <a:moveTo>
                  <a:pt x="0" y="8366"/>
                </a:moveTo>
                <a:cubicBezTo>
                  <a:pt x="0" y="3746"/>
                  <a:pt x="3745" y="0"/>
                  <a:pt x="8365" y="0"/>
                </a:cubicBezTo>
                <a:lnTo>
                  <a:pt x="8434686" y="0"/>
                </a:lnTo>
                <a:cubicBezTo>
                  <a:pt x="8439306" y="0"/>
                  <a:pt x="8443051" y="3746"/>
                  <a:pt x="8443051" y="8366"/>
                </a:cubicBezTo>
                <a:lnTo>
                  <a:pt x="8443051" y="263728"/>
                </a:lnTo>
                <a:cubicBezTo>
                  <a:pt x="8443051" y="268349"/>
                  <a:pt x="8439306" y="272094"/>
                  <a:pt x="8434686" y="272094"/>
                </a:cubicBezTo>
                <a:lnTo>
                  <a:pt x="8365" y="272094"/>
                </a:lnTo>
                <a:cubicBezTo>
                  <a:pt x="3745" y="272094"/>
                  <a:pt x="0" y="268349"/>
                  <a:pt x="0" y="263728"/>
                </a:cubicBezTo>
                <a:lnTo>
                  <a:pt x="0" y="8366"/>
                </a:lnTo>
              </a:path>
            </a:pathLst>
          </a:custGeom>
          <a:noFill xmlns:a="http://schemas.openxmlformats.org/drawingml/2006/main"/>
          <a:ln xmlns:a="http://schemas.openxmlformats.org/drawingml/2006/main" w="2647">
            <a:solidFill>
              <a:srgbClr val="2E75B6"/>
            </a:solidFill>
            <a:prstDash val="solid"/>
          </a:ln>
        </p:spPr>
      </p:sp>
      <p:sp>
        <p:nvSpPr>
          <p:cNvPr id="481" name="text-557 VideoEvoHarness">
            <a:extLst xmlns:a="http://schemas.openxmlformats.org/drawingml/2006/main">
              <a:ext uri="{FF2B5EF4-FFF2-40B4-BE49-F238E27FC236}">
                <a16:creationId xmlns:a16="http://schemas.microsoft.com/office/drawing/2014/main" id="{69FB33E9-DA9A-44B7-BB5A-89F3482C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7865" y="5396187"/>
            <a:ext cx="1566838" cy="267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VideoEvoHarness</a:t>
            </a:r>
          </a:p>
        </p:txBody>
      </p:sp>
      <p:sp>
        <p:nvSpPr>
          <p:cNvPr id="482" name="text-558 VideoEvoHarness">
            <a:extLst xmlns:a="http://schemas.openxmlformats.org/drawingml/2006/main">
              <a:ext uri="{FF2B5EF4-FFF2-40B4-BE49-F238E27FC236}">
                <a16:creationId xmlns:a16="http://schemas.microsoft.com/office/drawing/2014/main" id="{FDA5CB95-A38C-4DA4-A48F-AD8E3408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7865" y="5396187"/>
            <a:ext cx="1566838" cy="267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VideoEvoHarness</a:t>
            </a:r>
          </a:p>
        </p:txBody>
      </p:sp>
      <p:sp>
        <p:nvSpPr>
          <p:cNvPr id="483" name="text-561 (R3)">
            <a:extLst xmlns:a="http://schemas.openxmlformats.org/drawingml/2006/main">
              <a:ext uri="{FF2B5EF4-FFF2-40B4-BE49-F238E27FC236}">
                <a16:creationId xmlns:a16="http://schemas.microsoft.com/office/drawing/2014/main" id="{4259843E-2F37-40CB-835B-7A647FC6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7112" y="5395781"/>
            <a:ext cx="411238" cy="267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(R3)</a:t>
            </a:r>
          </a:p>
        </p:txBody>
      </p:sp>
      <p:sp>
        <p:nvSpPr>
          <p:cNvPr id="484" name="text-562 (R3)">
            <a:extLst xmlns:a="http://schemas.openxmlformats.org/drawingml/2006/main">
              <a:ext uri="{FF2B5EF4-FFF2-40B4-BE49-F238E27FC236}">
                <a16:creationId xmlns:a16="http://schemas.microsoft.com/office/drawing/2014/main" id="{4BC0855E-6D12-4601-BCB7-27BCAD87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7112" y="5395781"/>
            <a:ext cx="411238" cy="267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(R3)</a:t>
            </a:r>
          </a:p>
        </p:txBody>
      </p:sp>
      <p:sp>
        <p:nvSpPr>
          <p:cNvPr id="485" name="path-563">
            <a:extLst xmlns:a="http://schemas.openxmlformats.org/drawingml/2006/main">
              <a:ext uri="{FF2B5EF4-FFF2-40B4-BE49-F238E27FC236}">
                <a16:creationId xmlns:a16="http://schemas.microsoft.com/office/drawing/2014/main" id="{DA1930AC-82C5-4E90-8695-0E49D282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004" y="5721285"/>
            <a:ext cx="9933000" cy="3585245"/>
          </a:xfrm>
          <a:custGeom xmlns:a="http://schemas.openxmlformats.org/drawingml/2006/main">
            <a:pathLst>
              <a:path w="8443050" h="3047458">
                <a:moveTo>
                  <a:pt x="0" y="93739"/>
                </a:moveTo>
                <a:cubicBezTo>
                  <a:pt x="0" y="41967"/>
                  <a:pt x="41968" y="0"/>
                  <a:pt x="93738" y="0"/>
                </a:cubicBezTo>
                <a:lnTo>
                  <a:pt x="8349312" y="0"/>
                </a:lnTo>
                <a:cubicBezTo>
                  <a:pt x="8401083" y="0"/>
                  <a:pt x="8443050" y="41967"/>
                  <a:pt x="8443050" y="93739"/>
                </a:cubicBezTo>
                <a:lnTo>
                  <a:pt x="8443050" y="2953721"/>
                </a:lnTo>
                <a:cubicBezTo>
                  <a:pt x="8443050" y="3005489"/>
                  <a:pt x="8401083" y="3047458"/>
                  <a:pt x="8349312" y="3047458"/>
                </a:cubicBezTo>
                <a:lnTo>
                  <a:pt x="93738" y="3047458"/>
                </a:lnTo>
                <a:cubicBezTo>
                  <a:pt x="41968" y="3047458"/>
                  <a:pt x="0" y="3005489"/>
                  <a:pt x="0" y="2953721"/>
                </a:cubicBezTo>
                <a:lnTo>
                  <a:pt x="0" y="93739"/>
                </a:lnTo>
              </a:path>
            </a:pathLst>
          </a:custGeom>
          <a:solidFill xmlns:a="http://schemas.openxmlformats.org/drawingml/2006/main">
            <a:srgbClr val="DEEBF7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" name="path-564">
            <a:extLst xmlns:a="http://schemas.openxmlformats.org/drawingml/2006/main">
              <a:ext uri="{FF2B5EF4-FFF2-40B4-BE49-F238E27FC236}">
                <a16:creationId xmlns:a16="http://schemas.microsoft.com/office/drawing/2014/main" id="{A8CFCB9B-9B1F-4510-A1AD-68F7FF14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004" y="5721285"/>
            <a:ext cx="9933001" cy="3585245"/>
          </a:xfrm>
          <a:custGeom xmlns:a="http://schemas.openxmlformats.org/drawingml/2006/main">
            <a:pathLst>
              <a:path w="8443051" h="3047458">
                <a:moveTo>
                  <a:pt x="0" y="93738"/>
                </a:moveTo>
                <a:cubicBezTo>
                  <a:pt x="0" y="41968"/>
                  <a:pt x="41968" y="0"/>
                  <a:pt x="93738" y="0"/>
                </a:cubicBezTo>
                <a:lnTo>
                  <a:pt x="8349314" y="0"/>
                </a:lnTo>
                <a:cubicBezTo>
                  <a:pt x="8401083" y="0"/>
                  <a:pt x="8443051" y="41968"/>
                  <a:pt x="8443051" y="93738"/>
                </a:cubicBezTo>
                <a:lnTo>
                  <a:pt x="8443051" y="2953721"/>
                </a:lnTo>
                <a:cubicBezTo>
                  <a:pt x="8443051" y="3005489"/>
                  <a:pt x="8401083" y="3047458"/>
                  <a:pt x="8349314" y="3047458"/>
                </a:cubicBezTo>
                <a:lnTo>
                  <a:pt x="93738" y="3047458"/>
                </a:lnTo>
                <a:cubicBezTo>
                  <a:pt x="41968" y="3047458"/>
                  <a:pt x="0" y="3005489"/>
                  <a:pt x="0" y="2953721"/>
                </a:cubicBezTo>
                <a:lnTo>
                  <a:pt x="0" y="93738"/>
                </a:lnTo>
              </a:path>
            </a:pathLst>
          </a:custGeom>
          <a:noFill xmlns:a="http://schemas.openxmlformats.org/drawingml/2006/main"/>
          <a:ln xmlns:a="http://schemas.openxmlformats.org/drawingml/2006/main" w="2647">
            <a:solidFill>
              <a:srgbClr val="2E75B6"/>
            </a:solidFill>
            <a:prstDash val="solid"/>
          </a:ln>
        </p:spPr>
      </p:sp>
      <p:sp>
        <p:nvSpPr>
          <p:cNvPr id="487" name="text-565 &lt;Answer&gt;">
            <a:extLst xmlns:a="http://schemas.openxmlformats.org/drawingml/2006/main">
              <a:ext uri="{FF2B5EF4-FFF2-40B4-BE49-F238E27FC236}">
                <a16:creationId xmlns:a16="http://schemas.microsoft.com/office/drawing/2014/main" id="{24980554-3B26-40F1-91C9-5A1A1BB2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3982" y="5933619"/>
            <a:ext cx="653640" cy="208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&lt;Answer&gt;</a:t>
            </a:r>
          </a:p>
        </p:txBody>
      </p:sp>
      <p:sp>
        <p:nvSpPr>
          <p:cNvPr id="488" name="text-566 The">
            <a:extLst xmlns:a="http://schemas.openxmlformats.org/drawingml/2006/main">
              <a:ext uri="{FF2B5EF4-FFF2-40B4-BE49-F238E27FC236}">
                <a16:creationId xmlns:a16="http://schemas.microsoft.com/office/drawing/2014/main" id="{3D7848E2-8C3D-455E-B999-82E000BE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1213" y="5933887"/>
            <a:ext cx="294548" cy="207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489" name="text-568 black">
            <a:extLst xmlns:a="http://schemas.openxmlformats.org/drawingml/2006/main">
              <a:ext uri="{FF2B5EF4-FFF2-40B4-BE49-F238E27FC236}">
                <a16:creationId xmlns:a16="http://schemas.microsoft.com/office/drawing/2014/main" id="{0FFFCE01-0342-401D-A5E5-4D66A6EA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8129" y="5933969"/>
            <a:ext cx="387486" cy="207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490" name="text-569 -">
            <a:extLst xmlns:a="http://schemas.openxmlformats.org/drawingml/2006/main">
              <a:ext uri="{FF2B5EF4-FFF2-40B4-BE49-F238E27FC236}">
                <a16:creationId xmlns:a16="http://schemas.microsoft.com/office/drawing/2014/main" id="{04CC3DAF-1D51-4DF4-8993-30D58DB0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8059" y="5934173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491" name="text-570 hat">
            <a:extLst xmlns:a="http://schemas.openxmlformats.org/drawingml/2006/main">
              <a:ext uri="{FF2B5EF4-FFF2-40B4-BE49-F238E27FC236}">
                <a16:creationId xmlns:a16="http://schemas.microsoft.com/office/drawing/2014/main" id="{4977D518-4CDE-4755-BE80-42233EAB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0252" y="5934109"/>
            <a:ext cx="257892" cy="20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492" name="text-572 clown">
            <a:extLst xmlns:a="http://schemas.openxmlformats.org/drawingml/2006/main">
              <a:ext uri="{FF2B5EF4-FFF2-40B4-BE49-F238E27FC236}">
                <a16:creationId xmlns:a16="http://schemas.microsoft.com/office/drawing/2014/main" id="{0DCAE209-6EEB-414F-95BC-EE166BA5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1440" y="5933344"/>
            <a:ext cx="402241" cy="208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493" name="text-574 (mime)">
            <a:extLst xmlns:a="http://schemas.openxmlformats.org/drawingml/2006/main">
              <a:ext uri="{FF2B5EF4-FFF2-40B4-BE49-F238E27FC236}">
                <a16:creationId xmlns:a16="http://schemas.microsoft.com/office/drawing/2014/main" id="{063EAD61-8432-427F-A4E1-8715A886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6865" y="5934387"/>
            <a:ext cx="487224" cy="207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(mime)</a:t>
            </a:r>
          </a:p>
        </p:txBody>
      </p:sp>
      <p:sp>
        <p:nvSpPr>
          <p:cNvPr id="494" name="text-576 is">
            <a:extLst xmlns:a="http://schemas.openxmlformats.org/drawingml/2006/main">
              <a:ext uri="{FF2B5EF4-FFF2-40B4-BE49-F238E27FC236}">
                <a16:creationId xmlns:a16="http://schemas.microsoft.com/office/drawing/2014/main" id="{58D0F3AF-A02C-486D-B0E1-CDF36860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6980" y="5934789"/>
            <a:ext cx="139742" cy="206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495" name="text-578 seen">
            <a:extLst xmlns:a="http://schemas.openxmlformats.org/drawingml/2006/main">
              <a:ext uri="{FF2B5EF4-FFF2-40B4-BE49-F238E27FC236}">
                <a16:creationId xmlns:a16="http://schemas.microsoft.com/office/drawing/2014/main" id="{4568FDFC-A577-423A-90B5-F5E2C051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344" y="5934288"/>
            <a:ext cx="338298" cy="20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seen</a:t>
            </a:r>
          </a:p>
        </p:txBody>
      </p:sp>
      <p:sp>
        <p:nvSpPr>
          <p:cNvPr id="496" name="text-580 performing">
            <a:extLst xmlns:a="http://schemas.openxmlformats.org/drawingml/2006/main">
              <a:ext uri="{FF2B5EF4-FFF2-40B4-BE49-F238E27FC236}">
                <a16:creationId xmlns:a16="http://schemas.microsoft.com/office/drawing/2014/main" id="{BFC540E7-DD61-4E1E-9EED-FA6F90EE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2199" y="5934031"/>
            <a:ext cx="795905" cy="207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performing</a:t>
            </a:r>
          </a:p>
        </p:txBody>
      </p:sp>
      <p:sp>
        <p:nvSpPr>
          <p:cNvPr id="497" name="text-582 and">
            <a:extLst xmlns:a="http://schemas.openxmlformats.org/drawingml/2006/main">
              <a:ext uri="{FF2B5EF4-FFF2-40B4-BE49-F238E27FC236}">
                <a16:creationId xmlns:a16="http://schemas.microsoft.com/office/drawing/2014/main" id="{8768FDE1-A77D-4BE7-8662-B01112B9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0581" y="5934033"/>
            <a:ext cx="267273" cy="207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498" name="text-584 then">
            <a:extLst xmlns:a="http://schemas.openxmlformats.org/drawingml/2006/main">
              <a:ext uri="{FF2B5EF4-FFF2-40B4-BE49-F238E27FC236}">
                <a16:creationId xmlns:a16="http://schemas.microsoft.com/office/drawing/2014/main" id="{2A07C75E-C316-4936-8251-233106B3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0980" y="5933996"/>
            <a:ext cx="341063" cy="207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then</a:t>
            </a:r>
          </a:p>
        </p:txBody>
      </p:sp>
      <p:sp>
        <p:nvSpPr>
          <p:cNvPr id="499" name="text-586 watching">
            <a:extLst xmlns:a="http://schemas.openxmlformats.org/drawingml/2006/main">
              <a:ext uri="{FF2B5EF4-FFF2-40B4-BE49-F238E27FC236}">
                <a16:creationId xmlns:a16="http://schemas.microsoft.com/office/drawing/2014/main" id="{FB6BEABB-7E0C-4B76-9A94-3FA95FDC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5482" y="5933759"/>
            <a:ext cx="634587" cy="208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watching</a:t>
            </a:r>
          </a:p>
        </p:txBody>
      </p:sp>
      <p:sp>
        <p:nvSpPr>
          <p:cNvPr id="500" name="text-588 the">
            <a:extLst xmlns:a="http://schemas.openxmlformats.org/drawingml/2006/main">
              <a:ext uri="{FF2B5EF4-FFF2-40B4-BE49-F238E27FC236}">
                <a16:creationId xmlns:a16="http://schemas.microsoft.com/office/drawing/2014/main" id="{005CFDA7-730C-4545-836A-5A571C85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2426" y="5933621"/>
            <a:ext cx="264095" cy="208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01" name="text-590 red">
            <a:extLst xmlns:a="http://schemas.openxmlformats.org/drawingml/2006/main">
              <a:ext uri="{FF2B5EF4-FFF2-40B4-BE49-F238E27FC236}">
                <a16:creationId xmlns:a16="http://schemas.microsoft.com/office/drawing/2014/main" id="{72255B92-450E-430A-B95B-8581DF7C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8854" y="5934264"/>
            <a:ext cx="265809" cy="20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red</a:t>
            </a:r>
          </a:p>
        </p:txBody>
      </p:sp>
      <p:sp>
        <p:nvSpPr>
          <p:cNvPr id="502" name="text-591 -">
            <a:extLst xmlns:a="http://schemas.openxmlformats.org/drawingml/2006/main">
              <a:ext uri="{FF2B5EF4-FFF2-40B4-BE49-F238E27FC236}">
                <a16:creationId xmlns:a16="http://schemas.microsoft.com/office/drawing/2014/main" id="{1AD2EB9D-568A-4F43-A0D9-56AD2FCD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8366" y="5934173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03" name="text-592 haired">
            <a:extLst xmlns:a="http://schemas.openxmlformats.org/drawingml/2006/main">
              <a:ext uri="{FF2B5EF4-FFF2-40B4-BE49-F238E27FC236}">
                <a16:creationId xmlns:a16="http://schemas.microsoft.com/office/drawing/2014/main" id="{51702073-6648-4539-BD1E-006C172E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0560" y="5934353"/>
            <a:ext cx="468214" cy="207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haired</a:t>
            </a:r>
          </a:p>
        </p:txBody>
      </p:sp>
      <p:sp>
        <p:nvSpPr>
          <p:cNvPr id="504" name="text-594 clown">
            <a:extLst xmlns:a="http://schemas.openxmlformats.org/drawingml/2006/main">
              <a:ext uri="{FF2B5EF4-FFF2-40B4-BE49-F238E27FC236}">
                <a16:creationId xmlns:a16="http://schemas.microsoft.com/office/drawing/2014/main" id="{277147D3-B6B6-4F2C-BD77-FE4BFE80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2095" y="5933344"/>
            <a:ext cx="402242" cy="208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505" name="text-595 .">
            <a:extLst xmlns:a="http://schemas.openxmlformats.org/drawingml/2006/main">
              <a:ext uri="{FF2B5EF4-FFF2-40B4-BE49-F238E27FC236}">
                <a16:creationId xmlns:a16="http://schemas.microsoft.com/office/drawing/2014/main" id="{6E42E062-406B-49A9-BDF8-B7E85106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7904" y="5934007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506" name="text-597 After">
            <a:extLst xmlns:a="http://schemas.openxmlformats.org/drawingml/2006/main">
              <a:ext uri="{FF2B5EF4-FFF2-40B4-BE49-F238E27FC236}">
                <a16:creationId xmlns:a16="http://schemas.microsoft.com/office/drawing/2014/main" id="{EE07A208-0F86-45E8-9CCB-1A03EC71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4519" y="5934098"/>
            <a:ext cx="432611" cy="207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After</a:t>
            </a:r>
          </a:p>
        </p:txBody>
      </p:sp>
      <p:sp>
        <p:nvSpPr>
          <p:cNvPr id="507" name="text-599 the">
            <a:extLst xmlns:a="http://schemas.openxmlformats.org/drawingml/2006/main">
              <a:ext uri="{FF2B5EF4-FFF2-40B4-BE49-F238E27FC236}">
                <a16:creationId xmlns:a16="http://schemas.microsoft.com/office/drawing/2014/main" id="{F602A4DB-5CEA-44F5-A5AE-AFE77DB1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0326" y="5933621"/>
            <a:ext cx="264095" cy="208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08" name="text-601 red">
            <a:extLst xmlns:a="http://schemas.openxmlformats.org/drawingml/2006/main">
              <a:ext uri="{FF2B5EF4-FFF2-40B4-BE49-F238E27FC236}">
                <a16:creationId xmlns:a16="http://schemas.microsoft.com/office/drawing/2014/main" id="{642579FE-5B99-4D56-AF91-F7ACF2F3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6754" y="5934264"/>
            <a:ext cx="265809" cy="20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red</a:t>
            </a:r>
          </a:p>
        </p:txBody>
      </p:sp>
      <p:sp>
        <p:nvSpPr>
          <p:cNvPr id="509" name="text-602 -">
            <a:extLst xmlns:a="http://schemas.openxmlformats.org/drawingml/2006/main">
              <a:ext uri="{FF2B5EF4-FFF2-40B4-BE49-F238E27FC236}">
                <a16:creationId xmlns:a16="http://schemas.microsoft.com/office/drawing/2014/main" id="{997893F1-69BD-4950-A017-3E585EB4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6266" y="5934173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10" name="text-603 haired">
            <a:extLst xmlns:a="http://schemas.openxmlformats.org/drawingml/2006/main">
              <a:ext uri="{FF2B5EF4-FFF2-40B4-BE49-F238E27FC236}">
                <a16:creationId xmlns:a16="http://schemas.microsoft.com/office/drawing/2014/main" id="{1B0A4334-14CB-4F7C-9D50-3C781F55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8460" y="5934353"/>
            <a:ext cx="468214" cy="207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haired</a:t>
            </a:r>
          </a:p>
        </p:txBody>
      </p:sp>
      <p:sp>
        <p:nvSpPr>
          <p:cNvPr id="511" name="text-605 clown's">
            <a:extLst xmlns:a="http://schemas.openxmlformats.org/drawingml/2006/main">
              <a:ext uri="{FF2B5EF4-FFF2-40B4-BE49-F238E27FC236}">
                <a16:creationId xmlns:a16="http://schemas.microsoft.com/office/drawing/2014/main" id="{822584E9-98F2-4D6E-B761-31880F59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9995" y="5933584"/>
            <a:ext cx="531757" cy="208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clown's</a:t>
            </a:r>
          </a:p>
        </p:txBody>
      </p:sp>
      <p:sp>
        <p:nvSpPr>
          <p:cNvPr id="512" name="text-607 performance,">
            <a:extLst xmlns:a="http://schemas.openxmlformats.org/drawingml/2006/main">
              <a:ext uri="{FF2B5EF4-FFF2-40B4-BE49-F238E27FC236}">
                <a16:creationId xmlns:a16="http://schemas.microsoft.com/office/drawing/2014/main" id="{D30D430A-D24F-4F02-95BD-DB4F93EA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3982" y="6114399"/>
            <a:ext cx="950117" cy="20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performance,</a:t>
            </a:r>
          </a:p>
        </p:txBody>
      </p:sp>
      <p:sp>
        <p:nvSpPr>
          <p:cNvPr id="513" name="text-609 which">
            <a:extLst xmlns:a="http://schemas.openxmlformats.org/drawingml/2006/main">
              <a:ext uri="{FF2B5EF4-FFF2-40B4-BE49-F238E27FC236}">
                <a16:creationId xmlns:a16="http://schemas.microsoft.com/office/drawing/2014/main" id="{9FD0BB82-0630-401A-B9FE-308B6467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8496" y="6114099"/>
            <a:ext cx="417974" cy="20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which</a:t>
            </a:r>
          </a:p>
        </p:txBody>
      </p:sp>
      <p:sp>
        <p:nvSpPr>
          <p:cNvPr id="514" name="text-611 involves">
            <a:extLst xmlns:a="http://schemas.openxmlformats.org/drawingml/2006/main">
              <a:ext uri="{FF2B5EF4-FFF2-40B4-BE49-F238E27FC236}">
                <a16:creationId xmlns:a16="http://schemas.microsoft.com/office/drawing/2014/main" id="{223EA308-259B-41E4-A853-F657774C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054" y="6114807"/>
            <a:ext cx="560536" cy="207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involves</a:t>
            </a:r>
          </a:p>
        </p:txBody>
      </p:sp>
      <p:sp>
        <p:nvSpPr>
          <p:cNvPr id="515" name="text-613 juggling">
            <a:extLst xmlns:a="http://schemas.openxmlformats.org/drawingml/2006/main">
              <a:ext uri="{FF2B5EF4-FFF2-40B4-BE49-F238E27FC236}">
                <a16:creationId xmlns:a16="http://schemas.microsoft.com/office/drawing/2014/main" id="{74CC8DA3-2756-482D-BC01-E7DB021D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6526" y="6114811"/>
            <a:ext cx="557860" cy="207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juggling</a:t>
            </a:r>
          </a:p>
        </p:txBody>
      </p:sp>
      <p:sp>
        <p:nvSpPr>
          <p:cNvPr id="516" name="text-615 and">
            <a:extLst xmlns:a="http://schemas.openxmlformats.org/drawingml/2006/main">
              <a:ext uri="{FF2B5EF4-FFF2-40B4-BE49-F238E27FC236}">
                <a16:creationId xmlns:a16="http://schemas.microsoft.com/office/drawing/2014/main" id="{68FDFC66-2AB7-41F8-8891-BFE7A54D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8028" y="6114420"/>
            <a:ext cx="267274" cy="207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517" name="text-617 interacting">
            <a:extLst xmlns:a="http://schemas.openxmlformats.org/drawingml/2006/main">
              <a:ext uri="{FF2B5EF4-FFF2-40B4-BE49-F238E27FC236}">
                <a16:creationId xmlns:a16="http://schemas.microsoft.com/office/drawing/2014/main" id="{E7A97E9C-3313-40BE-A460-1E9BECF4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9734" y="6114379"/>
            <a:ext cx="788013" cy="20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interacting</a:t>
            </a:r>
          </a:p>
        </p:txBody>
      </p:sp>
      <p:sp>
        <p:nvSpPr>
          <p:cNvPr id="518" name="text-619 with">
            <a:extLst xmlns:a="http://schemas.openxmlformats.org/drawingml/2006/main">
              <a:ext uri="{FF2B5EF4-FFF2-40B4-BE49-F238E27FC236}">
                <a16:creationId xmlns:a16="http://schemas.microsoft.com/office/drawing/2014/main" id="{C3EFD984-8286-43E7-B789-E892B4F1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1485" y="6114316"/>
            <a:ext cx="325380" cy="20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with</a:t>
            </a:r>
          </a:p>
        </p:txBody>
      </p:sp>
      <p:sp>
        <p:nvSpPr>
          <p:cNvPr id="519" name="text-621 the">
            <a:extLst xmlns:a="http://schemas.openxmlformats.org/drawingml/2006/main">
              <a:ext uri="{FF2B5EF4-FFF2-40B4-BE49-F238E27FC236}">
                <a16:creationId xmlns:a16="http://schemas.microsoft.com/office/drawing/2014/main" id="{EAB494CE-5972-4595-BC4D-FB6EA0D7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1415" y="6114009"/>
            <a:ext cx="264095" cy="208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20" name="text-623 audience,">
            <a:extLst xmlns:a="http://schemas.openxmlformats.org/drawingml/2006/main">
              <a:ext uri="{FF2B5EF4-FFF2-40B4-BE49-F238E27FC236}">
                <a16:creationId xmlns:a16="http://schemas.microsoft.com/office/drawing/2014/main" id="{F4A4BA6B-8EEA-4383-BD2C-3B753D42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9151" y="6114621"/>
            <a:ext cx="664558" cy="207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audience,</a:t>
            </a:r>
          </a:p>
        </p:txBody>
      </p:sp>
      <p:sp>
        <p:nvSpPr>
          <p:cNvPr id="521" name="text-625 the">
            <a:extLst xmlns:a="http://schemas.openxmlformats.org/drawingml/2006/main">
              <a:ext uri="{FF2B5EF4-FFF2-40B4-BE49-F238E27FC236}">
                <a16:creationId xmlns:a16="http://schemas.microsoft.com/office/drawing/2014/main" id="{DEF3DE28-4A5E-4A68-9114-4B96D28D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7838" y="6114009"/>
            <a:ext cx="264095" cy="208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22" name="text-627 black">
            <a:extLst xmlns:a="http://schemas.openxmlformats.org/drawingml/2006/main">
              <a:ext uri="{FF2B5EF4-FFF2-40B4-BE49-F238E27FC236}">
                <a16:creationId xmlns:a16="http://schemas.microsoft.com/office/drawing/2014/main" id="{A02D0B7A-05B0-4F61-B6C1-79D1EB7A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5574" y="6114357"/>
            <a:ext cx="387487" cy="207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523" name="text-628 -">
            <a:extLst xmlns:a="http://schemas.openxmlformats.org/drawingml/2006/main">
              <a:ext uri="{FF2B5EF4-FFF2-40B4-BE49-F238E27FC236}">
                <a16:creationId xmlns:a16="http://schemas.microsoft.com/office/drawing/2014/main" id="{4808E14E-05AF-4E52-A673-F66E5C87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5504" y="6114561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24" name="text-629 hat">
            <a:extLst xmlns:a="http://schemas.openxmlformats.org/drawingml/2006/main">
              <a:ext uri="{FF2B5EF4-FFF2-40B4-BE49-F238E27FC236}">
                <a16:creationId xmlns:a16="http://schemas.microsoft.com/office/drawing/2014/main" id="{F9320830-76CB-4B9E-8DAB-FD6F9E29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7697" y="6114497"/>
            <a:ext cx="257892" cy="20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525" name="text-631 clown">
            <a:extLst xmlns:a="http://schemas.openxmlformats.org/drawingml/2006/main">
              <a:ext uri="{FF2B5EF4-FFF2-40B4-BE49-F238E27FC236}">
                <a16:creationId xmlns:a16="http://schemas.microsoft.com/office/drawing/2014/main" id="{633E46E3-9928-4628-9497-864EB2BB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0140" y="6113732"/>
            <a:ext cx="402242" cy="208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526" name="text-633 is">
            <a:extLst xmlns:a="http://schemas.openxmlformats.org/drawingml/2006/main">
              <a:ext uri="{FF2B5EF4-FFF2-40B4-BE49-F238E27FC236}">
                <a16:creationId xmlns:a16="http://schemas.microsoft.com/office/drawing/2014/main" id="{E9E93AFB-C35C-4B94-A7D0-6432C4A8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6819" y="6115177"/>
            <a:ext cx="139742" cy="206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527" name="text-635 shown">
            <a:extLst xmlns:a="http://schemas.openxmlformats.org/drawingml/2006/main">
              <a:ext uri="{FF2B5EF4-FFF2-40B4-BE49-F238E27FC236}">
                <a16:creationId xmlns:a16="http://schemas.microsoft.com/office/drawing/2014/main" id="{21BA9EE2-4692-4194-A6E5-D812C2F7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1491" y="6113879"/>
            <a:ext cx="443090" cy="208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shown</a:t>
            </a:r>
          </a:p>
        </p:txBody>
      </p:sp>
      <p:sp>
        <p:nvSpPr>
          <p:cNvPr id="528" name="text-637 clapping">
            <a:extLst xmlns:a="http://schemas.openxmlformats.org/drawingml/2006/main">
              <a:ext uri="{FF2B5EF4-FFF2-40B4-BE49-F238E27FC236}">
                <a16:creationId xmlns:a16="http://schemas.microsoft.com/office/drawing/2014/main" id="{5F83EA0E-78CF-42CE-9F5E-95E34615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9192" y="6114171"/>
            <a:ext cx="576605" cy="208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529" name="text-639 (e">
            <a:extLst xmlns:a="http://schemas.openxmlformats.org/drawingml/2006/main">
              <a:ext uri="{FF2B5EF4-FFF2-40B4-BE49-F238E27FC236}">
                <a16:creationId xmlns:a16="http://schemas.microsoft.com/office/drawing/2014/main" id="{D80A6E8E-DDC0-4DD2-94A3-45D4801A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9220" y="6114463"/>
            <a:ext cx="162152" cy="207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(e</a:t>
            </a:r>
          </a:p>
        </p:txBody>
      </p:sp>
      <p:sp>
        <p:nvSpPr>
          <p:cNvPr id="530" name="text-640 .">
            <a:extLst xmlns:a="http://schemas.openxmlformats.org/drawingml/2006/main">
              <a:ext uri="{FF2B5EF4-FFF2-40B4-BE49-F238E27FC236}">
                <a16:creationId xmlns:a16="http://schemas.microsoft.com/office/drawing/2014/main" id="{28476A39-C11E-4CA5-9CF8-917B9068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4194" y="6114394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531" name="text-641 g">
            <a:extLst xmlns:a="http://schemas.openxmlformats.org/drawingml/2006/main">
              <a:ext uri="{FF2B5EF4-FFF2-40B4-BE49-F238E27FC236}">
                <a16:creationId xmlns:a16="http://schemas.microsoft.com/office/drawing/2014/main" id="{6E37BCEC-170D-4241-A6A3-371E252E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1245" y="6114424"/>
            <a:ext cx="105367" cy="207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</a:t>
            </a:r>
          </a:p>
        </p:txBody>
      </p:sp>
      <p:sp>
        <p:nvSpPr>
          <p:cNvPr id="532" name="text-642 .">
            <a:extLst xmlns:a="http://schemas.openxmlformats.org/drawingml/2006/main">
              <a:ext uri="{FF2B5EF4-FFF2-40B4-BE49-F238E27FC236}">
                <a16:creationId xmlns:a16="http://schemas.microsoft.com/office/drawing/2014/main" id="{EBA69981-B752-4462-B35B-2B7D7351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9318" y="6114394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533" name="text-643 ,">
            <a:extLst xmlns:a="http://schemas.openxmlformats.org/drawingml/2006/main">
              <a:ext uri="{FF2B5EF4-FFF2-40B4-BE49-F238E27FC236}">
                <a16:creationId xmlns:a16="http://schemas.microsoft.com/office/drawing/2014/main" id="{14C21C55-AD8C-4A69-A32A-382E6A34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6370" y="6114306"/>
            <a:ext cx="67758" cy="207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534" name="text-645 around">
            <a:extLst xmlns:a="http://schemas.openxmlformats.org/drawingml/2006/main">
              <a:ext uri="{FF2B5EF4-FFF2-40B4-BE49-F238E27FC236}">
                <a16:creationId xmlns:a16="http://schemas.microsoft.com/office/drawing/2014/main" id="{19EB84CA-DD3E-4BBC-9770-77EF2510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8261" y="6114420"/>
            <a:ext cx="493541" cy="207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around</a:t>
            </a:r>
          </a:p>
        </p:txBody>
      </p:sp>
      <p:sp>
        <p:nvSpPr>
          <p:cNvPr id="535" name="text-647 01">
            <a:extLst xmlns:a="http://schemas.openxmlformats.org/drawingml/2006/main">
              <a:ext uri="{FF2B5EF4-FFF2-40B4-BE49-F238E27FC236}">
                <a16:creationId xmlns:a16="http://schemas.microsoft.com/office/drawing/2014/main" id="{1A53C94E-0169-4D7E-86AB-980B77A8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6247" y="6114925"/>
            <a:ext cx="183312" cy="20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536" name="text-648 :">
            <a:extLst xmlns:a="http://schemas.openxmlformats.org/drawingml/2006/main">
              <a:ext uri="{FF2B5EF4-FFF2-40B4-BE49-F238E27FC236}">
                <a16:creationId xmlns:a16="http://schemas.microsoft.com/office/drawing/2014/main" id="{B387C7F8-0F63-4D1A-8806-ECCB48AD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2392" y="6114586"/>
            <a:ext cx="70964" cy="20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537" name="text-649 31">
            <a:extLst xmlns:a="http://schemas.openxmlformats.org/drawingml/2006/main">
              <a:ext uri="{FF2B5EF4-FFF2-40B4-BE49-F238E27FC236}">
                <a16:creationId xmlns:a16="http://schemas.microsoft.com/office/drawing/2014/main" id="{5D57ED74-85EA-4E3A-AD69-70141CE6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6061" y="6114925"/>
            <a:ext cx="183312" cy="20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31</a:t>
            </a:r>
          </a:p>
        </p:txBody>
      </p:sp>
      <p:sp>
        <p:nvSpPr>
          <p:cNvPr id="538" name="text-650 -">
            <a:extLst xmlns:a="http://schemas.openxmlformats.org/drawingml/2006/main">
              <a:ext uri="{FF2B5EF4-FFF2-40B4-BE49-F238E27FC236}">
                <a16:creationId xmlns:a16="http://schemas.microsoft.com/office/drawing/2014/main" id="{41A373A6-5645-40ED-991C-6F7EC35D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2206" y="6114561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39" name="text-651 01">
            <a:extLst xmlns:a="http://schemas.openxmlformats.org/drawingml/2006/main">
              <a:ext uri="{FF2B5EF4-FFF2-40B4-BE49-F238E27FC236}">
                <a16:creationId xmlns:a16="http://schemas.microsoft.com/office/drawing/2014/main" id="{DF2FCE34-91EB-4816-A45F-C90C9386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54400" y="6114925"/>
            <a:ext cx="183312" cy="20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540" name="text-652 :">
            <a:extLst xmlns:a="http://schemas.openxmlformats.org/drawingml/2006/main">
              <a:ext uri="{FF2B5EF4-FFF2-40B4-BE49-F238E27FC236}">
                <a16:creationId xmlns:a16="http://schemas.microsoft.com/office/drawing/2014/main" id="{8679A384-5455-411C-9C60-0957D882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0546" y="6114586"/>
            <a:ext cx="70964" cy="20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541" name="text-653 34">
            <a:extLst xmlns:a="http://schemas.openxmlformats.org/drawingml/2006/main">
              <a:ext uri="{FF2B5EF4-FFF2-40B4-BE49-F238E27FC236}">
                <a16:creationId xmlns:a16="http://schemas.microsoft.com/office/drawing/2014/main" id="{F9E09A51-523E-4C60-BB95-23DE9F71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4215" y="6114864"/>
            <a:ext cx="207059" cy="20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34</a:t>
            </a:r>
          </a:p>
        </p:txBody>
      </p:sp>
      <p:sp>
        <p:nvSpPr>
          <p:cNvPr id="542" name="text-654 )">
            <a:extLst xmlns:a="http://schemas.openxmlformats.org/drawingml/2006/main">
              <a:ext uri="{FF2B5EF4-FFF2-40B4-BE49-F238E27FC236}">
                <a16:creationId xmlns:a16="http://schemas.microsoft.com/office/drawing/2014/main" id="{B386B553-E322-4D0D-A3FA-FBEE7374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34179" y="6114365"/>
            <a:ext cx="80990" cy="20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</a:t>
            </a:r>
          </a:p>
        </p:txBody>
      </p:sp>
      <p:sp>
        <p:nvSpPr>
          <p:cNvPr id="543" name="text-655 .">
            <a:extLst xmlns:a="http://schemas.openxmlformats.org/drawingml/2006/main">
              <a:ext uri="{FF2B5EF4-FFF2-40B4-BE49-F238E27FC236}">
                <a16:creationId xmlns:a16="http://schemas.microsoft.com/office/drawing/2014/main" id="{4C469FF6-01CD-495E-B275-D563A190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8433" y="6114394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544" name="text-657 However,">
            <a:extLst xmlns:a="http://schemas.openxmlformats.org/drawingml/2006/main">
              <a:ext uri="{FF2B5EF4-FFF2-40B4-BE49-F238E27FC236}">
                <a16:creationId xmlns:a16="http://schemas.microsoft.com/office/drawing/2014/main" id="{9ABB77C2-4B90-4D06-8A0D-8CB0A0E4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3982" y="6294983"/>
            <a:ext cx="665911" cy="207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However,</a:t>
            </a:r>
          </a:p>
        </p:txBody>
      </p:sp>
      <p:sp>
        <p:nvSpPr>
          <p:cNvPr id="545" name="text-659 later">
            <a:extLst xmlns:a="http://schemas.openxmlformats.org/drawingml/2006/main">
              <a:ext uri="{FF2B5EF4-FFF2-40B4-BE49-F238E27FC236}">
                <a16:creationId xmlns:a16="http://schemas.microsoft.com/office/drawing/2014/main" id="{F1C2618F-BE8C-4BFB-84CE-B4A29611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5789" y="6294951"/>
            <a:ext cx="365134" cy="207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later</a:t>
            </a:r>
          </a:p>
        </p:txBody>
      </p:sp>
      <p:sp>
        <p:nvSpPr>
          <p:cNvPr id="546" name="text-661 in">
            <a:extLst xmlns:a="http://schemas.openxmlformats.org/drawingml/2006/main">
              <a:ext uri="{FF2B5EF4-FFF2-40B4-BE49-F238E27FC236}">
                <a16:creationId xmlns:a16="http://schemas.microsoft.com/office/drawing/2014/main" id="{9438C186-B1A9-4832-AD2F-E95F7C6A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7212" y="6295540"/>
            <a:ext cx="145174" cy="20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547" name="text-663 the">
            <a:extLst xmlns:a="http://schemas.openxmlformats.org/drawingml/2006/main">
              <a:ext uri="{FF2B5EF4-FFF2-40B4-BE49-F238E27FC236}">
                <a16:creationId xmlns:a16="http://schemas.microsoft.com/office/drawing/2014/main" id="{CF72FF8D-D50C-4563-96E9-26831AA0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8972" y="6294397"/>
            <a:ext cx="264095" cy="208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48" name="text-665 video,">
            <a:extLst xmlns:a="http://schemas.openxmlformats.org/drawingml/2006/main">
              <a:ext uri="{FF2B5EF4-FFF2-40B4-BE49-F238E27FC236}">
                <a16:creationId xmlns:a16="http://schemas.microsoft.com/office/drawing/2014/main" id="{63B94D83-31A1-4BB5-B32C-591CB833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8504" y="6295246"/>
            <a:ext cx="426391" cy="207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video,</a:t>
            </a:r>
          </a:p>
        </p:txBody>
      </p:sp>
      <p:sp>
        <p:nvSpPr>
          <p:cNvPr id="549" name="text-667 particularly">
            <a:extLst xmlns:a="http://schemas.openxmlformats.org/drawingml/2006/main">
              <a:ext uri="{FF2B5EF4-FFF2-40B4-BE49-F238E27FC236}">
                <a16:creationId xmlns:a16="http://schemas.microsoft.com/office/drawing/2014/main" id="{7D1795EE-1FB5-43E8-B420-0DAA8725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798" y="6294747"/>
            <a:ext cx="823504" cy="2077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particularly</a:t>
            </a:r>
          </a:p>
        </p:txBody>
      </p:sp>
      <p:sp>
        <p:nvSpPr>
          <p:cNvPr id="550" name="text-669 after">
            <a:extLst xmlns:a="http://schemas.openxmlformats.org/drawingml/2006/main">
              <a:ext uri="{FF2B5EF4-FFF2-40B4-BE49-F238E27FC236}">
                <a16:creationId xmlns:a16="http://schemas.microsoft.com/office/drawing/2014/main" id="{5045A205-36EF-45E4-BADD-33C425E3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0073" y="6295042"/>
            <a:ext cx="399560" cy="207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after</a:t>
            </a:r>
          </a:p>
        </p:txBody>
      </p:sp>
      <p:sp>
        <p:nvSpPr>
          <p:cNvPr id="551" name="text-671 the">
            <a:extLst xmlns:a="http://schemas.openxmlformats.org/drawingml/2006/main">
              <a:ext uri="{FF2B5EF4-FFF2-40B4-BE49-F238E27FC236}">
                <a16:creationId xmlns:a16="http://schemas.microsoft.com/office/drawing/2014/main" id="{9987B66A-EF05-4902-B584-EB7EC59C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5902" y="6294397"/>
            <a:ext cx="264095" cy="208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52" name="text-673 red">
            <a:extLst xmlns:a="http://schemas.openxmlformats.org/drawingml/2006/main">
              <a:ext uri="{FF2B5EF4-FFF2-40B4-BE49-F238E27FC236}">
                <a16:creationId xmlns:a16="http://schemas.microsoft.com/office/drawing/2014/main" id="{CF7FF118-D539-4D7D-B602-D2679FB2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5433" y="6295040"/>
            <a:ext cx="265809" cy="20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red</a:t>
            </a:r>
          </a:p>
        </p:txBody>
      </p:sp>
      <p:sp>
        <p:nvSpPr>
          <p:cNvPr id="553" name="text-674 -">
            <a:extLst xmlns:a="http://schemas.openxmlformats.org/drawingml/2006/main">
              <a:ext uri="{FF2B5EF4-FFF2-40B4-BE49-F238E27FC236}">
                <a16:creationId xmlns:a16="http://schemas.microsoft.com/office/drawing/2014/main" id="{7E8C0517-1FE1-4086-B239-AF65B6A2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4945" y="6294949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54" name="text-675 haired">
            <a:extLst xmlns:a="http://schemas.openxmlformats.org/drawingml/2006/main">
              <a:ext uri="{FF2B5EF4-FFF2-40B4-BE49-F238E27FC236}">
                <a16:creationId xmlns:a16="http://schemas.microsoft.com/office/drawing/2014/main" id="{22640857-5C2D-426C-9F16-DB2CC432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139" y="6295128"/>
            <a:ext cx="468214" cy="207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haired</a:t>
            </a:r>
          </a:p>
        </p:txBody>
      </p:sp>
      <p:sp>
        <p:nvSpPr>
          <p:cNvPr id="555" name="text-677 clown">
            <a:extLst xmlns:a="http://schemas.openxmlformats.org/drawingml/2006/main">
              <a:ext uri="{FF2B5EF4-FFF2-40B4-BE49-F238E27FC236}">
                <a16:creationId xmlns:a16="http://schemas.microsoft.com/office/drawing/2014/main" id="{7E20DE08-6642-4CD6-961C-713AE329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1778" y="6294119"/>
            <a:ext cx="402242" cy="208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556" name="text-679 finishes">
            <a:extLst xmlns:a="http://schemas.openxmlformats.org/drawingml/2006/main">
              <a:ext uri="{FF2B5EF4-FFF2-40B4-BE49-F238E27FC236}">
                <a16:creationId xmlns:a16="http://schemas.microsoft.com/office/drawing/2014/main" id="{1B6843AA-FF07-494F-BFF6-BFC924AB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0254" y="6294773"/>
            <a:ext cx="574055" cy="207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finishes</a:t>
            </a:r>
          </a:p>
        </p:txBody>
      </p:sp>
      <p:sp>
        <p:nvSpPr>
          <p:cNvPr id="557" name="text-681 their">
            <a:extLst xmlns:a="http://schemas.openxmlformats.org/drawingml/2006/main">
              <a:ext uri="{FF2B5EF4-FFF2-40B4-BE49-F238E27FC236}">
                <a16:creationId xmlns:a16="http://schemas.microsoft.com/office/drawing/2014/main" id="{8E91B577-A1E0-47E5-AA83-101595EB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0754" y="6294975"/>
            <a:ext cx="375741" cy="207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their</a:t>
            </a:r>
          </a:p>
        </p:txBody>
      </p:sp>
      <p:sp>
        <p:nvSpPr>
          <p:cNvPr id="558" name="text-683 act">
            <a:extLst xmlns:a="http://schemas.openxmlformats.org/drawingml/2006/main">
              <a:ext uri="{FF2B5EF4-FFF2-40B4-BE49-F238E27FC236}">
                <a16:creationId xmlns:a16="http://schemas.microsoft.com/office/drawing/2014/main" id="{0CA3CA65-CAA1-49F6-9A88-1C3E2FB4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2763" y="6294720"/>
            <a:ext cx="248733" cy="207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act</a:t>
            </a:r>
          </a:p>
        </p:txBody>
      </p:sp>
      <p:sp>
        <p:nvSpPr>
          <p:cNvPr id="559" name="text-685 and">
            <a:extLst xmlns:a="http://schemas.openxmlformats.org/drawingml/2006/main">
              <a:ext uri="{FF2B5EF4-FFF2-40B4-BE49-F238E27FC236}">
                <a16:creationId xmlns:a16="http://schemas.microsoft.com/office/drawing/2014/main" id="{2C14FAFA-CBE8-4333-93CD-52FB46E3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7793" y="6294808"/>
            <a:ext cx="267273" cy="207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560" name="text-687 picks">
            <a:extLst xmlns:a="http://schemas.openxmlformats.org/drawingml/2006/main">
              <a:ext uri="{FF2B5EF4-FFF2-40B4-BE49-F238E27FC236}">
                <a16:creationId xmlns:a16="http://schemas.microsoft.com/office/drawing/2014/main" id="{F0C9C7C4-C5BC-464C-9366-1455C694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1346" y="6295020"/>
            <a:ext cx="375340" cy="207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picks</a:t>
            </a:r>
          </a:p>
        </p:txBody>
      </p:sp>
      <p:sp>
        <p:nvSpPr>
          <p:cNvPr id="561" name="text-689 up">
            <a:extLst xmlns:a="http://schemas.openxmlformats.org/drawingml/2006/main">
              <a:ext uri="{FF2B5EF4-FFF2-40B4-BE49-F238E27FC236}">
                <a16:creationId xmlns:a16="http://schemas.microsoft.com/office/drawing/2014/main" id="{4D206A1E-25B3-495E-9E31-EBA10A36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409" y="6295166"/>
            <a:ext cx="182638" cy="2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up</a:t>
            </a:r>
          </a:p>
        </p:txBody>
      </p:sp>
      <p:sp>
        <p:nvSpPr>
          <p:cNvPr id="562" name="text-691 the">
            <a:extLst xmlns:a="http://schemas.openxmlformats.org/drawingml/2006/main">
              <a:ext uri="{FF2B5EF4-FFF2-40B4-BE49-F238E27FC236}">
                <a16:creationId xmlns:a16="http://schemas.microsoft.com/office/drawing/2014/main" id="{91261799-FB82-4F3E-842C-8FA3ADD2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274" y="6294396"/>
            <a:ext cx="264095" cy="208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63" name="text-693 tip">
            <a:extLst xmlns:a="http://schemas.openxmlformats.org/drawingml/2006/main">
              <a:ext uri="{FF2B5EF4-FFF2-40B4-BE49-F238E27FC236}">
                <a16:creationId xmlns:a16="http://schemas.microsoft.com/office/drawing/2014/main" id="{A84DC693-9629-49D6-BEB2-570795FB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1859" y="6294999"/>
            <a:ext cx="217126" cy="20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tip</a:t>
            </a:r>
          </a:p>
        </p:txBody>
      </p:sp>
      <p:sp>
        <p:nvSpPr>
          <p:cNvPr id="564" name="text-695 can">
            <a:extLst xmlns:a="http://schemas.openxmlformats.org/drawingml/2006/main">
              <a:ext uri="{FF2B5EF4-FFF2-40B4-BE49-F238E27FC236}">
                <a16:creationId xmlns:a16="http://schemas.microsoft.com/office/drawing/2014/main" id="{79D74577-6890-4878-8B55-96C1DE50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5128" y="6294710"/>
            <a:ext cx="256478" cy="207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can</a:t>
            </a:r>
          </a:p>
        </p:txBody>
      </p:sp>
      <p:sp>
        <p:nvSpPr>
          <p:cNvPr id="565" name="text-697 (around">
            <a:extLst xmlns:a="http://schemas.openxmlformats.org/drawingml/2006/main">
              <a:ext uri="{FF2B5EF4-FFF2-40B4-BE49-F238E27FC236}">
                <a16:creationId xmlns:a16="http://schemas.microsoft.com/office/drawing/2014/main" id="{E93275C6-B83A-4ABB-96A7-737C2F39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8097" y="6294765"/>
            <a:ext cx="547955" cy="207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(around</a:t>
            </a:r>
          </a:p>
        </p:txBody>
      </p:sp>
      <p:sp>
        <p:nvSpPr>
          <p:cNvPr id="566" name="text-699 02">
            <a:extLst xmlns:a="http://schemas.openxmlformats.org/drawingml/2006/main">
              <a:ext uri="{FF2B5EF4-FFF2-40B4-BE49-F238E27FC236}">
                <a16:creationId xmlns:a16="http://schemas.microsoft.com/office/drawing/2014/main" id="{1264B2ED-F938-44AC-82CE-0687F578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2185" y="6295251"/>
            <a:ext cx="207059" cy="20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02</a:t>
            </a:r>
          </a:p>
        </p:txBody>
      </p:sp>
      <p:sp>
        <p:nvSpPr>
          <p:cNvPr id="567" name="text-700 :">
            <a:extLst xmlns:a="http://schemas.openxmlformats.org/drawingml/2006/main">
              <a:ext uri="{FF2B5EF4-FFF2-40B4-BE49-F238E27FC236}">
                <a16:creationId xmlns:a16="http://schemas.microsoft.com/office/drawing/2014/main" id="{80AEB576-B98C-407A-BA30-D9F898B6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2150" y="6294974"/>
            <a:ext cx="70964" cy="20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568" name="text-701 47">
            <a:extLst xmlns:a="http://schemas.openxmlformats.org/drawingml/2006/main">
              <a:ext uri="{FF2B5EF4-FFF2-40B4-BE49-F238E27FC236}">
                <a16:creationId xmlns:a16="http://schemas.microsoft.com/office/drawing/2014/main" id="{E1649373-2490-4742-9B88-172421F3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85817" y="6295251"/>
            <a:ext cx="207059" cy="20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47</a:t>
            </a:r>
          </a:p>
        </p:txBody>
      </p:sp>
      <p:sp>
        <p:nvSpPr>
          <p:cNvPr id="569" name="text-702 ),">
            <a:extLst xmlns:a="http://schemas.openxmlformats.org/drawingml/2006/main">
              <a:ext uri="{FF2B5EF4-FFF2-40B4-BE49-F238E27FC236}">
                <a16:creationId xmlns:a16="http://schemas.microsoft.com/office/drawing/2014/main" id="{B982A37D-D24C-45DB-B9D4-EB97B50A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5782" y="6294901"/>
            <a:ext cx="121979" cy="207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),</a:t>
            </a:r>
          </a:p>
        </p:txBody>
      </p:sp>
      <p:sp>
        <p:nvSpPr>
          <p:cNvPr id="570" name="text-704 the">
            <a:extLst xmlns:a="http://schemas.openxmlformats.org/drawingml/2006/main">
              <a:ext uri="{FF2B5EF4-FFF2-40B4-BE49-F238E27FC236}">
                <a16:creationId xmlns:a16="http://schemas.microsoft.com/office/drawing/2014/main" id="{60122534-D896-41BA-9C89-4E1CF480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3776" y="6294396"/>
            <a:ext cx="264095" cy="208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71" name="text-706 black">
            <a:extLst xmlns:a="http://schemas.openxmlformats.org/drawingml/2006/main">
              <a:ext uri="{FF2B5EF4-FFF2-40B4-BE49-F238E27FC236}">
                <a16:creationId xmlns:a16="http://schemas.microsoft.com/office/drawing/2014/main" id="{AE030C97-AEA9-48CF-A90E-B879912A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3361" y="6294744"/>
            <a:ext cx="387487" cy="207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572" name="text-707 -">
            <a:extLst xmlns:a="http://schemas.openxmlformats.org/drawingml/2006/main">
              <a:ext uri="{FF2B5EF4-FFF2-40B4-BE49-F238E27FC236}">
                <a16:creationId xmlns:a16="http://schemas.microsoft.com/office/drawing/2014/main" id="{56809180-820B-4A5A-AB3F-C44B48EF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3291" y="6294949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73" name="text-708 hat">
            <a:extLst xmlns:a="http://schemas.openxmlformats.org/drawingml/2006/main">
              <a:ext uri="{FF2B5EF4-FFF2-40B4-BE49-F238E27FC236}">
                <a16:creationId xmlns:a16="http://schemas.microsoft.com/office/drawing/2014/main" id="{35049E5E-33A9-4DFB-9ED7-A3196A80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3982" y="6475274"/>
            <a:ext cx="257892" cy="20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574" name="text-710 clown's">
            <a:extLst xmlns:a="http://schemas.openxmlformats.org/drawingml/2006/main">
              <a:ext uri="{FF2B5EF4-FFF2-40B4-BE49-F238E27FC236}">
                <a16:creationId xmlns:a16="http://schemas.microsoft.com/office/drawing/2014/main" id="{1D9BF91E-0193-497E-B477-7729D41A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2985" y="6474749"/>
            <a:ext cx="531757" cy="208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clown's</a:t>
            </a:r>
          </a:p>
        </p:txBody>
      </p:sp>
      <p:sp>
        <p:nvSpPr>
          <p:cNvPr id="575" name="text-712 expression">
            <a:extLst xmlns:a="http://schemas.openxmlformats.org/drawingml/2006/main">
              <a:ext uri="{FF2B5EF4-FFF2-40B4-BE49-F238E27FC236}">
                <a16:creationId xmlns:a16="http://schemas.microsoft.com/office/drawing/2014/main" id="{615FD6B5-11E7-4F07-BC9E-6E6A579F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5904" y="6475153"/>
            <a:ext cx="768758" cy="207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expression</a:t>
            </a:r>
          </a:p>
        </p:txBody>
      </p:sp>
      <p:sp>
        <p:nvSpPr>
          <p:cNvPr id="576" name="text-714 changes">
            <a:extLst xmlns:a="http://schemas.openxmlformats.org/drawingml/2006/main">
              <a:ext uri="{FF2B5EF4-FFF2-40B4-BE49-F238E27FC236}">
                <a16:creationId xmlns:a16="http://schemas.microsoft.com/office/drawing/2014/main" id="{7BA8C588-FEC8-428A-8503-37963010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5689" y="6475225"/>
            <a:ext cx="573910" cy="207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changes</a:t>
            </a:r>
          </a:p>
        </p:txBody>
      </p:sp>
      <p:sp>
        <p:nvSpPr>
          <p:cNvPr id="577" name="text-716 to">
            <a:extLst xmlns:a="http://schemas.openxmlformats.org/drawingml/2006/main">
              <a:ext uri="{FF2B5EF4-FFF2-40B4-BE49-F238E27FC236}">
                <a16:creationId xmlns:a16="http://schemas.microsoft.com/office/drawing/2014/main" id="{370A8B0A-A3AD-4893-BB81-E6F9A1FE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0953" y="6474919"/>
            <a:ext cx="174825" cy="208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sp>
        <p:nvSpPr>
          <p:cNvPr id="578" name="text-718 a">
            <a:extLst xmlns:a="http://schemas.openxmlformats.org/drawingml/2006/main">
              <a:ext uri="{FF2B5EF4-FFF2-40B4-BE49-F238E27FC236}">
                <a16:creationId xmlns:a16="http://schemas.microsoft.com/office/drawing/2014/main" id="{E31FD4B8-5312-4B24-B665-2CE3DA09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6589" y="6475313"/>
            <a:ext cx="102524" cy="207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579" name="text-720 sinister">
            <a:extLst xmlns:a="http://schemas.openxmlformats.org/drawingml/2006/main">
              <a:ext uri="{FF2B5EF4-FFF2-40B4-BE49-F238E27FC236}">
                <a16:creationId xmlns:a16="http://schemas.microsoft.com/office/drawing/2014/main" id="{9F55FAC6-0B18-4164-8E2E-C58F6FFA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9446" y="6475057"/>
            <a:ext cx="554518" cy="207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sinister</a:t>
            </a:r>
          </a:p>
        </p:txBody>
      </p:sp>
      <p:sp>
        <p:nvSpPr>
          <p:cNvPr id="580" name="text-722 smile">
            <a:extLst xmlns:a="http://schemas.openxmlformats.org/drawingml/2006/main">
              <a:ext uri="{FF2B5EF4-FFF2-40B4-BE49-F238E27FC236}">
                <a16:creationId xmlns:a16="http://schemas.microsoft.com/office/drawing/2014/main" id="{64ED1192-636E-44EC-9245-CC7ABF7F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4861" y="6474949"/>
            <a:ext cx="378036" cy="208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smile</a:t>
            </a:r>
          </a:p>
        </p:txBody>
      </p:sp>
      <p:sp>
        <p:nvSpPr>
          <p:cNvPr id="581" name="text-724 (">
            <a:extLst xmlns:a="http://schemas.openxmlformats.org/drawingml/2006/main">
              <a:ext uri="{FF2B5EF4-FFF2-40B4-BE49-F238E27FC236}">
                <a16:creationId xmlns:a16="http://schemas.microsoft.com/office/drawing/2014/main" id="{8EB0001B-92E0-475F-864A-0FECBED4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2957" y="6475142"/>
            <a:ext cx="80990" cy="20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</a:t>
            </a:r>
          </a:p>
        </p:txBody>
      </p:sp>
      <p:sp>
        <p:nvSpPr>
          <p:cNvPr id="582" name="text-725 03">
            <a:extLst xmlns:a="http://schemas.openxmlformats.org/drawingml/2006/main">
              <a:ext uri="{FF2B5EF4-FFF2-40B4-BE49-F238E27FC236}">
                <a16:creationId xmlns:a16="http://schemas.microsoft.com/office/drawing/2014/main" id="{7123BAFF-2F56-467B-A997-B6E36A93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7211" y="6475641"/>
            <a:ext cx="207059" cy="20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03</a:t>
            </a:r>
          </a:p>
        </p:txBody>
      </p:sp>
      <p:sp>
        <p:nvSpPr>
          <p:cNvPr id="583" name="text-726 :">
            <a:extLst xmlns:a="http://schemas.openxmlformats.org/drawingml/2006/main">
              <a:ext uri="{FF2B5EF4-FFF2-40B4-BE49-F238E27FC236}">
                <a16:creationId xmlns:a16="http://schemas.microsoft.com/office/drawing/2014/main" id="{A182411C-450D-4BFF-8059-1EA08567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7176" y="6475363"/>
            <a:ext cx="70964" cy="20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584" name="text-727 22">
            <a:extLst xmlns:a="http://schemas.openxmlformats.org/drawingml/2006/main">
              <a:ext uri="{FF2B5EF4-FFF2-40B4-BE49-F238E27FC236}">
                <a16:creationId xmlns:a16="http://schemas.microsoft.com/office/drawing/2014/main" id="{E9E9FBB6-CB1D-4AE3-B458-326F8209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0844" y="6475641"/>
            <a:ext cx="207059" cy="20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22</a:t>
            </a:r>
          </a:p>
        </p:txBody>
      </p:sp>
      <p:sp>
        <p:nvSpPr>
          <p:cNvPr id="585" name="text-728 ,">
            <a:extLst xmlns:a="http://schemas.openxmlformats.org/drawingml/2006/main">
              <a:ext uri="{FF2B5EF4-FFF2-40B4-BE49-F238E27FC236}">
                <a16:creationId xmlns:a16="http://schemas.microsoft.com/office/drawing/2014/main" id="{83AB1227-BC8F-44CD-900A-AB24B2BC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0809" y="6475084"/>
            <a:ext cx="67758" cy="207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586" name="text-730 03">
            <a:extLst xmlns:a="http://schemas.openxmlformats.org/drawingml/2006/main">
              <a:ext uri="{FF2B5EF4-FFF2-40B4-BE49-F238E27FC236}">
                <a16:creationId xmlns:a16="http://schemas.microsoft.com/office/drawing/2014/main" id="{84398A2A-E9D7-4FE7-A2C3-AA4F4C9A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9260" y="6475641"/>
            <a:ext cx="207059" cy="20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03</a:t>
            </a:r>
          </a:p>
        </p:txBody>
      </p:sp>
      <p:sp>
        <p:nvSpPr>
          <p:cNvPr id="587" name="text-731 :">
            <a:extLst xmlns:a="http://schemas.openxmlformats.org/drawingml/2006/main">
              <a:ext uri="{FF2B5EF4-FFF2-40B4-BE49-F238E27FC236}">
                <a16:creationId xmlns:a16="http://schemas.microsoft.com/office/drawing/2014/main" id="{78EFE4D4-8315-44BB-AD6B-E2400497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9225" y="6475363"/>
            <a:ext cx="70964" cy="20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588" name="text-732 55">
            <a:extLst xmlns:a="http://schemas.openxmlformats.org/drawingml/2006/main">
              <a:ext uri="{FF2B5EF4-FFF2-40B4-BE49-F238E27FC236}">
                <a16:creationId xmlns:a16="http://schemas.microsoft.com/office/drawing/2014/main" id="{59C0C3B9-502B-42BB-B360-0EFAA2AE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2894" y="6475641"/>
            <a:ext cx="207059" cy="20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55</a:t>
            </a:r>
          </a:p>
        </p:txBody>
      </p:sp>
      <p:sp>
        <p:nvSpPr>
          <p:cNvPr id="589" name="text-733 )">
            <a:extLst xmlns:a="http://schemas.openxmlformats.org/drawingml/2006/main">
              <a:ext uri="{FF2B5EF4-FFF2-40B4-BE49-F238E27FC236}">
                <a16:creationId xmlns:a16="http://schemas.microsoft.com/office/drawing/2014/main" id="{F2148F72-64E8-4F61-9893-76F1E55A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2859" y="6475142"/>
            <a:ext cx="80990" cy="20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</a:t>
            </a:r>
          </a:p>
        </p:txBody>
      </p:sp>
      <p:sp>
        <p:nvSpPr>
          <p:cNvPr id="590" name="text-734 .">
            <a:extLst xmlns:a="http://schemas.openxmlformats.org/drawingml/2006/main">
              <a:ext uri="{FF2B5EF4-FFF2-40B4-BE49-F238E27FC236}">
                <a16:creationId xmlns:a16="http://schemas.microsoft.com/office/drawing/2014/main" id="{FF7CFA6A-B84D-409D-827F-B894F334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7112" y="6475171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591" name="text-736 The">
            <a:extLst xmlns:a="http://schemas.openxmlformats.org/drawingml/2006/main">
              <a:ext uri="{FF2B5EF4-FFF2-40B4-BE49-F238E27FC236}">
                <a16:creationId xmlns:a16="http://schemas.microsoft.com/office/drawing/2014/main" id="{4D096D4F-BB32-47D1-913B-32085468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1647" y="6475051"/>
            <a:ext cx="294549" cy="207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92" name="text-738 question">
            <a:extLst xmlns:a="http://schemas.openxmlformats.org/drawingml/2006/main">
              <a:ext uri="{FF2B5EF4-FFF2-40B4-BE49-F238E27FC236}">
                <a16:creationId xmlns:a16="http://schemas.microsoft.com/office/drawing/2014/main" id="{24016F51-8359-4090-9CBD-A6CC065F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6430" y="6475370"/>
            <a:ext cx="600490" cy="207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593" name="text-740 asks">
            <a:extLst xmlns:a="http://schemas.openxmlformats.org/drawingml/2006/main">
              <a:ext uri="{FF2B5EF4-FFF2-40B4-BE49-F238E27FC236}">
                <a16:creationId xmlns:a16="http://schemas.microsoft.com/office/drawing/2014/main" id="{C6394BAB-01EE-4B89-B92E-4BBEC088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14" y="6475448"/>
            <a:ext cx="326410" cy="207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asks</a:t>
            </a:r>
          </a:p>
        </p:txBody>
      </p:sp>
      <p:sp>
        <p:nvSpPr>
          <p:cNvPr id="594" name="text-742 about">
            <a:extLst xmlns:a="http://schemas.openxmlformats.org/drawingml/2006/main">
              <a:ext uri="{FF2B5EF4-FFF2-40B4-BE49-F238E27FC236}">
                <a16:creationId xmlns:a16="http://schemas.microsoft.com/office/drawing/2014/main" id="{6F6621EE-3E1C-4A5B-B40B-9D2D3803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6078" y="6475718"/>
            <a:ext cx="413992" cy="206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about</a:t>
            </a:r>
          </a:p>
        </p:txBody>
      </p:sp>
      <p:sp>
        <p:nvSpPr>
          <p:cNvPr id="595" name="text-744 clapping">
            <a:extLst xmlns:a="http://schemas.openxmlformats.org/drawingml/2006/main">
              <a:ext uri="{FF2B5EF4-FFF2-40B4-BE49-F238E27FC236}">
                <a16:creationId xmlns:a16="http://schemas.microsoft.com/office/drawing/2014/main" id="{9770EBCC-6FA3-4ED6-9DFD-17C267D0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1280" y="6474948"/>
            <a:ext cx="576605" cy="208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596" name="text-746 *after">
            <a:extLst xmlns:a="http://schemas.openxmlformats.org/drawingml/2006/main">
              <a:ext uri="{FF2B5EF4-FFF2-40B4-BE49-F238E27FC236}">
                <a16:creationId xmlns:a16="http://schemas.microsoft.com/office/drawing/2014/main" id="{85415E56-99D9-4818-B10F-88EF40A2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20" y="6475573"/>
            <a:ext cx="477550" cy="2071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*after</a:t>
            </a:r>
          </a:p>
        </p:txBody>
      </p:sp>
      <p:sp>
        <p:nvSpPr>
          <p:cNvPr id="597" name="text-748 a">
            <a:extLst xmlns:a="http://schemas.openxmlformats.org/drawingml/2006/main">
              <a:ext uri="{FF2B5EF4-FFF2-40B4-BE49-F238E27FC236}">
                <a16:creationId xmlns:a16="http://schemas.microsoft.com/office/drawing/2014/main" id="{31F416E0-7A2A-41BF-A925-E6B2B5AF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6638" y="6475313"/>
            <a:ext cx="102524" cy="207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598" name="text-750 failed">
            <a:extLst xmlns:a="http://schemas.openxmlformats.org/drawingml/2006/main">
              <a:ext uri="{FF2B5EF4-FFF2-40B4-BE49-F238E27FC236}">
                <a16:creationId xmlns:a16="http://schemas.microsoft.com/office/drawing/2014/main" id="{ED3E1C1E-0584-485D-AFC5-CB680628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9547" y="6475523"/>
            <a:ext cx="427382" cy="207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failed</a:t>
            </a:r>
          </a:p>
        </p:txBody>
      </p:sp>
      <p:sp>
        <p:nvSpPr>
          <p:cNvPr id="599" name="text-752 performance*">
            <a:extLst xmlns:a="http://schemas.openxmlformats.org/drawingml/2006/main">
              <a:ext uri="{FF2B5EF4-FFF2-40B4-BE49-F238E27FC236}">
                <a16:creationId xmlns:a16="http://schemas.microsoft.com/office/drawing/2014/main" id="{B437D8E0-926D-42C9-AF96-082913CC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7981" y="6475175"/>
            <a:ext cx="987603" cy="207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performance*</a:t>
            </a:r>
          </a:p>
        </p:txBody>
      </p:sp>
      <p:sp>
        <p:nvSpPr>
          <p:cNvPr id="600" name="text-753 .">
            <a:extLst xmlns:a="http://schemas.openxmlformats.org/drawingml/2006/main">
              <a:ext uri="{FF2B5EF4-FFF2-40B4-BE49-F238E27FC236}">
                <a16:creationId xmlns:a16="http://schemas.microsoft.com/office/drawing/2014/main" id="{9A627C12-4B78-4A4F-8FEE-D2AADA15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8676" y="6475171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601" name="text-755 While">
            <a:extLst xmlns:a="http://schemas.openxmlformats.org/drawingml/2006/main">
              <a:ext uri="{FF2B5EF4-FFF2-40B4-BE49-F238E27FC236}">
                <a16:creationId xmlns:a16="http://schemas.microsoft.com/office/drawing/2014/main" id="{1E0ED3DC-3799-4800-A44B-2A7D5DDF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3210" y="6475333"/>
            <a:ext cx="429454" cy="207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While</a:t>
            </a:r>
          </a:p>
        </p:txBody>
      </p:sp>
      <p:sp>
        <p:nvSpPr>
          <p:cNvPr id="602" name="text-757 the">
            <a:extLst xmlns:a="http://schemas.openxmlformats.org/drawingml/2006/main">
              <a:ext uri="{FF2B5EF4-FFF2-40B4-BE49-F238E27FC236}">
                <a16:creationId xmlns:a16="http://schemas.microsoft.com/office/drawing/2014/main" id="{BA9CFFF7-10C4-43AD-95B7-D51C283E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3982" y="6645009"/>
            <a:ext cx="264095" cy="208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03" name="text-759 red">
            <a:extLst xmlns:a="http://schemas.openxmlformats.org/drawingml/2006/main">
              <a:ext uri="{FF2B5EF4-FFF2-40B4-BE49-F238E27FC236}">
                <a16:creationId xmlns:a16="http://schemas.microsoft.com/office/drawing/2014/main" id="{B5E1E4D9-9637-43EF-AFB9-B4FB4AD8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5053" y="6645652"/>
            <a:ext cx="265810" cy="20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red</a:t>
            </a:r>
          </a:p>
        </p:txBody>
      </p:sp>
      <p:sp>
        <p:nvSpPr>
          <p:cNvPr id="604" name="text-761 clown">
            <a:extLst xmlns:a="http://schemas.openxmlformats.org/drawingml/2006/main">
              <a:ext uri="{FF2B5EF4-FFF2-40B4-BE49-F238E27FC236}">
                <a16:creationId xmlns:a16="http://schemas.microsoft.com/office/drawing/2014/main" id="{1B554982-0E23-4615-80B2-F338291A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8770" y="6644732"/>
            <a:ext cx="402241" cy="208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605" name="text-763 gets">
            <a:extLst xmlns:a="http://schemas.openxmlformats.org/drawingml/2006/main">
              <a:ext uri="{FF2B5EF4-FFF2-40B4-BE49-F238E27FC236}">
                <a16:creationId xmlns:a16="http://schemas.microsoft.com/office/drawing/2014/main" id="{81E89469-752A-4D9D-80CF-58E45E16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784" y="6645834"/>
            <a:ext cx="327670" cy="207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gets</a:t>
            </a:r>
          </a:p>
        </p:txBody>
      </p:sp>
      <p:sp>
        <p:nvSpPr>
          <p:cNvPr id="606" name="text-765 some">
            <a:extLst xmlns:a="http://schemas.openxmlformats.org/drawingml/2006/main">
              <a:ext uri="{FF2B5EF4-FFF2-40B4-BE49-F238E27FC236}">
                <a16:creationId xmlns:a16="http://schemas.microsoft.com/office/drawing/2014/main" id="{A2D22C2B-EB6E-462C-BED2-71E27470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4695" y="6645093"/>
            <a:ext cx="374034" cy="208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some</a:t>
            </a:r>
          </a:p>
        </p:txBody>
      </p:sp>
      <p:sp>
        <p:nvSpPr>
          <p:cNvPr id="607" name="text-767 applause,">
            <a:extLst xmlns:a="http://schemas.openxmlformats.org/drawingml/2006/main">
              <a:ext uri="{FF2B5EF4-FFF2-40B4-BE49-F238E27FC236}">
                <a16:creationId xmlns:a16="http://schemas.microsoft.com/office/drawing/2014/main" id="{FFBA473F-80FB-4398-88DE-66BD7F97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5597" y="6645497"/>
            <a:ext cx="648722" cy="20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applause,</a:t>
            </a:r>
          </a:p>
        </p:txBody>
      </p:sp>
      <p:sp>
        <p:nvSpPr>
          <p:cNvPr id="608" name="text-769 the">
            <a:extLst xmlns:a="http://schemas.openxmlformats.org/drawingml/2006/main">
              <a:ext uri="{FF2B5EF4-FFF2-40B4-BE49-F238E27FC236}">
                <a16:creationId xmlns:a16="http://schemas.microsoft.com/office/drawing/2014/main" id="{D803C8CF-3708-45BF-89A5-CB63062D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1739" y="6645010"/>
            <a:ext cx="264095" cy="208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09" name="text-771 black">
            <a:extLst xmlns:a="http://schemas.openxmlformats.org/drawingml/2006/main">
              <a:ext uri="{FF2B5EF4-FFF2-40B4-BE49-F238E27FC236}">
                <a16:creationId xmlns:a16="http://schemas.microsoft.com/office/drawing/2014/main" id="{2AD094E5-7334-4171-B178-03F35A9D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2810" y="6645357"/>
            <a:ext cx="387486" cy="207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610" name="text-772 -">
            <a:extLst xmlns:a="http://schemas.openxmlformats.org/drawingml/2006/main">
              <a:ext uri="{FF2B5EF4-FFF2-40B4-BE49-F238E27FC236}">
                <a16:creationId xmlns:a16="http://schemas.microsoft.com/office/drawing/2014/main" id="{ADBB9BE0-7EB4-456F-B550-BAB48744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739" y="6645561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11" name="text-773 hat">
            <a:extLst xmlns:a="http://schemas.openxmlformats.org/drawingml/2006/main">
              <a:ext uri="{FF2B5EF4-FFF2-40B4-BE49-F238E27FC236}">
                <a16:creationId xmlns:a16="http://schemas.microsoft.com/office/drawing/2014/main" id="{40975903-A740-4911-BD2A-8200FE5F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4933" y="6645498"/>
            <a:ext cx="257892" cy="20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612" name="text-775 clown's">
            <a:extLst xmlns:a="http://schemas.openxmlformats.org/drawingml/2006/main">
              <a:ext uri="{FF2B5EF4-FFF2-40B4-BE49-F238E27FC236}">
                <a16:creationId xmlns:a16="http://schemas.microsoft.com/office/drawing/2014/main" id="{0663CD2A-3FE8-4572-B144-E1146156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0710" y="6644972"/>
            <a:ext cx="531757" cy="208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clown's</a:t>
            </a:r>
          </a:p>
        </p:txBody>
      </p:sp>
      <p:sp>
        <p:nvSpPr>
          <p:cNvPr id="613" name="text-777 subsequent">
            <a:extLst xmlns:a="http://schemas.openxmlformats.org/drawingml/2006/main">
              <a:ext uri="{FF2B5EF4-FFF2-40B4-BE49-F238E27FC236}">
                <a16:creationId xmlns:a16="http://schemas.microsoft.com/office/drawing/2014/main" id="{1B6EB2C2-795E-4AD2-8F7A-9E52F7DA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0406" y="6645598"/>
            <a:ext cx="799138" cy="207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subsequent</a:t>
            </a:r>
          </a:p>
        </p:txBody>
      </p:sp>
      <p:sp>
        <p:nvSpPr>
          <p:cNvPr id="614" name="text-779 demeanor">
            <a:extLst xmlns:a="http://schemas.openxmlformats.org/drawingml/2006/main">
              <a:ext uri="{FF2B5EF4-FFF2-40B4-BE49-F238E27FC236}">
                <a16:creationId xmlns:a16="http://schemas.microsoft.com/office/drawing/2014/main" id="{BDCB4F73-C41E-4E80-B8EB-65180D98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7401" y="6645542"/>
            <a:ext cx="693400" cy="207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demeanor</a:t>
            </a:r>
          </a:p>
        </p:txBody>
      </p:sp>
      <p:sp>
        <p:nvSpPr>
          <p:cNvPr id="615" name="text-781 suggests">
            <a:extLst xmlns:a="http://schemas.openxmlformats.org/drawingml/2006/main">
              <a:ext uri="{FF2B5EF4-FFF2-40B4-BE49-F238E27FC236}">
                <a16:creationId xmlns:a16="http://schemas.microsoft.com/office/drawing/2014/main" id="{2888A398-538B-48C1-AF1C-8F583A93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8535" y="6645555"/>
            <a:ext cx="628180" cy="20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suggests</a:t>
            </a:r>
          </a:p>
        </p:txBody>
      </p:sp>
      <p:sp>
        <p:nvSpPr>
          <p:cNvPr id="616" name="text-783 mockery">
            <a:extLst xmlns:a="http://schemas.openxmlformats.org/drawingml/2006/main">
              <a:ext uri="{FF2B5EF4-FFF2-40B4-BE49-F238E27FC236}">
                <a16:creationId xmlns:a16="http://schemas.microsoft.com/office/drawing/2014/main" id="{C55174A3-7BCC-47C3-B902-D7699976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4828" y="6645479"/>
            <a:ext cx="605338" cy="20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mockery</a:t>
            </a:r>
          </a:p>
        </p:txBody>
      </p:sp>
      <p:sp>
        <p:nvSpPr>
          <p:cNvPr id="617" name="text-785 or">
            <a:extLst xmlns:a="http://schemas.openxmlformats.org/drawingml/2006/main">
              <a:ext uri="{FF2B5EF4-FFF2-40B4-BE49-F238E27FC236}">
                <a16:creationId xmlns:a16="http://schemas.microsoft.com/office/drawing/2014/main" id="{5E312F07-F610-4FF5-B943-FD175BC4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7302" y="6645361"/>
            <a:ext cx="175999" cy="20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618" name="text-787 vindictiveness">
            <a:extLst xmlns:a="http://schemas.openxmlformats.org/drawingml/2006/main">
              <a:ext uri="{FF2B5EF4-FFF2-40B4-BE49-F238E27FC236}">
                <a16:creationId xmlns:a16="http://schemas.microsoft.com/office/drawing/2014/main" id="{61FEA9A7-85FC-4F31-889B-5855454D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1090" y="6645549"/>
            <a:ext cx="989744" cy="207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vindictiveness</a:t>
            </a:r>
          </a:p>
        </p:txBody>
      </p:sp>
      <p:sp>
        <p:nvSpPr>
          <p:cNvPr id="619" name="text-789 rather">
            <a:extLst xmlns:a="http://schemas.openxmlformats.org/drawingml/2006/main">
              <a:ext uri="{FF2B5EF4-FFF2-40B4-BE49-F238E27FC236}">
                <a16:creationId xmlns:a16="http://schemas.microsoft.com/office/drawing/2014/main" id="{121F54AF-9894-4252-B711-44E4896E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8689" y="6645477"/>
            <a:ext cx="481535" cy="2076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rather</a:t>
            </a:r>
          </a:p>
        </p:txBody>
      </p:sp>
      <p:sp>
        <p:nvSpPr>
          <p:cNvPr id="620" name="text-791 than">
            <a:extLst xmlns:a="http://schemas.openxmlformats.org/drawingml/2006/main">
              <a:ext uri="{FF2B5EF4-FFF2-40B4-BE49-F238E27FC236}">
                <a16:creationId xmlns:a16="http://schemas.microsoft.com/office/drawing/2014/main" id="{D90C39C0-DBED-4D1E-99CE-E5F48CB7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8153" y="6645311"/>
            <a:ext cx="335889" cy="207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than</a:t>
            </a:r>
          </a:p>
        </p:txBody>
      </p:sp>
      <p:sp>
        <p:nvSpPr>
          <p:cNvPr id="621" name="text-793 genuine">
            <a:extLst xmlns:a="http://schemas.openxmlformats.org/drawingml/2006/main">
              <a:ext uri="{FF2B5EF4-FFF2-40B4-BE49-F238E27FC236}">
                <a16:creationId xmlns:a16="http://schemas.microsoft.com/office/drawing/2014/main" id="{DD63C90A-0D69-45A5-B319-C5BC5BC9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2055" y="6645698"/>
            <a:ext cx="540583" cy="207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genuine</a:t>
            </a:r>
          </a:p>
        </p:txBody>
      </p:sp>
      <p:sp>
        <p:nvSpPr>
          <p:cNvPr id="622" name="text-795 respect">
            <a:extLst xmlns:a="http://schemas.openxmlformats.org/drawingml/2006/main">
              <a:ext uri="{FF2B5EF4-FFF2-40B4-BE49-F238E27FC236}">
                <a16:creationId xmlns:a16="http://schemas.microsoft.com/office/drawing/2014/main" id="{3243C49D-1B25-4880-B123-F48DCBB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3982" y="6823135"/>
            <a:ext cx="558315" cy="207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respect</a:t>
            </a:r>
          </a:p>
        </p:txBody>
      </p:sp>
      <p:sp>
        <p:nvSpPr>
          <p:cNvPr id="623" name="text-797 or">
            <a:extLst xmlns:a="http://schemas.openxmlformats.org/drawingml/2006/main">
              <a:ext uri="{FF2B5EF4-FFF2-40B4-BE49-F238E27FC236}">
                <a16:creationId xmlns:a16="http://schemas.microsoft.com/office/drawing/2014/main" id="{571A8E83-8355-4780-AA8A-D5DEFAB7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5220" y="6823210"/>
            <a:ext cx="176000" cy="207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624" name="text-799 affection">
            <a:extLst xmlns:a="http://schemas.openxmlformats.org/drawingml/2006/main">
              <a:ext uri="{FF2B5EF4-FFF2-40B4-BE49-F238E27FC236}">
                <a16:creationId xmlns:a16="http://schemas.microsoft.com/office/drawing/2014/main" id="{0CDEE6B1-7F7A-41A9-8C9A-F2BA7067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4032" y="6823336"/>
            <a:ext cx="677266" cy="207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affection</a:t>
            </a:r>
          </a:p>
        </p:txBody>
      </p:sp>
      <p:sp>
        <p:nvSpPr>
          <p:cNvPr id="625" name="text-800 .">
            <a:extLst xmlns:a="http://schemas.openxmlformats.org/drawingml/2006/main">
              <a:ext uri="{FF2B5EF4-FFF2-40B4-BE49-F238E27FC236}">
                <a16:creationId xmlns:a16="http://schemas.microsoft.com/office/drawing/2014/main" id="{1ED620F2-53DD-4629-A9F1-F8CE5F01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081" y="6823244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626" name="text-802 The">
            <a:extLst xmlns:a="http://schemas.openxmlformats.org/drawingml/2006/main">
              <a:ext uri="{FF2B5EF4-FFF2-40B4-BE49-F238E27FC236}">
                <a16:creationId xmlns:a16="http://schemas.microsoft.com/office/drawing/2014/main" id="{41826F3A-DFAC-44B9-92FE-7E3746E3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1415" y="6823124"/>
            <a:ext cx="294548" cy="207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27" name="text-804 clapping">
            <a:extLst xmlns:a="http://schemas.openxmlformats.org/drawingml/2006/main">
              <a:ext uri="{FF2B5EF4-FFF2-40B4-BE49-F238E27FC236}">
                <a16:creationId xmlns:a16="http://schemas.microsoft.com/office/drawing/2014/main" id="{036C15D0-72EB-4830-AEDE-A4379887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7998" y="6823020"/>
            <a:ext cx="576605" cy="208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628" name="text-806 could">
            <a:extLst xmlns:a="http://schemas.openxmlformats.org/drawingml/2006/main">
              <a:ext uri="{FF2B5EF4-FFF2-40B4-BE49-F238E27FC236}">
                <a16:creationId xmlns:a16="http://schemas.microsoft.com/office/drawing/2014/main" id="{3BEF3515-0CB9-4466-8ECA-501FB0BC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438" y="6822940"/>
            <a:ext cx="386461" cy="208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could</a:t>
            </a:r>
          </a:p>
        </p:txBody>
      </p:sp>
      <p:sp>
        <p:nvSpPr>
          <p:cNvPr id="629" name="text-808 be">
            <a:extLst xmlns:a="http://schemas.openxmlformats.org/drawingml/2006/main">
              <a:ext uri="{FF2B5EF4-FFF2-40B4-BE49-F238E27FC236}">
                <a16:creationId xmlns:a16="http://schemas.microsoft.com/office/drawing/2014/main" id="{CD5403DA-766D-4584-8C9D-644A0919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651" y="6823812"/>
            <a:ext cx="195140" cy="206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</a:t>
            </a:r>
          </a:p>
        </p:txBody>
      </p:sp>
      <p:sp>
        <p:nvSpPr>
          <p:cNvPr id="630" name="text-810 sarcastic,">
            <a:extLst xmlns:a="http://schemas.openxmlformats.org/drawingml/2006/main">
              <a:ext uri="{FF2B5EF4-FFF2-40B4-BE49-F238E27FC236}">
                <a16:creationId xmlns:a16="http://schemas.microsoft.com/office/drawing/2014/main" id="{66EBE96B-3060-4646-B83A-9528AD83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2988" y="6822899"/>
            <a:ext cx="700482" cy="2082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sarcastic,</a:t>
            </a:r>
          </a:p>
        </p:txBody>
      </p:sp>
      <p:sp>
        <p:nvSpPr>
          <p:cNvPr id="631" name="text-812 especially">
            <a:extLst xmlns:a="http://schemas.openxmlformats.org/drawingml/2006/main">
              <a:ext uri="{FF2B5EF4-FFF2-40B4-BE49-F238E27FC236}">
                <a16:creationId xmlns:a16="http://schemas.microsoft.com/office/drawing/2014/main" id="{D13C229C-0334-4800-9C7C-6E5F1478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5869" y="6823238"/>
            <a:ext cx="692589" cy="207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especially</a:t>
            </a:r>
          </a:p>
        </p:txBody>
      </p:sp>
      <p:sp>
        <p:nvSpPr>
          <p:cNvPr id="632" name="text-814 given">
            <a:extLst xmlns:a="http://schemas.openxmlformats.org/drawingml/2006/main">
              <a:ext uri="{FF2B5EF4-FFF2-40B4-BE49-F238E27FC236}">
                <a16:creationId xmlns:a16="http://schemas.microsoft.com/office/drawing/2014/main" id="{ABB5E03F-0D60-4920-968A-FC30407D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0809" y="6824263"/>
            <a:ext cx="375350" cy="206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given</a:t>
            </a:r>
          </a:p>
        </p:txBody>
      </p:sp>
      <p:sp>
        <p:nvSpPr>
          <p:cNvPr id="633" name="text-816 the">
            <a:extLst xmlns:a="http://schemas.openxmlformats.org/drawingml/2006/main">
              <a:ext uri="{FF2B5EF4-FFF2-40B4-BE49-F238E27FC236}">
                <a16:creationId xmlns:a16="http://schemas.microsoft.com/office/drawing/2014/main" id="{D8980451-477A-47BF-8ACB-600182D9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9488" y="6822858"/>
            <a:ext cx="264095" cy="208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34" name="text-818 later">
            <a:extLst xmlns:a="http://schemas.openxmlformats.org/drawingml/2006/main">
              <a:ext uri="{FF2B5EF4-FFF2-40B4-BE49-F238E27FC236}">
                <a16:creationId xmlns:a16="http://schemas.microsoft.com/office/drawing/2014/main" id="{81F79ABF-1FC1-4AF2-AE8D-9AAEEE36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5690" y="6823412"/>
            <a:ext cx="365133" cy="207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later</a:t>
            </a:r>
          </a:p>
        </p:txBody>
      </p:sp>
      <p:sp>
        <p:nvSpPr>
          <p:cNvPr id="635" name="text-820 expressions">
            <a:extLst xmlns:a="http://schemas.openxmlformats.org/drawingml/2006/main">
              <a:ext uri="{FF2B5EF4-FFF2-40B4-BE49-F238E27FC236}">
                <a16:creationId xmlns:a16="http://schemas.microsoft.com/office/drawing/2014/main" id="{4C537A54-21F6-4A10-846A-594B54A6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3783" y="6823150"/>
            <a:ext cx="841390" cy="20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expressions</a:t>
            </a:r>
          </a:p>
        </p:txBody>
      </p:sp>
      <p:sp>
        <p:nvSpPr>
          <p:cNvPr id="636" name="text-821 .">
            <a:extLst xmlns:a="http://schemas.openxmlformats.org/drawingml/2006/main">
              <a:ext uri="{FF2B5EF4-FFF2-40B4-BE49-F238E27FC236}">
                <a16:creationId xmlns:a16="http://schemas.microsoft.com/office/drawing/2014/main" id="{3FE4F3C0-A85F-4703-9AAC-57750D9C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8918" y="6823244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637" name="text-823 Let's">
            <a:extLst xmlns:a="http://schemas.openxmlformats.org/drawingml/2006/main">
              <a:ext uri="{FF2B5EF4-FFF2-40B4-BE49-F238E27FC236}">
                <a16:creationId xmlns:a16="http://schemas.microsoft.com/office/drawing/2014/main" id="{9ABF4E93-56A4-42DA-8A79-1C875184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5305" y="6823464"/>
            <a:ext cx="388623" cy="207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Let's</a:t>
            </a:r>
          </a:p>
        </p:txBody>
      </p:sp>
      <p:sp>
        <p:nvSpPr>
          <p:cNvPr id="638" name="text-825 re">
            <a:extLst xmlns:a="http://schemas.openxmlformats.org/drawingml/2006/main">
              <a:ext uri="{FF2B5EF4-FFF2-40B4-BE49-F238E27FC236}">
                <a16:creationId xmlns:a16="http://schemas.microsoft.com/office/drawing/2014/main" id="{459E0FC3-C247-4C16-8604-2C8D2379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7216" y="6823094"/>
            <a:ext cx="179382" cy="207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</a:t>
            </a:r>
          </a:p>
        </p:txBody>
      </p:sp>
      <p:sp>
        <p:nvSpPr>
          <p:cNvPr id="639" name="text-826 -">
            <a:extLst xmlns:a="http://schemas.openxmlformats.org/drawingml/2006/main">
              <a:ext uri="{FF2B5EF4-FFF2-40B4-BE49-F238E27FC236}">
                <a16:creationId xmlns:a16="http://schemas.microsoft.com/office/drawing/2014/main" id="{2FC38800-5D40-4290-A6C6-0B31FA8B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9392" y="6823410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40" name="text-827 examine">
            <a:extLst xmlns:a="http://schemas.openxmlformats.org/drawingml/2006/main">
              <a:ext uri="{FF2B5EF4-FFF2-40B4-BE49-F238E27FC236}">
                <a16:creationId xmlns:a16="http://schemas.microsoft.com/office/drawing/2014/main" id="{77ABD6DA-08D2-4FE2-BE22-5C3F6546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1585" y="6823609"/>
            <a:ext cx="585449" cy="207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examine</a:t>
            </a:r>
          </a:p>
        </p:txBody>
      </p:sp>
      <p:sp>
        <p:nvSpPr>
          <p:cNvPr id="641" name="text-829 the">
            <a:extLst xmlns:a="http://schemas.openxmlformats.org/drawingml/2006/main">
              <a:ext uri="{FF2B5EF4-FFF2-40B4-BE49-F238E27FC236}">
                <a16:creationId xmlns:a16="http://schemas.microsoft.com/office/drawing/2014/main" id="{1955DA0A-E87D-4993-B6D5-5456CD91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9342" y="6822858"/>
            <a:ext cx="264095" cy="208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42" name="text-831 &quot;failed">
            <a:extLst xmlns:a="http://schemas.openxmlformats.org/drawingml/2006/main">
              <a:ext uri="{FF2B5EF4-FFF2-40B4-BE49-F238E27FC236}">
                <a16:creationId xmlns:a16="http://schemas.microsoft.com/office/drawing/2014/main" id="{592F0CC5-EDDC-4084-B00A-81781AFA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5543" y="6823433"/>
            <a:ext cx="490710" cy="207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"failed</a:t>
            </a:r>
          </a:p>
        </p:txBody>
      </p:sp>
      <p:sp>
        <p:nvSpPr>
          <p:cNvPr id="643" name="text-833 performance&quot;">
            <a:extLst xmlns:a="http://schemas.openxmlformats.org/drawingml/2006/main">
              <a:ext uri="{FF2B5EF4-FFF2-40B4-BE49-F238E27FC236}">
                <a16:creationId xmlns:a16="http://schemas.microsoft.com/office/drawing/2014/main" id="{07DE0FD0-3E5B-45DD-B4B1-E2F01FD9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9346" y="6823246"/>
            <a:ext cx="971972" cy="207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performance"</a:t>
            </a:r>
          </a:p>
        </p:txBody>
      </p:sp>
      <p:sp>
        <p:nvSpPr>
          <p:cNvPr id="644" name="text-835 aspect">
            <a:extLst xmlns:a="http://schemas.openxmlformats.org/drawingml/2006/main">
              <a:ext uri="{FF2B5EF4-FFF2-40B4-BE49-F238E27FC236}">
                <a16:creationId xmlns:a16="http://schemas.microsoft.com/office/drawing/2014/main" id="{838DA507-C9A0-4C40-809F-32A07F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3982" y="7003524"/>
            <a:ext cx="481677" cy="207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aspect</a:t>
            </a:r>
          </a:p>
        </p:txBody>
      </p:sp>
      <p:sp>
        <p:nvSpPr>
          <p:cNvPr id="645" name="text-836 .">
            <a:extLst xmlns:a="http://schemas.openxmlformats.org/drawingml/2006/main">
              <a:ext uri="{FF2B5EF4-FFF2-40B4-BE49-F238E27FC236}">
                <a16:creationId xmlns:a16="http://schemas.microsoft.com/office/drawing/2014/main" id="{EC338697-2A7F-4CFE-9D58-ACADF2DE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9188" y="7003633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646" name="text-838 The">
            <a:extLst xmlns:a="http://schemas.openxmlformats.org/drawingml/2006/main">
              <a:ext uri="{FF2B5EF4-FFF2-40B4-BE49-F238E27FC236}">
                <a16:creationId xmlns:a16="http://schemas.microsoft.com/office/drawing/2014/main" id="{D3B755FC-540A-4287-9D10-CB2ABA5B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6629" y="7003513"/>
            <a:ext cx="294548" cy="207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47" name="text-840 red">
            <a:extLst xmlns:a="http://schemas.openxmlformats.org/drawingml/2006/main">
              <a:ext uri="{FF2B5EF4-FFF2-40B4-BE49-F238E27FC236}">
                <a16:creationId xmlns:a16="http://schemas.microsoft.com/office/drawing/2014/main" id="{FDDA1B36-99F8-4CE0-BCCA-99204715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4320" y="7003891"/>
            <a:ext cx="265810" cy="20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red</a:t>
            </a:r>
          </a:p>
        </p:txBody>
      </p:sp>
      <p:sp>
        <p:nvSpPr>
          <p:cNvPr id="648" name="text-842 clown">
            <a:extLst xmlns:a="http://schemas.openxmlformats.org/drawingml/2006/main">
              <a:ext uri="{FF2B5EF4-FFF2-40B4-BE49-F238E27FC236}">
                <a16:creationId xmlns:a16="http://schemas.microsoft.com/office/drawing/2014/main" id="{C1959464-2419-44F1-9E86-7F8BD8D4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4222" y="7002970"/>
            <a:ext cx="402241" cy="208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649" name="text-844 does">
            <a:extLst xmlns:a="http://schemas.openxmlformats.org/drawingml/2006/main">
              <a:ext uri="{FF2B5EF4-FFF2-40B4-BE49-F238E27FC236}">
                <a16:creationId xmlns:a16="http://schemas.microsoft.com/office/drawing/2014/main" id="{38291094-29DD-401E-9063-B7F1C982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0421" y="7003691"/>
            <a:ext cx="345005" cy="207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does</a:t>
            </a:r>
          </a:p>
        </p:txBody>
      </p:sp>
      <p:sp>
        <p:nvSpPr>
          <p:cNvPr id="650" name="text-846 get">
            <a:extLst xmlns:a="http://schemas.openxmlformats.org/drawingml/2006/main">
              <a:ext uri="{FF2B5EF4-FFF2-40B4-BE49-F238E27FC236}">
                <a16:creationId xmlns:a16="http://schemas.microsoft.com/office/drawing/2014/main" id="{4271E2F2-E0C4-4C99-8C82-84B72121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9720" y="7004336"/>
            <a:ext cx="255235" cy="20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get</a:t>
            </a:r>
          </a:p>
        </p:txBody>
      </p:sp>
      <p:sp>
        <p:nvSpPr>
          <p:cNvPr id="651" name="text-848 tips,">
            <a:extLst xmlns:a="http://schemas.openxmlformats.org/drawingml/2006/main">
              <a:ext uri="{FF2B5EF4-FFF2-40B4-BE49-F238E27FC236}">
                <a16:creationId xmlns:a16="http://schemas.microsoft.com/office/drawing/2014/main" id="{B9B10921-0D4D-47D0-8DA2-69C13381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036" y="7003423"/>
            <a:ext cx="331113" cy="208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tips,</a:t>
            </a:r>
          </a:p>
        </p:txBody>
      </p:sp>
      <p:sp>
        <p:nvSpPr>
          <p:cNvPr id="652" name="text-850 but">
            <a:extLst xmlns:a="http://schemas.openxmlformats.org/drawingml/2006/main">
              <a:ext uri="{FF2B5EF4-FFF2-40B4-BE49-F238E27FC236}">
                <a16:creationId xmlns:a16="http://schemas.microsoft.com/office/drawing/2014/main" id="{FF14001A-527A-4A85-99EC-954EE3EA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3778" y="7004203"/>
            <a:ext cx="260594" cy="206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but</a:t>
            </a:r>
          </a:p>
        </p:txBody>
      </p:sp>
      <p:sp>
        <p:nvSpPr>
          <p:cNvPr id="653" name="text-852 perhaps">
            <a:extLst xmlns:a="http://schemas.openxmlformats.org/drawingml/2006/main">
              <a:ext uri="{FF2B5EF4-FFF2-40B4-BE49-F238E27FC236}">
                <a16:creationId xmlns:a16="http://schemas.microsoft.com/office/drawing/2014/main" id="{9C50674D-6C0F-49C8-A0AD-D15DA825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8387" y="7003694"/>
            <a:ext cx="571211" cy="2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perhaps</a:t>
            </a:r>
          </a:p>
        </p:txBody>
      </p:sp>
      <p:sp>
        <p:nvSpPr>
          <p:cNvPr id="654" name="text-854 the">
            <a:extLst xmlns:a="http://schemas.openxmlformats.org/drawingml/2006/main">
              <a:ext uri="{FF2B5EF4-FFF2-40B4-BE49-F238E27FC236}">
                <a16:creationId xmlns:a16="http://schemas.microsoft.com/office/drawing/2014/main" id="{FC16A0EC-E5CD-422D-B36E-9CA7B223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3965" y="7003248"/>
            <a:ext cx="264095" cy="208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55" name="text-856 black">
            <a:extLst xmlns:a="http://schemas.openxmlformats.org/drawingml/2006/main">
              <a:ext uri="{FF2B5EF4-FFF2-40B4-BE49-F238E27FC236}">
                <a16:creationId xmlns:a16="http://schemas.microsoft.com/office/drawing/2014/main" id="{113ADD45-3AAB-4969-A849-07C4AE58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1221" y="7003595"/>
            <a:ext cx="387487" cy="207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656" name="text-857 -">
            <a:extLst xmlns:a="http://schemas.openxmlformats.org/drawingml/2006/main">
              <a:ext uri="{FF2B5EF4-FFF2-40B4-BE49-F238E27FC236}">
                <a16:creationId xmlns:a16="http://schemas.microsoft.com/office/drawing/2014/main" id="{71DAC9C4-FA49-4BD2-95B4-63C9518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1150" y="7003800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57" name="text-858 hat">
            <a:extLst xmlns:a="http://schemas.openxmlformats.org/drawingml/2006/main">
              <a:ext uri="{FF2B5EF4-FFF2-40B4-BE49-F238E27FC236}">
                <a16:creationId xmlns:a16="http://schemas.microsoft.com/office/drawing/2014/main" id="{8AEE1BA6-AD8E-407B-8C81-EB139402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3344" y="7003736"/>
            <a:ext cx="257892" cy="20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658" name="text-860 clown">
            <a:extLst xmlns:a="http://schemas.openxmlformats.org/drawingml/2006/main">
              <a:ext uri="{FF2B5EF4-FFF2-40B4-BE49-F238E27FC236}">
                <a16:creationId xmlns:a16="http://schemas.microsoft.com/office/drawing/2014/main" id="{9CC0F76B-B3EA-422D-A434-8E4C79E9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5307" y="7002970"/>
            <a:ext cx="402242" cy="208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659" name="text-862 views">
            <a:extLst xmlns:a="http://schemas.openxmlformats.org/drawingml/2006/main">
              <a:ext uri="{FF2B5EF4-FFF2-40B4-BE49-F238E27FC236}">
                <a16:creationId xmlns:a16="http://schemas.microsoft.com/office/drawing/2014/main" id="{2F71B56A-B15E-45F5-9A8A-EB7528CA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506" y="7004120"/>
            <a:ext cx="393910" cy="207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views</a:t>
            </a:r>
          </a:p>
        </p:txBody>
      </p:sp>
      <p:sp>
        <p:nvSpPr>
          <p:cNvPr id="660" name="text-864 it">
            <a:extLst xmlns:a="http://schemas.openxmlformats.org/drawingml/2006/main">
              <a:ext uri="{FF2B5EF4-FFF2-40B4-BE49-F238E27FC236}">
                <a16:creationId xmlns:a16="http://schemas.microsoft.com/office/drawing/2014/main" id="{D3EAA20A-3CF7-4776-BD51-7A7C126D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9765" y="7004342"/>
            <a:ext cx="137439" cy="206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</a:t>
            </a:r>
          </a:p>
        </p:txBody>
      </p:sp>
      <p:sp>
        <p:nvSpPr>
          <p:cNvPr id="661" name="text-866 as">
            <a:extLst xmlns:a="http://schemas.openxmlformats.org/drawingml/2006/main">
              <a:ext uri="{FF2B5EF4-FFF2-40B4-BE49-F238E27FC236}">
                <a16:creationId xmlns:a16="http://schemas.microsoft.com/office/drawing/2014/main" id="{A59B0F01-E6CC-4CB1-AEEA-42FA4AFB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1310" y="7004072"/>
            <a:ext cx="174203" cy="207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as</a:t>
            </a:r>
          </a:p>
        </p:txBody>
      </p:sp>
      <p:sp>
        <p:nvSpPr>
          <p:cNvPr id="662" name="text-868 inferior">
            <a:extLst xmlns:a="http://schemas.openxmlformats.org/drawingml/2006/main">
              <a:ext uri="{FF2B5EF4-FFF2-40B4-BE49-F238E27FC236}">
                <a16:creationId xmlns:a16="http://schemas.microsoft.com/office/drawing/2014/main" id="{9346E04B-B3D4-4AB8-B218-BEA58FF7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9907" y="7003857"/>
            <a:ext cx="563631" cy="207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inferior</a:t>
            </a:r>
          </a:p>
        </p:txBody>
      </p:sp>
      <p:sp>
        <p:nvSpPr>
          <p:cNvPr id="663" name="text-869 .">
            <a:extLst xmlns:a="http://schemas.openxmlformats.org/drawingml/2006/main">
              <a:ext uri="{FF2B5EF4-FFF2-40B4-BE49-F238E27FC236}">
                <a16:creationId xmlns:a16="http://schemas.microsoft.com/office/drawing/2014/main" id="{4F63CF52-5CE9-4D8E-BAFE-CFA18D4E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7155" y="7003633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664" name="text-871 The">
            <a:extLst xmlns:a="http://schemas.openxmlformats.org/drawingml/2006/main">
              <a:ext uri="{FF2B5EF4-FFF2-40B4-BE49-F238E27FC236}">
                <a16:creationId xmlns:a16="http://schemas.microsoft.com/office/drawing/2014/main" id="{07514F36-F3F3-4DD7-94D0-D328BEFC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4597" y="7003513"/>
            <a:ext cx="294549" cy="207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65" name="text-873 key">
            <a:extLst xmlns:a="http://schemas.openxmlformats.org/drawingml/2006/main">
              <a:ext uri="{FF2B5EF4-FFF2-40B4-BE49-F238E27FC236}">
                <a16:creationId xmlns:a16="http://schemas.microsoft.com/office/drawing/2014/main" id="{98F610F6-318B-42AA-8217-3A99E0DE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2288" y="7004409"/>
            <a:ext cx="263835" cy="206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key</a:t>
            </a:r>
          </a:p>
        </p:txBody>
      </p:sp>
      <p:sp>
        <p:nvSpPr>
          <p:cNvPr id="666" name="text-875 is">
            <a:extLst xmlns:a="http://schemas.openxmlformats.org/drawingml/2006/main">
              <a:ext uri="{FF2B5EF4-FFF2-40B4-BE49-F238E27FC236}">
                <a16:creationId xmlns:a16="http://schemas.microsoft.com/office/drawing/2014/main" id="{DEF3497C-A86C-48DD-AA19-E36149DD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9543" y="7004415"/>
            <a:ext cx="139742" cy="206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667" name="text-877 the">
            <a:extLst xmlns:a="http://schemas.openxmlformats.org/drawingml/2006/main">
              <a:ext uri="{FF2B5EF4-FFF2-40B4-BE49-F238E27FC236}">
                <a16:creationId xmlns:a16="http://schemas.microsoft.com/office/drawing/2014/main" id="{EEFA53AD-D6FC-47C1-87E0-97FE1298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3734" y="7003247"/>
            <a:ext cx="264095" cy="208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68" name="text-879 implication">
            <a:extLst xmlns:a="http://schemas.openxmlformats.org/drawingml/2006/main">
              <a:ext uri="{FF2B5EF4-FFF2-40B4-BE49-F238E27FC236}">
                <a16:creationId xmlns:a16="http://schemas.microsoft.com/office/drawing/2014/main" id="{7DF00D6F-8D9D-4666-914D-E59A897F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0990" y="7003771"/>
            <a:ext cx="763188" cy="2075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implication</a:t>
            </a:r>
          </a:p>
        </p:txBody>
      </p:sp>
      <p:sp>
        <p:nvSpPr>
          <p:cNvPr id="669" name="text-881 of">
            <a:extLst xmlns:a="http://schemas.openxmlformats.org/drawingml/2006/main">
              <a:ext uri="{FF2B5EF4-FFF2-40B4-BE49-F238E27FC236}">
                <a16:creationId xmlns:a16="http://schemas.microsoft.com/office/drawing/2014/main" id="{8D4A1CC9-085C-4B5A-BD7C-AE51A03B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8442" y="7003577"/>
            <a:ext cx="180128" cy="207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670" name="text-883 the">
            <a:extLst xmlns:a="http://schemas.openxmlformats.org/drawingml/2006/main">
              <a:ext uri="{FF2B5EF4-FFF2-40B4-BE49-F238E27FC236}">
                <a16:creationId xmlns:a16="http://schemas.microsoft.com/office/drawing/2014/main" id="{A7312C7A-47D0-4938-9A07-4498B38D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2332" y="7003247"/>
            <a:ext cx="264095" cy="208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71" name="text-885 clapping">
            <a:extLst xmlns:a="http://schemas.openxmlformats.org/drawingml/2006/main">
              <a:ext uri="{FF2B5EF4-FFF2-40B4-BE49-F238E27FC236}">
                <a16:creationId xmlns:a16="http://schemas.microsoft.com/office/drawing/2014/main" id="{8F711CCD-7C38-45AF-A215-7542240A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9588" y="7003410"/>
            <a:ext cx="576605" cy="208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672" name="text-887 in">
            <a:extLst xmlns:a="http://schemas.openxmlformats.org/drawingml/2006/main">
              <a:ext uri="{FF2B5EF4-FFF2-40B4-BE49-F238E27FC236}">
                <a16:creationId xmlns:a16="http://schemas.microsoft.com/office/drawing/2014/main" id="{67026C2A-1CD1-4F24-8247-391E9AFB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19136" y="7004391"/>
            <a:ext cx="145174" cy="20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673" name="text-889 the">
            <a:extLst xmlns:a="http://schemas.openxmlformats.org/drawingml/2006/main">
              <a:ext uri="{FF2B5EF4-FFF2-40B4-BE49-F238E27FC236}">
                <a16:creationId xmlns:a16="http://schemas.microsoft.com/office/drawing/2014/main" id="{EF9D633C-480A-4345-8687-10D3763B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8619" y="7003247"/>
            <a:ext cx="264095" cy="208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74" name="text-891 context">
            <a:extLst xmlns:a="http://schemas.openxmlformats.org/drawingml/2006/main">
              <a:ext uri="{FF2B5EF4-FFF2-40B4-BE49-F238E27FC236}">
                <a16:creationId xmlns:a16="http://schemas.microsoft.com/office/drawing/2014/main" id="{10CD6725-2BE8-4D72-A0AC-C22D2B52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3982" y="7183844"/>
            <a:ext cx="567634" cy="207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context</a:t>
            </a:r>
          </a:p>
        </p:txBody>
      </p:sp>
      <p:sp>
        <p:nvSpPr>
          <p:cNvPr id="675" name="text-893 of">
            <a:extLst xmlns:a="http://schemas.openxmlformats.org/drawingml/2006/main">
              <a:ext uri="{FF2B5EF4-FFF2-40B4-BE49-F238E27FC236}">
                <a16:creationId xmlns:a16="http://schemas.microsoft.com/office/drawing/2014/main" id="{13BB8335-5E79-4426-BF00-77EBA7E7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1799" y="7183963"/>
            <a:ext cx="180128" cy="207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676" name="text-895 the">
            <a:extLst xmlns:a="http://schemas.openxmlformats.org/drawingml/2006/main">
              <a:ext uri="{FF2B5EF4-FFF2-40B4-BE49-F238E27FC236}">
                <a16:creationId xmlns:a16="http://schemas.microsoft.com/office/drawing/2014/main" id="{1EEB3D3C-B224-4AEC-B32C-A9381783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1897" y="7183634"/>
            <a:ext cx="264095" cy="208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77" name="text-897 overall">
            <a:extLst xmlns:a="http://schemas.openxmlformats.org/drawingml/2006/main">
              <a:ext uri="{FF2B5EF4-FFF2-40B4-BE49-F238E27FC236}">
                <a16:creationId xmlns:a16="http://schemas.microsoft.com/office/drawing/2014/main" id="{6E485A8F-797E-4518-8428-3E64BD7D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5361" y="7184346"/>
            <a:ext cx="485309" cy="207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overall</a:t>
            </a:r>
          </a:p>
        </p:txBody>
      </p:sp>
      <p:sp>
        <p:nvSpPr>
          <p:cNvPr id="678" name="text-899 interaction,">
            <a:extLst xmlns:a="http://schemas.openxmlformats.org/drawingml/2006/main">
              <a:ext uri="{FF2B5EF4-FFF2-40B4-BE49-F238E27FC236}">
                <a16:creationId xmlns:a16="http://schemas.microsoft.com/office/drawing/2014/main" id="{FA24E536-D70C-4BB0-9023-529A0D44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1135" y="7183985"/>
            <a:ext cx="828461" cy="207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interaction,</a:t>
            </a:r>
          </a:p>
        </p:txBody>
      </p:sp>
      <p:sp>
        <p:nvSpPr>
          <p:cNvPr id="679" name="text-901 which">
            <a:extLst xmlns:a="http://schemas.openxmlformats.org/drawingml/2006/main">
              <a:ext uri="{FF2B5EF4-FFF2-40B4-BE49-F238E27FC236}">
                <a16:creationId xmlns:a16="http://schemas.microsoft.com/office/drawing/2014/main" id="{3F1B099B-DA5C-4A42-B447-1A5DA886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9636" y="7183723"/>
            <a:ext cx="417974" cy="20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which</a:t>
            </a:r>
          </a:p>
        </p:txBody>
      </p:sp>
      <p:sp>
        <p:nvSpPr>
          <p:cNvPr id="680" name="text-903 seems">
            <a:extLst xmlns:a="http://schemas.openxmlformats.org/drawingml/2006/main">
              <a:ext uri="{FF2B5EF4-FFF2-40B4-BE49-F238E27FC236}">
                <a16:creationId xmlns:a16="http://schemas.microsoft.com/office/drawing/2014/main" id="{D7442313-85D0-4F06-BDAE-C1461401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7923" y="7184236"/>
            <a:ext cx="448054" cy="207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seems</a:t>
            </a:r>
          </a:p>
        </p:txBody>
      </p:sp>
      <p:sp>
        <p:nvSpPr>
          <p:cNvPr id="681" name="text-905 competitive">
            <a:extLst xmlns:a="http://schemas.openxmlformats.org/drawingml/2006/main">
              <a:ext uri="{FF2B5EF4-FFF2-40B4-BE49-F238E27FC236}">
                <a16:creationId xmlns:a16="http://schemas.microsoft.com/office/drawing/2014/main" id="{199F7CBA-75E8-4C6C-BCE7-AC3E0EA7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6645" y="7184187"/>
            <a:ext cx="831714" cy="207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competitive</a:t>
            </a:r>
          </a:p>
        </p:txBody>
      </p:sp>
      <p:sp>
        <p:nvSpPr>
          <p:cNvPr id="682" name="text-907 or">
            <a:extLst xmlns:a="http://schemas.openxmlformats.org/drawingml/2006/main">
              <a:ext uri="{FF2B5EF4-FFF2-40B4-BE49-F238E27FC236}">
                <a16:creationId xmlns:a16="http://schemas.microsoft.com/office/drawing/2014/main" id="{2EB8F594-094B-4420-80EB-E5A4F93F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7793" y="7183986"/>
            <a:ext cx="175999" cy="20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683" name="text-909 antagonistic">
            <a:extLst xmlns:a="http://schemas.openxmlformats.org/drawingml/2006/main">
              <a:ext uri="{FF2B5EF4-FFF2-40B4-BE49-F238E27FC236}">
                <a16:creationId xmlns:a16="http://schemas.microsoft.com/office/drawing/2014/main" id="{264B1C4E-E946-4DBB-B2F3-C6E3C028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3921" y="7184092"/>
            <a:ext cx="861035" cy="207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antagonistic</a:t>
            </a:r>
          </a:p>
        </p:txBody>
      </p:sp>
      <p:sp>
        <p:nvSpPr>
          <p:cNvPr id="684" name="text-910 .">
            <a:extLst xmlns:a="http://schemas.openxmlformats.org/drawingml/2006/main">
              <a:ext uri="{FF2B5EF4-FFF2-40B4-BE49-F238E27FC236}">
                <a16:creationId xmlns:a16="http://schemas.microsoft.com/office/drawing/2014/main" id="{D1C38691-0CF7-4C63-AE4B-419F91DD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8905" y="7184019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685" name="text-912 The">
            <a:extLst xmlns:a="http://schemas.openxmlformats.org/drawingml/2006/main">
              <a:ext uri="{FF2B5EF4-FFF2-40B4-BE49-F238E27FC236}">
                <a16:creationId xmlns:a16="http://schemas.microsoft.com/office/drawing/2014/main" id="{23D74D3A-11D1-4960-A67C-C269DC8C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2555" y="7183899"/>
            <a:ext cx="294549" cy="207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86" name="text-914 black">
            <a:extLst xmlns:a="http://schemas.openxmlformats.org/drawingml/2006/main">
              <a:ext uri="{FF2B5EF4-FFF2-40B4-BE49-F238E27FC236}">
                <a16:creationId xmlns:a16="http://schemas.microsoft.com/office/drawing/2014/main" id="{D5D50986-D813-40BB-BC44-3A8FD0D7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6454" y="7183981"/>
            <a:ext cx="387487" cy="207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687" name="text-915 -">
            <a:extLst xmlns:a="http://schemas.openxmlformats.org/drawingml/2006/main">
              <a:ext uri="{FF2B5EF4-FFF2-40B4-BE49-F238E27FC236}">
                <a16:creationId xmlns:a16="http://schemas.microsoft.com/office/drawing/2014/main" id="{A2E835C8-FCB6-49F8-BE6F-19BF21A8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6384" y="7184186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88" name="text-916 hat">
            <a:extLst xmlns:a="http://schemas.openxmlformats.org/drawingml/2006/main">
              <a:ext uri="{FF2B5EF4-FFF2-40B4-BE49-F238E27FC236}">
                <a16:creationId xmlns:a16="http://schemas.microsoft.com/office/drawing/2014/main" id="{D0B9D6DA-D445-498C-89D8-A2387143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8578" y="7184122"/>
            <a:ext cx="257892" cy="20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689" name="text-918 clown's">
            <a:extLst xmlns:a="http://schemas.openxmlformats.org/drawingml/2006/main">
              <a:ext uri="{FF2B5EF4-FFF2-40B4-BE49-F238E27FC236}">
                <a16:creationId xmlns:a16="http://schemas.microsoft.com/office/drawing/2014/main" id="{59DF79E4-5DBA-4B03-B946-2EC73A00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6749" y="7183597"/>
            <a:ext cx="531757" cy="208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clown's</a:t>
            </a:r>
          </a:p>
        </p:txBody>
      </p:sp>
      <p:sp>
        <p:nvSpPr>
          <p:cNvPr id="690" name="text-920 final">
            <a:extLst xmlns:a="http://schemas.openxmlformats.org/drawingml/2006/main">
              <a:ext uri="{FF2B5EF4-FFF2-40B4-BE49-F238E27FC236}">
                <a16:creationId xmlns:a16="http://schemas.microsoft.com/office/drawing/2014/main" id="{1CD7270F-C379-4FA5-B46D-A9FFDB89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18837" y="7184220"/>
            <a:ext cx="337244" cy="20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final</a:t>
            </a:r>
          </a:p>
        </p:txBody>
      </p:sp>
      <p:sp>
        <p:nvSpPr>
          <p:cNvPr id="691" name="text-922 expressions">
            <a:extLst xmlns:a="http://schemas.openxmlformats.org/drawingml/2006/main">
              <a:ext uri="{FF2B5EF4-FFF2-40B4-BE49-F238E27FC236}">
                <a16:creationId xmlns:a16="http://schemas.microsoft.com/office/drawing/2014/main" id="{9A64B463-F35B-476B-95BF-254DE7B4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6405" y="7183925"/>
            <a:ext cx="841390" cy="20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expressions</a:t>
            </a:r>
          </a:p>
        </p:txBody>
      </p:sp>
      <p:sp>
        <p:nvSpPr>
          <p:cNvPr id="692" name="text-924 are">
            <a:extLst xmlns:a="http://schemas.openxmlformats.org/drawingml/2006/main">
              <a:ext uri="{FF2B5EF4-FFF2-40B4-BE49-F238E27FC236}">
                <a16:creationId xmlns:a16="http://schemas.microsoft.com/office/drawing/2014/main" id="{4661F15D-E468-49DC-837C-41549347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38138" y="7184195"/>
            <a:ext cx="254717" cy="207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are</a:t>
            </a:r>
          </a:p>
        </p:txBody>
      </p:sp>
      <p:sp>
        <p:nvSpPr>
          <p:cNvPr id="693" name="text-926 clearly">
            <a:extLst xmlns:a="http://schemas.openxmlformats.org/drawingml/2006/main">
              <a:ext uri="{FF2B5EF4-FFF2-40B4-BE49-F238E27FC236}">
                <a16:creationId xmlns:a16="http://schemas.microsoft.com/office/drawing/2014/main" id="{21D22BBF-4BA9-484D-86C9-A712D89D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2340" y="7183806"/>
            <a:ext cx="490324" cy="208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clearly</a:t>
            </a:r>
          </a:p>
        </p:txBody>
      </p:sp>
      <p:sp>
        <p:nvSpPr>
          <p:cNvPr id="694" name="text-928 mocking/vindictive">
            <a:extLst xmlns:a="http://schemas.openxmlformats.org/drawingml/2006/main">
              <a:ext uri="{FF2B5EF4-FFF2-40B4-BE49-F238E27FC236}">
                <a16:creationId xmlns:a16="http://schemas.microsoft.com/office/drawing/2014/main" id="{A32A2438-C4F8-4B4B-961B-F8F524D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3982" y="7364711"/>
            <a:ext cx="1307966" cy="207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mocking/vindictive</a:t>
            </a:r>
          </a:p>
        </p:txBody>
      </p:sp>
      <p:sp>
        <p:nvSpPr>
          <p:cNvPr id="695" name="text-929 .">
            <a:extLst xmlns:a="http://schemas.openxmlformats.org/drawingml/2006/main">
              <a:ext uri="{FF2B5EF4-FFF2-40B4-BE49-F238E27FC236}">
                <a16:creationId xmlns:a16="http://schemas.microsoft.com/office/drawing/2014/main" id="{842675AB-1ABD-4C3E-8F4C-65B6E293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4908" y="7364409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696" name="text-931 Therefore,">
            <a:extLst xmlns:a="http://schemas.openxmlformats.org/drawingml/2006/main">
              <a:ext uri="{FF2B5EF4-FFF2-40B4-BE49-F238E27FC236}">
                <a16:creationId xmlns:a16="http://schemas.microsoft.com/office/drawing/2014/main" id="{4A472AE0-C1A7-418A-A01C-B354E845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5628" y="7364540"/>
            <a:ext cx="792951" cy="207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Therefore,</a:t>
            </a:r>
          </a:p>
        </p:txBody>
      </p:sp>
      <p:sp>
        <p:nvSpPr>
          <p:cNvPr id="697" name="text-933 the">
            <a:extLst xmlns:a="http://schemas.openxmlformats.org/drawingml/2006/main">
              <a:ext uri="{FF2B5EF4-FFF2-40B4-BE49-F238E27FC236}">
                <a16:creationId xmlns:a16="http://schemas.microsoft.com/office/drawing/2014/main" id="{90A3A58A-449D-43A7-ADA1-C64C4F07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5470" y="7364023"/>
            <a:ext cx="264095" cy="208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98" name="text-935 clapping">
            <a:extLst xmlns:a="http://schemas.openxmlformats.org/drawingml/2006/main">
              <a:ext uri="{FF2B5EF4-FFF2-40B4-BE49-F238E27FC236}">
                <a16:creationId xmlns:a16="http://schemas.microsoft.com/office/drawing/2014/main" id="{660013A3-06A8-4136-81EF-570BFA09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6003" y="7364185"/>
            <a:ext cx="576605" cy="208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699" name="text-937 might">
            <a:extLst xmlns:a="http://schemas.openxmlformats.org/drawingml/2006/main">
              <a:ext uri="{FF2B5EF4-FFF2-40B4-BE49-F238E27FC236}">
                <a16:creationId xmlns:a16="http://schemas.microsoft.com/office/drawing/2014/main" id="{7A5FA052-9D9F-4E16-AB78-0C7231A0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828" y="7364702"/>
            <a:ext cx="416794" cy="20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might</a:t>
            </a:r>
          </a:p>
        </p:txBody>
      </p:sp>
      <p:sp>
        <p:nvSpPr>
          <p:cNvPr id="700" name="text-939 be">
            <a:extLst xmlns:a="http://schemas.openxmlformats.org/drawingml/2006/main">
              <a:ext uri="{FF2B5EF4-FFF2-40B4-BE49-F238E27FC236}">
                <a16:creationId xmlns:a16="http://schemas.microsoft.com/office/drawing/2014/main" id="{8AEF3901-20E1-49DA-A1DF-F21EEA4D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2861" y="7364977"/>
            <a:ext cx="195141" cy="206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</a:t>
            </a:r>
          </a:p>
        </p:txBody>
      </p:sp>
      <p:sp>
        <p:nvSpPr>
          <p:cNvPr id="701" name="text-941 part">
            <a:extLst xmlns:a="http://schemas.openxmlformats.org/drawingml/2006/main">
              <a:ext uri="{FF2B5EF4-FFF2-40B4-BE49-F238E27FC236}">
                <a16:creationId xmlns:a16="http://schemas.microsoft.com/office/drawing/2014/main" id="{D64FC671-34E8-404C-AACC-D30A7E14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4585" y="7364508"/>
            <a:ext cx="322703" cy="207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part</a:t>
            </a:r>
          </a:p>
        </p:txBody>
      </p:sp>
      <p:sp>
        <p:nvSpPr>
          <p:cNvPr id="702" name="text-943 of">
            <a:extLst xmlns:a="http://schemas.openxmlformats.org/drawingml/2006/main">
              <a:ext uri="{FF2B5EF4-FFF2-40B4-BE49-F238E27FC236}">
                <a16:creationId xmlns:a16="http://schemas.microsoft.com/office/drawing/2014/main" id="{E17B5FE6-E31F-4F66-BD7E-578EF95C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4665" y="7364353"/>
            <a:ext cx="180128" cy="207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703" name="text-945 this">
            <a:extLst xmlns:a="http://schemas.openxmlformats.org/drawingml/2006/main">
              <a:ext uri="{FF2B5EF4-FFF2-40B4-BE49-F238E27FC236}">
                <a16:creationId xmlns:a16="http://schemas.microsoft.com/office/drawing/2014/main" id="{1F91396B-A162-4499-B9B7-C718268F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1833" y="7364336"/>
            <a:ext cx="296076" cy="207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this</a:t>
            </a:r>
          </a:p>
        </p:txBody>
      </p:sp>
      <p:sp>
        <p:nvSpPr>
          <p:cNvPr id="704" name="text-947 persona">
            <a:extLst xmlns:a="http://schemas.openxmlformats.org/drawingml/2006/main">
              <a:ext uri="{FF2B5EF4-FFF2-40B4-BE49-F238E27FC236}">
                <a16:creationId xmlns:a16="http://schemas.microsoft.com/office/drawing/2014/main" id="{02291305-D16B-4275-B980-35538D6C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5448" y="7364184"/>
            <a:ext cx="562949" cy="208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persona</a:t>
            </a:r>
          </a:p>
        </p:txBody>
      </p:sp>
      <p:sp>
        <p:nvSpPr>
          <p:cNvPr id="705" name="text-948 .">
            <a:extLst xmlns:a="http://schemas.openxmlformats.org/drawingml/2006/main">
              <a:ext uri="{FF2B5EF4-FFF2-40B4-BE49-F238E27FC236}">
                <a16:creationId xmlns:a16="http://schemas.microsoft.com/office/drawing/2014/main" id="{318D2102-D3C9-44EB-AF91-395FCF56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1372" y="7364409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706" name="text-950 &lt;Answer&gt;">
            <a:extLst xmlns:a="http://schemas.openxmlformats.org/drawingml/2006/main">
              <a:ext uri="{FF2B5EF4-FFF2-40B4-BE49-F238E27FC236}">
                <a16:creationId xmlns:a16="http://schemas.microsoft.com/office/drawing/2014/main" id="{9D713186-58C5-41FA-9A06-B91EB317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092" y="7364021"/>
            <a:ext cx="653641" cy="208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&lt;Answer&gt;</a:t>
            </a:r>
          </a:p>
        </p:txBody>
      </p:sp>
      <p:sp>
        <p:nvSpPr>
          <p:cNvPr id="707" name="text-951 &lt;Evidence&gt;">
            <a:extLst xmlns:a="http://schemas.openxmlformats.org/drawingml/2006/main">
              <a:ext uri="{FF2B5EF4-FFF2-40B4-BE49-F238E27FC236}">
                <a16:creationId xmlns:a16="http://schemas.microsoft.com/office/drawing/2014/main" id="{933ACB0E-BF6D-4F71-B9E4-CAE835EF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3982" y="7534752"/>
            <a:ext cx="748801" cy="207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&lt;Evidence&gt;</a:t>
            </a:r>
          </a:p>
        </p:txBody>
      </p:sp>
      <p:sp>
        <p:nvSpPr>
          <p:cNvPr id="708" name="text-952 01">
            <a:extLst xmlns:a="http://schemas.openxmlformats.org/drawingml/2006/main">
              <a:ext uri="{FF2B5EF4-FFF2-40B4-BE49-F238E27FC236}">
                <a16:creationId xmlns:a16="http://schemas.microsoft.com/office/drawing/2014/main" id="{CBF0637C-6430-426C-8A80-3795AC24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6488" y="7535164"/>
            <a:ext cx="183312" cy="20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709" name="text-953 :">
            <a:extLst xmlns:a="http://schemas.openxmlformats.org/drawingml/2006/main">
              <a:ext uri="{FF2B5EF4-FFF2-40B4-BE49-F238E27FC236}">
                <a16:creationId xmlns:a16="http://schemas.microsoft.com/office/drawing/2014/main" id="{B2086076-BD1F-4228-8093-303CC479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2634" y="7534825"/>
            <a:ext cx="70964" cy="20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710" name="text-954 31">
            <a:extLst xmlns:a="http://schemas.openxmlformats.org/drawingml/2006/main">
              <a:ext uri="{FF2B5EF4-FFF2-40B4-BE49-F238E27FC236}">
                <a16:creationId xmlns:a16="http://schemas.microsoft.com/office/drawing/2014/main" id="{9398D0E6-17C1-4C42-8EA4-8584343E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6302" y="7535164"/>
            <a:ext cx="183312" cy="20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31</a:t>
            </a:r>
          </a:p>
        </p:txBody>
      </p:sp>
      <p:sp>
        <p:nvSpPr>
          <p:cNvPr id="711" name="text-955 -">
            <a:extLst xmlns:a="http://schemas.openxmlformats.org/drawingml/2006/main">
              <a:ext uri="{FF2B5EF4-FFF2-40B4-BE49-F238E27FC236}">
                <a16:creationId xmlns:a16="http://schemas.microsoft.com/office/drawing/2014/main" id="{734F4BC2-CA58-4F2F-9568-910BA54C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2448" y="7534799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712" name="text-956 01">
            <a:extLst xmlns:a="http://schemas.openxmlformats.org/drawingml/2006/main">
              <a:ext uri="{FF2B5EF4-FFF2-40B4-BE49-F238E27FC236}">
                <a16:creationId xmlns:a16="http://schemas.microsoft.com/office/drawing/2014/main" id="{FFF75FC6-4657-4B3E-8AE2-29AC73C1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4642" y="7535164"/>
            <a:ext cx="183312" cy="20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713" name="text-957 :">
            <a:extLst xmlns:a="http://schemas.openxmlformats.org/drawingml/2006/main">
              <a:ext uri="{FF2B5EF4-FFF2-40B4-BE49-F238E27FC236}">
                <a16:creationId xmlns:a16="http://schemas.microsoft.com/office/drawing/2014/main" id="{2279FF7F-BE72-4CAB-8517-51C722FF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0788" y="7534825"/>
            <a:ext cx="70964" cy="20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714" name="text-958 34">
            <a:extLst xmlns:a="http://schemas.openxmlformats.org/drawingml/2006/main">
              <a:ext uri="{FF2B5EF4-FFF2-40B4-BE49-F238E27FC236}">
                <a16:creationId xmlns:a16="http://schemas.microsoft.com/office/drawing/2014/main" id="{4CB3F324-C6AE-4C92-9256-1DC78AA7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4455" y="7535102"/>
            <a:ext cx="207059" cy="20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34</a:t>
            </a:r>
          </a:p>
        </p:txBody>
      </p:sp>
      <p:sp>
        <p:nvSpPr>
          <p:cNvPr id="715" name="text-959 ,">
            <a:extLst xmlns:a="http://schemas.openxmlformats.org/drawingml/2006/main">
              <a:ext uri="{FF2B5EF4-FFF2-40B4-BE49-F238E27FC236}">
                <a16:creationId xmlns:a16="http://schemas.microsoft.com/office/drawing/2014/main" id="{071D4A2E-46DF-41CF-A4DE-A8264345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420" y="7534546"/>
            <a:ext cx="67757" cy="207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716" name="text-961 03">
            <a:extLst xmlns:a="http://schemas.openxmlformats.org/drawingml/2006/main">
              <a:ext uri="{FF2B5EF4-FFF2-40B4-BE49-F238E27FC236}">
                <a16:creationId xmlns:a16="http://schemas.microsoft.com/office/drawing/2014/main" id="{89BAE4B8-5876-4514-B139-5E697EB1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9110" y="7535102"/>
            <a:ext cx="207059" cy="20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03</a:t>
            </a:r>
          </a:p>
        </p:txBody>
      </p:sp>
      <p:sp>
        <p:nvSpPr>
          <p:cNvPr id="717" name="text-962 :">
            <a:extLst xmlns:a="http://schemas.openxmlformats.org/drawingml/2006/main">
              <a:ext uri="{FF2B5EF4-FFF2-40B4-BE49-F238E27FC236}">
                <a16:creationId xmlns:a16="http://schemas.microsoft.com/office/drawing/2014/main" id="{8F46D501-283B-4EEA-A610-2975FE6A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9074" y="7534825"/>
            <a:ext cx="70964" cy="20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718" name="text-963 22">
            <a:extLst xmlns:a="http://schemas.openxmlformats.org/drawingml/2006/main">
              <a:ext uri="{FF2B5EF4-FFF2-40B4-BE49-F238E27FC236}">
                <a16:creationId xmlns:a16="http://schemas.microsoft.com/office/drawing/2014/main" id="{75A53D6A-D754-4555-9BFB-932CF61B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2743" y="7535102"/>
            <a:ext cx="207059" cy="20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22</a:t>
            </a:r>
          </a:p>
        </p:txBody>
      </p:sp>
      <p:sp>
        <p:nvSpPr>
          <p:cNvPr id="719" name="text-964 -">
            <a:extLst xmlns:a="http://schemas.openxmlformats.org/drawingml/2006/main">
              <a:ext uri="{FF2B5EF4-FFF2-40B4-BE49-F238E27FC236}">
                <a16:creationId xmlns:a16="http://schemas.microsoft.com/office/drawing/2014/main" id="{EC2C64A8-FF5D-4B72-A20A-5FE6BE0F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2708" y="7534799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720" name="text-965 03">
            <a:extLst xmlns:a="http://schemas.openxmlformats.org/drawingml/2006/main">
              <a:ext uri="{FF2B5EF4-FFF2-40B4-BE49-F238E27FC236}">
                <a16:creationId xmlns:a16="http://schemas.microsoft.com/office/drawing/2014/main" id="{E56D857F-385B-472B-9698-BA0AD44D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4901" y="7535102"/>
            <a:ext cx="207059" cy="20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03</a:t>
            </a:r>
          </a:p>
        </p:txBody>
      </p:sp>
      <p:sp>
        <p:nvSpPr>
          <p:cNvPr id="721" name="text-966 :">
            <a:extLst xmlns:a="http://schemas.openxmlformats.org/drawingml/2006/main">
              <a:ext uri="{FF2B5EF4-FFF2-40B4-BE49-F238E27FC236}">
                <a16:creationId xmlns:a16="http://schemas.microsoft.com/office/drawing/2014/main" id="{9C5DA5F7-3E79-4765-BC75-761F6807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4866" y="7534825"/>
            <a:ext cx="70964" cy="20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722" name="text-967 55">
            <a:extLst xmlns:a="http://schemas.openxmlformats.org/drawingml/2006/main">
              <a:ext uri="{FF2B5EF4-FFF2-40B4-BE49-F238E27FC236}">
                <a16:creationId xmlns:a16="http://schemas.microsoft.com/office/drawing/2014/main" id="{0F6B54DD-2F59-47E1-ABE7-6D7980A3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8534" y="7535102"/>
            <a:ext cx="207059" cy="20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55</a:t>
            </a:r>
          </a:p>
        </p:txBody>
      </p:sp>
      <p:sp>
        <p:nvSpPr>
          <p:cNvPr id="723" name="text-968 &lt;/Evidence&gt;">
            <a:extLst xmlns:a="http://schemas.openxmlformats.org/drawingml/2006/main">
              <a:ext uri="{FF2B5EF4-FFF2-40B4-BE49-F238E27FC236}">
                <a16:creationId xmlns:a16="http://schemas.microsoft.com/office/drawing/2014/main" id="{40A72172-DA20-4536-883F-348981F2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499" y="7534814"/>
            <a:ext cx="824213" cy="207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&lt;/Evidence&gt;</a:t>
            </a:r>
          </a:p>
        </p:txBody>
      </p:sp>
      <p:sp>
        <p:nvSpPr>
          <p:cNvPr id="724" name="text-969 &lt;Action&gt;">
            <a:extLst xmlns:a="http://schemas.openxmlformats.org/drawingml/2006/main">
              <a:ext uri="{FF2B5EF4-FFF2-40B4-BE49-F238E27FC236}">
                <a16:creationId xmlns:a16="http://schemas.microsoft.com/office/drawing/2014/main" id="{7273AA06-447A-466E-9687-9340EE0F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3982" y="7712145"/>
            <a:ext cx="592718" cy="208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&lt;Action&gt;</a:t>
            </a:r>
          </a:p>
        </p:txBody>
      </p:sp>
      <p:sp>
        <p:nvSpPr>
          <p:cNvPr id="725" name="text-970 read_video">
            <a:extLst xmlns:a="http://schemas.openxmlformats.org/drawingml/2006/main">
              <a:ext uri="{FF2B5EF4-FFF2-40B4-BE49-F238E27FC236}">
                <a16:creationId xmlns:a16="http://schemas.microsoft.com/office/drawing/2014/main" id="{22CB4D66-A62B-4D9F-9C58-8CB08A7C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0343" y="7712960"/>
            <a:ext cx="792521" cy="207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read_video</a:t>
            </a:r>
          </a:p>
        </p:txBody>
      </p:sp>
      <p:sp>
        <p:nvSpPr>
          <p:cNvPr id="726" name="text-971 [(">
            <a:extLst xmlns:a="http://schemas.openxmlformats.org/drawingml/2006/main">
              <a:ext uri="{FF2B5EF4-FFF2-40B4-BE49-F238E27FC236}">
                <a16:creationId xmlns:a16="http://schemas.microsoft.com/office/drawing/2014/main" id="{DB7ECB77-6B4C-4FC1-89D8-300E92D9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6516" y="7712881"/>
            <a:ext cx="136490" cy="207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[(</a:t>
            </a:r>
          </a:p>
        </p:txBody>
      </p:sp>
      <p:sp>
        <p:nvSpPr>
          <p:cNvPr id="727" name="text-972 91">
            <a:extLst xmlns:a="http://schemas.openxmlformats.org/drawingml/2006/main">
              <a:ext uri="{FF2B5EF4-FFF2-40B4-BE49-F238E27FC236}">
                <a16:creationId xmlns:a16="http://schemas.microsoft.com/office/drawing/2014/main" id="{3308C5A6-15FD-4C41-AABD-CB41776C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6348" y="7713012"/>
            <a:ext cx="183312" cy="20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91</a:t>
            </a:r>
          </a:p>
        </p:txBody>
      </p:sp>
      <p:sp>
        <p:nvSpPr>
          <p:cNvPr id="728" name="text-973 .">
            <a:extLst xmlns:a="http://schemas.openxmlformats.org/drawingml/2006/main">
              <a:ext uri="{FF2B5EF4-FFF2-40B4-BE49-F238E27FC236}">
                <a16:creationId xmlns:a16="http://schemas.microsoft.com/office/drawing/2014/main" id="{A3908240-773B-44A8-9205-25A17D3F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2493" y="7712482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729" name="text-974 0">
            <a:extLst xmlns:a="http://schemas.openxmlformats.org/drawingml/2006/main">
              <a:ext uri="{FF2B5EF4-FFF2-40B4-BE49-F238E27FC236}">
                <a16:creationId xmlns:a16="http://schemas.microsoft.com/office/drawing/2014/main" id="{FC86A8E3-29C6-46A9-8AFD-1AF17F44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9545" y="7712556"/>
            <a:ext cx="117155" cy="20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0</a:t>
            </a:r>
          </a:p>
        </p:txBody>
      </p:sp>
      <p:sp>
        <p:nvSpPr>
          <p:cNvPr id="730" name="text-975 ,">
            <a:extLst xmlns:a="http://schemas.openxmlformats.org/drawingml/2006/main">
              <a:ext uri="{FF2B5EF4-FFF2-40B4-BE49-F238E27FC236}">
                <a16:creationId xmlns:a16="http://schemas.microsoft.com/office/drawing/2014/main" id="{ED978DFC-DCE8-4F20-8009-9F5E78CA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9527" y="7712395"/>
            <a:ext cx="67757" cy="207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731" name="text-977 94">
            <a:extLst xmlns:a="http://schemas.openxmlformats.org/drawingml/2006/main">
              <a:ext uri="{FF2B5EF4-FFF2-40B4-BE49-F238E27FC236}">
                <a16:creationId xmlns:a16="http://schemas.microsoft.com/office/drawing/2014/main" id="{4DAAF3C4-844A-4713-8C70-A0EFFE6E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4217" y="7712951"/>
            <a:ext cx="207059" cy="20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94</a:t>
            </a:r>
          </a:p>
        </p:txBody>
      </p:sp>
      <p:sp>
        <p:nvSpPr>
          <p:cNvPr id="732" name="text-978 .">
            <a:extLst xmlns:a="http://schemas.openxmlformats.org/drawingml/2006/main">
              <a:ext uri="{FF2B5EF4-FFF2-40B4-BE49-F238E27FC236}">
                <a16:creationId xmlns:a16="http://schemas.microsoft.com/office/drawing/2014/main" id="{64830E87-D3BF-4337-A5E2-22CFC0FC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4181" y="7712482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733" name="text-979 0">
            <a:extLst xmlns:a="http://schemas.openxmlformats.org/drawingml/2006/main">
              <a:ext uri="{FF2B5EF4-FFF2-40B4-BE49-F238E27FC236}">
                <a16:creationId xmlns:a16="http://schemas.microsoft.com/office/drawing/2014/main" id="{79AC8AED-5C44-4200-8703-AC76BBDC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1233" y="7712556"/>
            <a:ext cx="117155" cy="20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0</a:t>
            </a:r>
          </a:p>
        </p:txBody>
      </p:sp>
      <p:sp>
        <p:nvSpPr>
          <p:cNvPr id="734" name="text-980 ,">
            <a:extLst xmlns:a="http://schemas.openxmlformats.org/drawingml/2006/main">
              <a:ext uri="{FF2B5EF4-FFF2-40B4-BE49-F238E27FC236}">
                <a16:creationId xmlns:a16="http://schemas.microsoft.com/office/drawing/2014/main" id="{B3024B1E-274B-4092-98B2-EF95A260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1216" y="7712395"/>
            <a:ext cx="67757" cy="207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735" name="text-982 None)],">
            <a:extLst xmlns:a="http://schemas.openxmlformats.org/drawingml/2006/main">
              <a:ext uri="{FF2B5EF4-FFF2-40B4-BE49-F238E27FC236}">
                <a16:creationId xmlns:a16="http://schemas.microsoft.com/office/drawing/2014/main" id="{C6984317-2284-4DC0-AF70-22D658C2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5905" y="7712676"/>
            <a:ext cx="532126" cy="20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None)],</a:t>
            </a:r>
          </a:p>
        </p:txBody>
      </p:sp>
      <p:sp>
        <p:nvSpPr>
          <p:cNvPr id="736" name="text-984 read_video">
            <a:extLst xmlns:a="http://schemas.openxmlformats.org/drawingml/2006/main">
              <a:ext uri="{FF2B5EF4-FFF2-40B4-BE49-F238E27FC236}">
                <a16:creationId xmlns:a16="http://schemas.microsoft.com/office/drawing/2014/main" id="{E8E6BA24-9335-41F0-8E1B-BED7B2DE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5063" y="7712960"/>
            <a:ext cx="792521" cy="207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read_video</a:t>
            </a:r>
          </a:p>
        </p:txBody>
      </p:sp>
      <p:sp>
        <p:nvSpPr>
          <p:cNvPr id="737" name="text-985 [(">
            <a:extLst xmlns:a="http://schemas.openxmlformats.org/drawingml/2006/main">
              <a:ext uri="{FF2B5EF4-FFF2-40B4-BE49-F238E27FC236}">
                <a16:creationId xmlns:a16="http://schemas.microsoft.com/office/drawing/2014/main" id="{54D641D7-85FF-4F42-8092-CD6B80A0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1236" y="7712881"/>
            <a:ext cx="136490" cy="207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[(</a:t>
            </a:r>
          </a:p>
        </p:txBody>
      </p:sp>
      <p:sp>
        <p:nvSpPr>
          <p:cNvPr id="738" name="text-986 202">
            <a:extLst xmlns:a="http://schemas.openxmlformats.org/drawingml/2006/main">
              <a:ext uri="{FF2B5EF4-FFF2-40B4-BE49-F238E27FC236}">
                <a16:creationId xmlns:a16="http://schemas.microsoft.com/office/drawing/2014/main" id="{9FF289CB-F600-44B8-A747-63C7D521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1068" y="7713083"/>
            <a:ext cx="297012" cy="206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202</a:t>
            </a:r>
          </a:p>
        </p:txBody>
      </p:sp>
      <p:sp>
        <p:nvSpPr>
          <p:cNvPr id="739" name="text-987 .">
            <a:extLst xmlns:a="http://schemas.openxmlformats.org/drawingml/2006/main">
              <a:ext uri="{FF2B5EF4-FFF2-40B4-BE49-F238E27FC236}">
                <a16:creationId xmlns:a16="http://schemas.microsoft.com/office/drawing/2014/main" id="{176B14FC-B399-4DF1-A0DC-922431A4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1015" y="7712482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740" name="text-988 0">
            <a:extLst xmlns:a="http://schemas.openxmlformats.org/drawingml/2006/main">
              <a:ext uri="{FF2B5EF4-FFF2-40B4-BE49-F238E27FC236}">
                <a16:creationId xmlns:a16="http://schemas.microsoft.com/office/drawing/2014/main" id="{C53DB63C-5211-4D69-B01E-ADDF3206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8066" y="7712556"/>
            <a:ext cx="117155" cy="20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0</a:t>
            </a:r>
          </a:p>
        </p:txBody>
      </p:sp>
      <p:sp>
        <p:nvSpPr>
          <p:cNvPr id="741" name="text-989 ,">
            <a:extLst xmlns:a="http://schemas.openxmlformats.org/drawingml/2006/main">
              <a:ext uri="{FF2B5EF4-FFF2-40B4-BE49-F238E27FC236}">
                <a16:creationId xmlns:a16="http://schemas.microsoft.com/office/drawing/2014/main" id="{3D7B52C2-4748-401C-8CDC-BFE7CBAD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8049" y="7712394"/>
            <a:ext cx="67758" cy="207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742" name="text-991 235">
            <a:extLst xmlns:a="http://schemas.openxmlformats.org/drawingml/2006/main">
              <a:ext uri="{FF2B5EF4-FFF2-40B4-BE49-F238E27FC236}">
                <a16:creationId xmlns:a16="http://schemas.microsoft.com/office/drawing/2014/main" id="{B320813C-D755-4755-A99F-8A50C367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2738" y="7713083"/>
            <a:ext cx="297012" cy="206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235</a:t>
            </a:r>
          </a:p>
        </p:txBody>
      </p:sp>
      <p:sp>
        <p:nvSpPr>
          <p:cNvPr id="743" name="text-992 .">
            <a:extLst xmlns:a="http://schemas.openxmlformats.org/drawingml/2006/main">
              <a:ext uri="{FF2B5EF4-FFF2-40B4-BE49-F238E27FC236}">
                <a16:creationId xmlns:a16="http://schemas.microsoft.com/office/drawing/2014/main" id="{85C7FBE0-7FB3-47CC-AD86-48AC2A8C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2685" y="7712482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744" name="text-993 0">
            <a:extLst xmlns:a="http://schemas.openxmlformats.org/drawingml/2006/main">
              <a:ext uri="{FF2B5EF4-FFF2-40B4-BE49-F238E27FC236}">
                <a16:creationId xmlns:a16="http://schemas.microsoft.com/office/drawing/2014/main" id="{7DF0A4D5-9729-433B-B13D-DA0AD3FB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738" y="7712556"/>
            <a:ext cx="117155" cy="20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0</a:t>
            </a:r>
          </a:p>
        </p:txBody>
      </p:sp>
      <p:sp>
        <p:nvSpPr>
          <p:cNvPr id="745" name="text-994 ,">
            <a:extLst xmlns:a="http://schemas.openxmlformats.org/drawingml/2006/main">
              <a:ext uri="{FF2B5EF4-FFF2-40B4-BE49-F238E27FC236}">
                <a16:creationId xmlns:a16="http://schemas.microsoft.com/office/drawing/2014/main" id="{A494A133-A846-4E1C-820E-441115D5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9720" y="7712394"/>
            <a:ext cx="67758" cy="207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746" name="text-996 None)]&lt;/Action&gt;">
            <a:extLst xmlns:a="http://schemas.openxmlformats.org/drawingml/2006/main">
              <a:ext uri="{FF2B5EF4-FFF2-40B4-BE49-F238E27FC236}">
                <a16:creationId xmlns:a16="http://schemas.microsoft.com/office/drawing/2014/main" id="{F9FA3738-B4FD-4AE8-884C-C70A22EA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4409" y="7712463"/>
            <a:ext cx="1132443" cy="207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None)]&lt;/Action&gt;</a:t>
            </a:r>
          </a:p>
        </p:txBody>
      </p:sp>
      <p:pic>
        <p:nvPicPr>
          <p:cNvPr id="747" name="">
            <a:extLst xmlns:a="http://schemas.openxmlformats.org/drawingml/2006/main">
              <a:ext uri="{FF2B5EF4-FFF2-40B4-BE49-F238E27FC236}">
                <a16:creationId xmlns:a16="http://schemas.microsoft.com/office/drawing/2014/main" id="{868857C5-4CA9-4B2A-86EA-D674D8484F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c96a6f5d249a4"/>
          <a:stretch xmlns:a="http://schemas.openxmlformats.org/drawingml/2006/main"/>
        </p:blipFill>
        <p:spPr>
          <a:xfrm xmlns:a="http://schemas.openxmlformats.org/drawingml/2006/main">
            <a:off x="2411981" y="5254814"/>
            <a:ext cx="762000" cy="773206"/>
          </a:xfrm>
          <a:prstGeom xmlns:a="http://schemas.openxmlformats.org/drawingml/2006/main" prst="rect">
            <a:avLst/>
          </a:prstGeom>
        </p:spPr>
      </p:pic>
      <p:sp>
        <p:nvSpPr>
          <p:cNvPr id="748" name="path-998">
            <a:extLst xmlns:a="http://schemas.openxmlformats.org/drawingml/2006/main">
              <a:ext uri="{FF2B5EF4-FFF2-40B4-BE49-F238E27FC236}">
                <a16:creationId xmlns:a16="http://schemas.microsoft.com/office/drawing/2014/main" id="{89B0C0D2-4D34-4852-B696-39AE3EDD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951" y="7922575"/>
            <a:ext cx="4370990" cy="656341"/>
          </a:xfrm>
          <a:custGeom xmlns:a="http://schemas.openxmlformats.org/drawingml/2006/main">
            <a:pathLst>
              <a:path w="3715342" h="557890">
                <a:moveTo>
                  <a:pt x="0" y="35649"/>
                </a:moveTo>
                <a:cubicBezTo>
                  <a:pt x="0" y="15961"/>
                  <a:pt x="15961" y="0"/>
                  <a:pt x="35650" y="0"/>
                </a:cubicBezTo>
                <a:lnTo>
                  <a:pt x="3679692" y="0"/>
                </a:lnTo>
                <a:cubicBezTo>
                  <a:pt x="3699381" y="0"/>
                  <a:pt x="3715342" y="15961"/>
                  <a:pt x="3715342" y="35649"/>
                </a:cubicBezTo>
                <a:lnTo>
                  <a:pt x="3715342" y="522241"/>
                </a:lnTo>
                <a:cubicBezTo>
                  <a:pt x="3715342" y="541929"/>
                  <a:pt x="3699381" y="557890"/>
                  <a:pt x="3679692" y="557890"/>
                </a:cubicBezTo>
                <a:lnTo>
                  <a:pt x="35650" y="557890"/>
                </a:lnTo>
                <a:cubicBezTo>
                  <a:pt x="15961" y="557890"/>
                  <a:pt x="0" y="541929"/>
                  <a:pt x="0" y="522241"/>
                </a:cubicBezTo>
                <a:lnTo>
                  <a:pt x="0" y="3564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" name="path-999">
            <a:extLst xmlns:a="http://schemas.openxmlformats.org/drawingml/2006/main">
              <a:ext uri="{FF2B5EF4-FFF2-40B4-BE49-F238E27FC236}">
                <a16:creationId xmlns:a16="http://schemas.microsoft.com/office/drawing/2014/main" id="{4DEEEB4F-DEF7-4493-A35F-9C500F0F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951" y="7922575"/>
            <a:ext cx="4370991" cy="656343"/>
          </a:xfrm>
          <a:custGeom xmlns:a="http://schemas.openxmlformats.org/drawingml/2006/main">
            <a:pathLst>
              <a:path w="3715342" h="557891">
                <a:moveTo>
                  <a:pt x="0" y="35650"/>
                </a:moveTo>
                <a:cubicBezTo>
                  <a:pt x="0" y="15961"/>
                  <a:pt x="15961" y="0"/>
                  <a:pt x="35650" y="0"/>
                </a:cubicBezTo>
                <a:lnTo>
                  <a:pt x="3679693" y="0"/>
                </a:lnTo>
                <a:cubicBezTo>
                  <a:pt x="3699382" y="0"/>
                  <a:pt x="3715342" y="15961"/>
                  <a:pt x="3715342" y="35650"/>
                </a:cubicBezTo>
                <a:lnTo>
                  <a:pt x="3715342" y="522241"/>
                </a:lnTo>
                <a:cubicBezTo>
                  <a:pt x="3715342" y="541931"/>
                  <a:pt x="3699382" y="557891"/>
                  <a:pt x="3679693" y="557891"/>
                </a:cubicBezTo>
                <a:lnTo>
                  <a:pt x="35650" y="557891"/>
                </a:lnTo>
                <a:cubicBezTo>
                  <a:pt x="15961" y="557891"/>
                  <a:pt x="0" y="541931"/>
                  <a:pt x="0" y="522241"/>
                </a:cubicBezTo>
                <a:lnTo>
                  <a:pt x="0" y="35650"/>
                </a:lnTo>
              </a:path>
            </a:pathLst>
          </a:custGeom>
          <a:noFill xmlns:a="http://schemas.openxmlformats.org/drawingml/2006/main"/>
          <a:ln xmlns:a="http://schemas.openxmlformats.org/drawingml/2006/main" w="7940">
            <a:solidFill>
              <a:srgbClr val="000000"/>
            </a:solidFill>
            <a:prstDash val="solid"/>
          </a:ln>
        </p:spPr>
      </p:sp>
      <p:sp>
        <p:nvSpPr>
          <p:cNvPr id="750" name="path-1000">
            <a:extLst xmlns:a="http://schemas.openxmlformats.org/drawingml/2006/main">
              <a:ext uri="{FF2B5EF4-FFF2-40B4-BE49-F238E27FC236}">
                <a16:creationId xmlns:a16="http://schemas.microsoft.com/office/drawing/2014/main" id="{855E0B05-F128-421E-8230-0E51A916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472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" name="path-1001">
            <a:extLst xmlns:a="http://schemas.openxmlformats.org/drawingml/2006/main">
              <a:ext uri="{FF2B5EF4-FFF2-40B4-BE49-F238E27FC236}">
                <a16:creationId xmlns:a16="http://schemas.microsoft.com/office/drawing/2014/main" id="{E22C5EBD-6856-4CCF-AB96-B518EE82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975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" name="path-1002">
            <a:extLst xmlns:a="http://schemas.openxmlformats.org/drawingml/2006/main">
              <a:ext uri="{FF2B5EF4-FFF2-40B4-BE49-F238E27FC236}">
                <a16:creationId xmlns:a16="http://schemas.microsoft.com/office/drawing/2014/main" id="{D5AC4283-BCD8-44E8-A92B-808E9030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540" y="7958038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2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" name="path-1003">
            <a:extLst xmlns:a="http://schemas.openxmlformats.org/drawingml/2006/main">
              <a:ext uri="{FF2B5EF4-FFF2-40B4-BE49-F238E27FC236}">
                <a16:creationId xmlns:a16="http://schemas.microsoft.com/office/drawing/2014/main" id="{12DD9FB0-F1FA-4554-9E29-8B8306AC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576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" name="path-1004">
            <a:extLst xmlns:a="http://schemas.openxmlformats.org/drawingml/2006/main">
              <a:ext uri="{FF2B5EF4-FFF2-40B4-BE49-F238E27FC236}">
                <a16:creationId xmlns:a16="http://schemas.microsoft.com/office/drawing/2014/main" id="{B7F76FBF-0EF0-4CC8-B846-848F1DBE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248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" name="path-1005">
            <a:extLst xmlns:a="http://schemas.openxmlformats.org/drawingml/2006/main">
              <a:ext uri="{FF2B5EF4-FFF2-40B4-BE49-F238E27FC236}">
                <a16:creationId xmlns:a16="http://schemas.microsoft.com/office/drawing/2014/main" id="{D48C12F4-549B-43A5-8773-1E73BB01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284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9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" name="path-1006">
            <a:extLst xmlns:a="http://schemas.openxmlformats.org/drawingml/2006/main">
              <a:ext uri="{FF2B5EF4-FFF2-40B4-BE49-F238E27FC236}">
                <a16:creationId xmlns:a16="http://schemas.microsoft.com/office/drawing/2014/main" id="{65066508-8F9E-41F8-A62F-A1413076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742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" name="path-1007">
            <a:extLst xmlns:a="http://schemas.openxmlformats.org/drawingml/2006/main">
              <a:ext uri="{FF2B5EF4-FFF2-40B4-BE49-F238E27FC236}">
                <a16:creationId xmlns:a16="http://schemas.microsoft.com/office/drawing/2014/main" id="{3AD68EFD-129D-4831-B346-DB1E8E95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141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" name="path-1008">
            <a:extLst xmlns:a="http://schemas.openxmlformats.org/drawingml/2006/main">
              <a:ext uri="{FF2B5EF4-FFF2-40B4-BE49-F238E27FC236}">
                <a16:creationId xmlns:a16="http://schemas.microsoft.com/office/drawing/2014/main" id="{6E3D152D-3ADF-4900-A2AF-E2B9A070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647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9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" name="path-1009">
            <a:extLst xmlns:a="http://schemas.openxmlformats.org/drawingml/2006/main">
              <a:ext uri="{FF2B5EF4-FFF2-40B4-BE49-F238E27FC236}">
                <a16:creationId xmlns:a16="http://schemas.microsoft.com/office/drawing/2014/main" id="{3D44F04D-AA19-41A2-A272-5B155FE7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258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9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" name="path-1010">
            <a:extLst xmlns:a="http://schemas.openxmlformats.org/drawingml/2006/main">
              <a:ext uri="{FF2B5EF4-FFF2-40B4-BE49-F238E27FC236}">
                <a16:creationId xmlns:a16="http://schemas.microsoft.com/office/drawing/2014/main" id="{0F2A1B89-5F73-4F62-BE99-1FDD64FD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823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" name="path-1011">
            <a:extLst xmlns:a="http://schemas.openxmlformats.org/drawingml/2006/main">
              <a:ext uri="{FF2B5EF4-FFF2-40B4-BE49-F238E27FC236}">
                <a16:creationId xmlns:a16="http://schemas.microsoft.com/office/drawing/2014/main" id="{F191EAD6-64F9-42F6-BFA3-93207429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859" y="7958038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" name="path-1012">
            <a:extLst xmlns:a="http://schemas.openxmlformats.org/drawingml/2006/main">
              <a:ext uri="{FF2B5EF4-FFF2-40B4-BE49-F238E27FC236}">
                <a16:creationId xmlns:a16="http://schemas.microsoft.com/office/drawing/2014/main" id="{C8BD5892-C4E5-44AB-8D31-C8D3CE78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531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" name="path-1013">
            <a:extLst xmlns:a="http://schemas.openxmlformats.org/drawingml/2006/main">
              <a:ext uri="{FF2B5EF4-FFF2-40B4-BE49-F238E27FC236}">
                <a16:creationId xmlns:a16="http://schemas.microsoft.com/office/drawing/2014/main" id="{887EDED5-424C-4EB4-94A7-98326A61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096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" name="path-1014">
            <a:extLst xmlns:a="http://schemas.openxmlformats.org/drawingml/2006/main">
              <a:ext uri="{FF2B5EF4-FFF2-40B4-BE49-F238E27FC236}">
                <a16:creationId xmlns:a16="http://schemas.microsoft.com/office/drawing/2014/main" id="{4B435EAD-4D16-4320-9549-746A058C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554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" name="path-1015">
            <a:extLst xmlns:a="http://schemas.openxmlformats.org/drawingml/2006/main">
              <a:ext uri="{FF2B5EF4-FFF2-40B4-BE49-F238E27FC236}">
                <a16:creationId xmlns:a16="http://schemas.microsoft.com/office/drawing/2014/main" id="{12D42DA9-F351-4445-BEF1-BBE1DD86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953" y="7958038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" name="path-1016">
            <a:extLst xmlns:a="http://schemas.openxmlformats.org/drawingml/2006/main">
              <a:ext uri="{FF2B5EF4-FFF2-40B4-BE49-F238E27FC236}">
                <a16:creationId xmlns:a16="http://schemas.microsoft.com/office/drawing/2014/main" id="{E7B029AE-5CAB-438F-BCEA-CA1BE145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459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" name="path-1017">
            <a:extLst xmlns:a="http://schemas.openxmlformats.org/drawingml/2006/main">
              <a:ext uri="{FF2B5EF4-FFF2-40B4-BE49-F238E27FC236}">
                <a16:creationId xmlns:a16="http://schemas.microsoft.com/office/drawing/2014/main" id="{4AC28F15-B4A3-477E-8AC9-17312B1B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069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" name="path-1018">
            <a:extLst xmlns:a="http://schemas.openxmlformats.org/drawingml/2006/main">
              <a:ext uri="{FF2B5EF4-FFF2-40B4-BE49-F238E27FC236}">
                <a16:creationId xmlns:a16="http://schemas.microsoft.com/office/drawing/2014/main" id="{CB646842-7C88-4071-BDF3-418BAB91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635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" name="path-1019">
            <a:extLst xmlns:a="http://schemas.openxmlformats.org/drawingml/2006/main">
              <a:ext uri="{FF2B5EF4-FFF2-40B4-BE49-F238E27FC236}">
                <a16:creationId xmlns:a16="http://schemas.microsoft.com/office/drawing/2014/main" id="{CE0708CB-E510-4D00-A5DA-9497A7C3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671" y="7958038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" name="path-1020">
            <a:extLst xmlns:a="http://schemas.openxmlformats.org/drawingml/2006/main">
              <a:ext uri="{FF2B5EF4-FFF2-40B4-BE49-F238E27FC236}">
                <a16:creationId xmlns:a16="http://schemas.microsoft.com/office/drawing/2014/main" id="{C735BF8B-4B5E-4A47-8DC4-92AF8E7C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343" y="7958038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" name="path-1021">
            <a:extLst xmlns:a="http://schemas.openxmlformats.org/drawingml/2006/main">
              <a:ext uri="{FF2B5EF4-FFF2-40B4-BE49-F238E27FC236}">
                <a16:creationId xmlns:a16="http://schemas.microsoft.com/office/drawing/2014/main" id="{A2CDA7D4-CC78-49CA-BB8B-015B0264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379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" name="path-1022">
            <a:extLst xmlns:a="http://schemas.openxmlformats.org/drawingml/2006/main">
              <a:ext uri="{FF2B5EF4-FFF2-40B4-BE49-F238E27FC236}">
                <a16:creationId xmlns:a16="http://schemas.microsoft.com/office/drawing/2014/main" id="{7AE055D4-9B8A-43CF-97B9-F970748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836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" name="path-1023">
            <a:extLst xmlns:a="http://schemas.openxmlformats.org/drawingml/2006/main">
              <a:ext uri="{FF2B5EF4-FFF2-40B4-BE49-F238E27FC236}">
                <a16:creationId xmlns:a16="http://schemas.microsoft.com/office/drawing/2014/main" id="{C7D7DB21-D276-4E91-9060-62202877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706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" name="path-1024">
            <a:extLst xmlns:a="http://schemas.openxmlformats.org/drawingml/2006/main">
              <a:ext uri="{FF2B5EF4-FFF2-40B4-BE49-F238E27FC236}">
                <a16:creationId xmlns:a16="http://schemas.microsoft.com/office/drawing/2014/main" id="{943A00D6-6809-48E1-BC18-D228229B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271" y="7958038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" name="path-1025">
            <a:extLst xmlns:a="http://schemas.openxmlformats.org/drawingml/2006/main">
              <a:ext uri="{FF2B5EF4-FFF2-40B4-BE49-F238E27FC236}">
                <a16:creationId xmlns:a16="http://schemas.microsoft.com/office/drawing/2014/main" id="{ED685002-35C6-4CE5-8B8F-0DA16B96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352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" name="path-1026">
            <a:extLst xmlns:a="http://schemas.openxmlformats.org/drawingml/2006/main">
              <a:ext uri="{FF2B5EF4-FFF2-40B4-BE49-F238E27FC236}">
                <a16:creationId xmlns:a16="http://schemas.microsoft.com/office/drawing/2014/main" id="{8DA10493-DF8A-4EFE-9C00-436319F2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3917" y="7958038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" name="path-1027">
            <a:extLst xmlns:a="http://schemas.openxmlformats.org/drawingml/2006/main">
              <a:ext uri="{FF2B5EF4-FFF2-40B4-BE49-F238E27FC236}">
                <a16:creationId xmlns:a16="http://schemas.microsoft.com/office/drawing/2014/main" id="{BA588415-623E-4C73-B3AD-78AA986C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953" y="7958038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" name="path-1028">
            <a:extLst xmlns:a="http://schemas.openxmlformats.org/drawingml/2006/main">
              <a:ext uri="{FF2B5EF4-FFF2-40B4-BE49-F238E27FC236}">
                <a16:creationId xmlns:a16="http://schemas.microsoft.com/office/drawing/2014/main" id="{E7AB8C9B-2845-4674-8694-3A39B309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155" y="7958038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" name="path-1029">
            <a:extLst xmlns:a="http://schemas.openxmlformats.org/drawingml/2006/main">
              <a:ext uri="{FF2B5EF4-FFF2-40B4-BE49-F238E27FC236}">
                <a16:creationId xmlns:a16="http://schemas.microsoft.com/office/drawing/2014/main" id="{9F9F7298-8077-42E8-8E3C-86932AD2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661" y="7958038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" name="path-1030">
            <a:extLst xmlns:a="http://schemas.openxmlformats.org/drawingml/2006/main">
              <a:ext uri="{FF2B5EF4-FFF2-40B4-BE49-F238E27FC236}">
                <a16:creationId xmlns:a16="http://schemas.microsoft.com/office/drawing/2014/main" id="{4CCC6CB7-D9F7-405D-AB87-960A97D8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119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" name="path-1031">
            <a:extLst xmlns:a="http://schemas.openxmlformats.org/drawingml/2006/main">
              <a:ext uri="{FF2B5EF4-FFF2-40B4-BE49-F238E27FC236}">
                <a16:creationId xmlns:a16="http://schemas.microsoft.com/office/drawing/2014/main" id="{DBDAD322-679D-4C54-B897-6B51A64F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518" y="7958038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9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" name="path-1032">
            <a:extLst xmlns:a="http://schemas.openxmlformats.org/drawingml/2006/main">
              <a:ext uri="{FF2B5EF4-FFF2-40B4-BE49-F238E27FC236}">
                <a16:creationId xmlns:a16="http://schemas.microsoft.com/office/drawing/2014/main" id="{F2B4F740-6A85-4B9A-BCF2-0C0F91EB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9083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2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2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" name="path-1033">
            <a:extLst xmlns:a="http://schemas.openxmlformats.org/drawingml/2006/main">
              <a:ext uri="{FF2B5EF4-FFF2-40B4-BE49-F238E27FC236}">
                <a16:creationId xmlns:a16="http://schemas.microsoft.com/office/drawing/2014/main" id="{2265F146-A331-49ED-893C-3C2E08D3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8693" y="7958038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2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2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" name="path-1034">
            <a:extLst xmlns:a="http://schemas.openxmlformats.org/drawingml/2006/main">
              <a:ext uri="{FF2B5EF4-FFF2-40B4-BE49-F238E27FC236}">
                <a16:creationId xmlns:a16="http://schemas.microsoft.com/office/drawing/2014/main" id="{6342C0AA-6EF2-4231-99A6-F1A047FC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259" y="7958038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2" y="2082"/>
                  <a:pt x="37342" y="4650"/>
                </a:cubicBezTo>
                <a:lnTo>
                  <a:pt x="37342" y="23245"/>
                </a:lnTo>
                <a:cubicBezTo>
                  <a:pt x="37342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" name="path-1035">
            <a:extLst xmlns:a="http://schemas.openxmlformats.org/drawingml/2006/main">
              <a:ext uri="{FF2B5EF4-FFF2-40B4-BE49-F238E27FC236}">
                <a16:creationId xmlns:a16="http://schemas.microsoft.com/office/drawing/2014/main" id="{4A416ABD-C98A-4A64-B0E2-B4663966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765" y="7958038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" name="path-1036">
            <a:extLst xmlns:a="http://schemas.openxmlformats.org/drawingml/2006/main">
              <a:ext uri="{FF2B5EF4-FFF2-40B4-BE49-F238E27FC236}">
                <a16:creationId xmlns:a16="http://schemas.microsoft.com/office/drawing/2014/main" id="{965E50E9-23CA-4BA3-A65E-F94EE9B6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228" y="852480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" name="path-1037">
            <a:extLst xmlns:a="http://schemas.openxmlformats.org/drawingml/2006/main">
              <a:ext uri="{FF2B5EF4-FFF2-40B4-BE49-F238E27FC236}">
                <a16:creationId xmlns:a16="http://schemas.microsoft.com/office/drawing/2014/main" id="{0A602B36-2B80-494F-9E3F-2369A8AB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8731" y="852480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" name="path-1038">
            <a:extLst xmlns:a="http://schemas.openxmlformats.org/drawingml/2006/main">
              <a:ext uri="{FF2B5EF4-FFF2-40B4-BE49-F238E27FC236}">
                <a16:creationId xmlns:a16="http://schemas.microsoft.com/office/drawing/2014/main" id="{ABAECE4F-5D23-4E5B-A6F6-7C1A9828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296" y="852480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" name="path-1039">
            <a:extLst xmlns:a="http://schemas.openxmlformats.org/drawingml/2006/main">
              <a:ext uri="{FF2B5EF4-FFF2-40B4-BE49-F238E27FC236}">
                <a16:creationId xmlns:a16="http://schemas.microsoft.com/office/drawing/2014/main" id="{4772E488-CCE9-4559-9ACD-44A1D716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332" y="852480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" name="path-1040">
            <a:extLst xmlns:a="http://schemas.openxmlformats.org/drawingml/2006/main">
              <a:ext uri="{FF2B5EF4-FFF2-40B4-BE49-F238E27FC236}">
                <a16:creationId xmlns:a16="http://schemas.microsoft.com/office/drawing/2014/main" id="{77F8B414-634B-45C9-B5D4-7F512F06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004" y="852480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" name="path-1041">
            <a:extLst xmlns:a="http://schemas.openxmlformats.org/drawingml/2006/main">
              <a:ext uri="{FF2B5EF4-FFF2-40B4-BE49-F238E27FC236}">
                <a16:creationId xmlns:a16="http://schemas.microsoft.com/office/drawing/2014/main" id="{8D112634-D1DB-4431-AE5E-C9E82D27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040" y="852480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" name="path-1042">
            <a:extLst xmlns:a="http://schemas.openxmlformats.org/drawingml/2006/main">
              <a:ext uri="{FF2B5EF4-FFF2-40B4-BE49-F238E27FC236}">
                <a16:creationId xmlns:a16="http://schemas.microsoft.com/office/drawing/2014/main" id="{85A62A32-F1AB-413A-8D8A-7F603664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498" y="852480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" name="path-1043">
            <a:extLst xmlns:a="http://schemas.openxmlformats.org/drawingml/2006/main">
              <a:ext uri="{FF2B5EF4-FFF2-40B4-BE49-F238E27FC236}">
                <a16:creationId xmlns:a16="http://schemas.microsoft.com/office/drawing/2014/main" id="{DF39972D-82EB-4494-B437-FC15AEF4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897" y="852480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" name="path-1044">
            <a:extLst xmlns:a="http://schemas.openxmlformats.org/drawingml/2006/main">
              <a:ext uri="{FF2B5EF4-FFF2-40B4-BE49-F238E27FC236}">
                <a16:creationId xmlns:a16="http://schemas.microsoft.com/office/drawing/2014/main" id="{F634280B-BDDB-4BAC-B8BE-346B5770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403" y="852480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" name="path-1045">
            <a:extLst xmlns:a="http://schemas.openxmlformats.org/drawingml/2006/main">
              <a:ext uri="{FF2B5EF4-FFF2-40B4-BE49-F238E27FC236}">
                <a16:creationId xmlns:a16="http://schemas.microsoft.com/office/drawing/2014/main" id="{DA40C835-47AD-44A5-8A5D-1AF592F7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014" y="852480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" name="path-1046">
            <a:extLst xmlns:a="http://schemas.openxmlformats.org/drawingml/2006/main">
              <a:ext uri="{FF2B5EF4-FFF2-40B4-BE49-F238E27FC236}">
                <a16:creationId xmlns:a16="http://schemas.microsoft.com/office/drawing/2014/main" id="{A7BFA481-F534-4E7D-A4E8-57D62FB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9579" y="852480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" name="path-1047">
            <a:extLst xmlns:a="http://schemas.openxmlformats.org/drawingml/2006/main">
              <a:ext uri="{FF2B5EF4-FFF2-40B4-BE49-F238E27FC236}">
                <a16:creationId xmlns:a16="http://schemas.microsoft.com/office/drawing/2014/main" id="{57C187B7-00FC-4D67-AB48-F1D76182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614" y="852480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" name="path-1048">
            <a:extLst xmlns:a="http://schemas.openxmlformats.org/drawingml/2006/main">
              <a:ext uri="{FF2B5EF4-FFF2-40B4-BE49-F238E27FC236}">
                <a16:creationId xmlns:a16="http://schemas.microsoft.com/office/drawing/2014/main" id="{6E65D979-74A8-43C7-97BE-61AC04AE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287" y="852480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" name="path-1049">
            <a:extLst xmlns:a="http://schemas.openxmlformats.org/drawingml/2006/main">
              <a:ext uri="{FF2B5EF4-FFF2-40B4-BE49-F238E27FC236}">
                <a16:creationId xmlns:a16="http://schemas.microsoft.com/office/drawing/2014/main" id="{D6B7C267-F2D5-4F4C-9517-0B6DDD0E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852" y="852480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" name="path-1050">
            <a:extLst xmlns:a="http://schemas.openxmlformats.org/drawingml/2006/main">
              <a:ext uri="{FF2B5EF4-FFF2-40B4-BE49-F238E27FC236}">
                <a16:creationId xmlns:a16="http://schemas.microsoft.com/office/drawing/2014/main" id="{B264CB45-6F30-464D-AAB5-8F9D1DFC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310" y="852480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" name="path-1051">
            <a:extLst xmlns:a="http://schemas.openxmlformats.org/drawingml/2006/main">
              <a:ext uri="{FF2B5EF4-FFF2-40B4-BE49-F238E27FC236}">
                <a16:creationId xmlns:a16="http://schemas.microsoft.com/office/drawing/2014/main" id="{42052039-ECF4-441B-8E50-DA70B3AD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709" y="852480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" name="path-1052">
            <a:extLst xmlns:a="http://schemas.openxmlformats.org/drawingml/2006/main">
              <a:ext uri="{FF2B5EF4-FFF2-40B4-BE49-F238E27FC236}">
                <a16:creationId xmlns:a16="http://schemas.microsoft.com/office/drawing/2014/main" id="{A972278E-696A-4013-B2EA-45A47D12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215" y="852480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" name="path-1053">
            <a:extLst xmlns:a="http://schemas.openxmlformats.org/drawingml/2006/main">
              <a:ext uri="{FF2B5EF4-FFF2-40B4-BE49-F238E27FC236}">
                <a16:creationId xmlns:a16="http://schemas.microsoft.com/office/drawing/2014/main" id="{9921237C-64BF-476B-8236-8DA1482F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825" y="852480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" name="path-1054">
            <a:extLst xmlns:a="http://schemas.openxmlformats.org/drawingml/2006/main">
              <a:ext uri="{FF2B5EF4-FFF2-40B4-BE49-F238E27FC236}">
                <a16:creationId xmlns:a16="http://schemas.microsoft.com/office/drawing/2014/main" id="{53DB0FE2-619D-4941-9720-4AFC7936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391" y="852480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" name="path-1055">
            <a:extLst xmlns:a="http://schemas.openxmlformats.org/drawingml/2006/main">
              <a:ext uri="{FF2B5EF4-FFF2-40B4-BE49-F238E27FC236}">
                <a16:creationId xmlns:a16="http://schemas.microsoft.com/office/drawing/2014/main" id="{5BA6F7FA-F1F3-4C3E-B54B-60E8DDE9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426" y="852480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" name="path-1056">
            <a:extLst xmlns:a="http://schemas.openxmlformats.org/drawingml/2006/main">
              <a:ext uri="{FF2B5EF4-FFF2-40B4-BE49-F238E27FC236}">
                <a16:creationId xmlns:a16="http://schemas.microsoft.com/office/drawing/2014/main" id="{E1EBE803-797A-4726-8EFE-725CC1CD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099" y="852480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" name="path-1057">
            <a:extLst xmlns:a="http://schemas.openxmlformats.org/drawingml/2006/main">
              <a:ext uri="{FF2B5EF4-FFF2-40B4-BE49-F238E27FC236}">
                <a16:creationId xmlns:a16="http://schemas.microsoft.com/office/drawing/2014/main" id="{5B38F901-06B2-40DB-BE67-5DD0EEC9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134" y="852480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" name="path-1058">
            <a:extLst xmlns:a="http://schemas.openxmlformats.org/drawingml/2006/main">
              <a:ext uri="{FF2B5EF4-FFF2-40B4-BE49-F238E27FC236}">
                <a16:creationId xmlns:a16="http://schemas.microsoft.com/office/drawing/2014/main" id="{B7C46655-59CF-435A-91C1-FFD0A89D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593" y="852480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" name="path-1059">
            <a:extLst xmlns:a="http://schemas.openxmlformats.org/drawingml/2006/main">
              <a:ext uri="{FF2B5EF4-FFF2-40B4-BE49-F238E27FC236}">
                <a16:creationId xmlns:a16="http://schemas.microsoft.com/office/drawing/2014/main" id="{92EB027C-FDE4-4E70-8389-8BBC6841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462" y="852480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" name="path-1060">
            <a:extLst xmlns:a="http://schemas.openxmlformats.org/drawingml/2006/main">
              <a:ext uri="{FF2B5EF4-FFF2-40B4-BE49-F238E27FC236}">
                <a16:creationId xmlns:a16="http://schemas.microsoft.com/office/drawing/2014/main" id="{13883D2C-FCC7-46A6-A1B2-77355032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027" y="852480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" name="path-1061">
            <a:extLst xmlns:a="http://schemas.openxmlformats.org/drawingml/2006/main">
              <a:ext uri="{FF2B5EF4-FFF2-40B4-BE49-F238E27FC236}">
                <a16:creationId xmlns:a16="http://schemas.microsoft.com/office/drawing/2014/main" id="{EA250BFD-CD75-4F9F-8F81-C5E3578C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6108" y="852480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" name="path-1062">
            <a:extLst xmlns:a="http://schemas.openxmlformats.org/drawingml/2006/main">
              <a:ext uri="{FF2B5EF4-FFF2-40B4-BE49-F238E27FC236}">
                <a16:creationId xmlns:a16="http://schemas.microsoft.com/office/drawing/2014/main" id="{42BDCA0F-2DFE-48B5-ACAE-B69D76D6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673" y="852480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" name="path-1063">
            <a:extLst xmlns:a="http://schemas.openxmlformats.org/drawingml/2006/main">
              <a:ext uri="{FF2B5EF4-FFF2-40B4-BE49-F238E27FC236}">
                <a16:creationId xmlns:a16="http://schemas.microsoft.com/office/drawing/2014/main" id="{719974C9-5D7B-4CE6-9EC7-82A49CF8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709" y="852480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" name="path-1064">
            <a:extLst xmlns:a="http://schemas.openxmlformats.org/drawingml/2006/main">
              <a:ext uri="{FF2B5EF4-FFF2-40B4-BE49-F238E27FC236}">
                <a16:creationId xmlns:a16="http://schemas.microsoft.com/office/drawing/2014/main" id="{CAFBB51E-F897-4974-B13E-D808BFE4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911" y="852480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" name="path-1065">
            <a:extLst xmlns:a="http://schemas.openxmlformats.org/drawingml/2006/main">
              <a:ext uri="{FF2B5EF4-FFF2-40B4-BE49-F238E27FC236}">
                <a16:creationId xmlns:a16="http://schemas.microsoft.com/office/drawing/2014/main" id="{A121287C-54C9-4CE5-836B-854684E2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417" y="852480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" name="path-1066">
            <a:extLst xmlns:a="http://schemas.openxmlformats.org/drawingml/2006/main">
              <a:ext uri="{FF2B5EF4-FFF2-40B4-BE49-F238E27FC236}">
                <a16:creationId xmlns:a16="http://schemas.microsoft.com/office/drawing/2014/main" id="{61B81E8F-1095-4F5A-AD18-985B4E73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875" y="8524806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8"/>
                </a:cubicBezTo>
                <a:lnTo>
                  <a:pt x="37342" y="23245"/>
                </a:lnTo>
                <a:cubicBezTo>
                  <a:pt x="37342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" name="path-1067">
            <a:extLst xmlns:a="http://schemas.openxmlformats.org/drawingml/2006/main">
              <a:ext uri="{FF2B5EF4-FFF2-40B4-BE49-F238E27FC236}">
                <a16:creationId xmlns:a16="http://schemas.microsoft.com/office/drawing/2014/main" id="{5FBC0805-1B69-4BCA-B4DD-25AB16D5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274" y="8524806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" name="path-1068">
            <a:extLst xmlns:a="http://schemas.openxmlformats.org/drawingml/2006/main">
              <a:ext uri="{FF2B5EF4-FFF2-40B4-BE49-F238E27FC236}">
                <a16:creationId xmlns:a16="http://schemas.microsoft.com/office/drawing/2014/main" id="{FE1B3271-275E-42E9-9E21-6C6530F5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9839" y="852480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" name="path-1069">
            <a:extLst xmlns:a="http://schemas.openxmlformats.org/drawingml/2006/main">
              <a:ext uri="{FF2B5EF4-FFF2-40B4-BE49-F238E27FC236}">
                <a16:creationId xmlns:a16="http://schemas.microsoft.com/office/drawing/2014/main" id="{D117201A-C77E-49B4-B050-BB524242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9450" y="852480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" name="path-1070">
            <a:extLst xmlns:a="http://schemas.openxmlformats.org/drawingml/2006/main">
              <a:ext uri="{FF2B5EF4-FFF2-40B4-BE49-F238E27FC236}">
                <a16:creationId xmlns:a16="http://schemas.microsoft.com/office/drawing/2014/main" id="{C91D140F-1A52-44A0-ABCE-3970D2FB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015" y="852480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" name="path-1071">
            <a:extLst xmlns:a="http://schemas.openxmlformats.org/drawingml/2006/main">
              <a:ext uri="{FF2B5EF4-FFF2-40B4-BE49-F238E27FC236}">
                <a16:creationId xmlns:a16="http://schemas.microsoft.com/office/drawing/2014/main" id="{CB80A89E-5ADA-4AD9-98AE-9A0A0D92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521" y="8524806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22" name="">
            <a:extLst xmlns:a="http://schemas.openxmlformats.org/drawingml/2006/main">
              <a:ext uri="{FF2B5EF4-FFF2-40B4-BE49-F238E27FC236}">
                <a16:creationId xmlns:a16="http://schemas.microsoft.com/office/drawing/2014/main" id="{E30976A7-C88E-435A-B9DA-BB071429E9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ec57689d64cb1"/>
          <a:stretch xmlns:a="http://schemas.openxmlformats.org/drawingml/2006/main"/>
        </p:blipFill>
        <p:spPr>
          <a:xfrm xmlns:a="http://schemas.openxmlformats.org/drawingml/2006/main">
            <a:off x="2916246" y="8022667"/>
            <a:ext cx="806824" cy="459441"/>
          </a:xfrm>
          <a:prstGeom xmlns:a="http://schemas.openxmlformats.org/drawingml/2006/main" prst="rect">
            <a:avLst/>
          </a:prstGeom>
        </p:spPr>
      </p:pic>
      <p:pic>
        <p:nvPic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21C3989E-7ED6-4AE0-ABC7-F625F4CFF0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91f3afdb54485"/>
          <a:stretch xmlns:a="http://schemas.openxmlformats.org/drawingml/2006/main"/>
        </p:blipFill>
        <p:spPr>
          <a:xfrm xmlns:a="http://schemas.openxmlformats.org/drawingml/2006/main">
            <a:off x="3779099" y="8022667"/>
            <a:ext cx="795618" cy="459441"/>
          </a:xfrm>
          <a:prstGeom xmlns:a="http://schemas.openxmlformats.org/drawingml/2006/main" prst="rect">
            <a:avLst/>
          </a:prstGeom>
        </p:spPr>
      </p:pic>
      <p:pic>
        <p:nvPic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D86484DE-DA70-4C61-ABEB-37BD426A63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430ba69544d4c"/>
          <a:stretch xmlns:a="http://schemas.openxmlformats.org/drawingml/2006/main"/>
        </p:blipFill>
        <p:spPr>
          <a:xfrm xmlns:a="http://schemas.openxmlformats.org/drawingml/2006/main">
            <a:off x="4641952" y="8022667"/>
            <a:ext cx="795618" cy="459441"/>
          </a:xfrm>
          <a:prstGeom xmlns:a="http://schemas.openxmlformats.org/drawingml/2006/main" prst="rect">
            <a:avLst/>
          </a:prstGeom>
        </p:spPr>
      </p:pic>
      <p:pic>
        <p:nvPicPr>
          <p:cNvPr id="825" name="">
            <a:extLst xmlns:a="http://schemas.openxmlformats.org/drawingml/2006/main">
              <a:ext uri="{FF2B5EF4-FFF2-40B4-BE49-F238E27FC236}">
                <a16:creationId xmlns:a16="http://schemas.microsoft.com/office/drawing/2014/main" id="{F29C3591-7929-4F9E-ACC5-2092B16004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fdc2449144403"/>
          <a:stretch xmlns:a="http://schemas.openxmlformats.org/drawingml/2006/main"/>
        </p:blipFill>
        <p:spPr>
          <a:xfrm xmlns:a="http://schemas.openxmlformats.org/drawingml/2006/main">
            <a:off x="5493599" y="8022667"/>
            <a:ext cx="806824" cy="459441"/>
          </a:xfrm>
          <a:prstGeom xmlns:a="http://schemas.openxmlformats.org/drawingml/2006/main" prst="rect">
            <a:avLst/>
          </a:prstGeom>
        </p:spPr>
      </p:pic>
      <p:pic>
        <p:nvPic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BA542F56-1705-4FA1-8C07-37A5F3B4B8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2520a66794fa0"/>
          <a:stretch xmlns:a="http://schemas.openxmlformats.org/drawingml/2006/main"/>
        </p:blipFill>
        <p:spPr>
          <a:xfrm xmlns:a="http://schemas.openxmlformats.org/drawingml/2006/main">
            <a:off x="6356452" y="8022667"/>
            <a:ext cx="806824" cy="459441"/>
          </a:xfrm>
          <a:prstGeom xmlns:a="http://schemas.openxmlformats.org/drawingml/2006/main" prst="rect">
            <a:avLst/>
          </a:prstGeom>
        </p:spPr>
      </p:pic>
      <p:sp>
        <p:nvSpPr>
          <p:cNvPr id="827" name="path-1077">
            <a:extLst xmlns:a="http://schemas.openxmlformats.org/drawingml/2006/main">
              <a:ext uri="{FF2B5EF4-FFF2-40B4-BE49-F238E27FC236}">
                <a16:creationId xmlns:a16="http://schemas.microsoft.com/office/drawing/2014/main" id="{62D56A89-755F-43DC-97BF-2A44BED1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0879" y="7915707"/>
            <a:ext cx="4370990" cy="656343"/>
          </a:xfrm>
          <a:custGeom xmlns:a="http://schemas.openxmlformats.org/drawingml/2006/main">
            <a:pathLst>
              <a:path w="3715341" h="557891">
                <a:moveTo>
                  <a:pt x="0" y="35650"/>
                </a:moveTo>
                <a:cubicBezTo>
                  <a:pt x="0" y="15961"/>
                  <a:pt x="15961" y="0"/>
                  <a:pt x="35650" y="0"/>
                </a:cubicBezTo>
                <a:lnTo>
                  <a:pt x="3679691" y="0"/>
                </a:lnTo>
                <a:cubicBezTo>
                  <a:pt x="3699380" y="0"/>
                  <a:pt x="3715341" y="15961"/>
                  <a:pt x="3715341" y="35650"/>
                </a:cubicBezTo>
                <a:lnTo>
                  <a:pt x="3715341" y="522241"/>
                </a:lnTo>
                <a:cubicBezTo>
                  <a:pt x="3715341" y="541931"/>
                  <a:pt x="3699380" y="557891"/>
                  <a:pt x="3679691" y="557891"/>
                </a:cubicBezTo>
                <a:lnTo>
                  <a:pt x="35650" y="557891"/>
                </a:lnTo>
                <a:cubicBezTo>
                  <a:pt x="15961" y="557891"/>
                  <a:pt x="0" y="541931"/>
                  <a:pt x="0" y="522241"/>
                </a:cubicBezTo>
                <a:lnTo>
                  <a:pt x="0" y="356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8" name="path-1078">
            <a:extLst xmlns:a="http://schemas.openxmlformats.org/drawingml/2006/main">
              <a:ext uri="{FF2B5EF4-FFF2-40B4-BE49-F238E27FC236}">
                <a16:creationId xmlns:a16="http://schemas.microsoft.com/office/drawing/2014/main" id="{A7296882-2A5A-4A89-958F-73E44F37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0879" y="7915707"/>
            <a:ext cx="4370991" cy="656343"/>
          </a:xfrm>
          <a:custGeom xmlns:a="http://schemas.openxmlformats.org/drawingml/2006/main">
            <a:pathLst>
              <a:path w="3715343" h="557891">
                <a:moveTo>
                  <a:pt x="0" y="35650"/>
                </a:moveTo>
                <a:cubicBezTo>
                  <a:pt x="0" y="15961"/>
                  <a:pt x="15961" y="0"/>
                  <a:pt x="35650" y="0"/>
                </a:cubicBezTo>
                <a:lnTo>
                  <a:pt x="3679693" y="0"/>
                </a:lnTo>
                <a:cubicBezTo>
                  <a:pt x="3699382" y="0"/>
                  <a:pt x="3715343" y="15961"/>
                  <a:pt x="3715343" y="35650"/>
                </a:cubicBezTo>
                <a:lnTo>
                  <a:pt x="3715343" y="522241"/>
                </a:lnTo>
                <a:cubicBezTo>
                  <a:pt x="3715343" y="541931"/>
                  <a:pt x="3699382" y="557891"/>
                  <a:pt x="3679693" y="557891"/>
                </a:cubicBezTo>
                <a:lnTo>
                  <a:pt x="35650" y="557891"/>
                </a:lnTo>
                <a:cubicBezTo>
                  <a:pt x="15961" y="557891"/>
                  <a:pt x="0" y="541931"/>
                  <a:pt x="0" y="522241"/>
                </a:cubicBezTo>
                <a:lnTo>
                  <a:pt x="0" y="35650"/>
                </a:lnTo>
              </a:path>
            </a:pathLst>
          </a:custGeom>
          <a:noFill xmlns:a="http://schemas.openxmlformats.org/drawingml/2006/main"/>
          <a:ln xmlns:a="http://schemas.openxmlformats.org/drawingml/2006/main" w="7940">
            <a:solidFill>
              <a:srgbClr val="000000"/>
            </a:solidFill>
            <a:prstDash val="solid"/>
          </a:ln>
        </p:spPr>
      </p:sp>
      <p:sp>
        <p:nvSpPr>
          <p:cNvPr id="829" name="path-1079">
            <a:extLst xmlns:a="http://schemas.openxmlformats.org/drawingml/2006/main">
              <a:ext uri="{FF2B5EF4-FFF2-40B4-BE49-F238E27FC236}">
                <a16:creationId xmlns:a16="http://schemas.microsoft.com/office/drawing/2014/main" id="{AF48AA5D-51E8-44E8-8294-48984C59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6398" y="7951172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0" name="path-1080">
            <a:extLst xmlns:a="http://schemas.openxmlformats.org/drawingml/2006/main">
              <a:ext uri="{FF2B5EF4-FFF2-40B4-BE49-F238E27FC236}">
                <a16:creationId xmlns:a16="http://schemas.microsoft.com/office/drawing/2014/main" id="{9087F141-6543-46D8-9AB8-AD27B3DC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1902" y="7951172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1" name="path-1081">
            <a:extLst xmlns:a="http://schemas.openxmlformats.org/drawingml/2006/main">
              <a:ext uri="{FF2B5EF4-FFF2-40B4-BE49-F238E27FC236}">
                <a16:creationId xmlns:a16="http://schemas.microsoft.com/office/drawing/2014/main" id="{3A35701C-1961-42B9-AACD-8D327DE3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466" y="7951172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2" name="path-1082">
            <a:extLst xmlns:a="http://schemas.openxmlformats.org/drawingml/2006/main">
              <a:ext uri="{FF2B5EF4-FFF2-40B4-BE49-F238E27FC236}">
                <a16:creationId xmlns:a16="http://schemas.microsoft.com/office/drawing/2014/main" id="{DC5F4E06-FFD0-4BBC-B4F1-D784B96B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502" y="7951172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3" name="path-1083">
            <a:extLst xmlns:a="http://schemas.openxmlformats.org/drawingml/2006/main">
              <a:ext uri="{FF2B5EF4-FFF2-40B4-BE49-F238E27FC236}">
                <a16:creationId xmlns:a16="http://schemas.microsoft.com/office/drawing/2014/main" id="{45A04613-FBF3-4A2B-9D52-30AD344D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174" y="7951172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4" name="path-1084">
            <a:extLst xmlns:a="http://schemas.openxmlformats.org/drawingml/2006/main">
              <a:ext uri="{FF2B5EF4-FFF2-40B4-BE49-F238E27FC236}">
                <a16:creationId xmlns:a16="http://schemas.microsoft.com/office/drawing/2014/main" id="{7E76C95C-5B75-480B-9C39-18C07C29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11" y="7951172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5" name="path-1085">
            <a:extLst xmlns:a="http://schemas.openxmlformats.org/drawingml/2006/main">
              <a:ext uri="{FF2B5EF4-FFF2-40B4-BE49-F238E27FC236}">
                <a16:creationId xmlns:a16="http://schemas.microsoft.com/office/drawing/2014/main" id="{CA068D5F-A008-4743-8479-C5D2FDA6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668" y="7951172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6" name="path-1086">
            <a:extLst xmlns:a="http://schemas.openxmlformats.org/drawingml/2006/main">
              <a:ext uri="{FF2B5EF4-FFF2-40B4-BE49-F238E27FC236}">
                <a16:creationId xmlns:a16="http://schemas.microsoft.com/office/drawing/2014/main" id="{BBF86E37-001C-42BC-9F66-06931FCB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067" y="7951172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7" name="path-1087">
            <a:extLst xmlns:a="http://schemas.openxmlformats.org/drawingml/2006/main">
              <a:ext uri="{FF2B5EF4-FFF2-40B4-BE49-F238E27FC236}">
                <a16:creationId xmlns:a16="http://schemas.microsoft.com/office/drawing/2014/main" id="{43AFFFD3-25A8-43D6-A03D-65E8D939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573" y="7951172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8" name="path-1088">
            <a:extLst xmlns:a="http://schemas.openxmlformats.org/drawingml/2006/main">
              <a:ext uri="{FF2B5EF4-FFF2-40B4-BE49-F238E27FC236}">
                <a16:creationId xmlns:a16="http://schemas.microsoft.com/office/drawing/2014/main" id="{0998EE98-8667-4178-9587-C430F370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4185" y="7951172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9" name="path-1089">
            <a:extLst xmlns:a="http://schemas.openxmlformats.org/drawingml/2006/main">
              <a:ext uri="{FF2B5EF4-FFF2-40B4-BE49-F238E27FC236}">
                <a16:creationId xmlns:a16="http://schemas.microsoft.com/office/drawing/2014/main" id="{8C938ADB-E05E-43FA-A3DA-EC78506F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749" y="7951172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8"/>
                </a:cubicBezTo>
                <a:lnTo>
                  <a:pt x="37342" y="23245"/>
                </a:lnTo>
                <a:cubicBezTo>
                  <a:pt x="37342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0" name="path-1090">
            <a:extLst xmlns:a="http://schemas.openxmlformats.org/drawingml/2006/main">
              <a:ext uri="{FF2B5EF4-FFF2-40B4-BE49-F238E27FC236}">
                <a16:creationId xmlns:a16="http://schemas.microsoft.com/office/drawing/2014/main" id="{BB3785D0-8A75-40D6-A7BB-6D5AF5FD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785" y="7951172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1" name="path-1091">
            <a:extLst xmlns:a="http://schemas.openxmlformats.org/drawingml/2006/main">
              <a:ext uri="{FF2B5EF4-FFF2-40B4-BE49-F238E27FC236}">
                <a16:creationId xmlns:a16="http://schemas.microsoft.com/office/drawing/2014/main" id="{0A071EDB-BF8A-43D2-95D2-17D139E1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457" y="7951172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2" name="path-1092">
            <a:extLst xmlns:a="http://schemas.openxmlformats.org/drawingml/2006/main">
              <a:ext uri="{FF2B5EF4-FFF2-40B4-BE49-F238E27FC236}">
                <a16:creationId xmlns:a16="http://schemas.microsoft.com/office/drawing/2014/main" id="{BBE53AB7-D981-4C1E-A61A-B9323404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2022" y="7951172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3" name="path-1093">
            <a:extLst xmlns:a="http://schemas.openxmlformats.org/drawingml/2006/main">
              <a:ext uri="{FF2B5EF4-FFF2-40B4-BE49-F238E27FC236}">
                <a16:creationId xmlns:a16="http://schemas.microsoft.com/office/drawing/2014/main" id="{ACCD2619-4B23-4FF4-AE3F-30A09DDA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480" y="7951172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4" name="path-1094">
            <a:extLst xmlns:a="http://schemas.openxmlformats.org/drawingml/2006/main">
              <a:ext uri="{FF2B5EF4-FFF2-40B4-BE49-F238E27FC236}">
                <a16:creationId xmlns:a16="http://schemas.microsoft.com/office/drawing/2014/main" id="{FDF44947-CCBC-4446-854F-0FCD7BCE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880" y="7951172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5" name="path-1095">
            <a:extLst xmlns:a="http://schemas.openxmlformats.org/drawingml/2006/main">
              <a:ext uri="{FF2B5EF4-FFF2-40B4-BE49-F238E27FC236}">
                <a16:creationId xmlns:a16="http://schemas.microsoft.com/office/drawing/2014/main" id="{3D93430F-4715-4EE0-99ED-929F8F84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7386" y="7951172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6" name="path-1096">
            <a:extLst xmlns:a="http://schemas.openxmlformats.org/drawingml/2006/main">
              <a:ext uri="{FF2B5EF4-FFF2-40B4-BE49-F238E27FC236}">
                <a16:creationId xmlns:a16="http://schemas.microsoft.com/office/drawing/2014/main" id="{CA61AF90-C7C9-42F4-9F39-7A16355B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6996" y="7951172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7" name="path-1097">
            <a:extLst xmlns:a="http://schemas.openxmlformats.org/drawingml/2006/main">
              <a:ext uri="{FF2B5EF4-FFF2-40B4-BE49-F238E27FC236}">
                <a16:creationId xmlns:a16="http://schemas.microsoft.com/office/drawing/2014/main" id="{E934B5C9-0092-4C91-BCBF-294D8976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5561" y="7951172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8" name="path-1098">
            <a:extLst xmlns:a="http://schemas.openxmlformats.org/drawingml/2006/main">
              <a:ext uri="{FF2B5EF4-FFF2-40B4-BE49-F238E27FC236}">
                <a16:creationId xmlns:a16="http://schemas.microsoft.com/office/drawing/2014/main" id="{391C7C38-BD0B-4F91-873B-C43372B0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3596" y="7951172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9" name="path-1099">
            <a:extLst xmlns:a="http://schemas.openxmlformats.org/drawingml/2006/main">
              <a:ext uri="{FF2B5EF4-FFF2-40B4-BE49-F238E27FC236}">
                <a16:creationId xmlns:a16="http://schemas.microsoft.com/office/drawing/2014/main" id="{65D93A91-9B42-41C2-9469-D7394964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6269" y="7951172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0" name="path-1100">
            <a:extLst xmlns:a="http://schemas.openxmlformats.org/drawingml/2006/main">
              <a:ext uri="{FF2B5EF4-FFF2-40B4-BE49-F238E27FC236}">
                <a16:creationId xmlns:a16="http://schemas.microsoft.com/office/drawing/2014/main" id="{89C3B65D-EE2D-4F42-B32B-590581ED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4304" y="7951172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3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3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1" name="path-1101">
            <a:extLst xmlns:a="http://schemas.openxmlformats.org/drawingml/2006/main">
              <a:ext uri="{FF2B5EF4-FFF2-40B4-BE49-F238E27FC236}">
                <a16:creationId xmlns:a16="http://schemas.microsoft.com/office/drawing/2014/main" id="{052C2C9E-BFF2-49D5-A29F-1035F950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8763" y="7951172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2" name="path-1102">
            <a:extLst xmlns:a="http://schemas.openxmlformats.org/drawingml/2006/main">
              <a:ext uri="{FF2B5EF4-FFF2-40B4-BE49-F238E27FC236}">
                <a16:creationId xmlns:a16="http://schemas.microsoft.com/office/drawing/2014/main" id="{C5561948-1BA8-4485-A6E1-026883A7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632" y="7951172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3" name="path-1103">
            <a:extLst xmlns:a="http://schemas.openxmlformats.org/drawingml/2006/main">
              <a:ext uri="{FF2B5EF4-FFF2-40B4-BE49-F238E27FC236}">
                <a16:creationId xmlns:a16="http://schemas.microsoft.com/office/drawing/2014/main" id="{C47F3F19-BECF-4922-8E2B-B878A039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197" y="7951172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4" name="path-1104">
            <a:extLst xmlns:a="http://schemas.openxmlformats.org/drawingml/2006/main">
              <a:ext uri="{FF2B5EF4-FFF2-40B4-BE49-F238E27FC236}">
                <a16:creationId xmlns:a16="http://schemas.microsoft.com/office/drawing/2014/main" id="{F3EAC3B6-5507-4F43-A4ED-03A2D294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9278" y="7951172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3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3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5" name="path-1105">
            <a:extLst xmlns:a="http://schemas.openxmlformats.org/drawingml/2006/main">
              <a:ext uri="{FF2B5EF4-FFF2-40B4-BE49-F238E27FC236}">
                <a16:creationId xmlns:a16="http://schemas.microsoft.com/office/drawing/2014/main" id="{7F24AA3A-A1DB-42EA-B210-66DE8CDF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7844" y="7951172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6" name="path-1106">
            <a:extLst xmlns:a="http://schemas.openxmlformats.org/drawingml/2006/main">
              <a:ext uri="{FF2B5EF4-FFF2-40B4-BE49-F238E27FC236}">
                <a16:creationId xmlns:a16="http://schemas.microsoft.com/office/drawing/2014/main" id="{0D68DBB1-2D15-456C-95C0-F7D9374C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5879" y="7951172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7" name="path-1107">
            <a:extLst xmlns:a="http://schemas.openxmlformats.org/drawingml/2006/main">
              <a:ext uri="{FF2B5EF4-FFF2-40B4-BE49-F238E27FC236}">
                <a16:creationId xmlns:a16="http://schemas.microsoft.com/office/drawing/2014/main" id="{80E9BC45-7C70-4F2F-A5CC-85472155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9080" y="7951172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8" name="path-1108">
            <a:extLst xmlns:a="http://schemas.openxmlformats.org/drawingml/2006/main">
              <a:ext uri="{FF2B5EF4-FFF2-40B4-BE49-F238E27FC236}">
                <a16:creationId xmlns:a16="http://schemas.microsoft.com/office/drawing/2014/main" id="{36350AB7-063E-4F21-8121-16CA3952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6587" y="7951172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9" name="path-1109">
            <a:extLst xmlns:a="http://schemas.openxmlformats.org/drawingml/2006/main">
              <a:ext uri="{FF2B5EF4-FFF2-40B4-BE49-F238E27FC236}">
                <a16:creationId xmlns:a16="http://schemas.microsoft.com/office/drawing/2014/main" id="{4BF5D86A-2A70-48CF-A8F3-CB738F6E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1046" y="7951172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0" name="path-1110">
            <a:extLst xmlns:a="http://schemas.openxmlformats.org/drawingml/2006/main">
              <a:ext uri="{FF2B5EF4-FFF2-40B4-BE49-F238E27FC236}">
                <a16:creationId xmlns:a16="http://schemas.microsoft.com/office/drawing/2014/main" id="{F2B3E4F5-0467-4496-B1E0-9BD29359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4445" y="7951172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1" name="path-1111">
            <a:extLst xmlns:a="http://schemas.openxmlformats.org/drawingml/2006/main">
              <a:ext uri="{FF2B5EF4-FFF2-40B4-BE49-F238E27FC236}">
                <a16:creationId xmlns:a16="http://schemas.microsoft.com/office/drawing/2014/main" id="{CF7550F1-C15B-48BC-801F-6CD2CBDC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009" y="7951172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2" name="path-1112">
            <a:extLst xmlns:a="http://schemas.openxmlformats.org/drawingml/2006/main">
              <a:ext uri="{FF2B5EF4-FFF2-40B4-BE49-F238E27FC236}">
                <a16:creationId xmlns:a16="http://schemas.microsoft.com/office/drawing/2014/main" id="{E7D922CA-3163-4B2A-989F-937FE48D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620" y="7951172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3" name="path-1113">
            <a:extLst xmlns:a="http://schemas.openxmlformats.org/drawingml/2006/main">
              <a:ext uri="{FF2B5EF4-FFF2-40B4-BE49-F238E27FC236}">
                <a16:creationId xmlns:a16="http://schemas.microsoft.com/office/drawing/2014/main" id="{AC402969-BBD3-4C5A-8EE1-51D28BC4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1184" y="7951172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4" name="path-1114">
            <a:extLst xmlns:a="http://schemas.openxmlformats.org/drawingml/2006/main">
              <a:ext uri="{FF2B5EF4-FFF2-40B4-BE49-F238E27FC236}">
                <a16:creationId xmlns:a16="http://schemas.microsoft.com/office/drawing/2014/main" id="{FC2D265D-6F8B-4A02-B090-426CC783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8691" y="7951172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8"/>
                </a:cubicBezTo>
                <a:lnTo>
                  <a:pt x="37342" y="23245"/>
                </a:lnTo>
                <a:cubicBezTo>
                  <a:pt x="37342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5" name="path-1115">
            <a:extLst xmlns:a="http://schemas.openxmlformats.org/drawingml/2006/main">
              <a:ext uri="{FF2B5EF4-FFF2-40B4-BE49-F238E27FC236}">
                <a16:creationId xmlns:a16="http://schemas.microsoft.com/office/drawing/2014/main" id="{E0D6F945-FD4F-4CB0-8A27-0C696C62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4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3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3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6" name="path-1116">
            <a:extLst xmlns:a="http://schemas.openxmlformats.org/drawingml/2006/main">
              <a:ext uri="{FF2B5EF4-FFF2-40B4-BE49-F238E27FC236}">
                <a16:creationId xmlns:a16="http://schemas.microsoft.com/office/drawing/2014/main" id="{536B34BD-C415-42E9-ACFB-2C8FC9CC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658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7" name="path-1117">
            <a:extLst xmlns:a="http://schemas.openxmlformats.org/drawingml/2006/main">
              <a:ext uri="{FF2B5EF4-FFF2-40B4-BE49-F238E27FC236}">
                <a16:creationId xmlns:a16="http://schemas.microsoft.com/office/drawing/2014/main" id="{53543C03-D1FE-420D-A234-56434986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222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8" name="path-1118">
            <a:extLst xmlns:a="http://schemas.openxmlformats.org/drawingml/2006/main">
              <a:ext uri="{FF2B5EF4-FFF2-40B4-BE49-F238E27FC236}">
                <a16:creationId xmlns:a16="http://schemas.microsoft.com/office/drawing/2014/main" id="{52F2A641-F32B-4478-B4EA-015078FD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9258" y="8517937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9" name="path-1119">
            <a:extLst xmlns:a="http://schemas.openxmlformats.org/drawingml/2006/main">
              <a:ext uri="{FF2B5EF4-FFF2-40B4-BE49-F238E27FC236}">
                <a16:creationId xmlns:a16="http://schemas.microsoft.com/office/drawing/2014/main" id="{80D3E3A6-F3C1-4BE0-B528-A84CE9BA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930" y="8517937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0" name="path-1120">
            <a:extLst xmlns:a="http://schemas.openxmlformats.org/drawingml/2006/main">
              <a:ext uri="{FF2B5EF4-FFF2-40B4-BE49-F238E27FC236}">
                <a16:creationId xmlns:a16="http://schemas.microsoft.com/office/drawing/2014/main" id="{D7DEFBC5-9814-49C0-9517-C2DE08B3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966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1" name="path-1121">
            <a:extLst xmlns:a="http://schemas.openxmlformats.org/drawingml/2006/main">
              <a:ext uri="{FF2B5EF4-FFF2-40B4-BE49-F238E27FC236}">
                <a16:creationId xmlns:a16="http://schemas.microsoft.com/office/drawing/2014/main" id="{6DF05EB6-F87C-4586-8C04-659FD0D3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423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4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2" name="path-1122">
            <a:extLst xmlns:a="http://schemas.openxmlformats.org/drawingml/2006/main">
              <a:ext uri="{FF2B5EF4-FFF2-40B4-BE49-F238E27FC236}">
                <a16:creationId xmlns:a16="http://schemas.microsoft.com/office/drawing/2014/main" id="{DA858F33-101D-4F94-B5C6-006C174B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823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3" name="path-1123">
            <a:extLst xmlns:a="http://schemas.openxmlformats.org/drawingml/2006/main">
              <a:ext uri="{FF2B5EF4-FFF2-40B4-BE49-F238E27FC236}">
                <a16:creationId xmlns:a16="http://schemas.microsoft.com/office/drawing/2014/main" id="{F33C544B-EBED-44A5-A37C-E74AB67F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329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4" name="path-1124">
            <a:extLst xmlns:a="http://schemas.openxmlformats.org/drawingml/2006/main">
              <a:ext uri="{FF2B5EF4-FFF2-40B4-BE49-F238E27FC236}">
                <a16:creationId xmlns:a16="http://schemas.microsoft.com/office/drawing/2014/main" id="{15ABC68F-2327-4F2D-B1F3-6F0FC251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4940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5" name="path-1125">
            <a:extLst xmlns:a="http://schemas.openxmlformats.org/drawingml/2006/main">
              <a:ext uri="{FF2B5EF4-FFF2-40B4-BE49-F238E27FC236}">
                <a16:creationId xmlns:a16="http://schemas.microsoft.com/office/drawing/2014/main" id="{BA79B28F-54F5-481B-B9D7-0510E8B9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505" y="8517937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48"/>
                </a:moveTo>
                <a:cubicBezTo>
                  <a:pt x="0" y="2081"/>
                  <a:pt x="2082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8"/>
                </a:cubicBezTo>
                <a:lnTo>
                  <a:pt x="37342" y="23245"/>
                </a:lnTo>
                <a:cubicBezTo>
                  <a:pt x="37342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6" name="path-1126">
            <a:extLst xmlns:a="http://schemas.openxmlformats.org/drawingml/2006/main">
              <a:ext uri="{FF2B5EF4-FFF2-40B4-BE49-F238E27FC236}">
                <a16:creationId xmlns:a16="http://schemas.microsoft.com/office/drawing/2014/main" id="{92FC83D4-2B0A-41E7-AB3E-C7A66DCE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541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7" name="path-1127">
            <a:extLst xmlns:a="http://schemas.openxmlformats.org/drawingml/2006/main">
              <a:ext uri="{FF2B5EF4-FFF2-40B4-BE49-F238E27FC236}">
                <a16:creationId xmlns:a16="http://schemas.microsoft.com/office/drawing/2014/main" id="{84D6C999-0846-4950-9870-E6EAAE4F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4212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8" name="path-1128">
            <a:extLst xmlns:a="http://schemas.openxmlformats.org/drawingml/2006/main">
              <a:ext uri="{FF2B5EF4-FFF2-40B4-BE49-F238E27FC236}">
                <a16:creationId xmlns:a16="http://schemas.microsoft.com/office/drawing/2014/main" id="{4226B25F-1657-4B57-AF63-0713BC11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2778" y="8517937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9" name="path-1129">
            <a:extLst xmlns:a="http://schemas.openxmlformats.org/drawingml/2006/main">
              <a:ext uri="{FF2B5EF4-FFF2-40B4-BE49-F238E27FC236}">
                <a16:creationId xmlns:a16="http://schemas.microsoft.com/office/drawing/2014/main" id="{36C69243-7F5E-48D1-82CE-7D58ED2A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7237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0" name="path-1130">
            <a:extLst xmlns:a="http://schemas.openxmlformats.org/drawingml/2006/main">
              <a:ext uri="{FF2B5EF4-FFF2-40B4-BE49-F238E27FC236}">
                <a16:creationId xmlns:a16="http://schemas.microsoft.com/office/drawing/2014/main" id="{816E7E11-43A5-4F85-BCC6-C720C0ED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635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1" name="path-1131">
            <a:extLst xmlns:a="http://schemas.openxmlformats.org/drawingml/2006/main">
              <a:ext uri="{FF2B5EF4-FFF2-40B4-BE49-F238E27FC236}">
                <a16:creationId xmlns:a16="http://schemas.microsoft.com/office/drawing/2014/main" id="{B0D59A49-9168-45C3-A325-C739219D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142" y="8517937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2" name="path-1132">
            <a:extLst xmlns:a="http://schemas.openxmlformats.org/drawingml/2006/main">
              <a:ext uri="{FF2B5EF4-FFF2-40B4-BE49-F238E27FC236}">
                <a16:creationId xmlns:a16="http://schemas.microsoft.com/office/drawing/2014/main" id="{345FC91B-387D-4BCE-ACDC-2294B78A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7752" y="8517937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3" name="path-1133">
            <a:extLst xmlns:a="http://schemas.openxmlformats.org/drawingml/2006/main">
              <a:ext uri="{FF2B5EF4-FFF2-40B4-BE49-F238E27FC236}">
                <a16:creationId xmlns:a16="http://schemas.microsoft.com/office/drawing/2014/main" id="{5BFBDEE5-5593-4365-9DC9-4224CC83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317" y="8517937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4" name="path-1134">
            <a:extLst xmlns:a="http://schemas.openxmlformats.org/drawingml/2006/main">
              <a:ext uri="{FF2B5EF4-FFF2-40B4-BE49-F238E27FC236}">
                <a16:creationId xmlns:a16="http://schemas.microsoft.com/office/drawing/2014/main" id="{D55F1634-7286-4966-84CF-2C4FC3CD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4353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5" name="path-1135">
            <a:extLst xmlns:a="http://schemas.openxmlformats.org/drawingml/2006/main">
              <a:ext uri="{FF2B5EF4-FFF2-40B4-BE49-F238E27FC236}">
                <a16:creationId xmlns:a16="http://schemas.microsoft.com/office/drawing/2014/main" id="{764CAE40-EBDD-400D-BD6C-4C20F903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025" y="8517937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6" name="path-1136">
            <a:extLst xmlns:a="http://schemas.openxmlformats.org/drawingml/2006/main">
              <a:ext uri="{FF2B5EF4-FFF2-40B4-BE49-F238E27FC236}">
                <a16:creationId xmlns:a16="http://schemas.microsoft.com/office/drawing/2014/main" id="{E186E63D-7B22-41FF-AC82-09C1033B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5061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7" name="path-1137">
            <a:extLst xmlns:a="http://schemas.openxmlformats.org/drawingml/2006/main">
              <a:ext uri="{FF2B5EF4-FFF2-40B4-BE49-F238E27FC236}">
                <a16:creationId xmlns:a16="http://schemas.microsoft.com/office/drawing/2014/main" id="{B0D3C7FE-C5B6-451B-AD27-A2D22630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519" y="8517937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8"/>
                </a:cubicBezTo>
                <a:lnTo>
                  <a:pt x="37342" y="23245"/>
                </a:lnTo>
                <a:cubicBezTo>
                  <a:pt x="37342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8" name="path-1138">
            <a:extLst xmlns:a="http://schemas.openxmlformats.org/drawingml/2006/main">
              <a:ext uri="{FF2B5EF4-FFF2-40B4-BE49-F238E27FC236}">
                <a16:creationId xmlns:a16="http://schemas.microsoft.com/office/drawing/2014/main" id="{BF657D10-D810-4EB9-8FF6-C17891C6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388" y="8517937"/>
            <a:ext cx="43932" cy="32817"/>
          </a:xfrm>
          <a:custGeom xmlns:a="http://schemas.openxmlformats.org/drawingml/2006/main">
            <a:pathLst>
              <a:path w="37342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8"/>
                </a:cubicBezTo>
                <a:lnTo>
                  <a:pt x="37342" y="23245"/>
                </a:lnTo>
                <a:cubicBezTo>
                  <a:pt x="37342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9" name="path-1139">
            <a:extLst xmlns:a="http://schemas.openxmlformats.org/drawingml/2006/main">
              <a:ext uri="{FF2B5EF4-FFF2-40B4-BE49-F238E27FC236}">
                <a16:creationId xmlns:a16="http://schemas.microsoft.com/office/drawing/2014/main" id="{44809C16-AC9C-4D05-A01A-3A312BE9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954" y="8517937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0" name="path-1140">
            <a:extLst xmlns:a="http://schemas.openxmlformats.org/drawingml/2006/main">
              <a:ext uri="{FF2B5EF4-FFF2-40B4-BE49-F238E27FC236}">
                <a16:creationId xmlns:a16="http://schemas.microsoft.com/office/drawing/2014/main" id="{225E49FB-E456-4EBC-9992-E77268C1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0035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1" name="path-1141">
            <a:extLst xmlns:a="http://schemas.openxmlformats.org/drawingml/2006/main">
              <a:ext uri="{FF2B5EF4-FFF2-40B4-BE49-F238E27FC236}">
                <a16:creationId xmlns:a16="http://schemas.microsoft.com/office/drawing/2014/main" id="{AC5D2779-5A9B-4D6A-A951-2CF9C4C1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8600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2" name="path-1142">
            <a:extLst xmlns:a="http://schemas.openxmlformats.org/drawingml/2006/main">
              <a:ext uri="{FF2B5EF4-FFF2-40B4-BE49-F238E27FC236}">
                <a16:creationId xmlns:a16="http://schemas.microsoft.com/office/drawing/2014/main" id="{BC8A28D3-DCD3-47D2-A5A3-8104A1DB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636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3" name="path-1143">
            <a:extLst xmlns:a="http://schemas.openxmlformats.org/drawingml/2006/main">
              <a:ext uri="{FF2B5EF4-FFF2-40B4-BE49-F238E27FC236}">
                <a16:creationId xmlns:a16="http://schemas.microsoft.com/office/drawing/2014/main" id="{FC68A536-7B06-4485-9B40-CB5945BB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9838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4" name="path-1144">
            <a:extLst xmlns:a="http://schemas.openxmlformats.org/drawingml/2006/main">
              <a:ext uri="{FF2B5EF4-FFF2-40B4-BE49-F238E27FC236}">
                <a16:creationId xmlns:a16="http://schemas.microsoft.com/office/drawing/2014/main" id="{4E9345C0-079F-4201-B28F-CB1E8995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7344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5" name="path-1145">
            <a:extLst xmlns:a="http://schemas.openxmlformats.org/drawingml/2006/main">
              <a:ext uri="{FF2B5EF4-FFF2-40B4-BE49-F238E27FC236}">
                <a16:creationId xmlns:a16="http://schemas.microsoft.com/office/drawing/2014/main" id="{AC9C0B04-9D79-4F92-A845-6F747812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1802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6" name="path-1146">
            <a:extLst xmlns:a="http://schemas.openxmlformats.org/drawingml/2006/main">
              <a:ext uri="{FF2B5EF4-FFF2-40B4-BE49-F238E27FC236}">
                <a16:creationId xmlns:a16="http://schemas.microsoft.com/office/drawing/2014/main" id="{F180DF85-B158-4C07-9AFC-996FFBDA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5201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7" name="path-1147">
            <a:extLst xmlns:a="http://schemas.openxmlformats.org/drawingml/2006/main">
              <a:ext uri="{FF2B5EF4-FFF2-40B4-BE49-F238E27FC236}">
                <a16:creationId xmlns:a16="http://schemas.microsoft.com/office/drawing/2014/main" id="{4A41D070-8559-4223-A237-5C19F0F2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765" y="8517937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8" name="path-1148">
            <a:extLst xmlns:a="http://schemas.openxmlformats.org/drawingml/2006/main">
              <a:ext uri="{FF2B5EF4-FFF2-40B4-BE49-F238E27FC236}">
                <a16:creationId xmlns:a16="http://schemas.microsoft.com/office/drawing/2014/main" id="{92D00788-08FB-40B7-84FC-50004FEA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3376" y="8517937"/>
            <a:ext cx="43932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9" name="path-1149">
            <a:extLst xmlns:a="http://schemas.openxmlformats.org/drawingml/2006/main">
              <a:ext uri="{FF2B5EF4-FFF2-40B4-BE49-F238E27FC236}">
                <a16:creationId xmlns:a16="http://schemas.microsoft.com/office/drawing/2014/main" id="{DE3C0345-9AE5-445B-B5AD-3164483D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1940" y="8517937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0" name="path-1150">
            <a:extLst xmlns:a="http://schemas.openxmlformats.org/drawingml/2006/main">
              <a:ext uri="{FF2B5EF4-FFF2-40B4-BE49-F238E27FC236}">
                <a16:creationId xmlns:a16="http://schemas.microsoft.com/office/drawing/2014/main" id="{64A0BF74-71D6-4762-89F8-49305185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9446" y="8517937"/>
            <a:ext cx="43933" cy="32817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3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3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CC625D94-3CF8-46C3-95D6-F4DB60D6B0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78f183cf44ce7"/>
          <a:stretch xmlns:a="http://schemas.openxmlformats.org/drawingml/2006/main"/>
        </p:blipFill>
        <p:spPr>
          <a:xfrm xmlns:a="http://schemas.openxmlformats.org/drawingml/2006/main">
            <a:off x="7689952" y="8033873"/>
            <a:ext cx="806824" cy="470647"/>
          </a:xfrm>
          <a:prstGeom xmlns:a="http://schemas.openxmlformats.org/drawingml/2006/main" prst="rect">
            <a:avLst/>
          </a:prstGeom>
        </p:spPr>
      </p:pic>
      <p:pic>
        <p:nvPic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0863DB7A-961F-4631-8E12-C87050F39C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e8eac64c64991"/>
          <a:stretch xmlns:a="http://schemas.openxmlformats.org/drawingml/2006/main"/>
        </p:blipFill>
        <p:spPr>
          <a:xfrm xmlns:a="http://schemas.openxmlformats.org/drawingml/2006/main">
            <a:off x="8552805" y="8033873"/>
            <a:ext cx="806824" cy="470647"/>
          </a:xfrm>
          <a:prstGeom xmlns:a="http://schemas.openxmlformats.org/drawingml/2006/main" prst="rect">
            <a:avLst/>
          </a:prstGeom>
        </p:spPr>
      </p:pic>
      <p:pic>
        <p:nvPicPr>
          <p:cNvPr id="903" name="">
            <a:extLst xmlns:a="http://schemas.openxmlformats.org/drawingml/2006/main">
              <a:ext uri="{FF2B5EF4-FFF2-40B4-BE49-F238E27FC236}">
                <a16:creationId xmlns:a16="http://schemas.microsoft.com/office/drawing/2014/main" id="{BA7E3302-1956-4B49-980E-A07893E283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66980ac1d42f0"/>
          <a:stretch xmlns:a="http://schemas.openxmlformats.org/drawingml/2006/main"/>
        </p:blipFill>
        <p:spPr>
          <a:xfrm xmlns:a="http://schemas.openxmlformats.org/drawingml/2006/main">
            <a:off x="9415658" y="8033873"/>
            <a:ext cx="806824" cy="470647"/>
          </a:xfrm>
          <a:prstGeom xmlns:a="http://schemas.openxmlformats.org/drawingml/2006/main" prst="rect">
            <a:avLst/>
          </a:prstGeom>
        </p:spPr>
      </p:pic>
      <p:pic>
        <p:nvPic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F1404E7A-40AF-41E7-83C4-9BFBE66F2B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56729a7a64f13"/>
          <a:stretch xmlns:a="http://schemas.openxmlformats.org/drawingml/2006/main"/>
        </p:blipFill>
        <p:spPr>
          <a:xfrm xmlns:a="http://schemas.openxmlformats.org/drawingml/2006/main">
            <a:off x="10278511" y="8033873"/>
            <a:ext cx="806824" cy="470647"/>
          </a:xfrm>
          <a:prstGeom xmlns:a="http://schemas.openxmlformats.org/drawingml/2006/main" prst="rect">
            <a:avLst/>
          </a:prstGeom>
        </p:spPr>
      </p:pic>
      <p:pic>
        <p:nvPic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110C7047-0E39-424E-BC58-ACE6124413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53a2cb2124f6c"/>
          <a:stretch xmlns:a="http://schemas.openxmlformats.org/drawingml/2006/main"/>
        </p:blipFill>
        <p:spPr>
          <a:xfrm xmlns:a="http://schemas.openxmlformats.org/drawingml/2006/main">
            <a:off x="11141364" y="8033873"/>
            <a:ext cx="806824" cy="470647"/>
          </a:xfrm>
          <a:prstGeom xmlns:a="http://schemas.openxmlformats.org/drawingml/2006/main" prst="rect">
            <a:avLst/>
          </a:prstGeom>
        </p:spPr>
      </p:pic>
      <p:sp>
        <p:nvSpPr>
          <p:cNvPr id="906" name="text-1156 &lt;Answer&gt;">
            <a:extLst xmlns:a="http://schemas.openxmlformats.org/drawingml/2006/main">
              <a:ext uri="{FF2B5EF4-FFF2-40B4-BE49-F238E27FC236}">
                <a16:creationId xmlns:a16="http://schemas.microsoft.com/office/drawing/2014/main" id="{045C587F-431F-49F1-BAD2-C072B36E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2786" y="8581008"/>
            <a:ext cx="653640" cy="208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&lt;Answer&gt;</a:t>
            </a:r>
          </a:p>
        </p:txBody>
      </p:sp>
      <p:sp>
        <p:nvSpPr>
          <p:cNvPr id="907" name="text-1157 Looking">
            <a:extLst xmlns:a="http://schemas.openxmlformats.org/drawingml/2006/main">
              <a:ext uri="{FF2B5EF4-FFF2-40B4-BE49-F238E27FC236}">
                <a16:creationId xmlns:a16="http://schemas.microsoft.com/office/drawing/2014/main" id="{2D0E0869-7CF0-4818-9869-5BC969C1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0017" y="8581492"/>
            <a:ext cx="541912" cy="207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Looking</a:t>
            </a:r>
          </a:p>
        </p:txBody>
      </p:sp>
      <p:sp>
        <p:nvSpPr>
          <p:cNvPr id="908" name="text-1159 closely">
            <a:extLst xmlns:a="http://schemas.openxmlformats.org/drawingml/2006/main">
              <a:ext uri="{FF2B5EF4-FFF2-40B4-BE49-F238E27FC236}">
                <a16:creationId xmlns:a16="http://schemas.microsoft.com/office/drawing/2014/main" id="{AED95A16-4D52-414A-B9E8-287BF131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206" y="8580882"/>
            <a:ext cx="494379" cy="208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closely</a:t>
            </a:r>
          </a:p>
        </p:txBody>
      </p:sp>
      <p:sp>
        <p:nvSpPr>
          <p:cNvPr id="909" name="text-1161 at">
            <a:extLst xmlns:a="http://schemas.openxmlformats.org/drawingml/2006/main">
              <a:ext uri="{FF2B5EF4-FFF2-40B4-BE49-F238E27FC236}">
                <a16:creationId xmlns:a16="http://schemas.microsoft.com/office/drawing/2014/main" id="{03E0BCB5-E55F-4F4D-98E9-27340518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0758" y="8581870"/>
            <a:ext cx="171880" cy="207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</a:t>
            </a:r>
          </a:p>
        </p:txBody>
      </p:sp>
      <p:sp>
        <p:nvSpPr>
          <p:cNvPr id="910" name="text-1163 01">
            <a:extLst xmlns:a="http://schemas.openxmlformats.org/drawingml/2006/main">
              <a:ext uri="{FF2B5EF4-FFF2-40B4-BE49-F238E27FC236}">
                <a16:creationId xmlns:a16="http://schemas.microsoft.com/office/drawing/2014/main" id="{53045CEB-4C45-4FA4-A082-CEB96B16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755" y="8581927"/>
            <a:ext cx="183312" cy="20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911" name="text-1164 :">
            <a:extLst xmlns:a="http://schemas.openxmlformats.org/drawingml/2006/main">
              <a:ext uri="{FF2B5EF4-FFF2-40B4-BE49-F238E27FC236}">
                <a16:creationId xmlns:a16="http://schemas.microsoft.com/office/drawing/2014/main" id="{F4C73EB6-A5C0-40A7-A666-A4DA4588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1901" y="8581588"/>
            <a:ext cx="70964" cy="20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912" name="text-1165 31">
            <a:extLst xmlns:a="http://schemas.openxmlformats.org/drawingml/2006/main">
              <a:ext uri="{FF2B5EF4-FFF2-40B4-BE49-F238E27FC236}">
                <a16:creationId xmlns:a16="http://schemas.microsoft.com/office/drawing/2014/main" id="{875FB09D-D132-4183-8DEA-AB54FFC1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569" y="8581927"/>
            <a:ext cx="183312" cy="20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31</a:t>
            </a:r>
          </a:p>
        </p:txBody>
      </p:sp>
      <p:sp>
        <p:nvSpPr>
          <p:cNvPr id="913" name="text-1166 ,">
            <a:extLst xmlns:a="http://schemas.openxmlformats.org/drawingml/2006/main">
              <a:ext uri="{FF2B5EF4-FFF2-40B4-BE49-F238E27FC236}">
                <a16:creationId xmlns:a16="http://schemas.microsoft.com/office/drawing/2014/main" id="{2A20A2EC-0736-4178-9A2D-1AF235D4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1715" y="8581309"/>
            <a:ext cx="67757" cy="207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914" name="text-1168 the">
            <a:extLst xmlns:a="http://schemas.openxmlformats.org/drawingml/2006/main">
              <a:ext uri="{FF2B5EF4-FFF2-40B4-BE49-F238E27FC236}">
                <a16:creationId xmlns:a16="http://schemas.microsoft.com/office/drawing/2014/main" id="{DA86B3A0-05E7-497E-8B4D-BC0EF4D3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2175" y="8581011"/>
            <a:ext cx="264095" cy="208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15" name="text-1170 black">
            <a:extLst xmlns:a="http://schemas.openxmlformats.org/drawingml/2006/main">
              <a:ext uri="{FF2B5EF4-FFF2-40B4-BE49-F238E27FC236}">
                <a16:creationId xmlns:a16="http://schemas.microsoft.com/office/drawing/2014/main" id="{3FE27183-E0D6-44EC-9751-6BF9C81F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8478" y="8581358"/>
            <a:ext cx="387486" cy="207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916" name="text-1171 -">
            <a:extLst xmlns:a="http://schemas.openxmlformats.org/drawingml/2006/main">
              <a:ext uri="{FF2B5EF4-FFF2-40B4-BE49-F238E27FC236}">
                <a16:creationId xmlns:a16="http://schemas.microsoft.com/office/drawing/2014/main" id="{02221922-597E-4522-97BB-34401704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8407" y="8581562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917" name="text-1172 hat">
            <a:extLst xmlns:a="http://schemas.openxmlformats.org/drawingml/2006/main">
              <a:ext uri="{FF2B5EF4-FFF2-40B4-BE49-F238E27FC236}">
                <a16:creationId xmlns:a16="http://schemas.microsoft.com/office/drawing/2014/main" id="{74EAC22E-300E-4B24-81C1-D238D4AD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0600" y="8581498"/>
            <a:ext cx="257892" cy="20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918" name="text-1174 clown">
            <a:extLst xmlns:a="http://schemas.openxmlformats.org/drawingml/2006/main">
              <a:ext uri="{FF2B5EF4-FFF2-40B4-BE49-F238E27FC236}">
                <a16:creationId xmlns:a16="http://schemas.microsoft.com/office/drawing/2014/main" id="{B2707FC3-5138-4551-BF69-860F4F51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1610" y="8580733"/>
            <a:ext cx="402241" cy="208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919" name="text-1176 is">
            <a:extLst xmlns:a="http://schemas.openxmlformats.org/drawingml/2006/main">
              <a:ext uri="{FF2B5EF4-FFF2-40B4-BE49-F238E27FC236}">
                <a16:creationId xmlns:a16="http://schemas.microsoft.com/office/drawing/2014/main" id="{2AD1FF5F-CAD1-4AA5-A20C-5DD8FEF3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6856" y="8582178"/>
            <a:ext cx="139742" cy="206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920" name="text-1178 clapping">
            <a:extLst xmlns:a="http://schemas.openxmlformats.org/drawingml/2006/main">
              <a:ext uri="{FF2B5EF4-FFF2-40B4-BE49-F238E27FC236}">
                <a16:creationId xmlns:a16="http://schemas.microsoft.com/office/drawing/2014/main" id="{2042096B-E21F-471E-A86C-ACB4BC78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0095" y="8581172"/>
            <a:ext cx="576605" cy="208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921" name="text-1180 along">
            <a:extLst xmlns:a="http://schemas.openxmlformats.org/drawingml/2006/main">
              <a:ext uri="{FF2B5EF4-FFF2-40B4-BE49-F238E27FC236}">
                <a16:creationId xmlns:a16="http://schemas.microsoft.com/office/drawing/2014/main" id="{0D895F9A-1BC4-49E7-8C45-9E7C08AB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8691" y="8581166"/>
            <a:ext cx="378053" cy="208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along</a:t>
            </a:r>
          </a:p>
        </p:txBody>
      </p:sp>
      <p:sp>
        <p:nvSpPr>
          <p:cNvPr id="922" name="text-1182 with">
            <a:extLst xmlns:a="http://schemas.openxmlformats.org/drawingml/2006/main">
              <a:ext uri="{FF2B5EF4-FFF2-40B4-BE49-F238E27FC236}">
                <a16:creationId xmlns:a16="http://schemas.microsoft.com/office/drawing/2014/main" id="{DAEDA936-5F64-4A6C-9094-00CDBE81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8795" y="8581318"/>
            <a:ext cx="325380" cy="20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with</a:t>
            </a:r>
          </a:p>
        </p:txBody>
      </p:sp>
      <p:sp>
        <p:nvSpPr>
          <p:cNvPr id="923" name="text-1184 an">
            <a:extLst xmlns:a="http://schemas.openxmlformats.org/drawingml/2006/main">
              <a:ext uri="{FF2B5EF4-FFF2-40B4-BE49-F238E27FC236}">
                <a16:creationId xmlns:a16="http://schemas.microsoft.com/office/drawing/2014/main" id="{E86EB804-1130-4781-AC56-D3D8FC48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7345" y="8581827"/>
            <a:ext cx="179632" cy="207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</a:t>
            </a:r>
          </a:p>
        </p:txBody>
      </p:sp>
      <p:sp>
        <p:nvSpPr>
          <p:cNvPr id="924" name="text-1186 audience">
            <a:extLst xmlns:a="http://schemas.openxmlformats.org/drawingml/2006/main">
              <a:ext uri="{FF2B5EF4-FFF2-40B4-BE49-F238E27FC236}">
                <a16:creationId xmlns:a16="http://schemas.microsoft.com/office/drawing/2014/main" id="{0843A450-6321-4E5B-85D9-B7FD9567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0334" y="8581535"/>
            <a:ext cx="623979" cy="207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audience</a:t>
            </a:r>
          </a:p>
        </p:txBody>
      </p:sp>
      <p:sp>
        <p:nvSpPr>
          <p:cNvPr id="925" name="text-1188 member">
            <a:extLst xmlns:a="http://schemas.openxmlformats.org/drawingml/2006/main">
              <a:ext uri="{FF2B5EF4-FFF2-40B4-BE49-F238E27FC236}">
                <a16:creationId xmlns:a16="http://schemas.microsoft.com/office/drawing/2014/main" id="{B24FCBB3-1B9B-460B-9D39-5835FC3B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6619" y="8581872"/>
            <a:ext cx="576835" cy="20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member</a:t>
            </a:r>
          </a:p>
        </p:txBody>
      </p:sp>
      <p:sp>
        <p:nvSpPr>
          <p:cNvPr id="926" name="text-1189 .">
            <a:extLst xmlns:a="http://schemas.openxmlformats.org/drawingml/2006/main">
              <a:ext uri="{FF2B5EF4-FFF2-40B4-BE49-F238E27FC236}">
                <a16:creationId xmlns:a16="http://schemas.microsoft.com/office/drawing/2014/main" id="{DAC2F613-4528-4C76-A587-F7D33D7A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7099" y="8581396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927" name="text-1191 But">
            <a:extLst xmlns:a="http://schemas.openxmlformats.org/drawingml/2006/main">
              <a:ext uri="{FF2B5EF4-FFF2-40B4-BE49-F238E27FC236}">
                <a16:creationId xmlns:a16="http://schemas.microsoft.com/office/drawing/2014/main" id="{43D042FC-5EBF-4F7A-B671-C38FDA03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642" y="8581324"/>
            <a:ext cx="267260" cy="207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But</a:t>
            </a:r>
          </a:p>
        </p:txBody>
      </p:sp>
      <p:sp>
        <p:nvSpPr>
          <p:cNvPr id="928" name="text-1193 later,">
            <a:extLst xmlns:a="http://schemas.openxmlformats.org/drawingml/2006/main">
              <a:ext uri="{FF2B5EF4-FFF2-40B4-BE49-F238E27FC236}">
                <a16:creationId xmlns:a16="http://schemas.microsoft.com/office/drawing/2014/main" id="{7310E559-3BC0-4D3C-B428-2998FDC3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3967" y="8581460"/>
            <a:ext cx="406382" cy="207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later,</a:t>
            </a:r>
          </a:p>
        </p:txBody>
      </p:sp>
      <p:sp>
        <p:nvSpPr>
          <p:cNvPr id="929" name="text-1195 at">
            <a:extLst xmlns:a="http://schemas.openxmlformats.org/drawingml/2006/main">
              <a:ext uri="{FF2B5EF4-FFF2-40B4-BE49-F238E27FC236}">
                <a16:creationId xmlns:a16="http://schemas.microsoft.com/office/drawing/2014/main" id="{D4E23344-B655-49CB-9A4B-CC460D03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3237" y="8581869"/>
            <a:ext cx="171881" cy="207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</a:t>
            </a:r>
          </a:p>
        </p:txBody>
      </p:sp>
      <p:sp>
        <p:nvSpPr>
          <p:cNvPr id="930" name="text-1197 03">
            <a:extLst xmlns:a="http://schemas.openxmlformats.org/drawingml/2006/main">
              <a:ext uri="{FF2B5EF4-FFF2-40B4-BE49-F238E27FC236}">
                <a16:creationId xmlns:a16="http://schemas.microsoft.com/office/drawing/2014/main" id="{A2036495-4FDE-4709-B82A-EB76FDF8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8286" y="8581865"/>
            <a:ext cx="207059" cy="20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03</a:t>
            </a:r>
          </a:p>
        </p:txBody>
      </p:sp>
      <p:sp>
        <p:nvSpPr>
          <p:cNvPr id="931" name="text-1198 :">
            <a:extLst xmlns:a="http://schemas.openxmlformats.org/drawingml/2006/main">
              <a:ext uri="{FF2B5EF4-FFF2-40B4-BE49-F238E27FC236}">
                <a16:creationId xmlns:a16="http://schemas.microsoft.com/office/drawing/2014/main" id="{69D33FC1-3489-478E-90BF-5ABF5F6F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8251" y="8581588"/>
            <a:ext cx="70964" cy="20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932" name="text-1199 22">
            <a:extLst xmlns:a="http://schemas.openxmlformats.org/drawingml/2006/main">
              <a:ext uri="{FF2B5EF4-FFF2-40B4-BE49-F238E27FC236}">
                <a16:creationId xmlns:a16="http://schemas.microsoft.com/office/drawing/2014/main" id="{339637A2-5FD5-4406-B132-7B3EB4BF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1919" y="8581865"/>
            <a:ext cx="207059" cy="20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22</a:t>
            </a:r>
          </a:p>
        </p:txBody>
      </p:sp>
      <p:sp>
        <p:nvSpPr>
          <p:cNvPr id="933" name="text-1201 and">
            <a:extLst xmlns:a="http://schemas.openxmlformats.org/drawingml/2006/main">
              <a:ext uri="{FF2B5EF4-FFF2-40B4-BE49-F238E27FC236}">
                <a16:creationId xmlns:a16="http://schemas.microsoft.com/office/drawing/2014/main" id="{416FA38F-2FBA-40B2-9BAC-EA3B0346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1374" y="8581422"/>
            <a:ext cx="267273" cy="207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934" name="text-1203 03">
            <a:extLst xmlns:a="http://schemas.openxmlformats.org/drawingml/2006/main">
              <a:ext uri="{FF2B5EF4-FFF2-40B4-BE49-F238E27FC236}">
                <a16:creationId xmlns:a16="http://schemas.microsoft.com/office/drawing/2014/main" id="{C4E19642-A28F-4AAE-9456-0276B288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1700" y="8581865"/>
            <a:ext cx="207059" cy="20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03</a:t>
            </a:r>
          </a:p>
        </p:txBody>
      </p:sp>
      <p:sp>
        <p:nvSpPr>
          <p:cNvPr id="935" name="text-1204 :">
            <a:extLst xmlns:a="http://schemas.openxmlformats.org/drawingml/2006/main">
              <a:ext uri="{FF2B5EF4-FFF2-40B4-BE49-F238E27FC236}">
                <a16:creationId xmlns:a16="http://schemas.microsoft.com/office/drawing/2014/main" id="{E5146773-780A-4A74-856C-3B11E7E1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01665" y="8581588"/>
            <a:ext cx="70964" cy="20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936" name="text-1205 55">
            <a:extLst xmlns:a="http://schemas.openxmlformats.org/drawingml/2006/main">
              <a:ext uri="{FF2B5EF4-FFF2-40B4-BE49-F238E27FC236}">
                <a16:creationId xmlns:a16="http://schemas.microsoft.com/office/drawing/2014/main" id="{B3E530B4-029B-4FDE-A2A4-FBC1DC06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45333" y="8581865"/>
            <a:ext cx="207059" cy="20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55</a:t>
            </a:r>
          </a:p>
        </p:txBody>
      </p:sp>
      <p:sp>
        <p:nvSpPr>
          <p:cNvPr id="937" name="text-1206 ,">
            <a:extLst xmlns:a="http://schemas.openxmlformats.org/drawingml/2006/main">
              <a:ext uri="{FF2B5EF4-FFF2-40B4-BE49-F238E27FC236}">
                <a16:creationId xmlns:a16="http://schemas.microsoft.com/office/drawing/2014/main" id="{EFB9C359-A0EE-4A8A-ABFB-1F0676B7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5298" y="8581308"/>
            <a:ext cx="67758" cy="207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938" name="text-1208 the">
            <a:extLst xmlns:a="http://schemas.openxmlformats.org/drawingml/2006/main">
              <a:ext uri="{FF2B5EF4-FFF2-40B4-BE49-F238E27FC236}">
                <a16:creationId xmlns:a16="http://schemas.microsoft.com/office/drawing/2014/main" id="{6A9F7807-3549-4BEE-B805-2A4A0CBC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810" y="8581010"/>
            <a:ext cx="264095" cy="208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39" name="text-1210 black">
            <a:extLst xmlns:a="http://schemas.openxmlformats.org/drawingml/2006/main">
              <a:ext uri="{FF2B5EF4-FFF2-40B4-BE49-F238E27FC236}">
                <a16:creationId xmlns:a16="http://schemas.microsoft.com/office/drawing/2014/main" id="{CC5E3BA4-8631-48C7-A64C-352C9FC4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2165" y="8581358"/>
            <a:ext cx="387487" cy="207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940" name="text-1211 -">
            <a:extLst xmlns:a="http://schemas.openxmlformats.org/drawingml/2006/main">
              <a:ext uri="{FF2B5EF4-FFF2-40B4-BE49-F238E27FC236}">
                <a16:creationId xmlns:a16="http://schemas.microsoft.com/office/drawing/2014/main" id="{47F9F219-2E57-432B-A9E2-34F52C81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2095" y="8581562"/>
            <a:ext cx="88408" cy="2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941" name="text-1212 hat">
            <a:extLst xmlns:a="http://schemas.openxmlformats.org/drawingml/2006/main">
              <a:ext uri="{FF2B5EF4-FFF2-40B4-BE49-F238E27FC236}">
                <a16:creationId xmlns:a16="http://schemas.microsoft.com/office/drawing/2014/main" id="{6698148D-9758-4262-A0BE-8E75A6A2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2786" y="8761884"/>
            <a:ext cx="257892" cy="20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942" name="text-1214 clown">
            <a:extLst xmlns:a="http://schemas.openxmlformats.org/drawingml/2006/main">
              <a:ext uri="{FF2B5EF4-FFF2-40B4-BE49-F238E27FC236}">
                <a16:creationId xmlns:a16="http://schemas.microsoft.com/office/drawing/2014/main" id="{B7F4B700-F2CA-4A0D-BEF4-8760A157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3645" y="8761119"/>
            <a:ext cx="402241" cy="208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943" name="text-1216 has">
            <a:extLst xmlns:a="http://schemas.openxmlformats.org/drawingml/2006/main">
              <a:ext uri="{FF2B5EF4-FFF2-40B4-BE49-F238E27FC236}">
                <a16:creationId xmlns:a16="http://schemas.microsoft.com/office/drawing/2014/main" id="{46E35751-7CF7-48FF-9EBF-0A9BF25F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8740" y="8761866"/>
            <a:ext cx="260211" cy="20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has</a:t>
            </a:r>
          </a:p>
        </p:txBody>
      </p:sp>
      <p:sp>
        <p:nvSpPr>
          <p:cNvPr id="944" name="text-1218 a">
            <a:extLst xmlns:a="http://schemas.openxmlformats.org/drawingml/2006/main">
              <a:ext uri="{FF2B5EF4-FFF2-40B4-BE49-F238E27FC236}">
                <a16:creationId xmlns:a16="http://schemas.microsoft.com/office/drawing/2014/main" id="{9ACEFD3E-3B65-40F2-8E5B-B44A8836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2246" y="8761923"/>
            <a:ext cx="102524" cy="207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945" name="text-1220 very">
            <a:extLst xmlns:a="http://schemas.openxmlformats.org/drawingml/2006/main">
              <a:ext uri="{FF2B5EF4-FFF2-40B4-BE49-F238E27FC236}">
                <a16:creationId xmlns:a16="http://schemas.microsoft.com/office/drawing/2014/main" id="{487654A0-FDD8-42BA-8404-E08924AC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6959" y="8762230"/>
            <a:ext cx="327460" cy="207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very</a:t>
            </a:r>
          </a:p>
        </p:txBody>
      </p:sp>
      <p:sp>
        <p:nvSpPr>
          <p:cNvPr id="946" name="text-1222 distinct,">
            <a:extLst xmlns:a="http://schemas.openxmlformats.org/drawingml/2006/main">
              <a:ext uri="{FF2B5EF4-FFF2-40B4-BE49-F238E27FC236}">
                <a16:creationId xmlns:a16="http://schemas.microsoft.com/office/drawing/2014/main" id="{472E3FD2-B679-4DF5-8049-8A249860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6628" y="8761405"/>
            <a:ext cx="605116" cy="208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distinct,</a:t>
            </a:r>
          </a:p>
        </p:txBody>
      </p:sp>
      <p:sp>
        <p:nvSpPr>
          <p:cNvPr id="947" name="text-1224 almost">
            <a:extLst xmlns:a="http://schemas.openxmlformats.org/drawingml/2006/main">
              <a:ext uri="{FF2B5EF4-FFF2-40B4-BE49-F238E27FC236}">
                <a16:creationId xmlns:a16="http://schemas.microsoft.com/office/drawing/2014/main" id="{3C3F94D5-DBA3-4E76-B7EC-81CEBF63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4236" y="8761578"/>
            <a:ext cx="479027" cy="208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almost</a:t>
            </a:r>
          </a:p>
        </p:txBody>
      </p:sp>
      <p:sp>
        <p:nvSpPr>
          <p:cNvPr id="948" name="text-1226 evil">
            <a:extLst xmlns:a="http://schemas.openxmlformats.org/drawingml/2006/main">
              <a:ext uri="{FF2B5EF4-FFF2-40B4-BE49-F238E27FC236}">
                <a16:creationId xmlns:a16="http://schemas.microsoft.com/office/drawing/2014/main" id="{E722B226-080B-404A-B592-A31E12AC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6135" y="8762904"/>
            <a:ext cx="260189" cy="206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evil</a:t>
            </a:r>
          </a:p>
        </p:txBody>
      </p:sp>
      <p:sp>
        <p:nvSpPr>
          <p:cNvPr id="949" name="text-1228 smile">
            <a:extLst xmlns:a="http://schemas.openxmlformats.org/drawingml/2006/main">
              <a:ext uri="{FF2B5EF4-FFF2-40B4-BE49-F238E27FC236}">
                <a16:creationId xmlns:a16="http://schemas.microsoft.com/office/drawing/2014/main" id="{F86497BC-B8F7-49A2-B441-25D3F9D5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9693" y="8761559"/>
            <a:ext cx="378036" cy="208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smile</a:t>
            </a:r>
          </a:p>
        </p:txBody>
      </p:sp>
      <p:sp>
        <p:nvSpPr>
          <p:cNvPr id="950" name="text-1230 while">
            <a:extLst xmlns:a="http://schemas.openxmlformats.org/drawingml/2006/main">
              <a:ext uri="{FF2B5EF4-FFF2-40B4-BE49-F238E27FC236}">
                <a16:creationId xmlns:a16="http://schemas.microsoft.com/office/drawing/2014/main" id="{5087D31B-3397-4962-8D22-83BC7F73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9699" y="8761526"/>
            <a:ext cx="377835" cy="2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while</a:t>
            </a:r>
          </a:p>
        </p:txBody>
      </p:sp>
      <p:sp>
        <p:nvSpPr>
          <p:cNvPr id="951" name="text-1232 looking">
            <a:extLst xmlns:a="http://schemas.openxmlformats.org/drawingml/2006/main">
              <a:ext uri="{FF2B5EF4-FFF2-40B4-BE49-F238E27FC236}">
                <a16:creationId xmlns:a16="http://schemas.microsoft.com/office/drawing/2014/main" id="{E928C4CB-29CC-4BB0-99E0-0789F1C5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9705" y="8761816"/>
            <a:ext cx="501047" cy="207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looking</a:t>
            </a:r>
          </a:p>
        </p:txBody>
      </p:sp>
      <p:sp>
        <p:nvSpPr>
          <p:cNvPr id="952" name="text-1234 at">
            <a:extLst xmlns:a="http://schemas.openxmlformats.org/drawingml/2006/main">
              <a:ext uri="{FF2B5EF4-FFF2-40B4-BE49-F238E27FC236}">
                <a16:creationId xmlns:a16="http://schemas.microsoft.com/office/drawing/2014/main" id="{677670D8-C802-4E9D-8CAF-7D1A7E77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2776" y="8762255"/>
            <a:ext cx="171881" cy="207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</a:t>
            </a:r>
          </a:p>
        </p:txBody>
      </p:sp>
      <p:sp>
        <p:nvSpPr>
          <p:cNvPr id="953" name="text-1236 the">
            <a:extLst xmlns:a="http://schemas.openxmlformats.org/drawingml/2006/main">
              <a:ext uri="{FF2B5EF4-FFF2-40B4-BE49-F238E27FC236}">
                <a16:creationId xmlns:a16="http://schemas.microsoft.com/office/drawing/2014/main" id="{CE8EE13A-34B5-416F-B562-0764DEBC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7675" y="8761396"/>
            <a:ext cx="264095" cy="208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54" name="text-1238 red">
            <a:extLst xmlns:a="http://schemas.openxmlformats.org/drawingml/2006/main">
              <a:ext uri="{FF2B5EF4-FFF2-40B4-BE49-F238E27FC236}">
                <a16:creationId xmlns:a16="http://schemas.microsoft.com/office/drawing/2014/main" id="{170584FC-369B-4C39-A89E-671F838F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3880" y="8762040"/>
            <a:ext cx="265809" cy="20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red</a:t>
            </a:r>
          </a:p>
        </p:txBody>
      </p:sp>
      <p:sp>
        <p:nvSpPr>
          <p:cNvPr id="955" name="text-1240 clown">
            <a:extLst xmlns:a="http://schemas.openxmlformats.org/drawingml/2006/main">
              <a:ext uri="{FF2B5EF4-FFF2-40B4-BE49-F238E27FC236}">
                <a16:creationId xmlns:a16="http://schemas.microsoft.com/office/drawing/2014/main" id="{8889334E-4B72-4A7C-BB41-12E72CDE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2732" y="8761119"/>
            <a:ext cx="402242" cy="208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956" name="text-1241 .">
            <a:extLst xmlns:a="http://schemas.openxmlformats.org/drawingml/2006/main">
              <a:ext uri="{FF2B5EF4-FFF2-40B4-BE49-F238E27FC236}">
                <a16:creationId xmlns:a16="http://schemas.microsoft.com/office/drawing/2014/main" id="{A5FD7956-8C1E-4AA6-BEFC-DECFF234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8540" y="8761782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957" name="text-1243 This">
            <a:extLst xmlns:a="http://schemas.openxmlformats.org/drawingml/2006/main">
              <a:ext uri="{FF2B5EF4-FFF2-40B4-BE49-F238E27FC236}">
                <a16:creationId xmlns:a16="http://schemas.microsoft.com/office/drawing/2014/main" id="{DEDE278B-6B01-472B-A754-6E8AB4A3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930" y="8761957"/>
            <a:ext cx="326443" cy="207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This</a:t>
            </a:r>
          </a:p>
        </p:txBody>
      </p:sp>
      <p:sp>
        <p:nvSpPr>
          <p:cNvPr id="958" name="text-1245 suggests">
            <a:extLst xmlns:a="http://schemas.openxmlformats.org/drawingml/2006/main">
              <a:ext uri="{FF2B5EF4-FFF2-40B4-BE49-F238E27FC236}">
                <a16:creationId xmlns:a16="http://schemas.microsoft.com/office/drawing/2014/main" id="{0F69BB1B-E5C6-4574-9E86-D7CA93B3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4653" y="8761942"/>
            <a:ext cx="628180" cy="20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suggests</a:t>
            </a:r>
          </a:p>
        </p:txBody>
      </p:sp>
      <p:sp>
        <p:nvSpPr>
          <p:cNvPr id="959" name="text-1247 a">
            <a:extLst xmlns:a="http://schemas.openxmlformats.org/drawingml/2006/main">
              <a:ext uri="{FF2B5EF4-FFF2-40B4-BE49-F238E27FC236}">
                <a16:creationId xmlns:a16="http://schemas.microsoft.com/office/drawing/2014/main" id="{50D848C3-05D4-4EFA-8C53-B74FE868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6080" y="8761923"/>
            <a:ext cx="102524" cy="207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960" name="text-1249 vindictive">
            <a:extLst xmlns:a="http://schemas.openxmlformats.org/drawingml/2006/main">
              <a:ext uri="{FF2B5EF4-FFF2-40B4-BE49-F238E27FC236}">
                <a16:creationId xmlns:a16="http://schemas.microsoft.com/office/drawing/2014/main" id="{23DA50D0-FD31-4681-A63B-4B4D4296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0846" y="8762044"/>
            <a:ext cx="686292" cy="207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vindictive</a:t>
            </a:r>
          </a:p>
        </p:txBody>
      </p:sp>
      <p:sp>
        <p:nvSpPr>
          <p:cNvPr id="961" name="text-1251 or">
            <a:extLst xmlns:a="http://schemas.openxmlformats.org/drawingml/2006/main">
              <a:ext uri="{FF2B5EF4-FFF2-40B4-BE49-F238E27FC236}">
                <a16:creationId xmlns:a16="http://schemas.microsoft.com/office/drawing/2014/main" id="{4E876582-500F-49E8-8B3A-571E81D1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9175" y="8761749"/>
            <a:ext cx="175999" cy="20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962" name="text-1253 mocking">
            <a:extLst xmlns:a="http://schemas.openxmlformats.org/drawingml/2006/main">
              <a:ext uri="{FF2B5EF4-FFF2-40B4-BE49-F238E27FC236}">
                <a16:creationId xmlns:a16="http://schemas.microsoft.com/office/drawing/2014/main" id="{8199483C-16B0-4895-A63C-765DE88C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44" y="8761810"/>
            <a:ext cx="573817" cy="207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mocking</a:t>
            </a:r>
          </a:p>
        </p:txBody>
      </p:sp>
      <p:sp>
        <p:nvSpPr>
          <p:cNvPr id="963" name="text-1255 attitude">
            <a:extLst xmlns:a="http://schemas.openxmlformats.org/drawingml/2006/main">
              <a:ext uri="{FF2B5EF4-FFF2-40B4-BE49-F238E27FC236}">
                <a16:creationId xmlns:a16="http://schemas.microsoft.com/office/drawing/2014/main" id="{D6D930F2-8F08-4291-825F-EF278DA5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3894" y="8761896"/>
            <a:ext cx="598641" cy="207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attitude</a:t>
            </a:r>
          </a:p>
        </p:txBody>
      </p:sp>
      <p:sp>
        <p:nvSpPr>
          <p:cNvPr id="964" name="text-1256 .">
            <a:extLst xmlns:a="http://schemas.openxmlformats.org/drawingml/2006/main">
              <a:ext uri="{FF2B5EF4-FFF2-40B4-BE49-F238E27FC236}">
                <a16:creationId xmlns:a16="http://schemas.microsoft.com/office/drawing/2014/main" id="{8C6FDB2C-E939-429E-94CB-FC0FC4BB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5547" y="8761782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965" name="text-1258 If">
            <a:extLst xmlns:a="http://schemas.openxmlformats.org/drawingml/2006/main">
              <a:ext uri="{FF2B5EF4-FFF2-40B4-BE49-F238E27FC236}">
                <a16:creationId xmlns:a16="http://schemas.microsoft.com/office/drawing/2014/main" id="{61B0B12A-B1FF-4C8B-85F1-A57B0867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1938" y="8762119"/>
            <a:ext cx="182696" cy="207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If</a:t>
            </a:r>
          </a:p>
        </p:txBody>
      </p:sp>
      <p:sp>
        <p:nvSpPr>
          <p:cNvPr id="966" name="text-1260 the">
            <a:extLst xmlns:a="http://schemas.openxmlformats.org/drawingml/2006/main">
              <a:ext uri="{FF2B5EF4-FFF2-40B4-BE49-F238E27FC236}">
                <a16:creationId xmlns:a16="http://schemas.microsoft.com/office/drawing/2014/main" id="{21DC5FDC-0668-4AC9-A5AB-3E9E9CB1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7423" y="8761396"/>
            <a:ext cx="264095" cy="208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67" name="text-1262 question">
            <a:extLst xmlns:a="http://schemas.openxmlformats.org/drawingml/2006/main">
              <a:ext uri="{FF2B5EF4-FFF2-40B4-BE49-F238E27FC236}">
                <a16:creationId xmlns:a16="http://schemas.microsoft.com/office/drawing/2014/main" id="{6ECEB320-D2A1-46DA-92C0-EABDEB95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2786" y="8942370"/>
            <a:ext cx="600490" cy="207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968" name="text-1264 implies">
            <a:extLst xmlns:a="http://schemas.openxmlformats.org/drawingml/2006/main">
              <a:ext uri="{FF2B5EF4-FFF2-40B4-BE49-F238E27FC236}">
                <a16:creationId xmlns:a16="http://schemas.microsoft.com/office/drawing/2014/main" id="{33043F3E-7770-46A3-8758-FF1B3C42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0754" y="8942515"/>
            <a:ext cx="497147" cy="207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implies</a:t>
            </a:r>
          </a:p>
        </p:txBody>
      </p:sp>
      <p:sp>
        <p:nvSpPr>
          <p:cNvPr id="969" name="text-1266 the">
            <a:extLst xmlns:a="http://schemas.openxmlformats.org/drawingml/2006/main">
              <a:ext uri="{FF2B5EF4-FFF2-40B4-BE49-F238E27FC236}">
                <a16:creationId xmlns:a16="http://schemas.microsoft.com/office/drawing/2014/main" id="{AB5D4DF8-4D3A-45DD-8C34-0937F49F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5506" y="8941786"/>
            <a:ext cx="264095" cy="208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70" name="text-1268 clapping">
            <a:extLst xmlns:a="http://schemas.openxmlformats.org/drawingml/2006/main">
              <a:ext uri="{FF2B5EF4-FFF2-40B4-BE49-F238E27FC236}">
                <a16:creationId xmlns:a16="http://schemas.microsoft.com/office/drawing/2014/main" id="{E397FC53-6071-401D-A770-DB741F6C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6039" y="8941948"/>
            <a:ext cx="576605" cy="208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971" name="text-1270 is">
            <a:extLst xmlns:a="http://schemas.openxmlformats.org/drawingml/2006/main">
              <a:ext uri="{FF2B5EF4-FFF2-40B4-BE49-F238E27FC236}">
                <a16:creationId xmlns:a16="http://schemas.microsoft.com/office/drawing/2014/main" id="{D2BE5CAA-177A-4E87-842D-B7ED692F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8865" y="8942954"/>
            <a:ext cx="139742" cy="206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972" name="text-1272 insincere">
            <a:extLst xmlns:a="http://schemas.openxmlformats.org/drawingml/2006/main">
              <a:ext uri="{FF2B5EF4-FFF2-40B4-BE49-F238E27FC236}">
                <a16:creationId xmlns:a16="http://schemas.microsoft.com/office/drawing/2014/main" id="{2FB4E79B-7E95-4158-BB2B-5720D6C5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6334" y="8942014"/>
            <a:ext cx="647760" cy="207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insincere</a:t>
            </a:r>
          </a:p>
        </p:txBody>
      </p:sp>
      <p:sp>
        <p:nvSpPr>
          <p:cNvPr id="973" name="text-1274 or">
            <a:extLst xmlns:a="http://schemas.openxmlformats.org/drawingml/2006/main">
              <a:ext uri="{FF2B5EF4-FFF2-40B4-BE49-F238E27FC236}">
                <a16:creationId xmlns:a16="http://schemas.microsoft.com/office/drawing/2014/main" id="{3EDC1359-5B4D-42C9-8D39-99047E21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0616" y="8942137"/>
            <a:ext cx="176000" cy="207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974" name="text-1276 part">
            <a:extLst xmlns:a="http://schemas.openxmlformats.org/drawingml/2006/main">
              <a:ext uri="{FF2B5EF4-FFF2-40B4-BE49-F238E27FC236}">
                <a16:creationId xmlns:a16="http://schemas.microsoft.com/office/drawing/2014/main" id="{7E181E30-CA47-42A2-803A-8173569C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3813" y="8942271"/>
            <a:ext cx="322703" cy="207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part</a:t>
            </a:r>
          </a:p>
        </p:txBody>
      </p:sp>
      <p:sp>
        <p:nvSpPr>
          <p:cNvPr id="975" name="text-1278 of">
            <a:extLst xmlns:a="http://schemas.openxmlformats.org/drawingml/2006/main">
              <a:ext uri="{FF2B5EF4-FFF2-40B4-BE49-F238E27FC236}">
                <a16:creationId xmlns:a16="http://schemas.microsoft.com/office/drawing/2014/main" id="{586FF359-E2BA-44B6-A047-2637024E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3894" y="8942115"/>
            <a:ext cx="180128" cy="207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976" name="text-1280 a">
            <a:extLst xmlns:a="http://schemas.openxmlformats.org/drawingml/2006/main">
              <a:ext uri="{FF2B5EF4-FFF2-40B4-BE49-F238E27FC236}">
                <a16:creationId xmlns:a16="http://schemas.microsoft.com/office/drawing/2014/main" id="{5137603C-1845-41A1-BF4D-340F071B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1062" y="8942313"/>
            <a:ext cx="102524" cy="207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977" name="text-1282 larger">
            <a:extLst xmlns:a="http://schemas.openxmlformats.org/drawingml/2006/main">
              <a:ext uri="{FF2B5EF4-FFF2-40B4-BE49-F238E27FC236}">
                <a16:creationId xmlns:a16="http://schemas.microsoft.com/office/drawing/2014/main" id="{07359E81-2D73-4CA0-9018-BCB0F557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0156" y="8942522"/>
            <a:ext cx="444509" cy="207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larger</a:t>
            </a:r>
          </a:p>
        </p:txBody>
      </p:sp>
      <p:sp>
        <p:nvSpPr>
          <p:cNvPr id="978" name="text-1284 negative">
            <a:extLst xmlns:a="http://schemas.openxmlformats.org/drawingml/2006/main">
              <a:ext uri="{FF2B5EF4-FFF2-40B4-BE49-F238E27FC236}">
                <a16:creationId xmlns:a16="http://schemas.microsoft.com/office/drawing/2014/main" id="{C434DE5C-D53E-48CC-B96B-68638E1F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977" y="8942715"/>
            <a:ext cx="602609" cy="206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negative</a:t>
            </a:r>
          </a:p>
        </p:txBody>
      </p:sp>
      <p:sp>
        <p:nvSpPr>
          <p:cNvPr id="979" name="text-1286 sentiment,">
            <a:extLst xmlns:a="http://schemas.openxmlformats.org/drawingml/2006/main">
              <a:ext uri="{FF2B5EF4-FFF2-40B4-BE49-F238E27FC236}">
                <a16:creationId xmlns:a16="http://schemas.microsoft.com/office/drawing/2014/main" id="{CFC7BC67-49CD-4FD9-88D2-8C0056E3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268" y="8942081"/>
            <a:ext cx="754532" cy="207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sentiment,</a:t>
            </a:r>
          </a:p>
        </p:txBody>
      </p:sp>
      <p:sp>
        <p:nvSpPr>
          <p:cNvPr id="980" name="text-1288 E">
            <a:extLst xmlns:a="http://schemas.openxmlformats.org/drawingml/2006/main">
              <a:ext uri="{FF2B5EF4-FFF2-40B4-BE49-F238E27FC236}">
                <a16:creationId xmlns:a16="http://schemas.microsoft.com/office/drawing/2014/main" id="{30AE92E7-56BE-414A-A037-01ACCAD9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2735" y="8942243"/>
            <a:ext cx="119253" cy="20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</a:t>
            </a:r>
          </a:p>
        </p:txBody>
      </p:sp>
      <p:sp>
        <p:nvSpPr>
          <p:cNvPr id="981" name="text-1290 fits">
            <a:extLst xmlns:a="http://schemas.openxmlformats.org/drawingml/2006/main">
              <a:ext uri="{FF2B5EF4-FFF2-40B4-BE49-F238E27FC236}">
                <a16:creationId xmlns:a16="http://schemas.microsoft.com/office/drawing/2014/main" id="{CAF442B2-EC3B-4CE0-848A-7D621776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9032" y="8942300"/>
            <a:ext cx="285384" cy="207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fits</a:t>
            </a:r>
          </a:p>
        </p:txBody>
      </p:sp>
      <p:sp>
        <p:nvSpPr>
          <p:cNvPr id="982" name="text-1292 best">
            <a:extLst xmlns:a="http://schemas.openxmlformats.org/drawingml/2006/main">
              <a:ext uri="{FF2B5EF4-FFF2-40B4-BE49-F238E27FC236}">
                <a16:creationId xmlns:a16="http://schemas.microsoft.com/office/drawing/2014/main" id="{8A7F175F-F408-4437-9A8B-5579E01B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2062" y="8942423"/>
            <a:ext cx="337318" cy="207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best</a:t>
            </a:r>
          </a:p>
        </p:txBody>
      </p:sp>
      <p:sp>
        <p:nvSpPr>
          <p:cNvPr id="983" name="text-1293 .">
            <a:extLst xmlns:a="http://schemas.openxmlformats.org/drawingml/2006/main">
              <a:ext uri="{FF2B5EF4-FFF2-40B4-BE49-F238E27FC236}">
                <a16:creationId xmlns:a16="http://schemas.microsoft.com/office/drawing/2014/main" id="{D66267DB-8E86-427F-83D0-EFC44F62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3030" y="8942171"/>
            <a:ext cx="63617" cy="20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984" name="text-1295 Answer">
            <a:extLst xmlns:a="http://schemas.openxmlformats.org/drawingml/2006/main">
              <a:ext uri="{FF2B5EF4-FFF2-40B4-BE49-F238E27FC236}">
                <a16:creationId xmlns:a16="http://schemas.microsoft.com/office/drawing/2014/main" id="{9770D724-0224-4E09-A984-18D78D42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749" y="8941892"/>
            <a:ext cx="539846" cy="20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985" name="text-1296 :">
            <a:extLst xmlns:a="http://schemas.openxmlformats.org/drawingml/2006/main">
              <a:ext uri="{FF2B5EF4-FFF2-40B4-BE49-F238E27FC236}">
                <a16:creationId xmlns:a16="http://schemas.microsoft.com/office/drawing/2014/main" id="{A33755CD-AD75-41A5-A1C2-3F4BF158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7178" y="8942363"/>
            <a:ext cx="70964" cy="20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7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7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7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986" name="text-1298 E">
            <a:extLst xmlns:a="http://schemas.openxmlformats.org/drawingml/2006/main">
              <a:ext uri="{FF2B5EF4-FFF2-40B4-BE49-F238E27FC236}">
                <a16:creationId xmlns:a16="http://schemas.microsoft.com/office/drawing/2014/main" id="{ECECDB15-4A50-420C-9048-194B4CD3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4514" y="8942243"/>
            <a:ext cx="119253" cy="20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1168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E</a:t>
            </a:r>
          </a:p>
        </p:txBody>
      </p:sp>
      <p:sp>
        <p:nvSpPr>
          <p:cNvPr id="987" name="text-1300 &lt;Answer&gt;">
            <a:extLst xmlns:a="http://schemas.openxmlformats.org/drawingml/2006/main">
              <a:ext uri="{FF2B5EF4-FFF2-40B4-BE49-F238E27FC236}">
                <a16:creationId xmlns:a16="http://schemas.microsoft.com/office/drawing/2014/main" id="{6187C4C6-74FC-4846-9B2D-94BF2710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479" y="8941783"/>
            <a:ext cx="653641" cy="208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1171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&lt;Answer&gt;</a:t>
            </a:r>
          </a:p>
        </p:txBody>
      </p:sp>
      <p:pic>
        <p:nvPicPr>
          <p:cNvPr id="988" name="">
            <a:extLst xmlns:a="http://schemas.openxmlformats.org/drawingml/2006/main">
              <a:ext uri="{FF2B5EF4-FFF2-40B4-BE49-F238E27FC236}">
                <a16:creationId xmlns:a16="http://schemas.microsoft.com/office/drawing/2014/main" id="{7A111B69-37EC-4FDE-9B30-9C63CE1F61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b1e8007104b6c"/>
          <a:stretch xmlns:a="http://schemas.openxmlformats.org/drawingml/2006/main"/>
        </p:blipFill>
        <p:spPr>
          <a:xfrm xmlns:a="http://schemas.openxmlformats.org/drawingml/2006/main">
            <a:off x="10603481" y="8907932"/>
            <a:ext cx="403412" cy="3922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1044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2026-10-15T08:15:18.2130000Z</dcterms:created>
  <dcterms:modified xsi:type="dcterms:W3CDTF">2026-10-15T08:15:18.2130000Z</dcterms:modified>
</coreProperties>
</file>