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24fbf2b2a460c" /><Relationship Type="http://schemas.openxmlformats.org/officeDocument/2006/relationships/extended-properties" Target="/docProps/app.xml" Id="Rd6ed0c82386e4198" /><Relationship Type="http://schemas.openxmlformats.org/officeDocument/2006/relationships/officeDocument" Target="/ppt/presentation.xml" Id="Re0fe6418b6b1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b7b57c3094ae8"/>
  </p:sldMasterIdLst>
  <p:notesMasterIdLst>
    <p:notesMasterId xmlns:r="http://schemas.openxmlformats.org/officeDocument/2006/relationships" r:id="R6a3ab88442e64631"/>
  </p:notesMasterIdLst>
  <p:sldIdLst>
    <p:sldId xmlns:r="http://schemas.openxmlformats.org/officeDocument/2006/relationships" id="256" r:id="R97607c223f0f43bc"/>
  </p:sldIdLst>
  <p:sldSz cx="18497550" cy="12544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a49f10f72b4555" /><Relationship Type="http://schemas.openxmlformats.org/officeDocument/2006/relationships/slideMaster" Target="/ppt/slideMasters/slideMaster1.xml" Id="R190b7b57c3094ae8" /><Relationship Type="http://schemas.openxmlformats.org/officeDocument/2006/relationships/notesMaster" Target="/ppt/notesMasters/notesMaster1.xml" Id="R6a3ab88442e64631" /><Relationship Type="http://schemas.openxmlformats.org/officeDocument/2006/relationships/presProps" Target="/ppt/presProps.xml" Id="Rf6dee685a21a4fbc" /><Relationship Type="http://schemas.openxmlformats.org/officeDocument/2006/relationships/tableStyles" Target="/ppt/tableStyles.xml" Id="R7a79390841f3491f" /><Relationship Type="http://schemas.openxmlformats.org/officeDocument/2006/relationships/slide" Target="/ppt/slides/slide1.xml" Id="R97607c223f0f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d0738531c5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36700b0bb41a3" /><Relationship Type="http://schemas.openxmlformats.org/officeDocument/2006/relationships/notesMaster" Target="/ppt/notesMasters/notesMaster1.xml" Id="R3ef9153524314b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Stage I: Coverage-Oriented Data Construction</a:t>
            </a:r>
          </a:p>
          <a:p xmlns:a="http://schemas.openxmlformats.org/drawingml/2006/main">
            <a:r>
              <a:t>Source: https://arxiv.org/abs/2609.20423v1</a:t>
            </a:r>
          </a:p>
          <a:p xmlns:a="http://schemas.openxmlformats.org/drawingml/2006/main">
            <a:r>
              <a:t>Approved image: fig2_stage1_coverage_data_construction.png; SHA-256: 4029672a84275587cf8ac65be99e04043473146998a7767f75337985cf03e1fb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(73).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39993570949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6db0e09f54b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9c3c2046740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34c4ded054d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57ed021f34d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7167021f946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639E38-1963-4451-BF6E-3C6A352B66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49755" y="4739005"/>
            <a:ext cx="14798040" cy="181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0AEC65-FF06-4469-BFE1-ACC9766F17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4632" y="6899434"/>
            <a:ext cx="12948285" cy="139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70C7FB-69C2-4D27-9C1F-75F60C499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49755" y="5226844"/>
            <a:ext cx="14798040" cy="2090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A62D0-4F75-4A90-9188-A055DB13F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0487" y="975678"/>
            <a:ext cx="16416576" cy="153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317A2D-80C2-4EDB-A7D7-60FFB0FDD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0487" y="3484563"/>
            <a:ext cx="16416576" cy="780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682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1pPr>
            <a:lvl2pPr marL="809268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2pPr>
            <a:lvl3pPr marL="1271707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3pPr>
            <a:lvl4pPr marL="1734145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4pPr>
            <a:lvl5pPr marL="2196584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5pPr>
            <a:lvl6pPr marL="2659023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6pPr>
            <a:lvl7pPr marL="3121462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7pPr>
            <a:lvl8pPr marL="3583900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8pPr>
            <a:lvl9pPr marL="404633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0CEA38-B69B-4BEE-8DEB-00CEDA7B1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0487" y="975678"/>
            <a:ext cx="16416576" cy="153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4A2071-963E-40C8-8BAE-2965A6F73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0487" y="3484563"/>
            <a:ext cx="7630239" cy="780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682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1pPr>
            <a:lvl2pPr marL="809268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2pPr>
            <a:lvl3pPr marL="1271707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3pPr>
            <a:lvl4pPr marL="1734145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4pPr>
            <a:lvl5pPr marL="2196584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5pPr>
            <a:lvl6pPr marL="2659023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6pPr>
            <a:lvl7pPr marL="3121462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7pPr>
            <a:lvl8pPr marL="3583900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8pPr>
            <a:lvl9pPr marL="404633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138BF2-A58C-4C44-BE4D-3385314319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826823" y="3484563"/>
            <a:ext cx="7630239" cy="780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682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1pPr>
            <a:lvl2pPr marL="809268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2pPr>
            <a:lvl3pPr marL="1271707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3pPr>
            <a:lvl4pPr marL="1734145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4pPr>
            <a:lvl5pPr marL="2196584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5pPr>
            <a:lvl6pPr marL="2659023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6pPr>
            <a:lvl7pPr marL="3121462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7pPr>
            <a:lvl8pPr marL="3583900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8pPr>
            <a:lvl9pPr marL="404633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BB3038-5746-4C1E-B816-C4514ECA9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0487" y="975678"/>
            <a:ext cx="16416576" cy="1533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D0CACB-5D6E-4133-8651-8F684565ED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40487" y="3484563"/>
            <a:ext cx="7630239" cy="780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682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1pPr>
            <a:lvl2pPr marL="809268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2pPr>
            <a:lvl3pPr marL="1271707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3pPr>
            <a:lvl4pPr marL="1734145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4pPr>
            <a:lvl5pPr marL="2196584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5pPr>
            <a:lvl6pPr marL="2659023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6pPr>
            <a:lvl7pPr marL="3121462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7pPr>
            <a:lvl8pPr marL="3583900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8pPr>
            <a:lvl9pPr marL="4046339" indent="-346829">
              <a:lnSpc>
                <a:spcPct val="110000"/>
              </a:lnSpc>
              <a:spcBef>
                <a:spcPts val="0"/>
              </a:spcBef>
              <a:spcAft>
                <a:spcPts val="182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bd27d09674ff9" /><Relationship Type="http://schemas.openxmlformats.org/officeDocument/2006/relationships/slideLayout" Target="/ppt/slideLayouts/slideLayout1.xml" Id="R4c1c5e394ebf4466" /><Relationship Type="http://schemas.openxmlformats.org/officeDocument/2006/relationships/slideLayout" Target="/ppt/slideLayouts/slideLayout2.xml" Id="R887200bae71747fb" /><Relationship Type="http://schemas.openxmlformats.org/officeDocument/2006/relationships/slideLayout" Target="/ppt/slideLayouts/slideLayout3.xml" Id="R62df677838c34481" /><Relationship Type="http://schemas.openxmlformats.org/officeDocument/2006/relationships/slideLayout" Target="/ppt/slideLayouts/slideLayout4.xml" Id="Ra676e5cab03f4621" /><Relationship Type="http://schemas.openxmlformats.org/officeDocument/2006/relationships/slideLayout" Target="/ppt/slideLayouts/slideLayout5.xml" Id="Re034066264bb45b0" /><Relationship Type="http://schemas.openxmlformats.org/officeDocument/2006/relationships/slideLayout" Target="/ppt/slideLayouts/slideLayout6.xml" Id="R08e34e89637644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c5e394ebf4466"/>
    <p:sldLayoutId xmlns:r="http://schemas.openxmlformats.org/officeDocument/2006/relationships" id="2147483650" r:id="R887200bae71747fb"/>
    <p:sldLayoutId xmlns:r="http://schemas.openxmlformats.org/officeDocument/2006/relationships" id="2147483651" r:id="R62df677838c34481"/>
    <p:sldLayoutId xmlns:r="http://schemas.openxmlformats.org/officeDocument/2006/relationships" id="2147483652" r:id="Ra676e5cab03f4621"/>
    <p:sldLayoutId xmlns:r="http://schemas.openxmlformats.org/officeDocument/2006/relationships" id="2147483653" r:id="Re034066264bb45b0"/>
    <p:sldLayoutId xmlns:r="http://schemas.openxmlformats.org/officeDocument/2006/relationships" id="2147483654" r:id="R08e34e89637644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61961ff744f90" /><Relationship Type="http://schemas.openxmlformats.org/officeDocument/2006/relationships/image" Target="/ppt/media/image.png" Id="R54295dabdd3f4f83" /><Relationship Type="http://schemas.openxmlformats.org/officeDocument/2006/relationships/image" Target="/ppt/media/image2.png" Id="R8eabdffc99be4f9a" /><Relationship Type="http://schemas.openxmlformats.org/officeDocument/2006/relationships/image" Target="/ppt/media/image3.png" Id="R4dbff0b5b1bd4dd1" /><Relationship Type="http://schemas.openxmlformats.org/officeDocument/2006/relationships/image" Target="/ppt/media/image4.png" Id="R969839281d7747f9" /><Relationship Type="http://schemas.openxmlformats.org/officeDocument/2006/relationships/image" Target="/ppt/media/image5.png" Id="Rdc2b8a23fcd248df" /><Relationship Type="http://schemas.openxmlformats.org/officeDocument/2006/relationships/image" Target="/ppt/media/image6.png" Id="Rd77336407d674513" /><Relationship Type="http://schemas.openxmlformats.org/officeDocument/2006/relationships/image" Target="/ppt/media/image7.png" Id="R0aa905f6c092485d" /><Relationship Type="http://schemas.openxmlformats.org/officeDocument/2006/relationships/image" Target="/ppt/media/image8.png" Id="R7eca776b27b74485" /><Relationship Type="http://schemas.openxmlformats.org/officeDocument/2006/relationships/image" Target="/ppt/media/image9.png" Id="Ree44e824c09d4c2d" /><Relationship Type="http://schemas.openxmlformats.org/officeDocument/2006/relationships/image" Target="/ppt/media/image10.png" Id="R7615800dd00449f1" /><Relationship Type="http://schemas.openxmlformats.org/officeDocument/2006/relationships/image" Target="/ppt/media/image11.png" Id="R7b288b528e494e1b" /><Relationship Type="http://schemas.openxmlformats.org/officeDocument/2006/relationships/image" Target="/ppt/media/image12.png" Id="R57c38edf6f974218" /><Relationship Type="http://schemas.openxmlformats.org/officeDocument/2006/relationships/image" Target="/ppt/media/image13.png" Id="R94d3c806ec104a7b" /><Relationship Type="http://schemas.openxmlformats.org/officeDocument/2006/relationships/image" Target="/ppt/media/image14.png" Id="R42858de4214945db" /><Relationship Type="http://schemas.openxmlformats.org/officeDocument/2006/relationships/image" Target="/ppt/media/image15.png" Id="R84eae6d5f54b40d5" /><Relationship Type="http://schemas.openxmlformats.org/officeDocument/2006/relationships/image" Target="/ppt/media/image16.png" Id="R72923e196bbe44de" /><Relationship Type="http://schemas.openxmlformats.org/officeDocument/2006/relationships/image" Target="/ppt/media/image17.png" Id="R397d1812e9a44290" /><Relationship Type="http://schemas.openxmlformats.org/officeDocument/2006/relationships/image" Target="/ppt/media/image18.png" Id="Re8b123bc18bf4618" /><Relationship Type="http://schemas.openxmlformats.org/officeDocument/2006/relationships/image" Target="/ppt/media/image19.png" Id="R54a53cfdb3dd428f" /><Relationship Type="http://schemas.openxmlformats.org/officeDocument/2006/relationships/image" Target="/ppt/media/image20.png" Id="R61f4b767d7ae438f" /><Relationship Type="http://schemas.openxmlformats.org/officeDocument/2006/relationships/image" Target="/ppt/media/image21.png" Id="Ref6b706509ac4401" /><Relationship Type="http://schemas.openxmlformats.org/officeDocument/2006/relationships/image" Target="/ppt/media/image22.png" Id="R2fb7bbb587374dd9" /><Relationship Type="http://schemas.openxmlformats.org/officeDocument/2006/relationships/image" Target="/ppt/media/image23.png" Id="Rb65aeac9ad4c40e6" /><Relationship Type="http://schemas.openxmlformats.org/officeDocument/2006/relationships/image" Target="/ppt/media/image24.png" Id="R3dacfd05415047cb" /><Relationship Type="http://schemas.openxmlformats.org/officeDocument/2006/relationships/image" Target="/ppt/media/image25.png" Id="Raa9b84d97b3a4d01" /><Relationship Type="http://schemas.openxmlformats.org/officeDocument/2006/relationships/image" Target="/ppt/media/image26.png" Id="R2d0ba5d9c2924cff" /><Relationship Type="http://schemas.openxmlformats.org/officeDocument/2006/relationships/image" Target="/ppt/media/image27.png" Id="Rd12aa30a7ce148b2" /><Relationship Type="http://schemas.openxmlformats.org/officeDocument/2006/relationships/image" Target="/ppt/media/image28.png" Id="R96534d13e52a4d00" /><Relationship Type="http://schemas.openxmlformats.org/officeDocument/2006/relationships/image" Target="/ppt/media/image29.png" Id="R9f99aaac6aaf4404" /><Relationship Type="http://schemas.openxmlformats.org/officeDocument/2006/relationships/image" Target="/ppt/media/image30.png" Id="Rda3dabb47bcb4695" /><Relationship Type="http://schemas.openxmlformats.org/officeDocument/2006/relationships/image" Target="/ppt/media/image31.png" Id="Raf84a24d4b2546ac" /><Relationship Type="http://schemas.openxmlformats.org/officeDocument/2006/relationships/image" Target="/ppt/media/image32.png" Id="R7147ba864232475e" /><Relationship Type="http://schemas.openxmlformats.org/officeDocument/2006/relationships/image" Target="/ppt/media/image33.png" Id="R03eae9594ca84aea" /><Relationship Type="http://schemas.openxmlformats.org/officeDocument/2006/relationships/image" Target="/ppt/media/image34.png" Id="R24cd80ad1cdb4512" /><Relationship Type="http://schemas.openxmlformats.org/officeDocument/2006/relationships/image" Target="/ppt/media/image35.png" Id="R88a21cd89e194e24" /><Relationship Type="http://schemas.openxmlformats.org/officeDocument/2006/relationships/image" Target="/ppt/media/image36.png" Id="R1bbcb497c2994da7" /><Relationship Type="http://schemas.openxmlformats.org/officeDocument/2006/relationships/image" Target="/ppt/media/image37.png" Id="Rbde431bfea974e59" /><Relationship Type="http://schemas.openxmlformats.org/officeDocument/2006/relationships/image" Target="/ppt/media/image38.png" Id="R727e39cd61f446d3" /><Relationship Type="http://schemas.openxmlformats.org/officeDocument/2006/relationships/image" Target="/ppt/media/image39.png" Id="R9a330b810c0b470b" /><Relationship Type="http://schemas.openxmlformats.org/officeDocument/2006/relationships/image" Target="/ppt/media/image40.png" Id="R51f57e8dd1f64c51" /><Relationship Type="http://schemas.openxmlformats.org/officeDocument/2006/relationships/image" Target="/ppt/media/image41.png" Id="R0f08f96195fb403f" /><Relationship Type="http://schemas.openxmlformats.org/officeDocument/2006/relationships/image" Target="/ppt/media/image42.png" Id="R4424ed3e9afd4c47" /><Relationship Type="http://schemas.openxmlformats.org/officeDocument/2006/relationships/image" Target="/ppt/media/image43.png" Id="R264990802f5c4baf" /><Relationship Type="http://schemas.openxmlformats.org/officeDocument/2006/relationships/image" Target="/ppt/media/image44.png" Id="R9731a6e154634ea4" /><Relationship Type="http://schemas.openxmlformats.org/officeDocument/2006/relationships/image" Target="/ppt/media/image45.png" Id="R2f6dde4b61024f60" /><Relationship Type="http://schemas.openxmlformats.org/officeDocument/2006/relationships/image" Target="/ppt/media/image46.png" Id="Rff84fccd46b84757" /><Relationship Type="http://schemas.openxmlformats.org/officeDocument/2006/relationships/image" Target="/ppt/media/image47.png" Id="R77593c97fd1e4026" /><Relationship Type="http://schemas.openxmlformats.org/officeDocument/2006/relationships/image" Target="/ppt/media/image48.png" Id="Rbcc67f254e914687" /><Relationship Type="http://schemas.openxmlformats.org/officeDocument/2006/relationships/image" Target="/ppt/media/image49.png" Id="R5f032a4853274e61" /><Relationship Type="http://schemas.openxmlformats.org/officeDocument/2006/relationships/image" Target="/ppt/media/image50.png" Id="Rb67bb243f3c64fd2" /><Relationship Type="http://schemas.openxmlformats.org/officeDocument/2006/relationships/image" Target="/ppt/media/image51.png" Id="R75720745ffa14139" /><Relationship Type="http://schemas.openxmlformats.org/officeDocument/2006/relationships/image" Target="/ppt/media/image52.png" Id="R73f4feb6d72e4a06" /><Relationship Type="http://schemas.openxmlformats.org/officeDocument/2006/relationships/image" Target="/ppt/media/image53.png" Id="R1b6071ed7eae4578" /><Relationship Type="http://schemas.openxmlformats.org/officeDocument/2006/relationships/image" Target="/ppt/media/image54.png" Id="Rc79cdbb104a549d4" /><Relationship Type="http://schemas.openxmlformats.org/officeDocument/2006/relationships/image" Target="/ppt/media/image55.png" Id="R524faa43dfdc4437" /><Relationship Type="http://schemas.openxmlformats.org/officeDocument/2006/relationships/image" Target="/ppt/media/image56.png" Id="R5f003c5455ea426c" /><Relationship Type="http://schemas.openxmlformats.org/officeDocument/2006/relationships/image" Target="/ppt/media/image57.png" Id="Rf638ca7da04f4266" /><Relationship Type="http://schemas.openxmlformats.org/officeDocument/2006/relationships/image" Target="/ppt/media/image58.png" Id="R981dc6608e6f410a" /><Relationship Type="http://schemas.openxmlformats.org/officeDocument/2006/relationships/image" Target="/ppt/media/image59.png" Id="R16c018116b7d4845" /><Relationship Type="http://schemas.openxmlformats.org/officeDocument/2006/relationships/image" Target="/ppt/media/image60.png" Id="Rdbf993ea76eb4356" /><Relationship Type="http://schemas.openxmlformats.org/officeDocument/2006/relationships/image" Target="/ppt/media/image61.png" Id="R83e7e6721f044016" /><Relationship Type="http://schemas.openxmlformats.org/officeDocument/2006/relationships/image" Target="/ppt/media/image62.png" Id="R0ea76ea9d187433c" /><Relationship Type="http://schemas.openxmlformats.org/officeDocument/2006/relationships/image" Target="/ppt/media/image63.png" Id="R4a0fa676c82143b4" /><Relationship Type="http://schemas.openxmlformats.org/officeDocument/2006/relationships/image" Target="/ppt/media/image64.png" Id="Re8d93efc75184539" /><Relationship Type="http://schemas.openxmlformats.org/officeDocument/2006/relationships/image" Target="/ppt/media/image65.png" Id="R0f019b7ecc274461" /><Relationship Type="http://schemas.openxmlformats.org/officeDocument/2006/relationships/image" Target="/ppt/media/image66.png" Id="R4b56c94e32a14ab2" /><Relationship Type="http://schemas.openxmlformats.org/officeDocument/2006/relationships/image" Target="/ppt/media/image67.png" Id="R9df2d988d3c84f73" /><Relationship Type="http://schemas.openxmlformats.org/officeDocument/2006/relationships/image" Target="/ppt/media/image68.png" Id="R5e3b82c4cdee41bc" /><Relationship Type="http://schemas.openxmlformats.org/officeDocument/2006/relationships/image" Target="/ppt/media/image69.png" Id="Rbfe6d5b74ef04e51" /><Relationship Type="http://schemas.openxmlformats.org/officeDocument/2006/relationships/image" Target="/ppt/media/image70.png" Id="R7781e96d0f48486c" /><Relationship Type="http://schemas.openxmlformats.org/officeDocument/2006/relationships/image" Target="/ppt/media/image71.png" Id="R557f5d87a1e04c14" /><Relationship Type="http://schemas.openxmlformats.org/officeDocument/2006/relationships/image" Target="/ppt/media/image72.png" Id="Rc370d8e4bd214125" /><Relationship Type="http://schemas.openxmlformats.org/officeDocument/2006/relationships/image" Target="/ppt/media/image73.png" Id="R794da355628b43fd" /><Relationship Type="http://schemas.openxmlformats.org/officeDocument/2006/relationships/notesSlide" Target="/ppt/notesSlides/notesSlide1.xml" Id="Rab110a2857af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path-1">
            <a:extLst xmlns:a="http://schemas.openxmlformats.org/drawingml/2006/main">
              <a:ext uri="{FF2B5EF4-FFF2-40B4-BE49-F238E27FC236}">
                <a16:creationId xmlns:a16="http://schemas.microsoft.com/office/drawing/2014/main" id="{6BCBA93F-AEA2-4D02-9D7E-7BBE886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497550" cy="12544425"/>
          </a:xfrm>
          <a:custGeom xmlns:a="http://schemas.openxmlformats.org/drawingml/2006/main">
            <a:pathLst>
              <a:path w="18497550" h="12544425">
                <a:moveTo>
                  <a:pt x="18497550" y="12544425"/>
                </a:moveTo>
                <a:lnTo>
                  <a:pt x="18497550" y="0"/>
                </a:lnTo>
                <a:lnTo>
                  <a:pt x="0" y="0"/>
                </a:lnTo>
                <a:lnTo>
                  <a:pt x="0" y="12544425"/>
                </a:lnTo>
                <a:lnTo>
                  <a:pt x="18497550" y="12544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EA9F4A14-BE43-4F75-B4D4-4ADD10B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497550" cy="12544425"/>
          </a:xfrm>
          <a:custGeom xmlns:a="http://schemas.openxmlformats.org/drawingml/2006/main">
            <a:pathLst>
              <a:path w="18497550" h="12544425">
                <a:moveTo>
                  <a:pt x="18497550" y="12544425"/>
                </a:moveTo>
                <a:lnTo>
                  <a:pt x="18497550" y="0"/>
                </a:lnTo>
                <a:lnTo>
                  <a:pt x="0" y="0"/>
                </a:lnTo>
                <a:lnTo>
                  <a:pt x="0" y="12544425"/>
                </a:lnTo>
                <a:lnTo>
                  <a:pt x="18497550" y="12544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326DD79F-75C1-4E9A-87AB-309183DF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4" y="112489"/>
            <a:ext cx="7499655" cy="6291466"/>
          </a:xfrm>
          <a:custGeom xmlns:a="http://schemas.openxmlformats.org/drawingml/2006/main">
            <a:pathLst>
              <a:path w="7499655" h="6291466">
                <a:moveTo>
                  <a:pt x="443" y="102619"/>
                </a:moveTo>
                <a:lnTo>
                  <a:pt x="443" y="102619"/>
                </a:lnTo>
                <a:cubicBezTo>
                  <a:pt x="443" y="84691"/>
                  <a:pt x="5375" y="66764"/>
                  <a:pt x="14339" y="51539"/>
                </a:cubicBezTo>
                <a:cubicBezTo>
                  <a:pt x="23303" y="35841"/>
                  <a:pt x="36299" y="22844"/>
                  <a:pt x="51539" y="13880"/>
                </a:cubicBezTo>
                <a:cubicBezTo>
                  <a:pt x="67222" y="4917"/>
                  <a:pt x="84691" y="0"/>
                  <a:pt x="103078" y="0"/>
                </a:cubicBezTo>
                <a:lnTo>
                  <a:pt x="7397037" y="443"/>
                </a:lnTo>
                <a:cubicBezTo>
                  <a:pt x="7414948" y="443"/>
                  <a:pt x="7432877" y="5376"/>
                  <a:pt x="7448117" y="14339"/>
                </a:cubicBezTo>
                <a:cubicBezTo>
                  <a:pt x="7463801" y="23303"/>
                  <a:pt x="7476796" y="36299"/>
                  <a:pt x="7485759" y="51539"/>
                </a:cubicBezTo>
                <a:cubicBezTo>
                  <a:pt x="7494723" y="67222"/>
                  <a:pt x="7499655" y="84691"/>
                  <a:pt x="7499655" y="103061"/>
                </a:cubicBezTo>
                <a:lnTo>
                  <a:pt x="7499655" y="6188831"/>
                </a:lnTo>
                <a:cubicBezTo>
                  <a:pt x="7499655" y="6206759"/>
                  <a:pt x="7494723" y="6224686"/>
                  <a:pt x="7485759" y="6239927"/>
                </a:cubicBezTo>
                <a:cubicBezTo>
                  <a:pt x="7476796" y="6255610"/>
                  <a:pt x="7463801" y="6268605"/>
                  <a:pt x="7448559" y="6277569"/>
                </a:cubicBezTo>
                <a:cubicBezTo>
                  <a:pt x="7432877" y="6286534"/>
                  <a:pt x="7415408" y="6291466"/>
                  <a:pt x="7397037" y="6291466"/>
                </a:cubicBezTo>
                <a:lnTo>
                  <a:pt x="102619" y="6291466"/>
                </a:lnTo>
                <a:cubicBezTo>
                  <a:pt x="84691" y="6291466"/>
                  <a:pt x="66779" y="6286534"/>
                  <a:pt x="51539" y="6277569"/>
                </a:cubicBezTo>
                <a:cubicBezTo>
                  <a:pt x="35856" y="6268605"/>
                  <a:pt x="22861" y="6255610"/>
                  <a:pt x="13897" y="6240369"/>
                </a:cubicBezTo>
                <a:cubicBezTo>
                  <a:pt x="4933" y="6224686"/>
                  <a:pt x="0" y="6207201"/>
                  <a:pt x="0" y="6188831"/>
                </a:cubicBezTo>
                <a:lnTo>
                  <a:pt x="443" y="102619"/>
                </a:lnTo>
              </a:path>
            </a:pathLst>
          </a:custGeom>
          <a:solidFill xmlns:a="http://schemas.openxmlformats.org/drawingml/2006/main">
            <a:srgbClr val="F8F6FC"/>
          </a:solidFill>
          <a:ln xmlns:a="http://schemas.openxmlformats.org/drawingml/2006/main" w="17477">
            <a:solidFill>
              <a:srgbClr val="A98FCB"/>
            </a:solidFill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D88D07EA-54DD-490A-B389-205282E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342" y="253652"/>
            <a:ext cx="302055" cy="302039"/>
          </a:xfrm>
          <a:custGeom xmlns:a="http://schemas.openxmlformats.org/drawingml/2006/main">
            <a:pathLst>
              <a:path w="302055" h="302039">
                <a:moveTo>
                  <a:pt x="0" y="151027"/>
                </a:moveTo>
                <a:lnTo>
                  <a:pt x="0" y="151027"/>
                </a:lnTo>
                <a:cubicBezTo>
                  <a:pt x="0" y="124579"/>
                  <a:pt x="7177" y="98588"/>
                  <a:pt x="20172" y="75727"/>
                </a:cubicBezTo>
                <a:cubicBezTo>
                  <a:pt x="33611" y="52423"/>
                  <a:pt x="52440" y="33611"/>
                  <a:pt x="75300" y="20156"/>
                </a:cubicBezTo>
                <a:cubicBezTo>
                  <a:pt x="98603" y="7162"/>
                  <a:pt x="124594" y="0"/>
                  <a:pt x="151027" y="0"/>
                </a:cubicBezTo>
                <a:cubicBezTo>
                  <a:pt x="177477" y="0"/>
                  <a:pt x="203467" y="7162"/>
                  <a:pt x="226312" y="20156"/>
                </a:cubicBezTo>
                <a:cubicBezTo>
                  <a:pt x="249615" y="33611"/>
                  <a:pt x="268444" y="52423"/>
                  <a:pt x="281882" y="75284"/>
                </a:cubicBezTo>
                <a:cubicBezTo>
                  <a:pt x="294878" y="98588"/>
                  <a:pt x="302055" y="124579"/>
                  <a:pt x="302055" y="151027"/>
                </a:cubicBezTo>
                <a:cubicBezTo>
                  <a:pt x="302055" y="177460"/>
                  <a:pt x="294878" y="203453"/>
                  <a:pt x="281882" y="226755"/>
                </a:cubicBezTo>
                <a:cubicBezTo>
                  <a:pt x="268444" y="249616"/>
                  <a:pt x="249615" y="268428"/>
                  <a:pt x="226312" y="281883"/>
                </a:cubicBezTo>
                <a:cubicBezTo>
                  <a:pt x="203467" y="294878"/>
                  <a:pt x="177477" y="302039"/>
                  <a:pt x="151027" y="302039"/>
                </a:cubicBezTo>
                <a:cubicBezTo>
                  <a:pt x="124594" y="302039"/>
                  <a:pt x="98603" y="294878"/>
                  <a:pt x="75300" y="281883"/>
                </a:cubicBezTo>
                <a:cubicBezTo>
                  <a:pt x="52440" y="268428"/>
                  <a:pt x="33611" y="249616"/>
                  <a:pt x="20172" y="226755"/>
                </a:cubicBezTo>
                <a:cubicBezTo>
                  <a:pt x="7177" y="203453"/>
                  <a:pt x="0" y="177460"/>
                  <a:pt x="0" y="151027"/>
                </a:cubicBezTo>
              </a:path>
            </a:pathLst>
          </a:custGeom>
          <a:solidFill xmlns:a="http://schemas.openxmlformats.org/drawingml/2006/main">
            <a:srgbClr val="4A2A73"/>
          </a:solidFill>
          <a:ln xmlns:a="http://schemas.openxmlformats.org/drawingml/2006/main" w="6274">
            <a:solidFill>
              <a:srgbClr val="4A2A73"/>
            </a:solidFill>
            <a:prstDash val="solid"/>
          </a:ln>
        </p:spPr>
      </p:sp>
      <p:sp>
        <p:nvSpPr>
          <p:cNvPr id="5" name="text-5 1">
            <a:extLst xmlns:a="http://schemas.openxmlformats.org/drawingml/2006/main">
              <a:ext uri="{FF2B5EF4-FFF2-40B4-BE49-F238E27FC236}">
                <a16:creationId xmlns:a16="http://schemas.microsoft.com/office/drawing/2014/main" id="{72B5D0B6-EFC4-4D78-98DA-16D6B82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3142" y="287189"/>
            <a:ext cx="144175" cy="274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-6 Data">
            <a:extLst xmlns:a="http://schemas.openxmlformats.org/drawingml/2006/main">
              <a:ext uri="{FF2B5EF4-FFF2-40B4-BE49-F238E27FC236}">
                <a16:creationId xmlns:a16="http://schemas.microsoft.com/office/drawing/2014/main" id="{CFCAD7AB-90AF-466A-B725-1FFF408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4275" y="264790"/>
            <a:ext cx="546943" cy="326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text-6 Sources">
            <a:extLst xmlns:a="http://schemas.openxmlformats.org/drawingml/2006/main">
              <a:ext uri="{FF2B5EF4-FFF2-40B4-BE49-F238E27FC236}">
                <a16:creationId xmlns:a16="http://schemas.microsoft.com/office/drawing/2014/main" id="{12408F8B-EC05-4DF2-843A-BA4BC375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4116" y="264828"/>
            <a:ext cx="961177" cy="32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8" name="text-6 &amp;">
            <a:extLst xmlns:a="http://schemas.openxmlformats.org/drawingml/2006/main">
              <a:ext uri="{FF2B5EF4-FFF2-40B4-BE49-F238E27FC236}">
                <a16:creationId xmlns:a16="http://schemas.microsoft.com/office/drawing/2014/main" id="{2C61688A-62B6-4F54-94D3-90AB4607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8199" y="265245"/>
            <a:ext cx="209844" cy="325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2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9" name="text-6 Coverage">
            <a:extLst xmlns:a="http://schemas.openxmlformats.org/drawingml/2006/main">
              <a:ext uri="{FF2B5EF4-FFF2-40B4-BE49-F238E27FC236}">
                <a16:creationId xmlns:a16="http://schemas.microsoft.com/office/drawing/2014/main" id="{F98A29B8-2F67-415E-9597-5640C31E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1485" y="264739"/>
            <a:ext cx="1104003" cy="326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0" name="path-7">
            <a:extLst xmlns:a="http://schemas.openxmlformats.org/drawingml/2006/main">
              <a:ext uri="{FF2B5EF4-FFF2-40B4-BE49-F238E27FC236}">
                <a16:creationId xmlns:a16="http://schemas.microsoft.com/office/drawing/2014/main" id="{4EFE0E84-FE96-42E1-8D08-929E13FC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" y="738545"/>
            <a:ext cx="3478933" cy="2124631"/>
          </a:xfrm>
          <a:custGeom xmlns:a="http://schemas.openxmlformats.org/drawingml/2006/main">
            <a:pathLst>
              <a:path w="3478933" h="2124631">
                <a:moveTo>
                  <a:pt x="0" y="68106"/>
                </a:moveTo>
                <a:lnTo>
                  <a:pt x="0" y="68106"/>
                </a:lnTo>
                <a:cubicBezTo>
                  <a:pt x="0" y="56012"/>
                  <a:pt x="3146" y="44361"/>
                  <a:pt x="8964" y="34053"/>
                </a:cubicBezTo>
                <a:cubicBezTo>
                  <a:pt x="15240" y="23744"/>
                  <a:pt x="23762" y="14781"/>
                  <a:pt x="34054" y="8963"/>
                </a:cubicBezTo>
                <a:cubicBezTo>
                  <a:pt x="44361" y="3130"/>
                  <a:pt x="56471" y="0"/>
                  <a:pt x="68123" y="0"/>
                </a:cubicBezTo>
                <a:lnTo>
                  <a:pt x="3410368" y="0"/>
                </a:lnTo>
                <a:cubicBezTo>
                  <a:pt x="3422462" y="0"/>
                  <a:pt x="3434113" y="3130"/>
                  <a:pt x="3444420" y="8963"/>
                </a:cubicBezTo>
                <a:cubicBezTo>
                  <a:pt x="3454729" y="15223"/>
                  <a:pt x="3463692" y="23744"/>
                  <a:pt x="3469510" y="34053"/>
                </a:cubicBezTo>
                <a:cubicBezTo>
                  <a:pt x="3475344" y="44361"/>
                  <a:pt x="3478475" y="56455"/>
                  <a:pt x="3478475" y="68106"/>
                </a:cubicBezTo>
                <a:lnTo>
                  <a:pt x="3478933" y="2056066"/>
                </a:lnTo>
                <a:cubicBezTo>
                  <a:pt x="3478933" y="2068176"/>
                  <a:pt x="3475787" y="2079827"/>
                  <a:pt x="3469969" y="2090134"/>
                </a:cubicBezTo>
                <a:cubicBezTo>
                  <a:pt x="3463692" y="2100443"/>
                  <a:pt x="3455171" y="2109391"/>
                  <a:pt x="3444864" y="2115225"/>
                </a:cubicBezTo>
                <a:cubicBezTo>
                  <a:pt x="3434556" y="2121043"/>
                  <a:pt x="3422462" y="2124189"/>
                  <a:pt x="3410810" y="2124189"/>
                </a:cubicBezTo>
                <a:lnTo>
                  <a:pt x="68123" y="2124631"/>
                </a:lnTo>
                <a:cubicBezTo>
                  <a:pt x="56013" y="2124631"/>
                  <a:pt x="44361" y="2121500"/>
                  <a:pt x="34054" y="2115668"/>
                </a:cubicBezTo>
                <a:cubicBezTo>
                  <a:pt x="23762" y="2109391"/>
                  <a:pt x="14798" y="2100886"/>
                  <a:pt x="8964" y="2090578"/>
                </a:cubicBezTo>
                <a:cubicBezTo>
                  <a:pt x="3146" y="2080270"/>
                  <a:pt x="0" y="2068176"/>
                  <a:pt x="0" y="2056524"/>
                </a:cubicBezTo>
                <a:lnTo>
                  <a:pt x="0" y="68106"/>
                </a:lnTo>
              </a:path>
            </a:pathLst>
          </a:custGeom>
          <a:solidFill xmlns:a="http://schemas.openxmlformats.org/drawingml/2006/main">
            <a:srgbClr val="FEFDFF"/>
          </a:solidFill>
          <a:ln xmlns:a="http://schemas.openxmlformats.org/drawingml/2006/main" w="15685">
            <a:solidFill>
              <a:srgbClr val="A98FCB"/>
            </a:solidFill>
            <a:prstDash val="solid"/>
          </a:ln>
        </p:spPr>
      </p:sp>
      <p:sp>
        <p:nvSpPr>
          <p:cNvPr id="11" name="path-8">
            <a:extLst xmlns:a="http://schemas.openxmlformats.org/drawingml/2006/main">
              <a:ext uri="{FF2B5EF4-FFF2-40B4-BE49-F238E27FC236}">
                <a16:creationId xmlns:a16="http://schemas.microsoft.com/office/drawing/2014/main" id="{3B1AE697-EC0D-4322-9ADC-C7D94A1A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383" y="738545"/>
            <a:ext cx="3446207" cy="2124631"/>
          </a:xfrm>
          <a:custGeom xmlns:a="http://schemas.openxmlformats.org/drawingml/2006/main">
            <a:pathLst>
              <a:path w="3446207" h="2124631">
                <a:moveTo>
                  <a:pt x="0" y="68106"/>
                </a:moveTo>
                <a:lnTo>
                  <a:pt x="0" y="68106"/>
                </a:lnTo>
                <a:cubicBezTo>
                  <a:pt x="0" y="56012"/>
                  <a:pt x="3130" y="44361"/>
                  <a:pt x="8964" y="34053"/>
                </a:cubicBezTo>
                <a:cubicBezTo>
                  <a:pt x="15240" y="23744"/>
                  <a:pt x="23745" y="14781"/>
                  <a:pt x="34053" y="8963"/>
                </a:cubicBezTo>
                <a:cubicBezTo>
                  <a:pt x="44361" y="3130"/>
                  <a:pt x="56471" y="0"/>
                  <a:pt x="68122" y="0"/>
                </a:cubicBezTo>
                <a:lnTo>
                  <a:pt x="3377642" y="0"/>
                </a:lnTo>
                <a:cubicBezTo>
                  <a:pt x="3389751" y="0"/>
                  <a:pt x="3401402" y="3130"/>
                  <a:pt x="3411711" y="8963"/>
                </a:cubicBezTo>
                <a:cubicBezTo>
                  <a:pt x="3422003" y="15223"/>
                  <a:pt x="3430967" y="23744"/>
                  <a:pt x="3436801" y="34053"/>
                </a:cubicBezTo>
                <a:cubicBezTo>
                  <a:pt x="3442618" y="44361"/>
                  <a:pt x="3445764" y="56455"/>
                  <a:pt x="3445764" y="68106"/>
                </a:cubicBezTo>
                <a:lnTo>
                  <a:pt x="3446207" y="2056066"/>
                </a:lnTo>
                <a:cubicBezTo>
                  <a:pt x="3446207" y="2068176"/>
                  <a:pt x="3443077" y="2079827"/>
                  <a:pt x="3437243" y="2090134"/>
                </a:cubicBezTo>
                <a:cubicBezTo>
                  <a:pt x="3430967" y="2100443"/>
                  <a:pt x="3422461" y="2109391"/>
                  <a:pt x="3412154" y="2115225"/>
                </a:cubicBezTo>
                <a:cubicBezTo>
                  <a:pt x="3401846" y="2121043"/>
                  <a:pt x="3389751" y="2124189"/>
                  <a:pt x="3378100" y="2124189"/>
                </a:cubicBezTo>
                <a:lnTo>
                  <a:pt x="68122" y="2124631"/>
                </a:lnTo>
                <a:cubicBezTo>
                  <a:pt x="56013" y="2124631"/>
                  <a:pt x="44361" y="2121500"/>
                  <a:pt x="34053" y="2115668"/>
                </a:cubicBezTo>
                <a:cubicBezTo>
                  <a:pt x="23745" y="2109391"/>
                  <a:pt x="14781" y="2100886"/>
                  <a:pt x="8964" y="2090578"/>
                </a:cubicBezTo>
                <a:cubicBezTo>
                  <a:pt x="3130" y="2080270"/>
                  <a:pt x="0" y="2068176"/>
                  <a:pt x="0" y="2056524"/>
                </a:cubicBezTo>
                <a:lnTo>
                  <a:pt x="0" y="68106"/>
                </a:lnTo>
              </a:path>
            </a:pathLst>
          </a:custGeom>
          <a:solidFill xmlns:a="http://schemas.openxmlformats.org/drawingml/2006/main">
            <a:srgbClr val="F7FBFE"/>
          </a:solidFill>
          <a:ln xmlns:a="http://schemas.openxmlformats.org/drawingml/2006/main" w="15685">
            <a:solidFill>
              <a:srgbClr val="9CBEE0"/>
            </a:solidFill>
            <a:prstDash val="solid"/>
          </a:ln>
        </p:spPr>
      </p:sp>
      <p:sp>
        <p:nvSpPr>
          <p:cNvPr id="12" name="path-9">
            <a:extLst xmlns:a="http://schemas.openxmlformats.org/drawingml/2006/main">
              <a:ext uri="{FF2B5EF4-FFF2-40B4-BE49-F238E27FC236}">
                <a16:creationId xmlns:a16="http://schemas.microsoft.com/office/drawing/2014/main" id="{CE3AF728-0404-4DAE-830F-661084D2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" y="3279944"/>
            <a:ext cx="3478933" cy="2124648"/>
          </a:xfrm>
          <a:custGeom xmlns:a="http://schemas.openxmlformats.org/drawingml/2006/main">
            <a:pathLst>
              <a:path w="3478933" h="2124648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46" y="44377"/>
                  <a:pt x="8964" y="34070"/>
                </a:cubicBezTo>
                <a:cubicBezTo>
                  <a:pt x="15240" y="23761"/>
                  <a:pt x="23762" y="14798"/>
                  <a:pt x="34054" y="8964"/>
                </a:cubicBezTo>
                <a:cubicBezTo>
                  <a:pt x="44361" y="3147"/>
                  <a:pt x="56471" y="0"/>
                  <a:pt x="68123" y="0"/>
                </a:cubicBezTo>
                <a:lnTo>
                  <a:pt x="3410368" y="0"/>
                </a:lnTo>
                <a:cubicBezTo>
                  <a:pt x="3422462" y="0"/>
                  <a:pt x="3434113" y="3147"/>
                  <a:pt x="3444420" y="8964"/>
                </a:cubicBezTo>
                <a:cubicBezTo>
                  <a:pt x="3454729" y="15240"/>
                  <a:pt x="3463692" y="23761"/>
                  <a:pt x="3469510" y="34070"/>
                </a:cubicBezTo>
                <a:cubicBezTo>
                  <a:pt x="3475344" y="44377"/>
                  <a:pt x="3478475" y="56472"/>
                  <a:pt x="3478475" y="68123"/>
                </a:cubicBezTo>
                <a:lnTo>
                  <a:pt x="3478933" y="2056083"/>
                </a:lnTo>
                <a:cubicBezTo>
                  <a:pt x="3478933" y="2068177"/>
                  <a:pt x="3475787" y="2079829"/>
                  <a:pt x="3469969" y="2090136"/>
                </a:cubicBezTo>
                <a:cubicBezTo>
                  <a:pt x="3463692" y="2100444"/>
                  <a:pt x="3455171" y="2109408"/>
                  <a:pt x="3444864" y="2115241"/>
                </a:cubicBezTo>
                <a:cubicBezTo>
                  <a:pt x="3434556" y="2121059"/>
                  <a:pt x="3422462" y="2124205"/>
                  <a:pt x="3410810" y="2124205"/>
                </a:cubicBezTo>
                <a:lnTo>
                  <a:pt x="68123" y="2124648"/>
                </a:lnTo>
                <a:cubicBezTo>
                  <a:pt x="56013" y="2124648"/>
                  <a:pt x="44361" y="2121518"/>
                  <a:pt x="34054" y="2115684"/>
                </a:cubicBezTo>
                <a:cubicBezTo>
                  <a:pt x="23762" y="2109408"/>
                  <a:pt x="14798" y="2100902"/>
                  <a:pt x="8964" y="2090595"/>
                </a:cubicBezTo>
                <a:cubicBezTo>
                  <a:pt x="3146" y="2080287"/>
                  <a:pt x="0" y="2068177"/>
                  <a:pt x="0" y="205652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DFA"/>
          </a:solidFill>
          <a:ln xmlns:a="http://schemas.openxmlformats.org/drawingml/2006/main" w="15685">
            <a:solidFill>
              <a:srgbClr val="9CCCB0"/>
            </a:solidFill>
            <a:prstDash val="solid"/>
          </a:ln>
        </p:spPr>
      </p:sp>
      <p:sp>
        <p:nvSpPr>
          <p:cNvPr id="13" name="path-10">
            <a:extLst xmlns:a="http://schemas.openxmlformats.org/drawingml/2006/main">
              <a:ext uri="{FF2B5EF4-FFF2-40B4-BE49-F238E27FC236}">
                <a16:creationId xmlns:a16="http://schemas.microsoft.com/office/drawing/2014/main" id="{71BCE2AB-FD0C-4F52-9A15-D93650B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383" y="3279944"/>
            <a:ext cx="3446207" cy="2124648"/>
          </a:xfrm>
          <a:custGeom xmlns:a="http://schemas.openxmlformats.org/drawingml/2006/main">
            <a:pathLst>
              <a:path w="3446207" h="2124648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30" y="44377"/>
                  <a:pt x="8964" y="34070"/>
                </a:cubicBezTo>
                <a:cubicBezTo>
                  <a:pt x="15240" y="23761"/>
                  <a:pt x="23745" y="14798"/>
                  <a:pt x="34053" y="8964"/>
                </a:cubicBezTo>
                <a:cubicBezTo>
                  <a:pt x="44361" y="3147"/>
                  <a:pt x="56471" y="0"/>
                  <a:pt x="68122" y="0"/>
                </a:cubicBezTo>
                <a:lnTo>
                  <a:pt x="3377642" y="0"/>
                </a:lnTo>
                <a:cubicBezTo>
                  <a:pt x="3389751" y="0"/>
                  <a:pt x="3401402" y="3147"/>
                  <a:pt x="3411711" y="8964"/>
                </a:cubicBezTo>
                <a:cubicBezTo>
                  <a:pt x="3422003" y="15240"/>
                  <a:pt x="3430967" y="23761"/>
                  <a:pt x="3436801" y="34070"/>
                </a:cubicBezTo>
                <a:cubicBezTo>
                  <a:pt x="3442618" y="44377"/>
                  <a:pt x="3445764" y="56472"/>
                  <a:pt x="3445764" y="68123"/>
                </a:cubicBezTo>
                <a:lnTo>
                  <a:pt x="3446207" y="2056083"/>
                </a:lnTo>
                <a:cubicBezTo>
                  <a:pt x="3446207" y="2068177"/>
                  <a:pt x="3443077" y="2079829"/>
                  <a:pt x="3437243" y="2090136"/>
                </a:cubicBezTo>
                <a:cubicBezTo>
                  <a:pt x="3430967" y="2100444"/>
                  <a:pt x="3422461" y="2109408"/>
                  <a:pt x="3412154" y="2115241"/>
                </a:cubicBezTo>
                <a:cubicBezTo>
                  <a:pt x="3401846" y="2121059"/>
                  <a:pt x="3389751" y="2124205"/>
                  <a:pt x="3378100" y="2124205"/>
                </a:cubicBezTo>
                <a:lnTo>
                  <a:pt x="68122" y="2124648"/>
                </a:lnTo>
                <a:cubicBezTo>
                  <a:pt x="56013" y="2124648"/>
                  <a:pt x="44361" y="2121518"/>
                  <a:pt x="34053" y="2115684"/>
                </a:cubicBezTo>
                <a:cubicBezTo>
                  <a:pt x="23745" y="2109408"/>
                  <a:pt x="14781" y="2100902"/>
                  <a:pt x="8964" y="2090595"/>
                </a:cubicBezTo>
                <a:cubicBezTo>
                  <a:pt x="3130" y="2080287"/>
                  <a:pt x="0" y="2068177"/>
                  <a:pt x="0" y="205652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FFDF8"/>
          </a:solidFill>
          <a:ln xmlns:a="http://schemas.openxmlformats.org/drawingml/2006/main" w="15685">
            <a:solidFill>
              <a:srgbClr val="EEBB90"/>
            </a:solidFill>
            <a:prstDash val="solid"/>
          </a:ln>
        </p:spPr>
      </p:sp>
      <p:sp>
        <p:nvSpPr>
          <p:cNvPr id="14" name="text-11 Content">
            <a:extLst xmlns:a="http://schemas.openxmlformats.org/drawingml/2006/main">
              <a:ext uri="{FF2B5EF4-FFF2-40B4-BE49-F238E27FC236}">
                <a16:creationId xmlns:a16="http://schemas.microsoft.com/office/drawing/2014/main" id="{3A783078-8F12-4A1E-8F47-A1409B6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560" y="808371"/>
            <a:ext cx="801772" cy="283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15" name="text-11 &amp;">
            <a:extLst xmlns:a="http://schemas.openxmlformats.org/drawingml/2006/main">
              <a:ext uri="{FF2B5EF4-FFF2-40B4-BE49-F238E27FC236}">
                <a16:creationId xmlns:a16="http://schemas.microsoft.com/office/drawing/2014/main" id="{249EAF70-B483-4ECB-9DB1-0828FC7E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8169" y="808460"/>
            <a:ext cx="182745" cy="28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595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6" name="text-11 Domains">
            <a:extLst xmlns:a="http://schemas.openxmlformats.org/drawingml/2006/main">
              <a:ext uri="{FF2B5EF4-FFF2-40B4-BE49-F238E27FC236}">
                <a16:creationId xmlns:a16="http://schemas.microsoft.com/office/drawing/2014/main" id="{52843289-57A1-4CA8-BEB2-F08B2CDE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0939" y="808190"/>
            <a:ext cx="892988" cy="283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Domains</a:t>
            </a:r>
          </a:p>
        </p:txBody>
      </p:sp>
      <p:sp>
        <p:nvSpPr>
          <p:cNvPr id="17" name="text-12 Layout">
            <a:extLst xmlns:a="http://schemas.openxmlformats.org/drawingml/2006/main">
              <a:ext uri="{FF2B5EF4-FFF2-40B4-BE49-F238E27FC236}">
                <a16:creationId xmlns:a16="http://schemas.microsoft.com/office/drawing/2014/main" id="{D69BB776-1E9C-45CC-9B84-6415E76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174" y="808367"/>
            <a:ext cx="700691" cy="283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18" name="text-12 &amp;">
            <a:extLst xmlns:a="http://schemas.openxmlformats.org/drawingml/2006/main">
              <a:ext uri="{FF2B5EF4-FFF2-40B4-BE49-F238E27FC236}">
                <a16:creationId xmlns:a16="http://schemas.microsoft.com/office/drawing/2014/main" id="{F6C5609D-79C0-4E85-9A06-A760B1F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3702" y="808461"/>
            <a:ext cx="182744" cy="28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59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9" name="text-12 Element">
            <a:extLst xmlns:a="http://schemas.openxmlformats.org/drawingml/2006/main">
              <a:ext uri="{FF2B5EF4-FFF2-40B4-BE49-F238E27FC236}">
                <a16:creationId xmlns:a16="http://schemas.microsoft.com/office/drawing/2014/main" id="{31F737B8-7360-470F-84C2-817AA097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6471" y="808233"/>
            <a:ext cx="825293" cy="283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0" name="text-12 Composition">
            <a:extLst xmlns:a="http://schemas.openxmlformats.org/drawingml/2006/main">
              <a:ext uri="{FF2B5EF4-FFF2-40B4-BE49-F238E27FC236}">
                <a16:creationId xmlns:a16="http://schemas.microsoft.com/office/drawing/2014/main" id="{F0A5EA94-A94A-477D-A91E-E5D3239D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1578" y="808243"/>
            <a:ext cx="1275361" cy="28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1" name="text-13 Language">
            <a:extLst xmlns:a="http://schemas.openxmlformats.org/drawingml/2006/main">
              <a:ext uri="{FF2B5EF4-FFF2-40B4-BE49-F238E27FC236}">
                <a16:creationId xmlns:a16="http://schemas.microsoft.com/office/drawing/2014/main" id="{2E40E53E-2949-456F-BDAB-711A8E2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089" y="3349693"/>
            <a:ext cx="993851" cy="2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22" name="text-13 &amp;">
            <a:extLst xmlns:a="http://schemas.openxmlformats.org/drawingml/2006/main">
              <a:ext uri="{FF2B5EF4-FFF2-40B4-BE49-F238E27FC236}">
                <a16:creationId xmlns:a16="http://schemas.microsoft.com/office/drawing/2014/main" id="{2979E831-98AA-4530-BBD8-38161A0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934" y="3349878"/>
            <a:ext cx="182745" cy="28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595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23" name="text-13 Writing">
            <a:extLst xmlns:a="http://schemas.openxmlformats.org/drawingml/2006/main">
              <a:ext uri="{FF2B5EF4-FFF2-40B4-BE49-F238E27FC236}">
                <a16:creationId xmlns:a16="http://schemas.microsoft.com/office/drawing/2014/main" id="{60F66AE6-C8B0-4E60-8811-97B30970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7703" y="3349749"/>
            <a:ext cx="730644" cy="2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Writing</a:t>
            </a:r>
          </a:p>
        </p:txBody>
      </p:sp>
      <p:sp>
        <p:nvSpPr>
          <p:cNvPr id="24" name="text-13 Style">
            <a:extLst xmlns:a="http://schemas.openxmlformats.org/drawingml/2006/main">
              <a:ext uri="{FF2B5EF4-FFF2-40B4-BE49-F238E27FC236}">
                <a16:creationId xmlns:a16="http://schemas.microsoft.com/office/drawing/2014/main" id="{42E17F39-3504-4AD6-B80C-0E58428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414" y="3349682"/>
            <a:ext cx="521063" cy="283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Style</a:t>
            </a:r>
          </a:p>
        </p:txBody>
      </p:sp>
      <p:sp>
        <p:nvSpPr>
          <p:cNvPr id="25" name="text-14 Acquisition">
            <a:extLst xmlns:a="http://schemas.openxmlformats.org/drawingml/2006/main">
              <a:ext uri="{FF2B5EF4-FFF2-40B4-BE49-F238E27FC236}">
                <a16:creationId xmlns:a16="http://schemas.microsoft.com/office/drawing/2014/main" id="{3E7187D2-F3BD-4C9C-901A-F91369E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8000" y="3349718"/>
            <a:ext cx="1140035" cy="283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pPr>
            <a:r>
              <a:rPr sz="1596" b="1" i="0">
                <a:solidFill>
                  <a:srgbClr val="C0631A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26" name="text-14 Conditions">
            <a:extLst xmlns:a="http://schemas.openxmlformats.org/drawingml/2006/main">
              <a:ext uri="{FF2B5EF4-FFF2-40B4-BE49-F238E27FC236}">
                <a16:creationId xmlns:a16="http://schemas.microsoft.com/office/drawing/2014/main" id="{51309FF1-97F8-43D7-A56D-57273C5D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7894" y="3349609"/>
            <a:ext cx="1095352" cy="283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pPr>
            <a:r>
              <a:rPr sz="1597" b="1" i="0">
                <a:solidFill>
                  <a:srgbClr val="C0631A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02553-2BA9-4B80-97CA-81581EF05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5dabdd3f4f83"/>
          <a:stretch xmlns:a="http://schemas.openxmlformats.org/drawingml/2006/main"/>
        </p:blipFill>
        <p:spPr>
          <a:xfrm xmlns:a="http://schemas.openxmlformats.org/drawingml/2006/main">
            <a:off x="466076" y="1179959"/>
            <a:ext cx="313248" cy="313248"/>
          </a:xfrm>
          <a:prstGeom xmlns:a="http://schemas.openxmlformats.org/drawingml/2006/main" prst="rect">
            <a:avLst/>
          </a:prstGeom>
        </p:spPr>
      </p:pic>
      <p:sp>
        <p:nvSpPr>
          <p:cNvPr id="28" name="text-16 Academic">
            <a:extLst xmlns:a="http://schemas.openxmlformats.org/drawingml/2006/main">
              <a:ext uri="{FF2B5EF4-FFF2-40B4-BE49-F238E27FC236}">
                <a16:creationId xmlns:a16="http://schemas.microsoft.com/office/drawing/2014/main" id="{DB0D6923-B489-40F9-B867-3D813CA7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77" y="1141583"/>
            <a:ext cx="795866" cy="24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29" name="text-17 papers">
            <a:extLst xmlns:a="http://schemas.openxmlformats.org/drawingml/2006/main">
              <a:ext uri="{FF2B5EF4-FFF2-40B4-BE49-F238E27FC236}">
                <a16:creationId xmlns:a16="http://schemas.microsoft.com/office/drawing/2014/main" id="{17CFF8D8-B049-4977-9A81-4960B53C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77" y="1329348"/>
            <a:ext cx="563747" cy="243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papers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9F090-EE28-46F4-BF98-8C7F75853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bdffc99be4f9a"/>
          <a:stretch xmlns:a="http://schemas.openxmlformats.org/drawingml/2006/main"/>
        </p:blipFill>
        <p:spPr>
          <a:xfrm xmlns:a="http://schemas.openxmlformats.org/drawingml/2006/main">
            <a:off x="466076" y="1733417"/>
            <a:ext cx="313248" cy="313248"/>
          </a:xfrm>
          <a:prstGeom xmlns:a="http://schemas.openxmlformats.org/drawingml/2006/main" prst="rect">
            <a:avLst/>
          </a:prstGeom>
        </p:spPr>
      </p:pic>
      <p:sp>
        <p:nvSpPr>
          <p:cNvPr id="31" name="text-19 Textbooks">
            <a:extLst xmlns:a="http://schemas.openxmlformats.org/drawingml/2006/main">
              <a:ext uri="{FF2B5EF4-FFF2-40B4-BE49-F238E27FC236}">
                <a16:creationId xmlns:a16="http://schemas.microsoft.com/office/drawing/2014/main" id="{A703E2B1-324F-49D5-BEAE-0C08F1D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953" y="1783760"/>
            <a:ext cx="815340" cy="243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Textbooks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0BAF6-1718-4B91-A2C6-3BD849FE4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ff0b5b1bd4dd1"/>
          <a:stretch xmlns:a="http://schemas.openxmlformats.org/drawingml/2006/main"/>
        </p:blipFill>
        <p:spPr>
          <a:xfrm xmlns:a="http://schemas.openxmlformats.org/drawingml/2006/main">
            <a:off x="466076" y="2302114"/>
            <a:ext cx="313248" cy="313248"/>
          </a:xfrm>
          <a:prstGeom xmlns:a="http://schemas.openxmlformats.org/drawingml/2006/main" prst="rect">
            <a:avLst/>
          </a:prstGeom>
        </p:spPr>
      </p:pic>
      <p:sp>
        <p:nvSpPr>
          <p:cNvPr id="33" name="text-21 Reports">
            <a:extLst xmlns:a="http://schemas.openxmlformats.org/drawingml/2006/main">
              <a:ext uri="{FF2B5EF4-FFF2-40B4-BE49-F238E27FC236}">
                <a16:creationId xmlns:a16="http://schemas.microsoft.com/office/drawing/2014/main" id="{3DE565E8-2797-456A-9AEB-53A7DED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77" y="2320313"/>
            <a:ext cx="640577" cy="243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40FC79-CDC2-4336-B683-368071872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839281d7747f9"/>
          <a:stretch xmlns:a="http://schemas.openxmlformats.org/drawingml/2006/main"/>
        </p:blipFill>
        <p:spPr>
          <a:xfrm xmlns:a="http://schemas.openxmlformats.org/drawingml/2006/main">
            <a:off x="2112994" y="1196101"/>
            <a:ext cx="313248" cy="313248"/>
          </a:xfrm>
          <a:prstGeom xmlns:a="http://schemas.openxmlformats.org/drawingml/2006/main" prst="rect">
            <a:avLst/>
          </a:prstGeom>
        </p:spPr>
      </p:pic>
      <p:sp>
        <p:nvSpPr>
          <p:cNvPr id="35" name="text-23 Forms">
            <a:extLst xmlns:a="http://schemas.openxmlformats.org/drawingml/2006/main">
              <a:ext uri="{FF2B5EF4-FFF2-40B4-BE49-F238E27FC236}">
                <a16:creationId xmlns:a16="http://schemas.microsoft.com/office/drawing/2014/main" id="{19E67B1E-C6CA-42D9-AABA-120330C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5597" y="1141199"/>
            <a:ext cx="524440" cy="243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Forms</a:t>
            </a:r>
          </a:p>
        </p:txBody>
      </p:sp>
      <p:sp>
        <p:nvSpPr>
          <p:cNvPr id="36" name="text-23 &amp;">
            <a:extLst xmlns:a="http://schemas.openxmlformats.org/drawingml/2006/main">
              <a:ext uri="{FF2B5EF4-FFF2-40B4-BE49-F238E27FC236}">
                <a16:creationId xmlns:a16="http://schemas.microsoft.com/office/drawing/2014/main" id="{F65648E3-594D-48A5-BBFC-8D72D5E6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209" y="1141353"/>
            <a:ext cx="147283" cy="243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7" name="text-24 receipts">
            <a:extLst xmlns:a="http://schemas.openxmlformats.org/drawingml/2006/main">
              <a:ext uri="{FF2B5EF4-FFF2-40B4-BE49-F238E27FC236}">
                <a16:creationId xmlns:a16="http://schemas.microsoft.com/office/drawing/2014/main" id="{5159B2C5-55D1-45DB-9FBF-7E4F387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5597" y="1329028"/>
            <a:ext cx="640576" cy="243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receipts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99770-521B-4F05-B1CE-2AFFBBF3F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b8a23fcd248df"/>
          <a:stretch xmlns:a="http://schemas.openxmlformats.org/drawingml/2006/main"/>
        </p:blipFill>
        <p:spPr>
          <a:xfrm xmlns:a="http://schemas.openxmlformats.org/drawingml/2006/main">
            <a:off x="2112994" y="1733417"/>
            <a:ext cx="313248" cy="313248"/>
          </a:xfrm>
          <a:prstGeom xmlns:a="http://schemas.openxmlformats.org/drawingml/2006/main" prst="rect">
            <a:avLst/>
          </a:prstGeom>
        </p:spPr>
      </p:pic>
      <p:sp>
        <p:nvSpPr>
          <p:cNvPr id="39" name="text-26 News">
            <a:extLst xmlns:a="http://schemas.openxmlformats.org/drawingml/2006/main">
              <a:ext uri="{FF2B5EF4-FFF2-40B4-BE49-F238E27FC236}">
                <a16:creationId xmlns:a16="http://schemas.microsoft.com/office/drawing/2014/main" id="{16F03E88-4C04-411E-B3DB-64F913E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180" y="1780997"/>
            <a:ext cx="466914" cy="243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News</a:t>
            </a:r>
          </a:p>
        </p:txBody>
      </p:sp>
      <p:sp>
        <p:nvSpPr>
          <p:cNvPr id="40" name="text-26 &amp;">
            <a:extLst xmlns:a="http://schemas.openxmlformats.org/drawingml/2006/main">
              <a:ext uri="{FF2B5EF4-FFF2-40B4-BE49-F238E27FC236}">
                <a16:creationId xmlns:a16="http://schemas.microsoft.com/office/drawing/2014/main" id="{3DD923FC-1854-43F4-9812-E900DB9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6414" y="1781289"/>
            <a:ext cx="147283" cy="243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41" name="text-26 media">
            <a:extLst xmlns:a="http://schemas.openxmlformats.org/drawingml/2006/main">
              <a:ext uri="{FF2B5EF4-FFF2-40B4-BE49-F238E27FC236}">
                <a16:creationId xmlns:a16="http://schemas.microsoft.com/office/drawing/2014/main" id="{54F1F470-A23F-421A-9A7C-110C78A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898" y="1781114"/>
            <a:ext cx="505519" cy="24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78AEA8-4239-45EF-ADA6-BE0E072BB5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336407d674513"/>
          <a:stretch xmlns:a="http://schemas.openxmlformats.org/drawingml/2006/main"/>
        </p:blipFill>
        <p:spPr>
          <a:xfrm xmlns:a="http://schemas.openxmlformats.org/drawingml/2006/main">
            <a:off x="2129119" y="2286431"/>
            <a:ext cx="313249" cy="313249"/>
          </a:xfrm>
          <a:prstGeom xmlns:a="http://schemas.openxmlformats.org/drawingml/2006/main" prst="rect">
            <a:avLst/>
          </a:prstGeom>
        </p:spPr>
      </p:pic>
      <p:sp>
        <p:nvSpPr>
          <p:cNvPr id="43" name="text-28 Handwritten">
            <a:extLst xmlns:a="http://schemas.openxmlformats.org/drawingml/2006/main">
              <a:ext uri="{FF2B5EF4-FFF2-40B4-BE49-F238E27FC236}">
                <a16:creationId xmlns:a16="http://schemas.microsoft.com/office/drawing/2014/main" id="{7A838A1C-853E-4850-9FB5-9EEBC43B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180" y="2273190"/>
            <a:ext cx="960195" cy="24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Handwritten</a:t>
            </a:r>
          </a:p>
        </p:txBody>
      </p:sp>
      <p:sp>
        <p:nvSpPr>
          <p:cNvPr id="44" name="text-29 notes">
            <a:extLst xmlns:a="http://schemas.openxmlformats.org/drawingml/2006/main">
              <a:ext uri="{FF2B5EF4-FFF2-40B4-BE49-F238E27FC236}">
                <a16:creationId xmlns:a16="http://schemas.microsoft.com/office/drawing/2014/main" id="{7A2DAC29-E7A9-459E-A89E-56289E7B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180" y="2460952"/>
            <a:ext cx="457156" cy="24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47C141-2423-41DB-9D6D-582337E261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905f6c092485d"/>
          <a:stretch xmlns:a="http://schemas.openxmlformats.org/drawingml/2006/main"/>
        </p:blipFill>
        <p:spPr>
          <a:xfrm xmlns:a="http://schemas.openxmlformats.org/drawingml/2006/main">
            <a:off x="4196854" y="1102430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46" name="text-31 Single-column">
            <a:extLst xmlns:a="http://schemas.openxmlformats.org/drawingml/2006/main">
              <a:ext uri="{FF2B5EF4-FFF2-40B4-BE49-F238E27FC236}">
                <a16:creationId xmlns:a16="http://schemas.microsoft.com/office/drawing/2014/main" id="{D51C6396-2793-4BAB-97BA-A8298529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8735" y="1120951"/>
            <a:ext cx="1134775" cy="243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Single-column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5B6144-E958-41B7-A53D-06B6CBD16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a776b27b74485"/>
          <a:stretch xmlns:a="http://schemas.openxmlformats.org/drawingml/2006/main"/>
        </p:blipFill>
        <p:spPr>
          <a:xfrm xmlns:a="http://schemas.openxmlformats.org/drawingml/2006/main">
            <a:off x="4196854" y="1539814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48" name="text-33 Multi-column">
            <a:extLst xmlns:a="http://schemas.openxmlformats.org/drawingml/2006/main">
              <a:ext uri="{FF2B5EF4-FFF2-40B4-BE49-F238E27FC236}">
                <a16:creationId xmlns:a16="http://schemas.microsoft.com/office/drawing/2014/main" id="{DF4EF5F4-E7EA-48C5-9927-C6DE932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5455" y="1538193"/>
            <a:ext cx="1018276" cy="243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Multi-column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A9EF9F-4111-47E0-A539-2EE712261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4e824c09d4c2d"/>
          <a:stretch xmlns:a="http://schemas.openxmlformats.org/drawingml/2006/main"/>
        </p:blipFill>
        <p:spPr>
          <a:xfrm xmlns:a="http://schemas.openxmlformats.org/drawingml/2006/main">
            <a:off x="4196854" y="1977641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50" name="text-35 Free-form">
            <a:extLst xmlns:a="http://schemas.openxmlformats.org/drawingml/2006/main">
              <a:ext uri="{FF2B5EF4-FFF2-40B4-BE49-F238E27FC236}">
                <a16:creationId xmlns:a16="http://schemas.microsoft.com/office/drawing/2014/main" id="{3D7E3C8D-A904-45EA-AD40-63D916AA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1558" y="1995622"/>
            <a:ext cx="753271" cy="230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98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Free-form</a:t>
            </a:r>
          </a:p>
        </p:txBody>
      </p:sp>
      <p:sp>
        <p:nvSpPr>
          <p:cNvPr id="51" name="text-35 layouts">
            <a:extLst xmlns:a="http://schemas.openxmlformats.org/drawingml/2006/main">
              <a:ext uri="{FF2B5EF4-FFF2-40B4-BE49-F238E27FC236}">
                <a16:creationId xmlns:a16="http://schemas.microsoft.com/office/drawing/2014/main" id="{10D9D9C3-2F61-4956-9C12-E1E1FE85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0085" y="1995527"/>
            <a:ext cx="552326" cy="230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layouts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42128D-52BA-4DD1-B6D8-15751581C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5800dd00449f1"/>
          <a:stretch xmlns:a="http://schemas.openxmlformats.org/drawingml/2006/main"/>
        </p:blipFill>
        <p:spPr>
          <a:xfrm xmlns:a="http://schemas.openxmlformats.org/drawingml/2006/main">
            <a:off x="4229563" y="2482706"/>
            <a:ext cx="138917" cy="138917"/>
          </a:xfrm>
          <a:prstGeom xmlns:a="http://schemas.openxmlformats.org/drawingml/2006/main" prst="rect">
            <a:avLst/>
          </a:prstGeom>
        </p:spPr>
      </p:pic>
      <p:sp>
        <p:nvSpPr>
          <p:cNvPr id="53" name="text-37 Sparse">
            <a:extLst xmlns:a="http://schemas.openxmlformats.org/drawingml/2006/main">
              <a:ext uri="{FF2B5EF4-FFF2-40B4-BE49-F238E27FC236}">
                <a16:creationId xmlns:a16="http://schemas.microsoft.com/office/drawing/2014/main" id="{692963B4-B61D-4FFC-9230-742F2B3A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840" y="2454229"/>
            <a:ext cx="582893" cy="24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Sparse</a:t>
            </a:r>
          </a:p>
        </p:txBody>
      </p:sp>
      <p:sp>
        <p:nvSpPr>
          <p:cNvPr id="54" name="text-37 pages">
            <a:extLst xmlns:a="http://schemas.openxmlformats.org/drawingml/2006/main">
              <a:ext uri="{FF2B5EF4-FFF2-40B4-BE49-F238E27FC236}">
                <a16:creationId xmlns:a16="http://schemas.microsoft.com/office/drawing/2014/main" id="{3DC02258-DD10-41CD-B581-F04943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4873" y="2454214"/>
            <a:ext cx="505671" cy="24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BCE3F3-43FE-43D7-A15A-3BA3EFCA8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88b528e494e1b"/>
          <a:stretch xmlns:a="http://schemas.openxmlformats.org/drawingml/2006/main"/>
        </p:blipFill>
        <p:spPr>
          <a:xfrm xmlns:a="http://schemas.openxmlformats.org/drawingml/2006/main">
            <a:off x="5850949" y="1102430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56" name="text-39 Dense">
            <a:extLst xmlns:a="http://schemas.openxmlformats.org/drawingml/2006/main">
              <a:ext uri="{FF2B5EF4-FFF2-40B4-BE49-F238E27FC236}">
                <a16:creationId xmlns:a16="http://schemas.microsoft.com/office/drawing/2014/main" id="{1C4F423E-4BE0-4A26-9718-2D1B653A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6269" y="1120932"/>
            <a:ext cx="534743" cy="243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57" name="text-39 pages">
            <a:extLst xmlns:a="http://schemas.openxmlformats.org/drawingml/2006/main">
              <a:ext uri="{FF2B5EF4-FFF2-40B4-BE49-F238E27FC236}">
                <a16:creationId xmlns:a16="http://schemas.microsoft.com/office/drawing/2014/main" id="{3DB66BFF-66D0-44FB-A3A1-09A09B66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8314" y="1120987"/>
            <a:ext cx="505671" cy="24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4E4295-7A51-483B-A0D8-42AB4993C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38edf6f974218"/>
          <a:stretch xmlns:a="http://schemas.openxmlformats.org/drawingml/2006/main"/>
        </p:blipFill>
        <p:spPr>
          <a:xfrm xmlns:a="http://schemas.openxmlformats.org/drawingml/2006/main">
            <a:off x="5850949" y="1539814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59" name="text-41 Formula-rich">
            <a:extLst xmlns:a="http://schemas.openxmlformats.org/drawingml/2006/main">
              <a:ext uri="{FF2B5EF4-FFF2-40B4-BE49-F238E27FC236}">
                <a16:creationId xmlns:a16="http://schemas.microsoft.com/office/drawing/2014/main" id="{7317CEF4-7D17-4552-9FFE-AABEFF35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6269" y="1464666"/>
            <a:ext cx="1008719" cy="243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Formula-rich</a:t>
            </a:r>
          </a:p>
        </p:txBody>
      </p:sp>
      <p:sp>
        <p:nvSpPr>
          <p:cNvPr id="60" name="text-42 pages">
            <a:extLst xmlns:a="http://schemas.openxmlformats.org/drawingml/2006/main">
              <a:ext uri="{FF2B5EF4-FFF2-40B4-BE49-F238E27FC236}">
                <a16:creationId xmlns:a16="http://schemas.microsoft.com/office/drawing/2014/main" id="{78CB7198-A9AB-416D-BBFE-7332902E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6269" y="1652484"/>
            <a:ext cx="505671" cy="24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4BE0A7-D083-4EF2-9175-984FF5265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3c806ec104a7b"/>
          <a:stretch xmlns:a="http://schemas.openxmlformats.org/drawingml/2006/main"/>
        </p:blipFill>
        <p:spPr>
          <a:xfrm xmlns:a="http://schemas.openxmlformats.org/drawingml/2006/main">
            <a:off x="5850949" y="1977641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62" name="text-44 Table-rich">
            <a:extLst xmlns:a="http://schemas.openxmlformats.org/drawingml/2006/main">
              <a:ext uri="{FF2B5EF4-FFF2-40B4-BE49-F238E27FC236}">
                <a16:creationId xmlns:a16="http://schemas.microsoft.com/office/drawing/2014/main" id="{352F949D-6015-40D7-9EDB-B1DD3CE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6269" y="1995731"/>
            <a:ext cx="786157" cy="243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Table-rich</a:t>
            </a:r>
          </a:p>
        </p:txBody>
      </p:sp>
      <p:sp>
        <p:nvSpPr>
          <p:cNvPr id="63" name="text-45 pages">
            <a:extLst xmlns:a="http://schemas.openxmlformats.org/drawingml/2006/main">
              <a:ext uri="{FF2B5EF4-FFF2-40B4-BE49-F238E27FC236}">
                <a16:creationId xmlns:a16="http://schemas.microsoft.com/office/drawing/2014/main" id="{AB4F76F6-E719-448B-AA71-74A35890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0898" y="1995755"/>
            <a:ext cx="505672" cy="243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294839-7049-473A-96FE-DC0BFDCB6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58de4214945db"/>
          <a:stretch xmlns:a="http://schemas.openxmlformats.org/drawingml/2006/main"/>
        </p:blipFill>
        <p:spPr>
          <a:xfrm xmlns:a="http://schemas.openxmlformats.org/drawingml/2006/main">
            <a:off x="5850949" y="2456715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65" name="text-47 Mixed">
            <a:extLst xmlns:a="http://schemas.openxmlformats.org/drawingml/2006/main">
              <a:ext uri="{FF2B5EF4-FFF2-40B4-BE49-F238E27FC236}">
                <a16:creationId xmlns:a16="http://schemas.microsoft.com/office/drawing/2014/main" id="{9CA1DF89-AA8B-4509-BD66-B468301F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5827" y="2400268"/>
            <a:ext cx="448722" cy="220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66" name="text-47 text,">
            <a:extLst xmlns:a="http://schemas.openxmlformats.org/drawingml/2006/main">
              <a:ext uri="{FF2B5EF4-FFF2-40B4-BE49-F238E27FC236}">
                <a16:creationId xmlns:a16="http://schemas.microsoft.com/office/drawing/2014/main" id="{6AAED438-6EC0-4123-B60C-867E43B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637" y="2400173"/>
            <a:ext cx="326409" cy="22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text,</a:t>
            </a:r>
          </a:p>
        </p:txBody>
      </p:sp>
      <p:sp>
        <p:nvSpPr>
          <p:cNvPr id="67" name="text-47 image">
            <a:extLst xmlns:a="http://schemas.openxmlformats.org/drawingml/2006/main">
              <a:ext uri="{FF2B5EF4-FFF2-40B4-BE49-F238E27FC236}">
                <a16:creationId xmlns:a16="http://schemas.microsoft.com/office/drawing/2014/main" id="{C053FE4B-860F-47D9-A3D5-3AD4A06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1010" y="2400061"/>
            <a:ext cx="458251" cy="22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8" name="text-48 &amp;">
            <a:extLst xmlns:a="http://schemas.openxmlformats.org/drawingml/2006/main">
              <a:ext uri="{FF2B5EF4-FFF2-40B4-BE49-F238E27FC236}">
                <a16:creationId xmlns:a16="http://schemas.microsoft.com/office/drawing/2014/main" id="{B22F5495-ACD9-4779-A71A-9F0ED807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5827" y="2570897"/>
            <a:ext cx="134004" cy="22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6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9" name="text-48 chart">
            <a:extLst xmlns:a="http://schemas.openxmlformats.org/drawingml/2006/main">
              <a:ext uri="{FF2B5EF4-FFF2-40B4-BE49-F238E27FC236}">
                <a16:creationId xmlns:a16="http://schemas.microsoft.com/office/drawing/2014/main" id="{8868BA16-B82C-47DC-9DED-B25C5C4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208" y="2571245"/>
            <a:ext cx="379267" cy="221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70" name="text-48 layouts">
            <a:extLst xmlns:a="http://schemas.openxmlformats.org/drawingml/2006/main">
              <a:ext uri="{FF2B5EF4-FFF2-40B4-BE49-F238E27FC236}">
                <a16:creationId xmlns:a16="http://schemas.microsoft.com/office/drawing/2014/main" id="{ABEC80C2-4E56-43D2-9018-86A2FCB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8415" y="2571350"/>
            <a:ext cx="528130" cy="22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layouts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89FB56-51AD-4665-8B19-5500F14E2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ae6d5f54b40d5"/>
          <a:stretch xmlns:a="http://schemas.openxmlformats.org/drawingml/2006/main"/>
        </p:blipFill>
        <p:spPr>
          <a:xfrm xmlns:a="http://schemas.openxmlformats.org/drawingml/2006/main">
            <a:off x="370176" y="3800250"/>
            <a:ext cx="245584" cy="245584"/>
          </a:xfrm>
          <a:prstGeom xmlns:a="http://schemas.openxmlformats.org/drawingml/2006/main" prst="rect">
            <a:avLst/>
          </a:prstGeom>
        </p:spPr>
      </p:pic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98E9A5F-B4C4-46F0-AA27-9CF01E5AB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23e196bbe44de"/>
          <a:stretch xmlns:a="http://schemas.openxmlformats.org/drawingml/2006/main"/>
        </p:blipFill>
        <p:spPr>
          <a:xfrm xmlns:a="http://schemas.openxmlformats.org/drawingml/2006/main">
            <a:off x="370176" y="4341597"/>
            <a:ext cx="245584" cy="245584"/>
          </a:xfrm>
          <a:prstGeom xmlns:a="http://schemas.openxmlformats.org/drawingml/2006/main" prst="rect">
            <a:avLst/>
          </a:prstGeom>
        </p:spPr>
      </p:pic>
      <p:sp>
        <p:nvSpPr>
          <p:cNvPr id="73" name="text-51 Simplified">
            <a:extLst xmlns:a="http://schemas.openxmlformats.org/drawingml/2006/main">
              <a:ext uri="{FF2B5EF4-FFF2-40B4-BE49-F238E27FC236}">
                <a16:creationId xmlns:a16="http://schemas.microsoft.com/office/drawing/2014/main" id="{43C902D0-7A8C-4F2C-8D87-0A3205B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90" y="3838174"/>
            <a:ext cx="785614" cy="243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Simplified</a:t>
            </a:r>
          </a:p>
        </p:txBody>
      </p:sp>
      <p:sp>
        <p:nvSpPr>
          <p:cNvPr id="74" name="text-51 Chinese">
            <a:extLst xmlns:a="http://schemas.openxmlformats.org/drawingml/2006/main">
              <a:ext uri="{FF2B5EF4-FFF2-40B4-BE49-F238E27FC236}">
                <a16:creationId xmlns:a16="http://schemas.microsoft.com/office/drawing/2014/main" id="{648BEF45-884C-46A9-9181-A49E2CE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559" y="3838019"/>
            <a:ext cx="670364" cy="24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Chinese</a:t>
            </a:r>
          </a:p>
        </p:txBody>
      </p:sp>
      <p:sp>
        <p:nvSpPr>
          <p:cNvPr id="75" name="text-52 Traditional">
            <a:extLst xmlns:a="http://schemas.openxmlformats.org/drawingml/2006/main">
              <a:ext uri="{FF2B5EF4-FFF2-40B4-BE49-F238E27FC236}">
                <a16:creationId xmlns:a16="http://schemas.microsoft.com/office/drawing/2014/main" id="{EE636050-A685-4A27-BDF1-1821A78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90" y="4379303"/>
            <a:ext cx="838339" cy="243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Traditional</a:t>
            </a:r>
          </a:p>
        </p:txBody>
      </p:sp>
      <p:sp>
        <p:nvSpPr>
          <p:cNvPr id="76" name="text-52 Chinese">
            <a:extLst xmlns:a="http://schemas.openxmlformats.org/drawingml/2006/main">
              <a:ext uri="{FF2B5EF4-FFF2-40B4-BE49-F238E27FC236}">
                <a16:creationId xmlns:a16="http://schemas.microsoft.com/office/drawing/2014/main" id="{30808295-922E-4287-809E-744D14BA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416" y="4379366"/>
            <a:ext cx="670364" cy="24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Chinese</a:t>
            </a:r>
          </a:p>
        </p:txBody>
      </p:sp>
      <p:sp>
        <p:nvSpPr>
          <p:cNvPr id="77" name="path-53">
            <a:extLst xmlns:a="http://schemas.openxmlformats.org/drawingml/2006/main">
              <a:ext uri="{FF2B5EF4-FFF2-40B4-BE49-F238E27FC236}">
                <a16:creationId xmlns:a16="http://schemas.microsoft.com/office/drawing/2014/main" id="{FD2C54C6-4733-41E6-8943-34BB45F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9" y="4883402"/>
            <a:ext cx="263053" cy="312806"/>
          </a:xfrm>
          <a:custGeom xmlns:a="http://schemas.openxmlformats.org/drawingml/2006/main">
            <a:pathLst>
              <a:path w="263053" h="312806">
                <a:moveTo>
                  <a:pt x="442" y="22860"/>
                </a:moveTo>
                <a:lnTo>
                  <a:pt x="442" y="22860"/>
                </a:lnTo>
                <a:cubicBezTo>
                  <a:pt x="442" y="18829"/>
                  <a:pt x="1344" y="14782"/>
                  <a:pt x="3589" y="11652"/>
                </a:cubicBezTo>
                <a:cubicBezTo>
                  <a:pt x="5375" y="8063"/>
                  <a:pt x="8505" y="4933"/>
                  <a:pt x="11651" y="3130"/>
                </a:cubicBezTo>
                <a:cubicBezTo>
                  <a:pt x="15240" y="1344"/>
                  <a:pt x="19271" y="0"/>
                  <a:pt x="23303" y="0"/>
                </a:cubicBezTo>
                <a:lnTo>
                  <a:pt x="240193" y="443"/>
                </a:lnTo>
                <a:cubicBezTo>
                  <a:pt x="244240" y="443"/>
                  <a:pt x="248271" y="1344"/>
                  <a:pt x="251402" y="3589"/>
                </a:cubicBezTo>
                <a:cubicBezTo>
                  <a:pt x="254991" y="5375"/>
                  <a:pt x="258121" y="8521"/>
                  <a:pt x="259923" y="11652"/>
                </a:cubicBezTo>
                <a:cubicBezTo>
                  <a:pt x="261710" y="15240"/>
                  <a:pt x="263053" y="19272"/>
                  <a:pt x="263053" y="23303"/>
                </a:cubicBezTo>
                <a:lnTo>
                  <a:pt x="263053" y="289945"/>
                </a:lnTo>
                <a:cubicBezTo>
                  <a:pt x="263053" y="293976"/>
                  <a:pt x="262152" y="298008"/>
                  <a:pt x="259923" y="301154"/>
                </a:cubicBezTo>
                <a:cubicBezTo>
                  <a:pt x="258121" y="304743"/>
                  <a:pt x="254991" y="307873"/>
                  <a:pt x="251844" y="309659"/>
                </a:cubicBezTo>
                <a:cubicBezTo>
                  <a:pt x="248271" y="311462"/>
                  <a:pt x="244240" y="312806"/>
                  <a:pt x="240193" y="312806"/>
                </a:cubicBezTo>
                <a:lnTo>
                  <a:pt x="22844" y="312806"/>
                </a:lnTo>
                <a:cubicBezTo>
                  <a:pt x="18813" y="312806"/>
                  <a:pt x="14782" y="311905"/>
                  <a:pt x="11651" y="309659"/>
                </a:cubicBezTo>
                <a:cubicBezTo>
                  <a:pt x="8063" y="307873"/>
                  <a:pt x="4932" y="304743"/>
                  <a:pt x="3130" y="301596"/>
                </a:cubicBezTo>
                <a:cubicBezTo>
                  <a:pt x="1344" y="298008"/>
                  <a:pt x="0" y="293976"/>
                  <a:pt x="0" y="289945"/>
                </a:cubicBezTo>
                <a:lnTo>
                  <a:pt x="442" y="2286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548">
            <a:solidFill>
              <a:srgbClr val="64748B"/>
            </a:solidFill>
            <a:prstDash val="solid"/>
          </a:ln>
        </p:spPr>
      </p:sp>
      <p:sp>
        <p:nvSpPr>
          <p:cNvPr id="78" name="text-54 En">
            <a:extLst xmlns:a="http://schemas.openxmlformats.org/drawingml/2006/main">
              <a:ext uri="{FF2B5EF4-FFF2-40B4-BE49-F238E27FC236}">
                <a16:creationId xmlns:a16="http://schemas.microsoft.com/office/drawing/2014/main" id="{2E4064CA-ECC9-4FC4-A67C-63AE8789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51" y="4947327"/>
            <a:ext cx="190696" cy="190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71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79" name="text-55 English">
            <a:extLst xmlns:a="http://schemas.openxmlformats.org/drawingml/2006/main">
              <a:ext uri="{FF2B5EF4-FFF2-40B4-BE49-F238E27FC236}">
                <a16:creationId xmlns:a16="http://schemas.microsoft.com/office/drawing/2014/main" id="{A198E687-F9EB-4F13-8983-1EAF28E5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7" y="4921348"/>
            <a:ext cx="602001" cy="243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1054861-6AD4-4CAD-B44C-2CC308860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d1812e9a44290"/>
          <a:stretch xmlns:a="http://schemas.openxmlformats.org/drawingml/2006/main"/>
        </p:blipFill>
        <p:spPr>
          <a:xfrm xmlns:a="http://schemas.openxmlformats.org/drawingml/2006/main">
            <a:off x="2306596" y="3810541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81" name="text-57 Multilingual">
            <a:extLst xmlns:a="http://schemas.openxmlformats.org/drawingml/2006/main">
              <a:ext uri="{FF2B5EF4-FFF2-40B4-BE49-F238E27FC236}">
                <a16:creationId xmlns:a16="http://schemas.microsoft.com/office/drawing/2014/main" id="{D86E2F08-AADC-473A-B73B-E190063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4913" y="3748427"/>
            <a:ext cx="902304" cy="243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Multilingual</a:t>
            </a:r>
          </a:p>
        </p:txBody>
      </p:sp>
      <p:sp>
        <p:nvSpPr>
          <p:cNvPr id="82" name="text-58 pages">
            <a:extLst xmlns:a="http://schemas.openxmlformats.org/drawingml/2006/main">
              <a:ext uri="{FF2B5EF4-FFF2-40B4-BE49-F238E27FC236}">
                <a16:creationId xmlns:a16="http://schemas.microsoft.com/office/drawing/2014/main" id="{A73E7768-4BE9-48FA-BD51-E4057A8B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4913" y="3936208"/>
            <a:ext cx="505669" cy="24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49EEA17-A23A-4C7E-8163-B91085DFAC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123bc18bf4618"/>
          <a:stretch xmlns:a="http://schemas.openxmlformats.org/drawingml/2006/main"/>
        </p:blipFill>
        <p:spPr>
          <a:xfrm xmlns:a="http://schemas.openxmlformats.org/drawingml/2006/main">
            <a:off x="2326311" y="4408818"/>
            <a:ext cx="180149" cy="180149"/>
          </a:xfrm>
          <a:prstGeom xmlns:a="http://schemas.openxmlformats.org/drawingml/2006/main" prst="rect">
            <a:avLst/>
          </a:prstGeom>
        </p:spPr>
      </p:pic>
      <p:sp>
        <p:nvSpPr>
          <p:cNvPr id="84" name="text-60 Printed">
            <a:extLst xmlns:a="http://schemas.openxmlformats.org/drawingml/2006/main">
              <a:ext uri="{FF2B5EF4-FFF2-40B4-BE49-F238E27FC236}">
                <a16:creationId xmlns:a16="http://schemas.microsoft.com/office/drawing/2014/main" id="{2A453A3D-C4E4-4DFA-B1C6-4EDBF88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1917" y="4390704"/>
            <a:ext cx="582709" cy="243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Printed</a:t>
            </a:r>
          </a:p>
        </p:txBody>
      </p:sp>
      <p:sp>
        <p:nvSpPr>
          <p:cNvPr id="85" name="text-60 text">
            <a:extLst xmlns:a="http://schemas.openxmlformats.org/drawingml/2006/main">
              <a:ext uri="{FF2B5EF4-FFF2-40B4-BE49-F238E27FC236}">
                <a16:creationId xmlns:a16="http://schemas.microsoft.com/office/drawing/2014/main" id="{D4F5E912-355E-4319-8BB7-14099C6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776" y="4390781"/>
            <a:ext cx="311747" cy="243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3A53AD-5307-4BD9-899A-8FC73238E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53cfdb3dd428f"/>
          <a:stretch xmlns:a="http://schemas.openxmlformats.org/drawingml/2006/main"/>
        </p:blipFill>
        <p:spPr>
          <a:xfrm xmlns:a="http://schemas.openxmlformats.org/drawingml/2006/main">
            <a:off x="2290012" y="4903117"/>
            <a:ext cx="245584" cy="245584"/>
          </a:xfrm>
          <a:prstGeom xmlns:a="http://schemas.openxmlformats.org/drawingml/2006/main" prst="rect">
            <a:avLst/>
          </a:prstGeom>
        </p:spPr>
      </p:pic>
      <p:sp>
        <p:nvSpPr>
          <p:cNvPr id="87" name="text-62 Handwriting">
            <a:extLst xmlns:a="http://schemas.openxmlformats.org/drawingml/2006/main">
              <a:ext uri="{FF2B5EF4-FFF2-40B4-BE49-F238E27FC236}">
                <a16:creationId xmlns:a16="http://schemas.microsoft.com/office/drawing/2014/main" id="{D87070FF-42FB-488D-A5B9-7BA8D94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1917" y="4932468"/>
            <a:ext cx="950457" cy="243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Handwriting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196E6F-C3B9-4F13-8F93-D8DFCA19BE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4b767d7ae438f"/>
          <a:stretch xmlns:a="http://schemas.openxmlformats.org/drawingml/2006/main"/>
        </p:blipFill>
        <p:spPr>
          <a:xfrm xmlns:a="http://schemas.openxmlformats.org/drawingml/2006/main">
            <a:off x="4230907" y="3807853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89" name="text-64 Born-digital">
            <a:extLst xmlns:a="http://schemas.openxmlformats.org/drawingml/2006/main">
              <a:ext uri="{FF2B5EF4-FFF2-40B4-BE49-F238E27FC236}">
                <a16:creationId xmlns:a16="http://schemas.microsoft.com/office/drawing/2014/main" id="{A6BA3315-E571-4A71-9BA1-5F052BE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169" y="3826448"/>
            <a:ext cx="911862" cy="243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Born-digital</a:t>
            </a:r>
          </a:p>
        </p:txBody>
      </p:sp>
      <p:sp>
        <p:nvSpPr>
          <p:cNvPr id="90" name="text-64 PDFs">
            <a:extLst xmlns:a="http://schemas.openxmlformats.org/drawingml/2006/main">
              <a:ext uri="{FF2B5EF4-FFF2-40B4-BE49-F238E27FC236}">
                <a16:creationId xmlns:a16="http://schemas.microsoft.com/office/drawing/2014/main" id="{FFB07315-A146-4B9C-80A4-B4E27F12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4344" y="3826398"/>
            <a:ext cx="466727" cy="2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PDFs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6F1036-050A-4CC7-8686-BBB219B0F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b706509ac4401"/>
          <a:stretch xmlns:a="http://schemas.openxmlformats.org/drawingml/2006/main"/>
        </p:blipFill>
        <p:spPr>
          <a:xfrm xmlns:a="http://schemas.openxmlformats.org/drawingml/2006/main">
            <a:off x="4209849" y="4372061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92" name="text-66 Scanned">
            <a:extLst xmlns:a="http://schemas.openxmlformats.org/drawingml/2006/main">
              <a:ext uri="{FF2B5EF4-FFF2-40B4-BE49-F238E27FC236}">
                <a16:creationId xmlns:a16="http://schemas.microsoft.com/office/drawing/2014/main" id="{CC2240FF-B5F4-453B-8280-7E7A5D13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2654" y="4369163"/>
            <a:ext cx="718509" cy="243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Scanned</a:t>
            </a:r>
          </a:p>
        </p:txBody>
      </p:sp>
      <p:sp>
        <p:nvSpPr>
          <p:cNvPr id="93" name="text-66 pages">
            <a:extLst xmlns:a="http://schemas.openxmlformats.org/drawingml/2006/main">
              <a:ext uri="{FF2B5EF4-FFF2-40B4-BE49-F238E27FC236}">
                <a16:creationId xmlns:a16="http://schemas.microsoft.com/office/drawing/2014/main" id="{3901A0B9-745B-4A79-B92E-79E316E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8309" y="4368990"/>
            <a:ext cx="506042" cy="24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C626D0F-4722-4ED2-B915-9A4832608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7bbb587374dd9"/>
          <a:stretch xmlns:a="http://schemas.openxmlformats.org/drawingml/2006/main"/>
        </p:blipFill>
        <p:spPr>
          <a:xfrm xmlns:a="http://schemas.openxmlformats.org/drawingml/2006/main">
            <a:off x="4209849" y="4892809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95" name="text-68 Mobile">
            <a:extLst xmlns:a="http://schemas.openxmlformats.org/drawingml/2006/main">
              <a:ext uri="{FF2B5EF4-FFF2-40B4-BE49-F238E27FC236}">
                <a16:creationId xmlns:a16="http://schemas.microsoft.com/office/drawing/2014/main" id="{18F78E92-6891-40A8-B5DB-036494F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753" y="4879129"/>
            <a:ext cx="544117" cy="24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96" name="text-68 photographs">
            <a:extLst xmlns:a="http://schemas.openxmlformats.org/drawingml/2006/main">
              <a:ext uri="{FF2B5EF4-FFF2-40B4-BE49-F238E27FC236}">
                <a16:creationId xmlns:a16="http://schemas.microsoft.com/office/drawing/2014/main" id="{A483A4B5-43FB-4387-8787-544BF61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3014" y="4879048"/>
            <a:ext cx="999651" cy="24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photographs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6272A96-654D-408E-A9A6-DD52FE532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aeac9ad4c40e6"/>
          <a:stretch xmlns:a="http://schemas.openxmlformats.org/drawingml/2006/main"/>
        </p:blipFill>
        <p:spPr>
          <a:xfrm xmlns:a="http://schemas.openxmlformats.org/drawingml/2006/main">
            <a:off x="5964777" y="3828469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98" name="text-70 Screenshots">
            <a:extLst xmlns:a="http://schemas.openxmlformats.org/drawingml/2006/main">
              <a:ext uri="{FF2B5EF4-FFF2-40B4-BE49-F238E27FC236}">
                <a16:creationId xmlns:a16="http://schemas.microsoft.com/office/drawing/2014/main" id="{6CE5F0E9-3494-42B3-8326-15024E13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5780" y="3818277"/>
            <a:ext cx="999481" cy="243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96A68A-C637-48DE-9FA8-2ABCA0F28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cfd05415047cb"/>
          <a:stretch xmlns:a="http://schemas.openxmlformats.org/drawingml/2006/main"/>
        </p:blipFill>
        <p:spPr>
          <a:xfrm xmlns:a="http://schemas.openxmlformats.org/drawingml/2006/main">
            <a:off x="5974183" y="4382369"/>
            <a:ext cx="212874" cy="212874"/>
          </a:xfrm>
          <a:prstGeom xmlns:a="http://schemas.openxmlformats.org/drawingml/2006/main" prst="rect">
            <a:avLst/>
          </a:prstGeom>
        </p:spPr>
      </p:pic>
      <p:sp>
        <p:nvSpPr>
          <p:cNvPr id="100" name="text-72 Screen">
            <a:extLst xmlns:a="http://schemas.openxmlformats.org/drawingml/2006/main">
              <a:ext uri="{FF2B5EF4-FFF2-40B4-BE49-F238E27FC236}">
                <a16:creationId xmlns:a16="http://schemas.microsoft.com/office/drawing/2014/main" id="{14A82741-5ACA-4F88-92C1-10791646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609" y="4298071"/>
            <a:ext cx="552352" cy="23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01" name="text-73 recapture">
            <a:extLst xmlns:a="http://schemas.openxmlformats.org/drawingml/2006/main">
              <a:ext uri="{FF2B5EF4-FFF2-40B4-BE49-F238E27FC236}">
                <a16:creationId xmlns:a16="http://schemas.microsoft.com/office/drawing/2014/main" id="{BB795749-F0E2-4C46-BE0D-371FCAD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4609" y="4477394"/>
            <a:ext cx="726275" cy="23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recapture</a:t>
            </a:r>
          </a:p>
        </p:txBody>
      </p:sp>
      <p:sp>
        <p:nvSpPr>
          <p:cNvPr id="102" name="path-74">
            <a:extLst xmlns:a="http://schemas.openxmlformats.org/drawingml/2006/main">
              <a:ext uri="{FF2B5EF4-FFF2-40B4-BE49-F238E27FC236}">
                <a16:creationId xmlns:a16="http://schemas.microsoft.com/office/drawing/2014/main" id="{940D5A1C-8301-405D-AC1F-64010960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745" y="2726504"/>
            <a:ext cx="689245" cy="689228"/>
          </a:xfrm>
          <a:custGeom xmlns:a="http://schemas.openxmlformats.org/drawingml/2006/main">
            <a:pathLst>
              <a:path w="689245" h="689228">
                <a:moveTo>
                  <a:pt x="0" y="344614"/>
                </a:moveTo>
                <a:lnTo>
                  <a:pt x="0" y="344614"/>
                </a:lnTo>
                <a:cubicBezTo>
                  <a:pt x="0" y="284110"/>
                  <a:pt x="16126" y="224509"/>
                  <a:pt x="46148" y="172528"/>
                </a:cubicBezTo>
                <a:cubicBezTo>
                  <a:pt x="76629" y="120088"/>
                  <a:pt x="120104" y="76628"/>
                  <a:pt x="172529" y="46148"/>
                </a:cubicBezTo>
                <a:cubicBezTo>
                  <a:pt x="224510" y="16125"/>
                  <a:pt x="284112" y="0"/>
                  <a:pt x="344614" y="0"/>
                </a:cubicBezTo>
                <a:cubicBezTo>
                  <a:pt x="405117" y="0"/>
                  <a:pt x="464720" y="16125"/>
                  <a:pt x="517159" y="46148"/>
                </a:cubicBezTo>
                <a:cubicBezTo>
                  <a:pt x="569140" y="76628"/>
                  <a:pt x="612600" y="120088"/>
                  <a:pt x="643081" y="172528"/>
                </a:cubicBezTo>
                <a:cubicBezTo>
                  <a:pt x="673104" y="224509"/>
                  <a:pt x="689245" y="284110"/>
                  <a:pt x="689245" y="344614"/>
                </a:cubicBezTo>
                <a:cubicBezTo>
                  <a:pt x="689245" y="405117"/>
                  <a:pt x="673104" y="464718"/>
                  <a:pt x="643081" y="517142"/>
                </a:cubicBezTo>
                <a:cubicBezTo>
                  <a:pt x="612600" y="569140"/>
                  <a:pt x="569140" y="612599"/>
                  <a:pt x="517159" y="643081"/>
                </a:cubicBezTo>
                <a:cubicBezTo>
                  <a:pt x="464720" y="673103"/>
                  <a:pt x="405117" y="689228"/>
                  <a:pt x="344614" y="689228"/>
                </a:cubicBezTo>
                <a:cubicBezTo>
                  <a:pt x="284112" y="689228"/>
                  <a:pt x="224510" y="673103"/>
                  <a:pt x="172529" y="643081"/>
                </a:cubicBezTo>
                <a:cubicBezTo>
                  <a:pt x="120104" y="612599"/>
                  <a:pt x="76629" y="569140"/>
                  <a:pt x="46148" y="517142"/>
                </a:cubicBezTo>
                <a:cubicBezTo>
                  <a:pt x="16126" y="464718"/>
                  <a:pt x="0" y="405117"/>
                  <a:pt x="0" y="34461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59">
            <a:solidFill>
              <a:srgbClr val="8271B5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7BAD73E-9661-4F5E-B852-2A97B1270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b84d97b3a4d01"/>
          <a:stretch xmlns:a="http://schemas.openxmlformats.org/drawingml/2006/main"/>
        </p:blipFill>
        <p:spPr>
          <a:xfrm xmlns:a="http://schemas.openxmlformats.org/drawingml/2006/main">
            <a:off x="3705029" y="2841217"/>
            <a:ext cx="353579" cy="458901"/>
          </a:xfrm>
          <a:prstGeom xmlns:a="http://schemas.openxmlformats.org/drawingml/2006/main" prst="rect">
            <a:avLst/>
          </a:prstGeom>
        </p:spPr>
      </p:pic>
      <p:sp>
        <p:nvSpPr>
          <p:cNvPr id="104" name="path-76">
            <a:extLst xmlns:a="http://schemas.openxmlformats.org/drawingml/2006/main">
              <a:ext uri="{FF2B5EF4-FFF2-40B4-BE49-F238E27FC236}">
                <a16:creationId xmlns:a16="http://schemas.microsoft.com/office/drawing/2014/main" id="{E622776A-FBA3-4766-B981-3DB6B5ED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83" y="2661068"/>
            <a:ext cx="131298" cy="131297"/>
          </a:xfrm>
          <a:custGeom xmlns:a="http://schemas.openxmlformats.org/drawingml/2006/main">
            <a:pathLst>
              <a:path w="131298" h="131297">
                <a:moveTo>
                  <a:pt x="0" y="65436"/>
                </a:moveTo>
                <a:lnTo>
                  <a:pt x="0" y="65436"/>
                </a:lnTo>
                <a:cubicBezTo>
                  <a:pt x="0" y="53784"/>
                  <a:pt x="3130" y="42574"/>
                  <a:pt x="8964" y="32710"/>
                </a:cubicBezTo>
                <a:cubicBezTo>
                  <a:pt x="14339" y="22402"/>
                  <a:pt x="22861" y="14340"/>
                  <a:pt x="32710" y="8521"/>
                </a:cubicBezTo>
                <a:cubicBezTo>
                  <a:pt x="43018" y="2688"/>
                  <a:pt x="54227" y="0"/>
                  <a:pt x="65420" y="0"/>
                </a:cubicBezTo>
                <a:cubicBezTo>
                  <a:pt x="77071" y="0"/>
                  <a:pt x="88280" y="2688"/>
                  <a:pt x="98588" y="8521"/>
                </a:cubicBezTo>
                <a:cubicBezTo>
                  <a:pt x="108453" y="14340"/>
                  <a:pt x="116959" y="22402"/>
                  <a:pt x="122334" y="32710"/>
                </a:cubicBezTo>
                <a:cubicBezTo>
                  <a:pt x="128168" y="42574"/>
                  <a:pt x="131298" y="53784"/>
                  <a:pt x="131298" y="65436"/>
                </a:cubicBezTo>
                <a:cubicBezTo>
                  <a:pt x="131298" y="77087"/>
                  <a:pt x="128168" y="88281"/>
                  <a:pt x="122334" y="98145"/>
                </a:cubicBezTo>
                <a:cubicBezTo>
                  <a:pt x="116959" y="108453"/>
                  <a:pt x="108453" y="116515"/>
                  <a:pt x="98588" y="122349"/>
                </a:cubicBezTo>
                <a:cubicBezTo>
                  <a:pt x="88280" y="128167"/>
                  <a:pt x="77071" y="131297"/>
                  <a:pt x="65420" y="131297"/>
                </a:cubicBezTo>
                <a:cubicBezTo>
                  <a:pt x="54227" y="131297"/>
                  <a:pt x="43018" y="128167"/>
                  <a:pt x="32710" y="122349"/>
                </a:cubicBezTo>
                <a:cubicBezTo>
                  <a:pt x="22861" y="116515"/>
                  <a:pt x="14339" y="108453"/>
                  <a:pt x="8964" y="98145"/>
                </a:cubicBezTo>
                <a:cubicBezTo>
                  <a:pt x="3130" y="88281"/>
                  <a:pt x="0" y="77087"/>
                  <a:pt x="0" y="65436"/>
                </a:cubicBezTo>
              </a:path>
            </a:pathLst>
          </a:custGeom>
          <a:solidFill xmlns:a="http://schemas.openxmlformats.org/drawingml/2006/main">
            <a:srgbClr val="9C8BC4"/>
          </a:solidFill>
          <a:ln xmlns:a="http://schemas.openxmlformats.org/drawingml/2006/main" w="4930">
            <a:solidFill>
              <a:srgbClr val="9C8BC4"/>
            </a:solidFill>
            <a:prstDash val="solid"/>
          </a:ln>
        </p:spPr>
      </p:sp>
      <p:sp>
        <p:nvSpPr>
          <p:cNvPr id="105" name="path-77">
            <a:extLst xmlns:a="http://schemas.openxmlformats.org/drawingml/2006/main">
              <a:ext uri="{FF2B5EF4-FFF2-40B4-BE49-F238E27FC236}">
                <a16:creationId xmlns:a16="http://schemas.microsoft.com/office/drawing/2014/main" id="{6900E8AF-1938-416A-8674-5EAE7FDC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997" y="3005683"/>
            <a:ext cx="131314" cy="131313"/>
          </a:xfrm>
          <a:custGeom xmlns:a="http://schemas.openxmlformats.org/drawingml/2006/main">
            <a:pathLst>
              <a:path w="131314" h="131313">
                <a:moveTo>
                  <a:pt x="0" y="65435"/>
                </a:moveTo>
                <a:lnTo>
                  <a:pt x="0" y="65435"/>
                </a:lnTo>
                <a:cubicBezTo>
                  <a:pt x="0" y="53783"/>
                  <a:pt x="3147" y="42575"/>
                  <a:pt x="8964" y="32726"/>
                </a:cubicBezTo>
                <a:cubicBezTo>
                  <a:pt x="14340" y="22417"/>
                  <a:pt x="22861" y="14339"/>
                  <a:pt x="32726" y="8521"/>
                </a:cubicBezTo>
                <a:cubicBezTo>
                  <a:pt x="43034" y="2687"/>
                  <a:pt x="54227" y="0"/>
                  <a:pt x="65879" y="0"/>
                </a:cubicBezTo>
                <a:cubicBezTo>
                  <a:pt x="77087" y="0"/>
                  <a:pt x="88296" y="2687"/>
                  <a:pt x="98603" y="8521"/>
                </a:cubicBezTo>
                <a:cubicBezTo>
                  <a:pt x="108453" y="14339"/>
                  <a:pt x="116975" y="22417"/>
                  <a:pt x="122350" y="32726"/>
                </a:cubicBezTo>
                <a:cubicBezTo>
                  <a:pt x="128168" y="42575"/>
                  <a:pt x="131314" y="53783"/>
                  <a:pt x="131314" y="65435"/>
                </a:cubicBezTo>
                <a:cubicBezTo>
                  <a:pt x="131314" y="77086"/>
                  <a:pt x="128168" y="88295"/>
                  <a:pt x="122350" y="98145"/>
                </a:cubicBezTo>
                <a:cubicBezTo>
                  <a:pt x="116975" y="108453"/>
                  <a:pt x="108453" y="116515"/>
                  <a:pt x="98603" y="122349"/>
                </a:cubicBezTo>
                <a:cubicBezTo>
                  <a:pt x="88296" y="128167"/>
                  <a:pt x="77087" y="131313"/>
                  <a:pt x="65879" y="131313"/>
                </a:cubicBezTo>
                <a:cubicBezTo>
                  <a:pt x="54227" y="131313"/>
                  <a:pt x="43034" y="128167"/>
                  <a:pt x="32726" y="122349"/>
                </a:cubicBezTo>
                <a:cubicBezTo>
                  <a:pt x="22861" y="116515"/>
                  <a:pt x="14340" y="108453"/>
                  <a:pt x="8964" y="98145"/>
                </a:cubicBezTo>
                <a:cubicBezTo>
                  <a:pt x="3147" y="88295"/>
                  <a:pt x="0" y="77086"/>
                  <a:pt x="0" y="65435"/>
                </a:cubicBezTo>
              </a:path>
            </a:pathLst>
          </a:custGeom>
          <a:solidFill xmlns:a="http://schemas.openxmlformats.org/drawingml/2006/main">
            <a:srgbClr val="1F6FBF"/>
          </a:solidFill>
          <a:ln xmlns:a="http://schemas.openxmlformats.org/drawingml/2006/main" w="4930">
            <a:solidFill>
              <a:srgbClr val="1F6FBF"/>
            </a:solidFill>
            <a:prstDash val="solid"/>
          </a:ln>
        </p:spPr>
      </p:sp>
      <p:sp>
        <p:nvSpPr>
          <p:cNvPr id="106" name="path-78">
            <a:extLst xmlns:a="http://schemas.openxmlformats.org/drawingml/2006/main">
              <a:ext uri="{FF2B5EF4-FFF2-40B4-BE49-F238E27FC236}">
                <a16:creationId xmlns:a16="http://schemas.microsoft.com/office/drawing/2014/main" id="{146E5FF7-CDA2-48B5-8833-E1597FE1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753" y="3005683"/>
            <a:ext cx="131313" cy="131313"/>
          </a:xfrm>
          <a:custGeom xmlns:a="http://schemas.openxmlformats.org/drawingml/2006/main">
            <a:pathLst>
              <a:path w="131313" h="131313">
                <a:moveTo>
                  <a:pt x="0" y="65435"/>
                </a:moveTo>
                <a:lnTo>
                  <a:pt x="0" y="65435"/>
                </a:lnTo>
                <a:cubicBezTo>
                  <a:pt x="0" y="53783"/>
                  <a:pt x="3146" y="42575"/>
                  <a:pt x="8964" y="32726"/>
                </a:cubicBezTo>
                <a:cubicBezTo>
                  <a:pt x="14355" y="22417"/>
                  <a:pt x="22860" y="14339"/>
                  <a:pt x="32725" y="8521"/>
                </a:cubicBezTo>
                <a:cubicBezTo>
                  <a:pt x="43033" y="2687"/>
                  <a:pt x="54226" y="0"/>
                  <a:pt x="65878" y="0"/>
                </a:cubicBezTo>
                <a:cubicBezTo>
                  <a:pt x="77087" y="0"/>
                  <a:pt x="88296" y="2687"/>
                  <a:pt x="98603" y="8521"/>
                </a:cubicBezTo>
                <a:cubicBezTo>
                  <a:pt x="108453" y="14339"/>
                  <a:pt x="116974" y="22417"/>
                  <a:pt x="122349" y="32726"/>
                </a:cubicBezTo>
                <a:cubicBezTo>
                  <a:pt x="128183" y="42575"/>
                  <a:pt x="131313" y="53783"/>
                  <a:pt x="131313" y="65435"/>
                </a:cubicBezTo>
                <a:cubicBezTo>
                  <a:pt x="131313" y="77086"/>
                  <a:pt x="128183" y="88295"/>
                  <a:pt x="122349" y="98145"/>
                </a:cubicBezTo>
                <a:cubicBezTo>
                  <a:pt x="116974" y="108453"/>
                  <a:pt x="108453" y="116515"/>
                  <a:pt x="98603" y="122349"/>
                </a:cubicBezTo>
                <a:cubicBezTo>
                  <a:pt x="88296" y="128167"/>
                  <a:pt x="77087" y="131313"/>
                  <a:pt x="65878" y="131313"/>
                </a:cubicBezTo>
                <a:cubicBezTo>
                  <a:pt x="54226" y="131313"/>
                  <a:pt x="43033" y="128167"/>
                  <a:pt x="32725" y="122349"/>
                </a:cubicBezTo>
                <a:cubicBezTo>
                  <a:pt x="22860" y="116515"/>
                  <a:pt x="14355" y="108453"/>
                  <a:pt x="8964" y="98145"/>
                </a:cubicBezTo>
                <a:cubicBezTo>
                  <a:pt x="3146" y="88295"/>
                  <a:pt x="0" y="77086"/>
                  <a:pt x="0" y="65435"/>
                </a:cubicBezTo>
              </a:path>
            </a:pathLst>
          </a:custGeom>
          <a:solidFill xmlns:a="http://schemas.openxmlformats.org/drawingml/2006/main">
            <a:srgbClr val="4A9B4E"/>
          </a:solidFill>
          <a:ln xmlns:a="http://schemas.openxmlformats.org/drawingml/2006/main" w="4930">
            <a:solidFill>
              <a:srgbClr val="4A9B4E"/>
            </a:solidFill>
            <a:prstDash val="solid"/>
          </a:ln>
        </p:spPr>
      </p:sp>
      <p:sp>
        <p:nvSpPr>
          <p:cNvPr id="107" name="path-79">
            <a:extLst xmlns:a="http://schemas.openxmlformats.org/drawingml/2006/main">
              <a:ext uri="{FF2B5EF4-FFF2-40B4-BE49-F238E27FC236}">
                <a16:creationId xmlns:a16="http://schemas.microsoft.com/office/drawing/2014/main" id="{A3F8A310-4780-4A78-80C1-794272B5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83" y="3349853"/>
            <a:ext cx="131298" cy="131314"/>
          </a:xfrm>
          <a:custGeom xmlns:a="http://schemas.openxmlformats.org/drawingml/2006/main">
            <a:pathLst>
              <a:path w="131298" h="131314">
                <a:moveTo>
                  <a:pt x="0" y="65878"/>
                </a:moveTo>
                <a:lnTo>
                  <a:pt x="0" y="65878"/>
                </a:lnTo>
                <a:cubicBezTo>
                  <a:pt x="0" y="54227"/>
                  <a:pt x="3130" y="43034"/>
                  <a:pt x="8964" y="33169"/>
                </a:cubicBezTo>
                <a:cubicBezTo>
                  <a:pt x="14339" y="22862"/>
                  <a:pt x="22861" y="14799"/>
                  <a:pt x="32710" y="8965"/>
                </a:cubicBezTo>
                <a:cubicBezTo>
                  <a:pt x="43018" y="3147"/>
                  <a:pt x="54227" y="0"/>
                  <a:pt x="65420" y="0"/>
                </a:cubicBezTo>
                <a:cubicBezTo>
                  <a:pt x="77071" y="0"/>
                  <a:pt x="88280" y="3147"/>
                  <a:pt x="98588" y="8965"/>
                </a:cubicBezTo>
                <a:cubicBezTo>
                  <a:pt x="108453" y="14799"/>
                  <a:pt x="116959" y="22862"/>
                  <a:pt x="122334" y="33169"/>
                </a:cubicBezTo>
                <a:cubicBezTo>
                  <a:pt x="128168" y="43034"/>
                  <a:pt x="131298" y="54227"/>
                  <a:pt x="131298" y="65878"/>
                </a:cubicBezTo>
                <a:cubicBezTo>
                  <a:pt x="131298" y="77530"/>
                  <a:pt x="128168" y="88739"/>
                  <a:pt x="122334" y="98604"/>
                </a:cubicBezTo>
                <a:cubicBezTo>
                  <a:pt x="116959" y="108912"/>
                  <a:pt x="108453" y="116975"/>
                  <a:pt x="98588" y="122793"/>
                </a:cubicBezTo>
                <a:cubicBezTo>
                  <a:pt x="88280" y="128627"/>
                  <a:pt x="77071" y="131314"/>
                  <a:pt x="65420" y="131314"/>
                </a:cubicBezTo>
                <a:cubicBezTo>
                  <a:pt x="54227" y="131314"/>
                  <a:pt x="43018" y="128627"/>
                  <a:pt x="32710" y="122793"/>
                </a:cubicBezTo>
                <a:cubicBezTo>
                  <a:pt x="22861" y="116975"/>
                  <a:pt x="14339" y="108912"/>
                  <a:pt x="8964" y="98604"/>
                </a:cubicBezTo>
                <a:cubicBezTo>
                  <a:pt x="3130" y="88739"/>
                  <a:pt x="0" y="77530"/>
                  <a:pt x="0" y="65878"/>
                </a:cubicBezTo>
              </a:path>
            </a:pathLst>
          </a:custGeom>
          <a:solidFill xmlns:a="http://schemas.openxmlformats.org/drawingml/2006/main">
            <a:srgbClr val="F0A020"/>
          </a:solidFill>
          <a:ln xmlns:a="http://schemas.openxmlformats.org/drawingml/2006/main" w="4930">
            <a:solidFill>
              <a:srgbClr val="F0A020"/>
            </a:solidFill>
            <a:prstDash val="solid"/>
          </a:ln>
        </p:spPr>
      </p:sp>
      <p:sp>
        <p:nvSpPr>
          <p:cNvPr id="108" name="path-80">
            <a:extLst xmlns:a="http://schemas.openxmlformats.org/drawingml/2006/main">
              <a:ext uri="{FF2B5EF4-FFF2-40B4-BE49-F238E27FC236}">
                <a16:creationId xmlns:a16="http://schemas.microsoft.com/office/drawing/2014/main" id="{5F4E7B02-D1CC-4C3B-AE51-574D4DF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599" y="5612534"/>
            <a:ext cx="2494811" cy="583480"/>
          </a:xfrm>
          <a:custGeom xmlns:a="http://schemas.openxmlformats.org/drawingml/2006/main">
            <a:pathLst>
              <a:path w="2494811" h="583480">
                <a:moveTo>
                  <a:pt x="443" y="113828"/>
                </a:moveTo>
                <a:lnTo>
                  <a:pt x="443" y="113828"/>
                </a:lnTo>
                <a:cubicBezTo>
                  <a:pt x="443" y="93656"/>
                  <a:pt x="5834" y="74384"/>
                  <a:pt x="15684" y="56914"/>
                </a:cubicBezTo>
                <a:cubicBezTo>
                  <a:pt x="25548" y="39429"/>
                  <a:pt x="39888" y="25089"/>
                  <a:pt x="57357" y="15241"/>
                </a:cubicBezTo>
                <a:cubicBezTo>
                  <a:pt x="74842" y="5375"/>
                  <a:pt x="94114" y="0"/>
                  <a:pt x="114271" y="0"/>
                </a:cubicBezTo>
                <a:lnTo>
                  <a:pt x="2380983" y="443"/>
                </a:lnTo>
                <a:cubicBezTo>
                  <a:pt x="2401140" y="443"/>
                  <a:pt x="2420412" y="5818"/>
                  <a:pt x="2437897" y="15683"/>
                </a:cubicBezTo>
                <a:cubicBezTo>
                  <a:pt x="2455367" y="25533"/>
                  <a:pt x="2469705" y="39888"/>
                  <a:pt x="2479571" y="57357"/>
                </a:cubicBezTo>
                <a:cubicBezTo>
                  <a:pt x="2489436" y="74842"/>
                  <a:pt x="2494811" y="94098"/>
                  <a:pt x="2494811" y="114271"/>
                </a:cubicBezTo>
                <a:lnTo>
                  <a:pt x="2494811" y="469652"/>
                </a:lnTo>
                <a:cubicBezTo>
                  <a:pt x="2494811" y="489809"/>
                  <a:pt x="2489436" y="509081"/>
                  <a:pt x="2479571" y="526566"/>
                </a:cubicBezTo>
                <a:cubicBezTo>
                  <a:pt x="2469705" y="544035"/>
                  <a:pt x="2455367" y="558374"/>
                  <a:pt x="2437897" y="568239"/>
                </a:cubicBezTo>
                <a:cubicBezTo>
                  <a:pt x="2420412" y="578104"/>
                  <a:pt x="2401140" y="583480"/>
                  <a:pt x="2380983" y="583480"/>
                </a:cubicBezTo>
                <a:lnTo>
                  <a:pt x="113828" y="583480"/>
                </a:lnTo>
                <a:cubicBezTo>
                  <a:pt x="93671" y="583480"/>
                  <a:pt x="74400" y="578104"/>
                  <a:pt x="56915" y="568239"/>
                </a:cubicBezTo>
                <a:cubicBezTo>
                  <a:pt x="39445" y="558374"/>
                  <a:pt x="25106" y="544035"/>
                  <a:pt x="15241" y="526566"/>
                </a:cubicBezTo>
                <a:cubicBezTo>
                  <a:pt x="5375" y="509081"/>
                  <a:pt x="0" y="489809"/>
                  <a:pt x="0" y="469652"/>
                </a:cubicBezTo>
                <a:lnTo>
                  <a:pt x="443" y="113828"/>
                </a:lnTo>
              </a:path>
            </a:pathLst>
          </a:custGeom>
          <a:solidFill xmlns:a="http://schemas.openxmlformats.org/drawingml/2006/main">
            <a:srgbClr val="FCFAFF"/>
          </a:solidFill>
          <a:ln xmlns:a="http://schemas.openxmlformats.org/drawingml/2006/main" w="20614">
            <a:solidFill>
              <a:srgbClr val="6B3FA0"/>
            </a:solidFill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3D0CA7-67CB-4E01-95F4-E1CFB3F16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ba5d9c2924cff"/>
          <a:stretch xmlns:a="http://schemas.openxmlformats.org/drawingml/2006/main"/>
        </p:blipFill>
        <p:spPr>
          <a:xfrm xmlns:a="http://schemas.openxmlformats.org/drawingml/2006/main">
            <a:off x="2798650" y="5737556"/>
            <a:ext cx="245584" cy="245584"/>
          </a:xfrm>
          <a:prstGeom xmlns:a="http://schemas.openxmlformats.org/drawingml/2006/main" prst="rect">
            <a:avLst/>
          </a:prstGeom>
        </p:spPr>
      </p:pic>
      <p:sp>
        <p:nvSpPr>
          <p:cNvPr id="110" name="text-82 Collected">
            <a:extLst xmlns:a="http://schemas.openxmlformats.org/drawingml/2006/main">
              <a:ext uri="{FF2B5EF4-FFF2-40B4-BE49-F238E27FC236}">
                <a16:creationId xmlns:a16="http://schemas.microsoft.com/office/drawing/2014/main" id="{270582FC-29F1-4459-9252-06A46FB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6094" y="5763374"/>
            <a:ext cx="967833" cy="289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3F3F46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111" name="text-82 Pages">
            <a:extLst xmlns:a="http://schemas.openxmlformats.org/drawingml/2006/main">
              <a:ext uri="{FF2B5EF4-FFF2-40B4-BE49-F238E27FC236}">
                <a16:creationId xmlns:a16="http://schemas.microsoft.com/office/drawing/2014/main" id="{AEE05083-391B-4A41-880D-8ECDB6D8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3678" y="5763528"/>
            <a:ext cx="645921" cy="28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7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7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627" b="1" i="0">
                <a:solidFill>
                  <a:srgbClr val="3F3F46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112" name="path-83">
            <a:extLst xmlns:a="http://schemas.openxmlformats.org/drawingml/2006/main">
              <a:ext uri="{FF2B5EF4-FFF2-40B4-BE49-F238E27FC236}">
                <a16:creationId xmlns:a16="http://schemas.microsoft.com/office/drawing/2014/main" id="{D423AA5E-535E-4BEE-9D46-AF587BC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967" y="5908297"/>
            <a:ext cx="2599216" cy="459"/>
          </a:xfrm>
          <a:custGeom xmlns:a="http://schemas.openxmlformats.org/drawingml/2006/main">
            <a:pathLst>
              <a:path w="2599216" h="459">
                <a:moveTo>
                  <a:pt x="0" y="0"/>
                </a:moveTo>
                <a:lnTo>
                  <a:pt x="2599216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6B3FA0"/>
            </a:solidFill>
            <a:prstDash val="solid"/>
          </a:ln>
        </p:spPr>
      </p:sp>
      <p:sp>
        <p:nvSpPr>
          <p:cNvPr id="113" name="path-84">
            <a:extLst xmlns:a="http://schemas.openxmlformats.org/drawingml/2006/main">
              <a:ext uri="{FF2B5EF4-FFF2-40B4-BE49-F238E27FC236}">
                <a16:creationId xmlns:a16="http://schemas.microsoft.com/office/drawing/2014/main" id="{381624A3-64DE-4DF5-B907-5E557F9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749" y="112489"/>
            <a:ext cx="7499655" cy="7282750"/>
          </a:xfrm>
          <a:custGeom xmlns:a="http://schemas.openxmlformats.org/drawingml/2006/main">
            <a:pathLst>
              <a:path w="7499655" h="7282750">
                <a:moveTo>
                  <a:pt x="441" y="102619"/>
                </a:moveTo>
                <a:lnTo>
                  <a:pt x="441" y="102619"/>
                </a:lnTo>
                <a:cubicBezTo>
                  <a:pt x="441" y="84691"/>
                  <a:pt x="5374" y="66764"/>
                  <a:pt x="14338" y="51539"/>
                </a:cubicBezTo>
                <a:cubicBezTo>
                  <a:pt x="23302" y="35841"/>
                  <a:pt x="36298" y="22844"/>
                  <a:pt x="51539" y="13880"/>
                </a:cubicBezTo>
                <a:cubicBezTo>
                  <a:pt x="67222" y="4917"/>
                  <a:pt x="85150" y="0"/>
                  <a:pt x="103076" y="0"/>
                </a:cubicBezTo>
                <a:lnTo>
                  <a:pt x="7397037" y="443"/>
                </a:lnTo>
                <a:cubicBezTo>
                  <a:pt x="7414965" y="443"/>
                  <a:pt x="7432876" y="5376"/>
                  <a:pt x="7448116" y="14339"/>
                </a:cubicBezTo>
                <a:cubicBezTo>
                  <a:pt x="7463800" y="23303"/>
                  <a:pt x="7476796" y="36299"/>
                  <a:pt x="7485760" y="51539"/>
                </a:cubicBezTo>
                <a:cubicBezTo>
                  <a:pt x="7494722" y="67222"/>
                  <a:pt x="7499655" y="85134"/>
                  <a:pt x="7499655" y="103061"/>
                </a:cubicBezTo>
                <a:lnTo>
                  <a:pt x="7499655" y="7180132"/>
                </a:lnTo>
                <a:cubicBezTo>
                  <a:pt x="7499655" y="7198043"/>
                  <a:pt x="7494722" y="7215971"/>
                  <a:pt x="7485760" y="7231210"/>
                </a:cubicBezTo>
                <a:cubicBezTo>
                  <a:pt x="7476796" y="7246894"/>
                  <a:pt x="7463800" y="7259890"/>
                  <a:pt x="7448576" y="7268854"/>
                </a:cubicBezTo>
                <a:cubicBezTo>
                  <a:pt x="7432876" y="7277817"/>
                  <a:pt x="7414965" y="7282750"/>
                  <a:pt x="7397037" y="7282750"/>
                </a:cubicBezTo>
                <a:lnTo>
                  <a:pt x="102618" y="7282750"/>
                </a:lnTo>
                <a:cubicBezTo>
                  <a:pt x="84707" y="7282750"/>
                  <a:pt x="66778" y="7277817"/>
                  <a:pt x="51539" y="7268854"/>
                </a:cubicBezTo>
                <a:cubicBezTo>
                  <a:pt x="35854" y="7259890"/>
                  <a:pt x="22861" y="7246894"/>
                  <a:pt x="13897" y="7231654"/>
                </a:cubicBezTo>
                <a:cubicBezTo>
                  <a:pt x="4933" y="7215971"/>
                  <a:pt x="0" y="7198043"/>
                  <a:pt x="0" y="7180132"/>
                </a:cubicBezTo>
                <a:lnTo>
                  <a:pt x="441" y="102619"/>
                </a:lnTo>
              </a:path>
            </a:pathLst>
          </a:custGeom>
          <a:solidFill xmlns:a="http://schemas.openxmlformats.org/drawingml/2006/main">
            <a:srgbClr val="F4FBF7"/>
          </a:solidFill>
          <a:ln xmlns:a="http://schemas.openxmlformats.org/drawingml/2006/main" w="17477">
            <a:solidFill>
              <a:srgbClr val="9CCCB0"/>
            </a:solidFill>
            <a:prstDash val="solid"/>
          </a:ln>
        </p:spPr>
      </p:sp>
      <p:sp>
        <p:nvSpPr>
          <p:cNvPr id="114" name="path-85">
            <a:extLst xmlns:a="http://schemas.openxmlformats.org/drawingml/2006/main">
              <a:ext uri="{FF2B5EF4-FFF2-40B4-BE49-F238E27FC236}">
                <a16:creationId xmlns:a16="http://schemas.microsoft.com/office/drawing/2014/main" id="{FA9C6C8A-4C2D-4FC0-BE1F-39669DE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2159" y="206144"/>
            <a:ext cx="305186" cy="305186"/>
          </a:xfrm>
          <a:custGeom xmlns:a="http://schemas.openxmlformats.org/drawingml/2006/main">
            <a:pathLst>
              <a:path w="305186" h="305186">
                <a:moveTo>
                  <a:pt x="0" y="152372"/>
                </a:moveTo>
                <a:lnTo>
                  <a:pt x="0" y="152372"/>
                </a:lnTo>
                <a:cubicBezTo>
                  <a:pt x="0" y="125480"/>
                  <a:pt x="7179" y="99489"/>
                  <a:pt x="20615" y="76186"/>
                </a:cubicBezTo>
                <a:cubicBezTo>
                  <a:pt x="34069" y="52883"/>
                  <a:pt x="52884" y="33611"/>
                  <a:pt x="76186" y="20173"/>
                </a:cubicBezTo>
                <a:cubicBezTo>
                  <a:pt x="99488" y="6719"/>
                  <a:pt x="125937" y="0"/>
                  <a:pt x="152829" y="0"/>
                </a:cubicBezTo>
                <a:cubicBezTo>
                  <a:pt x="179264" y="0"/>
                  <a:pt x="205713" y="6719"/>
                  <a:pt x="229015" y="20173"/>
                </a:cubicBezTo>
                <a:cubicBezTo>
                  <a:pt x="252320" y="33611"/>
                  <a:pt x="271132" y="52883"/>
                  <a:pt x="284571" y="76186"/>
                </a:cubicBezTo>
                <a:cubicBezTo>
                  <a:pt x="298025" y="99489"/>
                  <a:pt x="305186" y="125480"/>
                  <a:pt x="305186" y="152372"/>
                </a:cubicBezTo>
                <a:cubicBezTo>
                  <a:pt x="305186" y="179264"/>
                  <a:pt x="298025" y="205254"/>
                  <a:pt x="284571" y="228557"/>
                </a:cubicBezTo>
                <a:cubicBezTo>
                  <a:pt x="271132" y="251860"/>
                  <a:pt x="252320" y="271132"/>
                  <a:pt x="229015" y="284570"/>
                </a:cubicBezTo>
                <a:cubicBezTo>
                  <a:pt x="205713" y="298008"/>
                  <a:pt x="179264" y="305186"/>
                  <a:pt x="152829" y="305186"/>
                </a:cubicBezTo>
                <a:cubicBezTo>
                  <a:pt x="125937" y="305186"/>
                  <a:pt x="99488" y="298008"/>
                  <a:pt x="76186" y="284570"/>
                </a:cubicBezTo>
                <a:cubicBezTo>
                  <a:pt x="52884" y="271132"/>
                  <a:pt x="34069" y="251860"/>
                  <a:pt x="20615" y="228557"/>
                </a:cubicBezTo>
                <a:cubicBezTo>
                  <a:pt x="7179" y="205254"/>
                  <a:pt x="0" y="179264"/>
                  <a:pt x="0" y="152372"/>
                </a:cubicBez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6274">
            <a:solidFill>
              <a:srgbClr val="1B6B3A"/>
            </a:solidFill>
            <a:prstDash val="solid"/>
          </a:ln>
        </p:spPr>
      </p:sp>
      <p:sp>
        <p:nvSpPr>
          <p:cNvPr id="115" name="text-86 2">
            <a:extLst xmlns:a="http://schemas.openxmlformats.org/drawingml/2006/main">
              <a:ext uri="{FF2B5EF4-FFF2-40B4-BE49-F238E27FC236}">
                <a16:creationId xmlns:a16="http://schemas.microsoft.com/office/drawing/2014/main" id="{713BD9EF-97F4-4CD6-96B3-3916AA70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0305" y="241483"/>
            <a:ext cx="144175" cy="274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6" name="text-87 Expert">
            <a:extLst xmlns:a="http://schemas.openxmlformats.org/drawingml/2006/main">
              <a:ext uri="{FF2B5EF4-FFF2-40B4-BE49-F238E27FC236}">
                <a16:creationId xmlns:a16="http://schemas.microsoft.com/office/drawing/2014/main" id="{CED4DC03-FD08-400F-8E1C-6037748A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3683" y="218671"/>
            <a:ext cx="766930" cy="326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Expert</a:t>
            </a:r>
          </a:p>
        </p:txBody>
      </p:sp>
      <p:sp>
        <p:nvSpPr>
          <p:cNvPr id="117" name="text-87 Annotation">
            <a:extLst xmlns:a="http://schemas.openxmlformats.org/drawingml/2006/main">
              <a:ext uri="{FF2B5EF4-FFF2-40B4-BE49-F238E27FC236}">
                <a16:creationId xmlns:a16="http://schemas.microsoft.com/office/drawing/2014/main" id="{4909D2DF-0E71-4690-99DD-775A289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4714" y="218522"/>
            <a:ext cx="1271869" cy="32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18" name="text-87 &amp;">
            <a:extLst xmlns:a="http://schemas.openxmlformats.org/drawingml/2006/main">
              <a:ext uri="{FF2B5EF4-FFF2-40B4-BE49-F238E27FC236}">
                <a16:creationId xmlns:a16="http://schemas.microsoft.com/office/drawing/2014/main" id="{1A053049-E9EF-4A91-9A32-2754EC3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9300" y="219082"/>
            <a:ext cx="209844" cy="325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2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19" name="text-87 Difficulty">
            <a:extLst xmlns:a="http://schemas.openxmlformats.org/drawingml/2006/main">
              <a:ext uri="{FF2B5EF4-FFF2-40B4-BE49-F238E27FC236}">
                <a16:creationId xmlns:a16="http://schemas.microsoft.com/office/drawing/2014/main" id="{66423EB9-D795-409D-B57E-67C41485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12587" y="218578"/>
            <a:ext cx="1038876" cy="32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120" name="text-87 Assessment">
            <a:extLst xmlns:a="http://schemas.openxmlformats.org/drawingml/2006/main">
              <a:ext uri="{FF2B5EF4-FFF2-40B4-BE49-F238E27FC236}">
                <a16:creationId xmlns:a16="http://schemas.microsoft.com/office/drawing/2014/main" id="{F32326DF-C04C-423D-B0AC-63D4AC2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5978" y="218504"/>
            <a:ext cx="1415423" cy="326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21" name="path-88">
            <a:extLst xmlns:a="http://schemas.openxmlformats.org/drawingml/2006/main">
              <a:ext uri="{FF2B5EF4-FFF2-40B4-BE49-F238E27FC236}">
                <a16:creationId xmlns:a16="http://schemas.microsoft.com/office/drawing/2014/main" id="{8BFFC270-40E2-4D6B-A60D-D1346D8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848" y="641742"/>
            <a:ext cx="7233899" cy="6678655"/>
          </a:xfrm>
          <a:custGeom xmlns:a="http://schemas.openxmlformats.org/drawingml/2006/main">
            <a:pathLst>
              <a:path w="7233899" h="6678655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30" y="44362"/>
                  <a:pt x="8964" y="34053"/>
                </a:cubicBezTo>
                <a:cubicBezTo>
                  <a:pt x="15242" y="23745"/>
                  <a:pt x="23745" y="14781"/>
                  <a:pt x="34054" y="8964"/>
                </a:cubicBezTo>
                <a:cubicBezTo>
                  <a:pt x="44363" y="3130"/>
                  <a:pt x="56472" y="0"/>
                  <a:pt x="68123" y="0"/>
                </a:cubicBezTo>
                <a:lnTo>
                  <a:pt x="7165335" y="0"/>
                </a:lnTo>
                <a:cubicBezTo>
                  <a:pt x="7177444" y="0"/>
                  <a:pt x="7189095" y="3130"/>
                  <a:pt x="7199403" y="8964"/>
                </a:cubicBezTo>
                <a:cubicBezTo>
                  <a:pt x="7209710" y="15240"/>
                  <a:pt x="7218674" y="23745"/>
                  <a:pt x="7224493" y="34053"/>
                </a:cubicBezTo>
                <a:cubicBezTo>
                  <a:pt x="7230327" y="44362"/>
                  <a:pt x="7233458" y="56456"/>
                  <a:pt x="7233458" y="68107"/>
                </a:cubicBezTo>
                <a:lnTo>
                  <a:pt x="7233899" y="6610089"/>
                </a:lnTo>
                <a:cubicBezTo>
                  <a:pt x="7233899" y="6622184"/>
                  <a:pt x="7230768" y="6633835"/>
                  <a:pt x="7224951" y="6644143"/>
                </a:cubicBezTo>
                <a:cubicBezTo>
                  <a:pt x="7218674" y="6654451"/>
                  <a:pt x="7210153" y="6663415"/>
                  <a:pt x="7199847" y="6669248"/>
                </a:cubicBezTo>
                <a:cubicBezTo>
                  <a:pt x="7189538" y="6675067"/>
                  <a:pt x="7177444" y="6678212"/>
                  <a:pt x="7165793" y="6678212"/>
                </a:cubicBezTo>
                <a:lnTo>
                  <a:pt x="68123" y="6678655"/>
                </a:lnTo>
                <a:cubicBezTo>
                  <a:pt x="56014" y="6678655"/>
                  <a:pt x="44363" y="6675525"/>
                  <a:pt x="34054" y="6669691"/>
                </a:cubicBezTo>
                <a:cubicBezTo>
                  <a:pt x="23745" y="6663415"/>
                  <a:pt x="14781" y="6654909"/>
                  <a:pt x="8964" y="6644601"/>
                </a:cubicBezTo>
                <a:cubicBezTo>
                  <a:pt x="3130" y="6634294"/>
                  <a:pt x="0" y="6622184"/>
                  <a:pt x="0" y="6610533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685">
            <a:solidFill>
              <a:srgbClr val="C8E3D2"/>
            </a:solidFill>
            <a:prstDash val="solid"/>
          </a:ln>
        </p:spPr>
      </p:sp>
      <p:sp>
        <p:nvSpPr>
          <p:cNvPr id="122" name="path-89">
            <a:extLst xmlns:a="http://schemas.openxmlformats.org/drawingml/2006/main">
              <a:ext uri="{FF2B5EF4-FFF2-40B4-BE49-F238E27FC236}">
                <a16:creationId xmlns:a16="http://schemas.microsoft.com/office/drawing/2014/main" id="{7590EC30-CF8E-424F-8BC7-A2210E6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4497" y="792313"/>
            <a:ext cx="3152672" cy="491167"/>
          </a:xfrm>
          <a:custGeom xmlns:a="http://schemas.openxmlformats.org/drawingml/2006/main">
            <a:pathLst>
              <a:path w="3152672" h="491167">
                <a:moveTo>
                  <a:pt x="441" y="79774"/>
                </a:moveTo>
                <a:lnTo>
                  <a:pt x="441" y="79774"/>
                </a:lnTo>
                <a:cubicBezTo>
                  <a:pt x="441" y="65877"/>
                  <a:pt x="4031" y="51980"/>
                  <a:pt x="11208" y="39886"/>
                </a:cubicBezTo>
                <a:cubicBezTo>
                  <a:pt x="17926" y="27793"/>
                  <a:pt x="28235" y="17927"/>
                  <a:pt x="40329" y="10765"/>
                </a:cubicBezTo>
                <a:cubicBezTo>
                  <a:pt x="52423" y="3588"/>
                  <a:pt x="66320" y="0"/>
                  <a:pt x="80215" y="0"/>
                </a:cubicBezTo>
                <a:lnTo>
                  <a:pt x="3072913" y="458"/>
                </a:lnTo>
                <a:cubicBezTo>
                  <a:pt x="3086795" y="458"/>
                  <a:pt x="3100692" y="4030"/>
                  <a:pt x="3112786" y="11208"/>
                </a:cubicBezTo>
                <a:cubicBezTo>
                  <a:pt x="3124895" y="17927"/>
                  <a:pt x="3134744" y="28235"/>
                  <a:pt x="3141920" y="40329"/>
                </a:cubicBezTo>
                <a:cubicBezTo>
                  <a:pt x="3149081" y="52439"/>
                  <a:pt x="3152672" y="66336"/>
                  <a:pt x="3152672" y="80216"/>
                </a:cubicBezTo>
                <a:lnTo>
                  <a:pt x="3152672" y="411392"/>
                </a:lnTo>
                <a:cubicBezTo>
                  <a:pt x="3152672" y="425289"/>
                  <a:pt x="3149081" y="439185"/>
                  <a:pt x="3141920" y="451279"/>
                </a:cubicBezTo>
                <a:cubicBezTo>
                  <a:pt x="3135204" y="463375"/>
                  <a:pt x="3124895" y="473239"/>
                  <a:pt x="3112786" y="480417"/>
                </a:cubicBezTo>
                <a:cubicBezTo>
                  <a:pt x="3100692" y="487578"/>
                  <a:pt x="3086795" y="491167"/>
                  <a:pt x="3072913" y="491167"/>
                </a:cubicBezTo>
                <a:lnTo>
                  <a:pt x="79774" y="491167"/>
                </a:lnTo>
                <a:cubicBezTo>
                  <a:pt x="65877" y="491167"/>
                  <a:pt x="51980" y="487578"/>
                  <a:pt x="39886" y="480417"/>
                </a:cubicBezTo>
                <a:cubicBezTo>
                  <a:pt x="27774" y="473681"/>
                  <a:pt x="17926" y="463375"/>
                  <a:pt x="10750" y="451279"/>
                </a:cubicBezTo>
                <a:cubicBezTo>
                  <a:pt x="3588" y="439185"/>
                  <a:pt x="0" y="425289"/>
                  <a:pt x="0" y="411392"/>
                </a:cubicBezTo>
                <a:lnTo>
                  <a:pt x="441" y="79774"/>
                </a:lnTo>
              </a:path>
            </a:pathLst>
          </a:custGeom>
          <a:solidFill xmlns:a="http://schemas.openxmlformats.org/drawingml/2006/main">
            <a:srgbClr val="FCFAF5"/>
          </a:solidFill>
          <a:ln xmlns:a="http://schemas.openxmlformats.org/drawingml/2006/main" w="17477">
            <a:solidFill>
              <a:srgbClr val="8A7B5E"/>
            </a:solidFill>
            <a:prstDash val="solid"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28D8CF7-8A07-4E77-B883-5BB96A908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aa30a7ce148b2"/>
          <a:stretch xmlns:a="http://schemas.openxmlformats.org/drawingml/2006/main"/>
        </p:blipFill>
        <p:spPr>
          <a:xfrm xmlns:a="http://schemas.openxmlformats.org/drawingml/2006/main">
            <a:off x="13214359" y="895832"/>
            <a:ext cx="248271" cy="248271"/>
          </a:xfrm>
          <a:prstGeom xmlns:a="http://schemas.openxmlformats.org/drawingml/2006/main" prst="rect">
            <a:avLst/>
          </a:prstGeom>
        </p:spPr>
      </p:pic>
      <p:sp>
        <p:nvSpPr>
          <p:cNvPr id="124" name="text-91 Input">
            <a:extLst xmlns:a="http://schemas.openxmlformats.org/drawingml/2006/main">
              <a:ext uri="{FF2B5EF4-FFF2-40B4-BE49-F238E27FC236}">
                <a16:creationId xmlns:a16="http://schemas.microsoft.com/office/drawing/2014/main" id="{CA87DE76-3254-4E30-AC52-4178F8B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1658" y="913767"/>
            <a:ext cx="477075" cy="254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5" name="text-91 Documents">
            <a:extLst xmlns:a="http://schemas.openxmlformats.org/drawingml/2006/main">
              <a:ext uri="{FF2B5EF4-FFF2-40B4-BE49-F238E27FC236}">
                <a16:creationId xmlns:a16="http://schemas.microsoft.com/office/drawing/2014/main" id="{2D5A6F3E-F4A6-4689-A916-0BE9929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6565" y="913647"/>
            <a:ext cx="1023704" cy="25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43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26" name="path-92">
            <a:extLst xmlns:a="http://schemas.openxmlformats.org/drawingml/2006/main">
              <a:ext uri="{FF2B5EF4-FFF2-40B4-BE49-F238E27FC236}">
                <a16:creationId xmlns:a16="http://schemas.microsoft.com/office/drawing/2014/main" id="{874F86F0-AD41-4B82-864B-50241B81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1283037"/>
            <a:ext cx="443" cy="188655"/>
          </a:xfrm>
          <a:custGeom xmlns:a="http://schemas.openxmlformats.org/drawingml/2006/main">
            <a:pathLst>
              <a:path w="443" h="188655">
                <a:moveTo>
                  <a:pt x="0" y="0"/>
                </a:moveTo>
                <a:lnTo>
                  <a:pt x="443" y="18865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27" name="path-93">
            <a:extLst xmlns:a="http://schemas.openxmlformats.org/drawingml/2006/main">
              <a:ext uri="{FF2B5EF4-FFF2-40B4-BE49-F238E27FC236}">
                <a16:creationId xmlns:a16="http://schemas.microsoft.com/office/drawing/2014/main" id="{3FD6B766-17C9-480B-A2F4-EABD645D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432" y="1471691"/>
            <a:ext cx="4811702" cy="458"/>
          </a:xfrm>
          <a:custGeom xmlns:a="http://schemas.openxmlformats.org/drawingml/2006/main">
            <a:pathLst>
              <a:path w="4811702" h="458">
                <a:moveTo>
                  <a:pt x="0" y="0"/>
                </a:moveTo>
                <a:lnTo>
                  <a:pt x="4811702" y="458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28" name="path-94">
            <a:extLst xmlns:a="http://schemas.openxmlformats.org/drawingml/2006/main">
              <a:ext uri="{FF2B5EF4-FFF2-40B4-BE49-F238E27FC236}">
                <a16:creationId xmlns:a16="http://schemas.microsoft.com/office/drawing/2014/main" id="{37BFB7CC-BD09-421A-9200-88CE6F40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432" y="1471691"/>
            <a:ext cx="443" cy="169856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29" name="path-95">
            <a:extLst xmlns:a="http://schemas.openxmlformats.org/drawingml/2006/main">
              <a:ext uri="{FF2B5EF4-FFF2-40B4-BE49-F238E27FC236}">
                <a16:creationId xmlns:a16="http://schemas.microsoft.com/office/drawing/2014/main" id="{B8E0A35F-6550-4D51-A201-28BB2DD3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6274" y="1628094"/>
            <a:ext cx="119204" cy="95915"/>
          </a:xfrm>
          <a:custGeom xmlns:a="http://schemas.openxmlformats.org/drawingml/2006/main">
            <a:pathLst>
              <a:path w="119204" h="95915">
                <a:moveTo>
                  <a:pt x="119204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30" name="path-96">
            <a:extLst xmlns:a="http://schemas.openxmlformats.org/drawingml/2006/main">
              <a:ext uri="{FF2B5EF4-FFF2-40B4-BE49-F238E27FC236}">
                <a16:creationId xmlns:a16="http://schemas.microsoft.com/office/drawing/2014/main" id="{91DD7DD9-C332-4F97-A2A5-2B99513C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1471691"/>
            <a:ext cx="443" cy="169856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31" name="path-97">
            <a:extLst xmlns:a="http://schemas.openxmlformats.org/drawingml/2006/main">
              <a:ext uri="{FF2B5EF4-FFF2-40B4-BE49-F238E27FC236}">
                <a16:creationId xmlns:a16="http://schemas.microsoft.com/office/drawing/2014/main" id="{2BC137AE-9A69-489A-85FD-CCB924C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1628094"/>
            <a:ext cx="119202" cy="9591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32" name="path-98">
            <a:extLst xmlns:a="http://schemas.openxmlformats.org/drawingml/2006/main">
              <a:ext uri="{FF2B5EF4-FFF2-40B4-BE49-F238E27FC236}">
                <a16:creationId xmlns:a16="http://schemas.microsoft.com/office/drawing/2014/main" id="{6F26CBEC-DDA6-4F7C-A20B-22A6BDB2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7135" y="1471691"/>
            <a:ext cx="441" cy="169856"/>
          </a:xfrm>
          <a:custGeom xmlns:a="http://schemas.openxmlformats.org/drawingml/2006/main">
            <a:pathLst>
              <a:path w="441" h="169856">
                <a:moveTo>
                  <a:pt x="0" y="0"/>
                </a:moveTo>
                <a:lnTo>
                  <a:pt x="441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33" name="path-99">
            <a:extLst xmlns:a="http://schemas.openxmlformats.org/drawingml/2006/main">
              <a:ext uri="{FF2B5EF4-FFF2-40B4-BE49-F238E27FC236}">
                <a16:creationId xmlns:a16="http://schemas.microsoft.com/office/drawing/2014/main" id="{E201681D-7A5E-48EB-988E-02387F84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532" y="1628094"/>
            <a:ext cx="119202" cy="9591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34" name="path-100">
            <a:extLst xmlns:a="http://schemas.openxmlformats.org/drawingml/2006/main">
              <a:ext uri="{FF2B5EF4-FFF2-40B4-BE49-F238E27FC236}">
                <a16:creationId xmlns:a16="http://schemas.microsoft.com/office/drawing/2014/main" id="{95FB78F4-4A79-4599-A448-F7D686E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826" y="1735662"/>
            <a:ext cx="1925213" cy="528794"/>
          </a:xfrm>
          <a:custGeom xmlns:a="http://schemas.openxmlformats.org/drawingml/2006/main">
            <a:pathLst>
              <a:path w="1925213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7" y="17911"/>
                  <a:pt x="40331" y="10750"/>
                </a:cubicBezTo>
                <a:cubicBezTo>
                  <a:pt x="52426" y="3574"/>
                  <a:pt x="66320" y="0"/>
                  <a:pt x="80217" y="0"/>
                </a:cubicBezTo>
                <a:lnTo>
                  <a:pt x="1845454" y="442"/>
                </a:lnTo>
                <a:cubicBezTo>
                  <a:pt x="1859334" y="442"/>
                  <a:pt x="1873230" y="4031"/>
                  <a:pt x="1885325" y="11193"/>
                </a:cubicBezTo>
                <a:cubicBezTo>
                  <a:pt x="1897436" y="17911"/>
                  <a:pt x="1907285" y="28219"/>
                  <a:pt x="1914461" y="40329"/>
                </a:cubicBezTo>
                <a:cubicBezTo>
                  <a:pt x="1921622" y="52423"/>
                  <a:pt x="1925213" y="66320"/>
                  <a:pt x="1925213" y="80216"/>
                </a:cubicBezTo>
                <a:lnTo>
                  <a:pt x="1925213" y="449036"/>
                </a:lnTo>
                <a:cubicBezTo>
                  <a:pt x="1925213" y="462917"/>
                  <a:pt x="1921622" y="476813"/>
                  <a:pt x="1914461" y="488923"/>
                </a:cubicBezTo>
                <a:cubicBezTo>
                  <a:pt x="1907743" y="501017"/>
                  <a:pt x="1897436" y="510866"/>
                  <a:pt x="1885325" y="518044"/>
                </a:cubicBezTo>
                <a:cubicBezTo>
                  <a:pt x="1873230" y="525222"/>
                  <a:pt x="1859334" y="528794"/>
                  <a:pt x="1845454" y="528794"/>
                </a:cubicBezTo>
                <a:lnTo>
                  <a:pt x="79759" y="528794"/>
                </a:lnTo>
                <a:cubicBezTo>
                  <a:pt x="65879" y="528794"/>
                  <a:pt x="51982" y="525222"/>
                  <a:pt x="39888" y="518044"/>
                </a:cubicBezTo>
                <a:cubicBezTo>
                  <a:pt x="27777" y="511325"/>
                  <a:pt x="17928" y="501017"/>
                  <a:pt x="10752" y="488923"/>
                </a:cubicBezTo>
                <a:cubicBezTo>
                  <a:pt x="3591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15685">
            <a:solidFill>
              <a:srgbClr val="6CB08C"/>
            </a:solidFill>
            <a:prstDash val="solid"/>
          </a:ln>
        </p:spPr>
      </p:sp>
      <p:sp>
        <p:nvSpPr>
          <p:cNvPr id="135" name="path-101">
            <a:extLst xmlns:a="http://schemas.openxmlformats.org/drawingml/2006/main">
              <a:ext uri="{FF2B5EF4-FFF2-40B4-BE49-F238E27FC236}">
                <a16:creationId xmlns:a16="http://schemas.microsoft.com/office/drawing/2014/main" id="{3882BC3F-DC2F-4F8D-8CBA-1AC2CB2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477" y="1735662"/>
            <a:ext cx="2323166" cy="528794"/>
          </a:xfrm>
          <a:custGeom xmlns:a="http://schemas.openxmlformats.org/drawingml/2006/main">
            <a:pathLst>
              <a:path w="2323166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7" y="17911"/>
                  <a:pt x="40331" y="10750"/>
                </a:cubicBezTo>
                <a:cubicBezTo>
                  <a:pt x="52426" y="3574"/>
                  <a:pt x="66320" y="0"/>
                  <a:pt x="80217" y="0"/>
                </a:cubicBezTo>
                <a:lnTo>
                  <a:pt x="2243393" y="442"/>
                </a:lnTo>
                <a:cubicBezTo>
                  <a:pt x="2257289" y="442"/>
                  <a:pt x="2271186" y="4031"/>
                  <a:pt x="2283281" y="11193"/>
                </a:cubicBezTo>
                <a:cubicBezTo>
                  <a:pt x="2295375" y="17911"/>
                  <a:pt x="2305240" y="28219"/>
                  <a:pt x="2312402" y="40329"/>
                </a:cubicBezTo>
                <a:cubicBezTo>
                  <a:pt x="2319578" y="52423"/>
                  <a:pt x="2323166" y="66320"/>
                  <a:pt x="2323166" y="80216"/>
                </a:cubicBezTo>
                <a:lnTo>
                  <a:pt x="2323166" y="449036"/>
                </a:lnTo>
                <a:cubicBezTo>
                  <a:pt x="2323166" y="462917"/>
                  <a:pt x="2319578" y="476813"/>
                  <a:pt x="2312402" y="488923"/>
                </a:cubicBezTo>
                <a:cubicBezTo>
                  <a:pt x="2305684" y="501017"/>
                  <a:pt x="2295375" y="510866"/>
                  <a:pt x="2283281" y="518044"/>
                </a:cubicBezTo>
                <a:cubicBezTo>
                  <a:pt x="2271186" y="525222"/>
                  <a:pt x="2257289" y="528794"/>
                  <a:pt x="2243393" y="528794"/>
                </a:cubicBezTo>
                <a:lnTo>
                  <a:pt x="79759" y="528794"/>
                </a:lnTo>
                <a:cubicBezTo>
                  <a:pt x="65877" y="528794"/>
                  <a:pt x="51982" y="525222"/>
                  <a:pt x="39888" y="518044"/>
                </a:cubicBezTo>
                <a:cubicBezTo>
                  <a:pt x="27777" y="511325"/>
                  <a:pt x="17928" y="501017"/>
                  <a:pt x="10750" y="488923"/>
                </a:cubicBezTo>
                <a:cubicBezTo>
                  <a:pt x="3591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15685">
            <a:solidFill>
              <a:srgbClr val="6C9DD2"/>
            </a:solidFill>
            <a:prstDash val="solid"/>
          </a:ln>
        </p:spPr>
      </p:sp>
      <p:sp>
        <p:nvSpPr>
          <p:cNvPr id="136" name="path-102">
            <a:extLst xmlns:a="http://schemas.openxmlformats.org/drawingml/2006/main">
              <a:ext uri="{FF2B5EF4-FFF2-40B4-BE49-F238E27FC236}">
                <a16:creationId xmlns:a16="http://schemas.microsoft.com/office/drawing/2014/main" id="{2DA62AA6-6C8C-4008-A275-06EFA3D3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4528" y="1735662"/>
            <a:ext cx="1925211" cy="528794"/>
          </a:xfrm>
          <a:custGeom xmlns:a="http://schemas.openxmlformats.org/drawingml/2006/main">
            <a:pathLst>
              <a:path w="1925211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5" y="17911"/>
                  <a:pt x="40329" y="10750"/>
                </a:cubicBezTo>
                <a:cubicBezTo>
                  <a:pt x="52423" y="3574"/>
                  <a:pt x="66320" y="0"/>
                  <a:pt x="80217" y="0"/>
                </a:cubicBezTo>
                <a:lnTo>
                  <a:pt x="1845437" y="442"/>
                </a:lnTo>
                <a:cubicBezTo>
                  <a:pt x="1859334" y="442"/>
                  <a:pt x="1873230" y="4031"/>
                  <a:pt x="1885325" y="11193"/>
                </a:cubicBezTo>
                <a:cubicBezTo>
                  <a:pt x="1897434" y="17911"/>
                  <a:pt x="1907282" y="28219"/>
                  <a:pt x="1914461" y="40329"/>
                </a:cubicBezTo>
                <a:cubicBezTo>
                  <a:pt x="1921622" y="52423"/>
                  <a:pt x="1925211" y="66320"/>
                  <a:pt x="1925211" y="80216"/>
                </a:cubicBezTo>
                <a:lnTo>
                  <a:pt x="1925211" y="449036"/>
                </a:lnTo>
                <a:cubicBezTo>
                  <a:pt x="1925211" y="462917"/>
                  <a:pt x="1921622" y="476813"/>
                  <a:pt x="1914461" y="488923"/>
                </a:cubicBezTo>
                <a:cubicBezTo>
                  <a:pt x="1907743" y="501017"/>
                  <a:pt x="1897434" y="510866"/>
                  <a:pt x="1885325" y="518044"/>
                </a:cubicBezTo>
                <a:cubicBezTo>
                  <a:pt x="1873230" y="525222"/>
                  <a:pt x="1859334" y="528794"/>
                  <a:pt x="1845437" y="528794"/>
                </a:cubicBezTo>
                <a:lnTo>
                  <a:pt x="79759" y="528794"/>
                </a:lnTo>
                <a:cubicBezTo>
                  <a:pt x="65877" y="528794"/>
                  <a:pt x="51980" y="525222"/>
                  <a:pt x="39886" y="518044"/>
                </a:cubicBezTo>
                <a:cubicBezTo>
                  <a:pt x="27777" y="511325"/>
                  <a:pt x="17928" y="501017"/>
                  <a:pt x="10750" y="488923"/>
                </a:cubicBezTo>
                <a:cubicBezTo>
                  <a:pt x="3574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EF9F2"/>
          </a:solidFill>
          <a:ln xmlns:a="http://schemas.openxmlformats.org/drawingml/2006/main" w="15685">
            <a:solidFill>
              <a:srgbClr val="DEA871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DC3FD33-E760-4E0A-8229-6F3E78364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34d13e52a4d00"/>
          <a:stretch xmlns:a="http://schemas.openxmlformats.org/drawingml/2006/main"/>
        </p:blipFill>
        <p:spPr>
          <a:xfrm xmlns:a="http://schemas.openxmlformats.org/drawingml/2006/main">
            <a:off x="11339784" y="1857996"/>
            <a:ext cx="248271" cy="248271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203F4F9-3598-45EF-9905-E6C8B7E30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9aaac6aaf4404"/>
          <a:stretch xmlns:a="http://schemas.openxmlformats.org/drawingml/2006/main"/>
        </p:blipFill>
        <p:spPr>
          <a:xfrm xmlns:a="http://schemas.openxmlformats.org/drawingml/2006/main">
            <a:off x="13563019" y="1857996"/>
            <a:ext cx="248271" cy="248271"/>
          </a:xfrm>
          <a:prstGeom xmlns:a="http://schemas.openxmlformats.org/drawingml/2006/main" prst="rect">
            <a:avLst/>
          </a:prstGeom>
        </p:spPr>
      </p:pic>
      <p:sp>
        <p:nvSpPr>
          <p:cNvPr id="139" name="path-105">
            <a:extLst xmlns:a="http://schemas.openxmlformats.org/drawingml/2006/main">
              <a:ext uri="{FF2B5EF4-FFF2-40B4-BE49-F238E27FC236}">
                <a16:creationId xmlns:a16="http://schemas.microsoft.com/office/drawing/2014/main" id="{AD2311E2-C43D-4A00-912F-1F11D49F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8106" y="1981688"/>
            <a:ext cx="36298" cy="36298"/>
          </a:xfrm>
          <a:custGeom xmlns:a="http://schemas.openxmlformats.org/drawingml/2006/main">
            <a:pathLst>
              <a:path w="36298" h="36298">
                <a:moveTo>
                  <a:pt x="0" y="17927"/>
                </a:moveTo>
                <a:lnTo>
                  <a:pt x="0" y="17927"/>
                </a:lnTo>
                <a:cubicBezTo>
                  <a:pt x="0" y="14782"/>
                  <a:pt x="901" y="11652"/>
                  <a:pt x="2243" y="8963"/>
                </a:cubicBezTo>
                <a:cubicBezTo>
                  <a:pt x="4031" y="6276"/>
                  <a:pt x="6275" y="3589"/>
                  <a:pt x="8964" y="2229"/>
                </a:cubicBezTo>
                <a:cubicBezTo>
                  <a:pt x="11651" y="442"/>
                  <a:pt x="14781" y="0"/>
                  <a:pt x="18369" y="0"/>
                </a:cubicBezTo>
                <a:cubicBezTo>
                  <a:pt x="21516" y="0"/>
                  <a:pt x="24647" y="442"/>
                  <a:pt x="27333" y="2229"/>
                </a:cubicBezTo>
                <a:cubicBezTo>
                  <a:pt x="30023" y="3589"/>
                  <a:pt x="32266" y="6276"/>
                  <a:pt x="34054" y="8963"/>
                </a:cubicBezTo>
                <a:cubicBezTo>
                  <a:pt x="35396" y="11652"/>
                  <a:pt x="36298" y="14782"/>
                  <a:pt x="36298" y="17927"/>
                </a:cubicBezTo>
                <a:cubicBezTo>
                  <a:pt x="36298" y="21057"/>
                  <a:pt x="35396" y="24189"/>
                  <a:pt x="34054" y="26891"/>
                </a:cubicBezTo>
                <a:cubicBezTo>
                  <a:pt x="32266" y="29579"/>
                  <a:pt x="30023" y="32266"/>
                  <a:pt x="27333" y="33611"/>
                </a:cubicBezTo>
                <a:cubicBezTo>
                  <a:pt x="24647" y="35396"/>
                  <a:pt x="21516" y="36298"/>
                  <a:pt x="18369" y="36298"/>
                </a:cubicBezTo>
                <a:cubicBezTo>
                  <a:pt x="14781" y="36298"/>
                  <a:pt x="11651" y="35396"/>
                  <a:pt x="8964" y="33611"/>
                </a:cubicBezTo>
                <a:cubicBezTo>
                  <a:pt x="6275" y="32266"/>
                  <a:pt x="4031" y="29579"/>
                  <a:pt x="2243" y="26891"/>
                </a:cubicBezTo>
                <a:cubicBezTo>
                  <a:pt x="901" y="24189"/>
                  <a:pt x="0" y="21057"/>
                  <a:pt x="0" y="1792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0" name="path-106">
            <a:extLst xmlns:a="http://schemas.openxmlformats.org/drawingml/2006/main">
              <a:ext uri="{FF2B5EF4-FFF2-40B4-BE49-F238E27FC236}">
                <a16:creationId xmlns:a16="http://schemas.microsoft.com/office/drawing/2014/main" id="{D8F20A2A-03B2-4734-B62C-39EE8DA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437" y="2022919"/>
            <a:ext cx="28235" cy="28221"/>
          </a:xfrm>
          <a:custGeom xmlns:a="http://schemas.openxmlformats.org/drawingml/2006/main">
            <a:pathLst>
              <a:path w="28235" h="28221">
                <a:moveTo>
                  <a:pt x="0" y="13881"/>
                </a:moveTo>
                <a:lnTo>
                  <a:pt x="0" y="13881"/>
                </a:lnTo>
                <a:cubicBezTo>
                  <a:pt x="0" y="11193"/>
                  <a:pt x="443" y="8964"/>
                  <a:pt x="1786" y="6719"/>
                </a:cubicBezTo>
                <a:cubicBezTo>
                  <a:pt x="3130" y="4475"/>
                  <a:pt x="4933" y="2688"/>
                  <a:pt x="7162" y="1787"/>
                </a:cubicBezTo>
                <a:cubicBezTo>
                  <a:pt x="9405" y="443"/>
                  <a:pt x="11651" y="0"/>
                  <a:pt x="14338" y="0"/>
                </a:cubicBezTo>
                <a:cubicBezTo>
                  <a:pt x="16584" y="0"/>
                  <a:pt x="18813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77" y="8964"/>
                  <a:pt x="28235" y="11193"/>
                  <a:pt x="28235" y="13881"/>
                </a:cubicBezTo>
                <a:cubicBezTo>
                  <a:pt x="28235" y="16569"/>
                  <a:pt x="27777" y="18814"/>
                  <a:pt x="26432" y="21059"/>
                </a:cubicBezTo>
                <a:cubicBezTo>
                  <a:pt x="25090" y="23303"/>
                  <a:pt x="23302" y="25091"/>
                  <a:pt x="21059" y="25991"/>
                </a:cubicBezTo>
                <a:cubicBezTo>
                  <a:pt x="18813" y="27335"/>
                  <a:pt x="16584" y="28221"/>
                  <a:pt x="14338" y="28221"/>
                </a:cubicBezTo>
                <a:cubicBezTo>
                  <a:pt x="11651" y="28221"/>
                  <a:pt x="9405" y="27335"/>
                  <a:pt x="7162" y="25991"/>
                </a:cubicBezTo>
                <a:cubicBezTo>
                  <a:pt x="4933" y="25091"/>
                  <a:pt x="3130" y="23303"/>
                  <a:pt x="1786" y="21059"/>
                </a:cubicBezTo>
                <a:cubicBezTo>
                  <a:pt x="443" y="18814"/>
                  <a:pt x="0" y="16569"/>
                  <a:pt x="0" y="13881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1" name="path-107">
            <a:extLst xmlns:a="http://schemas.openxmlformats.org/drawingml/2006/main">
              <a:ext uri="{FF2B5EF4-FFF2-40B4-BE49-F238E27FC236}">
                <a16:creationId xmlns:a16="http://schemas.microsoft.com/office/drawing/2014/main" id="{1590907F-2AC9-4988-930C-3A7D2C9D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19" y="2088339"/>
            <a:ext cx="36298" cy="36299"/>
          </a:xfrm>
          <a:custGeom xmlns:a="http://schemas.openxmlformats.org/drawingml/2006/main">
            <a:pathLst>
              <a:path w="36298" h="36299">
                <a:moveTo>
                  <a:pt x="0" y="17928"/>
                </a:moveTo>
                <a:lnTo>
                  <a:pt x="0" y="17928"/>
                </a:lnTo>
                <a:cubicBezTo>
                  <a:pt x="0" y="14798"/>
                  <a:pt x="884" y="11651"/>
                  <a:pt x="2229" y="8964"/>
                </a:cubicBezTo>
                <a:cubicBezTo>
                  <a:pt x="4031" y="6276"/>
                  <a:pt x="6260" y="3588"/>
                  <a:pt x="8962" y="2245"/>
                </a:cubicBezTo>
                <a:cubicBezTo>
                  <a:pt x="11651" y="458"/>
                  <a:pt x="14781" y="0"/>
                  <a:pt x="18369" y="0"/>
                </a:cubicBezTo>
                <a:cubicBezTo>
                  <a:pt x="21499" y="0"/>
                  <a:pt x="24647" y="458"/>
                  <a:pt x="27333" y="2245"/>
                </a:cubicBezTo>
                <a:cubicBezTo>
                  <a:pt x="30020" y="3588"/>
                  <a:pt x="32266" y="6276"/>
                  <a:pt x="34052" y="8964"/>
                </a:cubicBezTo>
                <a:cubicBezTo>
                  <a:pt x="35396" y="11651"/>
                  <a:pt x="36298" y="14798"/>
                  <a:pt x="36298" y="17928"/>
                </a:cubicBezTo>
                <a:cubicBezTo>
                  <a:pt x="36298" y="21059"/>
                  <a:pt x="35396" y="24204"/>
                  <a:pt x="34052" y="26891"/>
                </a:cubicBezTo>
                <a:cubicBezTo>
                  <a:pt x="32266" y="29579"/>
                  <a:pt x="30020" y="32267"/>
                  <a:pt x="27333" y="33611"/>
                </a:cubicBezTo>
                <a:cubicBezTo>
                  <a:pt x="24647" y="35413"/>
                  <a:pt x="21499" y="36299"/>
                  <a:pt x="18369" y="36299"/>
                </a:cubicBezTo>
                <a:cubicBezTo>
                  <a:pt x="14781" y="36299"/>
                  <a:pt x="11651" y="35413"/>
                  <a:pt x="8962" y="33611"/>
                </a:cubicBezTo>
                <a:cubicBezTo>
                  <a:pt x="6260" y="32267"/>
                  <a:pt x="4031" y="29579"/>
                  <a:pt x="2229" y="26891"/>
                </a:cubicBezTo>
                <a:cubicBezTo>
                  <a:pt x="884" y="24204"/>
                  <a:pt x="0" y="21059"/>
                  <a:pt x="0" y="17928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2" name="path-108">
            <a:extLst xmlns:a="http://schemas.openxmlformats.org/drawingml/2006/main">
              <a:ext uri="{FF2B5EF4-FFF2-40B4-BE49-F238E27FC236}">
                <a16:creationId xmlns:a16="http://schemas.microsoft.com/office/drawing/2014/main" id="{2C776924-2CE8-43A6-AE45-1B6F2AE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804" y="2059661"/>
            <a:ext cx="28220" cy="28235"/>
          </a:xfrm>
          <a:custGeom xmlns:a="http://schemas.openxmlformats.org/drawingml/2006/main">
            <a:pathLst>
              <a:path w="28220" h="28235">
                <a:moveTo>
                  <a:pt x="0" y="13896"/>
                </a:moveTo>
                <a:lnTo>
                  <a:pt x="0" y="13896"/>
                </a:lnTo>
                <a:cubicBezTo>
                  <a:pt x="0" y="11209"/>
                  <a:pt x="443" y="8963"/>
                  <a:pt x="1786" y="6718"/>
                </a:cubicBezTo>
                <a:cubicBezTo>
                  <a:pt x="3130" y="4474"/>
                  <a:pt x="4916" y="2687"/>
                  <a:pt x="7162" y="1786"/>
                </a:cubicBezTo>
                <a:cubicBezTo>
                  <a:pt x="9408" y="442"/>
                  <a:pt x="11651" y="0"/>
                  <a:pt x="14340" y="0"/>
                </a:cubicBezTo>
                <a:cubicBezTo>
                  <a:pt x="16569" y="0"/>
                  <a:pt x="18813" y="442"/>
                  <a:pt x="21059" y="1786"/>
                </a:cubicBezTo>
                <a:cubicBezTo>
                  <a:pt x="23302" y="2687"/>
                  <a:pt x="25090" y="4474"/>
                  <a:pt x="26432" y="6718"/>
                </a:cubicBezTo>
                <a:cubicBezTo>
                  <a:pt x="27777" y="8963"/>
                  <a:pt x="28220" y="11209"/>
                  <a:pt x="28220" y="13896"/>
                </a:cubicBezTo>
                <a:cubicBezTo>
                  <a:pt x="28220" y="16584"/>
                  <a:pt x="27777" y="18828"/>
                  <a:pt x="26432" y="21057"/>
                </a:cubicBezTo>
                <a:cubicBezTo>
                  <a:pt x="25090" y="23303"/>
                  <a:pt x="23302" y="25089"/>
                  <a:pt x="21059" y="25990"/>
                </a:cubicBezTo>
                <a:cubicBezTo>
                  <a:pt x="18813" y="27333"/>
                  <a:pt x="16569" y="28235"/>
                  <a:pt x="14340" y="28235"/>
                </a:cubicBezTo>
                <a:cubicBezTo>
                  <a:pt x="11651" y="28235"/>
                  <a:pt x="9408" y="27333"/>
                  <a:pt x="7162" y="25990"/>
                </a:cubicBezTo>
                <a:cubicBezTo>
                  <a:pt x="4916" y="25089"/>
                  <a:pt x="3130" y="23303"/>
                  <a:pt x="1786" y="21057"/>
                </a:cubicBezTo>
                <a:cubicBezTo>
                  <a:pt x="443" y="18828"/>
                  <a:pt x="0" y="16584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3" name="path-109">
            <a:extLst xmlns:a="http://schemas.openxmlformats.org/drawingml/2006/main">
              <a:ext uri="{FF2B5EF4-FFF2-40B4-BE49-F238E27FC236}">
                <a16:creationId xmlns:a16="http://schemas.microsoft.com/office/drawing/2014/main" id="{74DCC343-8320-48A7-A98F-3E73AA2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3924" y="2088339"/>
            <a:ext cx="36300" cy="36299"/>
          </a:xfrm>
          <a:custGeom xmlns:a="http://schemas.openxmlformats.org/drawingml/2006/main">
            <a:pathLst>
              <a:path w="36300" h="36299">
                <a:moveTo>
                  <a:pt x="0" y="17928"/>
                </a:moveTo>
                <a:lnTo>
                  <a:pt x="0" y="17928"/>
                </a:lnTo>
                <a:cubicBezTo>
                  <a:pt x="0" y="14798"/>
                  <a:pt x="887" y="11651"/>
                  <a:pt x="2229" y="8964"/>
                </a:cubicBezTo>
                <a:cubicBezTo>
                  <a:pt x="4031" y="6276"/>
                  <a:pt x="6280" y="3588"/>
                  <a:pt x="8964" y="2245"/>
                </a:cubicBezTo>
                <a:cubicBezTo>
                  <a:pt x="11653" y="458"/>
                  <a:pt x="14784" y="0"/>
                  <a:pt x="18372" y="0"/>
                </a:cubicBezTo>
                <a:cubicBezTo>
                  <a:pt x="21502" y="0"/>
                  <a:pt x="24649" y="458"/>
                  <a:pt x="27336" y="2245"/>
                </a:cubicBezTo>
                <a:cubicBezTo>
                  <a:pt x="30023" y="3588"/>
                  <a:pt x="32269" y="6276"/>
                  <a:pt x="34054" y="8964"/>
                </a:cubicBezTo>
                <a:cubicBezTo>
                  <a:pt x="35399" y="11651"/>
                  <a:pt x="36300" y="14798"/>
                  <a:pt x="36300" y="17928"/>
                </a:cubicBezTo>
                <a:cubicBezTo>
                  <a:pt x="36300" y="21059"/>
                  <a:pt x="35399" y="24204"/>
                  <a:pt x="34054" y="26891"/>
                </a:cubicBezTo>
                <a:cubicBezTo>
                  <a:pt x="32269" y="29579"/>
                  <a:pt x="30023" y="32267"/>
                  <a:pt x="27336" y="33611"/>
                </a:cubicBezTo>
                <a:cubicBezTo>
                  <a:pt x="24649" y="35413"/>
                  <a:pt x="21502" y="36299"/>
                  <a:pt x="18372" y="36299"/>
                </a:cubicBezTo>
                <a:cubicBezTo>
                  <a:pt x="14784" y="36299"/>
                  <a:pt x="11653" y="35413"/>
                  <a:pt x="8964" y="33611"/>
                </a:cubicBezTo>
                <a:cubicBezTo>
                  <a:pt x="6280" y="32267"/>
                  <a:pt x="4031" y="29579"/>
                  <a:pt x="2229" y="26891"/>
                </a:cubicBezTo>
                <a:cubicBezTo>
                  <a:pt x="887" y="24204"/>
                  <a:pt x="0" y="21059"/>
                  <a:pt x="0" y="17928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4" name="path-110">
            <a:extLst xmlns:a="http://schemas.openxmlformats.org/drawingml/2006/main">
              <a:ext uri="{FF2B5EF4-FFF2-40B4-BE49-F238E27FC236}">
                <a16:creationId xmlns:a16="http://schemas.microsoft.com/office/drawing/2014/main" id="{A6FF55E0-D2A7-49BB-BACC-2F5429B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5712" y="2022919"/>
            <a:ext cx="28235" cy="28221"/>
          </a:xfrm>
          <a:custGeom xmlns:a="http://schemas.openxmlformats.org/drawingml/2006/main">
            <a:pathLst>
              <a:path w="28235" h="28221">
                <a:moveTo>
                  <a:pt x="0" y="13881"/>
                </a:moveTo>
                <a:lnTo>
                  <a:pt x="0" y="13881"/>
                </a:lnTo>
                <a:cubicBezTo>
                  <a:pt x="0" y="11193"/>
                  <a:pt x="441" y="8964"/>
                  <a:pt x="1788" y="6719"/>
                </a:cubicBezTo>
                <a:cubicBezTo>
                  <a:pt x="3130" y="4475"/>
                  <a:pt x="4933" y="2688"/>
                  <a:pt x="7176" y="1787"/>
                </a:cubicBezTo>
                <a:cubicBezTo>
                  <a:pt x="9405" y="443"/>
                  <a:pt x="11653" y="0"/>
                  <a:pt x="14338" y="0"/>
                </a:cubicBezTo>
                <a:cubicBezTo>
                  <a:pt x="16584" y="0"/>
                  <a:pt x="18830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94" y="8964"/>
                  <a:pt x="28235" y="11193"/>
                  <a:pt x="28235" y="13881"/>
                </a:cubicBezTo>
                <a:cubicBezTo>
                  <a:pt x="28235" y="16569"/>
                  <a:pt x="27794" y="18814"/>
                  <a:pt x="26432" y="21059"/>
                </a:cubicBezTo>
                <a:cubicBezTo>
                  <a:pt x="25090" y="23303"/>
                  <a:pt x="23302" y="25091"/>
                  <a:pt x="21059" y="25991"/>
                </a:cubicBezTo>
                <a:cubicBezTo>
                  <a:pt x="18830" y="27335"/>
                  <a:pt x="16584" y="28221"/>
                  <a:pt x="14338" y="28221"/>
                </a:cubicBezTo>
                <a:cubicBezTo>
                  <a:pt x="11653" y="28221"/>
                  <a:pt x="9405" y="27335"/>
                  <a:pt x="7176" y="25991"/>
                </a:cubicBezTo>
                <a:cubicBezTo>
                  <a:pt x="4933" y="25091"/>
                  <a:pt x="3130" y="23303"/>
                  <a:pt x="1788" y="21059"/>
                </a:cubicBezTo>
                <a:cubicBezTo>
                  <a:pt x="441" y="18814"/>
                  <a:pt x="0" y="16569"/>
                  <a:pt x="0" y="13881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5" name="path-111">
            <a:extLst xmlns:a="http://schemas.openxmlformats.org/drawingml/2006/main">
              <a:ext uri="{FF2B5EF4-FFF2-40B4-BE49-F238E27FC236}">
                <a16:creationId xmlns:a16="http://schemas.microsoft.com/office/drawing/2014/main" id="{D9500608-F19E-4CF6-BA9E-BD86B68F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2980" y="1981688"/>
            <a:ext cx="36298" cy="36298"/>
          </a:xfrm>
          <a:custGeom xmlns:a="http://schemas.openxmlformats.org/drawingml/2006/main">
            <a:pathLst>
              <a:path w="36298" h="36298">
                <a:moveTo>
                  <a:pt x="0" y="17927"/>
                </a:moveTo>
                <a:lnTo>
                  <a:pt x="0" y="17927"/>
                </a:lnTo>
                <a:cubicBezTo>
                  <a:pt x="0" y="14782"/>
                  <a:pt x="887" y="11652"/>
                  <a:pt x="2229" y="8963"/>
                </a:cubicBezTo>
                <a:cubicBezTo>
                  <a:pt x="4031" y="6276"/>
                  <a:pt x="6260" y="3589"/>
                  <a:pt x="8950" y="2229"/>
                </a:cubicBezTo>
                <a:cubicBezTo>
                  <a:pt x="11653" y="442"/>
                  <a:pt x="14784" y="0"/>
                  <a:pt x="18369" y="0"/>
                </a:cubicBezTo>
                <a:cubicBezTo>
                  <a:pt x="21499" y="0"/>
                  <a:pt x="24647" y="442"/>
                  <a:pt x="27333" y="2229"/>
                </a:cubicBezTo>
                <a:cubicBezTo>
                  <a:pt x="30023" y="3589"/>
                  <a:pt x="32252" y="6276"/>
                  <a:pt x="34054" y="8963"/>
                </a:cubicBezTo>
                <a:cubicBezTo>
                  <a:pt x="35396" y="11652"/>
                  <a:pt x="36298" y="14782"/>
                  <a:pt x="36298" y="17927"/>
                </a:cubicBezTo>
                <a:cubicBezTo>
                  <a:pt x="36298" y="21057"/>
                  <a:pt x="35396" y="24189"/>
                  <a:pt x="34054" y="26891"/>
                </a:cubicBezTo>
                <a:cubicBezTo>
                  <a:pt x="32252" y="29579"/>
                  <a:pt x="30023" y="32266"/>
                  <a:pt x="27333" y="33611"/>
                </a:cubicBezTo>
                <a:cubicBezTo>
                  <a:pt x="24647" y="35396"/>
                  <a:pt x="21499" y="36298"/>
                  <a:pt x="18369" y="36298"/>
                </a:cubicBezTo>
                <a:cubicBezTo>
                  <a:pt x="14784" y="36298"/>
                  <a:pt x="11653" y="35396"/>
                  <a:pt x="8950" y="33611"/>
                </a:cubicBezTo>
                <a:cubicBezTo>
                  <a:pt x="6260" y="32266"/>
                  <a:pt x="4031" y="29579"/>
                  <a:pt x="2229" y="26891"/>
                </a:cubicBezTo>
                <a:cubicBezTo>
                  <a:pt x="887" y="24189"/>
                  <a:pt x="0" y="21057"/>
                  <a:pt x="0" y="1792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6" name="path-112">
            <a:extLst xmlns:a="http://schemas.openxmlformats.org/drawingml/2006/main">
              <a:ext uri="{FF2B5EF4-FFF2-40B4-BE49-F238E27FC236}">
                <a16:creationId xmlns:a16="http://schemas.microsoft.com/office/drawing/2014/main" id="{9F1041BA-03C9-4591-A9A9-73C54AE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5712" y="1949421"/>
            <a:ext cx="28235" cy="28236"/>
          </a:xfrm>
          <a:custGeom xmlns:a="http://schemas.openxmlformats.org/drawingml/2006/main">
            <a:pathLst>
              <a:path w="28235" h="28236">
                <a:moveTo>
                  <a:pt x="0" y="13896"/>
                </a:moveTo>
                <a:lnTo>
                  <a:pt x="0" y="13896"/>
                </a:lnTo>
                <a:cubicBezTo>
                  <a:pt x="0" y="11193"/>
                  <a:pt x="441" y="8964"/>
                  <a:pt x="1788" y="6719"/>
                </a:cubicBezTo>
                <a:cubicBezTo>
                  <a:pt x="3130" y="4475"/>
                  <a:pt x="4933" y="2688"/>
                  <a:pt x="7176" y="1787"/>
                </a:cubicBezTo>
                <a:cubicBezTo>
                  <a:pt x="9405" y="443"/>
                  <a:pt x="11653" y="0"/>
                  <a:pt x="14338" y="0"/>
                </a:cubicBezTo>
                <a:cubicBezTo>
                  <a:pt x="16584" y="0"/>
                  <a:pt x="18830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94" y="8964"/>
                  <a:pt x="28235" y="11193"/>
                  <a:pt x="28235" y="13896"/>
                </a:cubicBezTo>
                <a:cubicBezTo>
                  <a:pt x="28235" y="16585"/>
                  <a:pt x="27794" y="18814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30" y="27335"/>
                  <a:pt x="16584" y="28236"/>
                  <a:pt x="14338" y="28236"/>
                </a:cubicBezTo>
                <a:cubicBezTo>
                  <a:pt x="11653" y="28236"/>
                  <a:pt x="9405" y="27335"/>
                  <a:pt x="7176" y="25991"/>
                </a:cubicBezTo>
                <a:cubicBezTo>
                  <a:pt x="4933" y="25090"/>
                  <a:pt x="3130" y="23303"/>
                  <a:pt x="1788" y="21059"/>
                </a:cubicBezTo>
                <a:cubicBezTo>
                  <a:pt x="441" y="18814"/>
                  <a:pt x="0" y="16585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7" name="path-113">
            <a:extLst xmlns:a="http://schemas.openxmlformats.org/drawingml/2006/main">
              <a:ext uri="{FF2B5EF4-FFF2-40B4-BE49-F238E27FC236}">
                <a16:creationId xmlns:a16="http://schemas.microsoft.com/office/drawing/2014/main" id="{D2F0DDEE-8902-4010-BE08-88BCBB1B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3924" y="1875480"/>
            <a:ext cx="36300" cy="36299"/>
          </a:xfrm>
          <a:custGeom xmlns:a="http://schemas.openxmlformats.org/drawingml/2006/main">
            <a:pathLst>
              <a:path w="36300" h="36299">
                <a:moveTo>
                  <a:pt x="0" y="17913"/>
                </a:moveTo>
                <a:lnTo>
                  <a:pt x="0" y="17913"/>
                </a:lnTo>
                <a:cubicBezTo>
                  <a:pt x="0" y="14782"/>
                  <a:pt x="887" y="11652"/>
                  <a:pt x="2229" y="8964"/>
                </a:cubicBezTo>
                <a:cubicBezTo>
                  <a:pt x="4031" y="6260"/>
                  <a:pt x="6280" y="3574"/>
                  <a:pt x="8964" y="2229"/>
                </a:cubicBezTo>
                <a:cubicBezTo>
                  <a:pt x="11653" y="443"/>
                  <a:pt x="14784" y="0"/>
                  <a:pt x="18372" y="0"/>
                </a:cubicBezTo>
                <a:cubicBezTo>
                  <a:pt x="21502" y="0"/>
                  <a:pt x="24649" y="443"/>
                  <a:pt x="27336" y="2229"/>
                </a:cubicBezTo>
                <a:cubicBezTo>
                  <a:pt x="30023" y="3574"/>
                  <a:pt x="32269" y="6260"/>
                  <a:pt x="34054" y="8964"/>
                </a:cubicBezTo>
                <a:cubicBezTo>
                  <a:pt x="35399" y="11652"/>
                  <a:pt x="36300" y="14782"/>
                  <a:pt x="36300" y="17913"/>
                </a:cubicBezTo>
                <a:cubicBezTo>
                  <a:pt x="36300" y="21059"/>
                  <a:pt x="35399" y="24189"/>
                  <a:pt x="34054" y="26877"/>
                </a:cubicBezTo>
                <a:cubicBezTo>
                  <a:pt x="32269" y="29564"/>
                  <a:pt x="30023" y="32267"/>
                  <a:pt x="27336" y="33611"/>
                </a:cubicBezTo>
                <a:cubicBezTo>
                  <a:pt x="24649" y="35398"/>
                  <a:pt x="21502" y="36299"/>
                  <a:pt x="18372" y="36299"/>
                </a:cubicBezTo>
                <a:cubicBezTo>
                  <a:pt x="14784" y="36299"/>
                  <a:pt x="11653" y="35398"/>
                  <a:pt x="8964" y="33611"/>
                </a:cubicBezTo>
                <a:cubicBezTo>
                  <a:pt x="6280" y="32267"/>
                  <a:pt x="4031" y="29564"/>
                  <a:pt x="2229" y="26877"/>
                </a:cubicBezTo>
                <a:cubicBezTo>
                  <a:pt x="887" y="24189"/>
                  <a:pt x="0" y="21059"/>
                  <a:pt x="0" y="17913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8" name="path-114">
            <a:extLst xmlns:a="http://schemas.openxmlformats.org/drawingml/2006/main">
              <a:ext uri="{FF2B5EF4-FFF2-40B4-BE49-F238E27FC236}">
                <a16:creationId xmlns:a16="http://schemas.microsoft.com/office/drawing/2014/main" id="{5130ADFC-5C00-48C0-BC02-F1254D88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804" y="1912221"/>
            <a:ext cx="28220" cy="28236"/>
          </a:xfrm>
          <a:custGeom xmlns:a="http://schemas.openxmlformats.org/drawingml/2006/main">
            <a:pathLst>
              <a:path w="28220" h="28236">
                <a:moveTo>
                  <a:pt x="0" y="13897"/>
                </a:moveTo>
                <a:lnTo>
                  <a:pt x="0" y="13897"/>
                </a:lnTo>
                <a:cubicBezTo>
                  <a:pt x="0" y="11210"/>
                  <a:pt x="443" y="8964"/>
                  <a:pt x="1786" y="6719"/>
                </a:cubicBezTo>
                <a:cubicBezTo>
                  <a:pt x="3130" y="4491"/>
                  <a:pt x="4916" y="2688"/>
                  <a:pt x="7162" y="1787"/>
                </a:cubicBezTo>
                <a:cubicBezTo>
                  <a:pt x="9408" y="443"/>
                  <a:pt x="11651" y="0"/>
                  <a:pt x="14340" y="0"/>
                </a:cubicBezTo>
                <a:cubicBezTo>
                  <a:pt x="16569" y="0"/>
                  <a:pt x="18813" y="443"/>
                  <a:pt x="21059" y="1787"/>
                </a:cubicBezTo>
                <a:cubicBezTo>
                  <a:pt x="23302" y="2688"/>
                  <a:pt x="25090" y="4491"/>
                  <a:pt x="26432" y="6719"/>
                </a:cubicBezTo>
                <a:cubicBezTo>
                  <a:pt x="27777" y="8964"/>
                  <a:pt x="28220" y="11210"/>
                  <a:pt x="28220" y="13897"/>
                </a:cubicBezTo>
                <a:cubicBezTo>
                  <a:pt x="28220" y="16585"/>
                  <a:pt x="27777" y="18830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13" y="27335"/>
                  <a:pt x="16569" y="28236"/>
                  <a:pt x="14340" y="28236"/>
                </a:cubicBezTo>
                <a:cubicBezTo>
                  <a:pt x="11651" y="28236"/>
                  <a:pt x="9408" y="27335"/>
                  <a:pt x="7162" y="25991"/>
                </a:cubicBezTo>
                <a:cubicBezTo>
                  <a:pt x="4916" y="25090"/>
                  <a:pt x="3130" y="23303"/>
                  <a:pt x="1786" y="21059"/>
                </a:cubicBezTo>
                <a:cubicBezTo>
                  <a:pt x="443" y="18830"/>
                  <a:pt x="0" y="16585"/>
                  <a:pt x="0" y="1389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49" name="path-115">
            <a:extLst xmlns:a="http://schemas.openxmlformats.org/drawingml/2006/main">
              <a:ext uri="{FF2B5EF4-FFF2-40B4-BE49-F238E27FC236}">
                <a16:creationId xmlns:a16="http://schemas.microsoft.com/office/drawing/2014/main" id="{49A3549C-78B6-43B7-A619-CA50BCE7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719" y="1875480"/>
            <a:ext cx="36298" cy="36299"/>
          </a:xfrm>
          <a:custGeom xmlns:a="http://schemas.openxmlformats.org/drawingml/2006/main">
            <a:pathLst>
              <a:path w="36298" h="36299">
                <a:moveTo>
                  <a:pt x="0" y="17913"/>
                </a:moveTo>
                <a:lnTo>
                  <a:pt x="0" y="17913"/>
                </a:lnTo>
                <a:cubicBezTo>
                  <a:pt x="0" y="14782"/>
                  <a:pt x="884" y="11652"/>
                  <a:pt x="2229" y="8964"/>
                </a:cubicBezTo>
                <a:cubicBezTo>
                  <a:pt x="4031" y="6260"/>
                  <a:pt x="6260" y="3574"/>
                  <a:pt x="8962" y="2229"/>
                </a:cubicBezTo>
                <a:cubicBezTo>
                  <a:pt x="11651" y="443"/>
                  <a:pt x="14781" y="0"/>
                  <a:pt x="18369" y="0"/>
                </a:cubicBezTo>
                <a:cubicBezTo>
                  <a:pt x="21499" y="0"/>
                  <a:pt x="24647" y="443"/>
                  <a:pt x="27333" y="2229"/>
                </a:cubicBezTo>
                <a:cubicBezTo>
                  <a:pt x="30020" y="3574"/>
                  <a:pt x="32266" y="6260"/>
                  <a:pt x="34052" y="8964"/>
                </a:cubicBezTo>
                <a:cubicBezTo>
                  <a:pt x="35396" y="11652"/>
                  <a:pt x="36298" y="14782"/>
                  <a:pt x="36298" y="17913"/>
                </a:cubicBezTo>
                <a:cubicBezTo>
                  <a:pt x="36298" y="21059"/>
                  <a:pt x="35396" y="24189"/>
                  <a:pt x="34052" y="26877"/>
                </a:cubicBezTo>
                <a:cubicBezTo>
                  <a:pt x="32266" y="29564"/>
                  <a:pt x="30020" y="32267"/>
                  <a:pt x="27333" y="33611"/>
                </a:cubicBezTo>
                <a:cubicBezTo>
                  <a:pt x="24647" y="35398"/>
                  <a:pt x="21499" y="36299"/>
                  <a:pt x="18369" y="36299"/>
                </a:cubicBezTo>
                <a:cubicBezTo>
                  <a:pt x="14781" y="36299"/>
                  <a:pt x="11651" y="35398"/>
                  <a:pt x="8962" y="33611"/>
                </a:cubicBezTo>
                <a:cubicBezTo>
                  <a:pt x="6260" y="32267"/>
                  <a:pt x="4031" y="29564"/>
                  <a:pt x="2229" y="26877"/>
                </a:cubicBezTo>
                <a:cubicBezTo>
                  <a:pt x="884" y="24189"/>
                  <a:pt x="0" y="21059"/>
                  <a:pt x="0" y="17913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50" name="path-116">
            <a:extLst xmlns:a="http://schemas.openxmlformats.org/drawingml/2006/main">
              <a:ext uri="{FF2B5EF4-FFF2-40B4-BE49-F238E27FC236}">
                <a16:creationId xmlns:a16="http://schemas.microsoft.com/office/drawing/2014/main" id="{90C611D3-B99C-4B67-AE84-72DD3FE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3437" y="1949421"/>
            <a:ext cx="28235" cy="28236"/>
          </a:xfrm>
          <a:custGeom xmlns:a="http://schemas.openxmlformats.org/drawingml/2006/main">
            <a:pathLst>
              <a:path w="28235" h="28236">
                <a:moveTo>
                  <a:pt x="0" y="13896"/>
                </a:moveTo>
                <a:lnTo>
                  <a:pt x="0" y="13896"/>
                </a:lnTo>
                <a:cubicBezTo>
                  <a:pt x="0" y="11193"/>
                  <a:pt x="443" y="8964"/>
                  <a:pt x="1786" y="6719"/>
                </a:cubicBezTo>
                <a:cubicBezTo>
                  <a:pt x="3130" y="4475"/>
                  <a:pt x="4933" y="2688"/>
                  <a:pt x="7162" y="1787"/>
                </a:cubicBezTo>
                <a:cubicBezTo>
                  <a:pt x="9405" y="443"/>
                  <a:pt x="11651" y="0"/>
                  <a:pt x="14338" y="0"/>
                </a:cubicBezTo>
                <a:cubicBezTo>
                  <a:pt x="16584" y="0"/>
                  <a:pt x="18813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77" y="8964"/>
                  <a:pt x="28235" y="11193"/>
                  <a:pt x="28235" y="13896"/>
                </a:cubicBezTo>
                <a:cubicBezTo>
                  <a:pt x="28235" y="16585"/>
                  <a:pt x="27777" y="18814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13" y="27335"/>
                  <a:pt x="16584" y="28236"/>
                  <a:pt x="14338" y="28236"/>
                </a:cubicBezTo>
                <a:cubicBezTo>
                  <a:pt x="11651" y="28236"/>
                  <a:pt x="9405" y="27335"/>
                  <a:pt x="7162" y="25991"/>
                </a:cubicBezTo>
                <a:cubicBezTo>
                  <a:pt x="4933" y="25090"/>
                  <a:pt x="3130" y="23303"/>
                  <a:pt x="1786" y="21059"/>
                </a:cubicBezTo>
                <a:cubicBezTo>
                  <a:pt x="443" y="18814"/>
                  <a:pt x="0" y="16585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930">
            <a:solidFill>
              <a:srgbClr val="E2703A"/>
            </a:solidFill>
            <a:prstDash val="solid"/>
          </a:ln>
        </p:spPr>
      </p:sp>
      <p:sp>
        <p:nvSpPr>
          <p:cNvPr id="151" name="path-117">
            <a:extLst xmlns:a="http://schemas.openxmlformats.org/drawingml/2006/main">
              <a:ext uri="{FF2B5EF4-FFF2-40B4-BE49-F238E27FC236}">
                <a16:creationId xmlns:a16="http://schemas.microsoft.com/office/drawing/2014/main" id="{1D241137-0A32-4073-B0CA-FDFC736C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039" y="1975412"/>
            <a:ext cx="49751" cy="49735"/>
          </a:xfrm>
          <a:custGeom xmlns:a="http://schemas.openxmlformats.org/drawingml/2006/main">
            <a:pathLst>
              <a:path w="49751" h="49735">
                <a:moveTo>
                  <a:pt x="0" y="24647"/>
                </a:moveTo>
                <a:lnTo>
                  <a:pt x="0" y="24647"/>
                </a:lnTo>
                <a:cubicBezTo>
                  <a:pt x="0" y="20157"/>
                  <a:pt x="1342" y="16126"/>
                  <a:pt x="3145" y="12094"/>
                </a:cubicBezTo>
                <a:cubicBezTo>
                  <a:pt x="5374" y="8505"/>
                  <a:pt x="8518" y="5375"/>
                  <a:pt x="12550" y="3130"/>
                </a:cubicBezTo>
                <a:cubicBezTo>
                  <a:pt x="16140" y="901"/>
                  <a:pt x="20613" y="0"/>
                  <a:pt x="25105" y="0"/>
                </a:cubicBezTo>
                <a:cubicBezTo>
                  <a:pt x="29134" y="0"/>
                  <a:pt x="33608" y="901"/>
                  <a:pt x="37196" y="3130"/>
                </a:cubicBezTo>
                <a:cubicBezTo>
                  <a:pt x="41228" y="5375"/>
                  <a:pt x="44375" y="8505"/>
                  <a:pt x="46604" y="12094"/>
                </a:cubicBezTo>
                <a:cubicBezTo>
                  <a:pt x="48407" y="16126"/>
                  <a:pt x="49751" y="20157"/>
                  <a:pt x="49751" y="24647"/>
                </a:cubicBezTo>
                <a:cubicBezTo>
                  <a:pt x="49751" y="29121"/>
                  <a:pt x="48407" y="33167"/>
                  <a:pt x="46604" y="37200"/>
                </a:cubicBezTo>
                <a:cubicBezTo>
                  <a:pt x="44375" y="40772"/>
                  <a:pt x="41228" y="43918"/>
                  <a:pt x="37196" y="46163"/>
                </a:cubicBezTo>
                <a:cubicBezTo>
                  <a:pt x="33608" y="48393"/>
                  <a:pt x="29134" y="49735"/>
                  <a:pt x="25105" y="49735"/>
                </a:cubicBezTo>
                <a:cubicBezTo>
                  <a:pt x="20613" y="49735"/>
                  <a:pt x="16140" y="48393"/>
                  <a:pt x="12550" y="46163"/>
                </a:cubicBezTo>
                <a:cubicBezTo>
                  <a:pt x="8518" y="43918"/>
                  <a:pt x="5374" y="40772"/>
                  <a:pt x="3145" y="37200"/>
                </a:cubicBezTo>
                <a:cubicBezTo>
                  <a:pt x="1342" y="33167"/>
                  <a:pt x="0" y="29121"/>
                  <a:pt x="0" y="24647"/>
                </a:cubicBezTo>
              </a:path>
            </a:pathLst>
          </a:custGeom>
          <a:solidFill xmlns:a="http://schemas.openxmlformats.org/drawingml/2006/main">
            <a:srgbClr val="D9531E"/>
          </a:solidFill>
          <a:ln xmlns:a="http://schemas.openxmlformats.org/drawingml/2006/main" w="4930">
            <a:solidFill>
              <a:srgbClr val="D9531E"/>
            </a:solidFill>
            <a:prstDash val="solid"/>
          </a:ln>
        </p:spPr>
      </p:sp>
      <p:sp>
        <p:nvSpPr>
          <p:cNvPr id="152" name="text-118 MinerU2.5-Pro">
            <a:extLst xmlns:a="http://schemas.openxmlformats.org/drawingml/2006/main">
              <a:ext uri="{FF2B5EF4-FFF2-40B4-BE49-F238E27FC236}">
                <a16:creationId xmlns:a16="http://schemas.microsoft.com/office/drawing/2014/main" id="{BC2DC18C-0F99-43C7-AE09-BD1307F2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2852" y="1881495"/>
            <a:ext cx="1211557" cy="243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7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MinerU2.5-Pro</a:t>
            </a:r>
          </a:p>
        </p:txBody>
      </p:sp>
      <p:sp>
        <p:nvSpPr>
          <p:cNvPr id="153" name="text-119 PaddleOCR-VL-1.6">
            <a:extLst xmlns:a="http://schemas.openxmlformats.org/drawingml/2006/main">
              <a:ext uri="{FF2B5EF4-FFF2-40B4-BE49-F238E27FC236}">
                <a16:creationId xmlns:a16="http://schemas.microsoft.com/office/drawing/2014/main" id="{E610FE6C-939A-485C-B26F-7919697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9676" y="1881478"/>
            <a:ext cx="1569621" cy="243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7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PaddleOCR-VL-1.6</a:t>
            </a:r>
          </a:p>
        </p:txBody>
      </p:sp>
      <p:sp>
        <p:nvSpPr>
          <p:cNvPr id="154" name="text-120 dots.mocr">
            <a:extLst xmlns:a="http://schemas.openxmlformats.org/drawingml/2006/main">
              <a:ext uri="{FF2B5EF4-FFF2-40B4-BE49-F238E27FC236}">
                <a16:creationId xmlns:a16="http://schemas.microsoft.com/office/drawing/2014/main" id="{7778B099-5BCD-452A-8332-BE1D758B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24148" y="1881459"/>
            <a:ext cx="873089" cy="24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7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dots.mocr</a:t>
            </a:r>
          </a:p>
        </p:txBody>
      </p:sp>
      <p:sp>
        <p:nvSpPr>
          <p:cNvPr id="155" name="path-121">
            <a:extLst xmlns:a="http://schemas.openxmlformats.org/drawingml/2006/main">
              <a:ext uri="{FF2B5EF4-FFF2-40B4-BE49-F238E27FC236}">
                <a16:creationId xmlns:a16="http://schemas.microsoft.com/office/drawing/2014/main" id="{8A33D7F3-1328-4C93-BC53-62C33DA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432" y="2264014"/>
            <a:ext cx="443" cy="201665"/>
          </a:xfrm>
          <a:custGeom xmlns:a="http://schemas.openxmlformats.org/drawingml/2006/main">
            <a:pathLst>
              <a:path w="443" h="201665">
                <a:moveTo>
                  <a:pt x="0" y="0"/>
                </a:moveTo>
                <a:lnTo>
                  <a:pt x="443" y="20166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56" name="path-122">
            <a:extLst xmlns:a="http://schemas.openxmlformats.org/drawingml/2006/main">
              <a:ext uri="{FF2B5EF4-FFF2-40B4-BE49-F238E27FC236}">
                <a16:creationId xmlns:a16="http://schemas.microsoft.com/office/drawing/2014/main" id="{9579211F-8911-460D-98D1-EC0C6EF2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2264014"/>
            <a:ext cx="443" cy="302055"/>
          </a:xfrm>
          <a:custGeom xmlns:a="http://schemas.openxmlformats.org/drawingml/2006/main">
            <a:pathLst>
              <a:path w="443" h="302055">
                <a:moveTo>
                  <a:pt x="0" y="0"/>
                </a:moveTo>
                <a:lnTo>
                  <a:pt x="443" y="30205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57" name="path-123">
            <a:extLst xmlns:a="http://schemas.openxmlformats.org/drawingml/2006/main">
              <a:ext uri="{FF2B5EF4-FFF2-40B4-BE49-F238E27FC236}">
                <a16:creationId xmlns:a16="http://schemas.microsoft.com/office/drawing/2014/main" id="{4F5AA5A5-FE7D-4DAD-A92C-1864B881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7135" y="2264014"/>
            <a:ext cx="441" cy="201665"/>
          </a:xfrm>
          <a:custGeom xmlns:a="http://schemas.openxmlformats.org/drawingml/2006/main">
            <a:pathLst>
              <a:path w="441" h="201665">
                <a:moveTo>
                  <a:pt x="0" y="0"/>
                </a:moveTo>
                <a:lnTo>
                  <a:pt x="441" y="20166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58" name="path-124">
            <a:extLst xmlns:a="http://schemas.openxmlformats.org/drawingml/2006/main">
              <a:ext uri="{FF2B5EF4-FFF2-40B4-BE49-F238E27FC236}">
                <a16:creationId xmlns:a16="http://schemas.microsoft.com/office/drawing/2014/main" id="{A74952A8-4A65-4F79-96BB-B1D34946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432" y="2455371"/>
            <a:ext cx="4811702" cy="443"/>
          </a:xfrm>
          <a:custGeom xmlns:a="http://schemas.openxmlformats.org/drawingml/2006/main">
            <a:pathLst>
              <a:path w="4811702" h="443">
                <a:moveTo>
                  <a:pt x="0" y="0"/>
                </a:moveTo>
                <a:lnTo>
                  <a:pt x="4811702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59" name="path-125">
            <a:extLst xmlns:a="http://schemas.openxmlformats.org/drawingml/2006/main">
              <a:ext uri="{FF2B5EF4-FFF2-40B4-BE49-F238E27FC236}">
                <a16:creationId xmlns:a16="http://schemas.microsoft.com/office/drawing/2014/main" id="{50272B70-A964-4DAF-A197-7E94770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2566069"/>
            <a:ext cx="443" cy="18814"/>
          </a:xfrm>
          <a:custGeom xmlns:a="http://schemas.openxmlformats.org/drawingml/2006/main">
            <a:pathLst>
              <a:path w="443" h="18814">
                <a:moveTo>
                  <a:pt x="0" y="0"/>
                </a:moveTo>
                <a:lnTo>
                  <a:pt x="443" y="18814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60" name="path-126">
            <a:extLst xmlns:a="http://schemas.openxmlformats.org/drawingml/2006/main">
              <a:ext uri="{FF2B5EF4-FFF2-40B4-BE49-F238E27FC236}">
                <a16:creationId xmlns:a16="http://schemas.microsoft.com/office/drawing/2014/main" id="{8DAE9C04-3A12-4E45-823B-3AC4A76F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2570985"/>
            <a:ext cx="119202" cy="95901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61" name="path-127">
            <a:extLst xmlns:a="http://schemas.openxmlformats.org/drawingml/2006/main">
              <a:ext uri="{FF2B5EF4-FFF2-40B4-BE49-F238E27FC236}">
                <a16:creationId xmlns:a16="http://schemas.microsoft.com/office/drawing/2014/main" id="{B5677B99-43D7-41DD-91A0-4549D52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528" y="2678996"/>
            <a:ext cx="4977954" cy="528810"/>
          </a:xfrm>
          <a:custGeom xmlns:a="http://schemas.openxmlformats.org/drawingml/2006/main">
            <a:pathLst>
              <a:path w="4977954" h="528810">
                <a:moveTo>
                  <a:pt x="441" y="102619"/>
                </a:moveTo>
                <a:lnTo>
                  <a:pt x="441" y="102619"/>
                </a:lnTo>
                <a:cubicBezTo>
                  <a:pt x="441" y="84691"/>
                  <a:pt x="5374" y="66762"/>
                  <a:pt x="14338" y="51539"/>
                </a:cubicBezTo>
                <a:cubicBezTo>
                  <a:pt x="23302" y="35856"/>
                  <a:pt x="36298" y="22845"/>
                  <a:pt x="51539" y="13896"/>
                </a:cubicBezTo>
                <a:cubicBezTo>
                  <a:pt x="67222" y="4933"/>
                  <a:pt x="85150" y="0"/>
                  <a:pt x="103076" y="0"/>
                </a:cubicBezTo>
                <a:lnTo>
                  <a:pt x="4875333" y="442"/>
                </a:lnTo>
                <a:cubicBezTo>
                  <a:pt x="4893262" y="442"/>
                  <a:pt x="4911190" y="5375"/>
                  <a:pt x="4926415" y="14339"/>
                </a:cubicBezTo>
                <a:cubicBezTo>
                  <a:pt x="4942114" y="23303"/>
                  <a:pt x="4955107" y="36298"/>
                  <a:pt x="4964071" y="51539"/>
                </a:cubicBezTo>
                <a:cubicBezTo>
                  <a:pt x="4973036" y="67221"/>
                  <a:pt x="4977954" y="85149"/>
                  <a:pt x="4977954" y="103077"/>
                </a:cubicBezTo>
                <a:lnTo>
                  <a:pt x="4977954" y="426175"/>
                </a:lnTo>
                <a:cubicBezTo>
                  <a:pt x="4977954" y="444103"/>
                  <a:pt x="4973036" y="462031"/>
                  <a:pt x="4964071" y="477271"/>
                </a:cubicBezTo>
                <a:cubicBezTo>
                  <a:pt x="4955107" y="492954"/>
                  <a:pt x="4942114" y="505950"/>
                  <a:pt x="4926873" y="514914"/>
                </a:cubicBezTo>
                <a:cubicBezTo>
                  <a:pt x="4911190" y="523877"/>
                  <a:pt x="4893262" y="528810"/>
                  <a:pt x="4875333" y="528810"/>
                </a:cubicBezTo>
                <a:lnTo>
                  <a:pt x="102618" y="528810"/>
                </a:lnTo>
                <a:cubicBezTo>
                  <a:pt x="84690" y="528810"/>
                  <a:pt x="66778" y="523877"/>
                  <a:pt x="51539" y="514914"/>
                </a:cubicBezTo>
                <a:cubicBezTo>
                  <a:pt x="35854" y="505950"/>
                  <a:pt x="22859" y="492954"/>
                  <a:pt x="13894" y="477714"/>
                </a:cubicBezTo>
                <a:cubicBezTo>
                  <a:pt x="4930" y="462031"/>
                  <a:pt x="0" y="444103"/>
                  <a:pt x="0" y="426175"/>
                </a:cubicBezTo>
                <a:lnTo>
                  <a:pt x="441" y="102619"/>
                </a:lnTo>
              </a:path>
            </a:pathLst>
          </a:custGeom>
          <a:solidFill xmlns:a="http://schemas.openxmlformats.org/drawingml/2006/main">
            <a:srgbClr val="F6F2FD"/>
          </a:solidFill>
          <a:ln xmlns:a="http://schemas.openxmlformats.org/drawingml/2006/main" w="17477">
            <a:solidFill>
              <a:srgbClr val="A38DCE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351AA82-0C10-49C0-8A45-6D9CF6924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dabb47bcb4695"/>
          <a:stretch xmlns:a="http://schemas.openxmlformats.org/drawingml/2006/main"/>
        </p:blipFill>
        <p:spPr>
          <a:xfrm xmlns:a="http://schemas.openxmlformats.org/drawingml/2006/main">
            <a:off x="12301947" y="2801329"/>
            <a:ext cx="248271" cy="248271"/>
          </a:xfrm>
          <a:prstGeom xmlns:a="http://schemas.openxmlformats.org/drawingml/2006/main" prst="rect">
            <a:avLst/>
          </a:prstGeom>
        </p:spPr>
      </p:pic>
      <p:sp>
        <p:nvSpPr>
          <p:cNvPr id="163" name="text-129 Agreement">
            <a:extLst xmlns:a="http://schemas.openxmlformats.org/drawingml/2006/main">
              <a:ext uri="{FF2B5EF4-FFF2-40B4-BE49-F238E27FC236}">
                <a16:creationId xmlns:a16="http://schemas.microsoft.com/office/drawing/2014/main" id="{5E5A668B-6943-4EFC-8711-2D001A5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0144" y="2827423"/>
            <a:ext cx="921995" cy="238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Agreement</a:t>
            </a:r>
          </a:p>
        </p:txBody>
      </p:sp>
      <p:sp>
        <p:nvSpPr>
          <p:cNvPr id="164" name="text-129 &amp;">
            <a:extLst xmlns:a="http://schemas.openxmlformats.org/drawingml/2006/main">
              <a:ext uri="{FF2B5EF4-FFF2-40B4-BE49-F238E27FC236}">
                <a16:creationId xmlns:a16="http://schemas.microsoft.com/office/drawing/2014/main" id="{D69C76E5-CD36-4766-B381-63A798B6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8715" y="2827265"/>
            <a:ext cx="154051" cy="23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65" name="text-129 Reliability">
            <a:extLst xmlns:a="http://schemas.openxmlformats.org/drawingml/2006/main">
              <a:ext uri="{FF2B5EF4-FFF2-40B4-BE49-F238E27FC236}">
                <a16:creationId xmlns:a16="http://schemas.microsoft.com/office/drawing/2014/main" id="{9A2CEDF3-2441-46BE-AE6B-61007B1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9286" y="2827542"/>
            <a:ext cx="836111" cy="23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66" name="text-129 Assessment">
            <a:extLst xmlns:a="http://schemas.openxmlformats.org/drawingml/2006/main">
              <a:ext uri="{FF2B5EF4-FFF2-40B4-BE49-F238E27FC236}">
                <a16:creationId xmlns:a16="http://schemas.microsoft.com/office/drawing/2014/main" id="{85B751AA-CD52-47BB-8648-19AFA82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5823" y="2827393"/>
            <a:ext cx="1036226" cy="238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67" name="path-130">
            <a:extLst xmlns:a="http://schemas.openxmlformats.org/drawingml/2006/main">
              <a:ext uri="{FF2B5EF4-FFF2-40B4-BE49-F238E27FC236}">
                <a16:creationId xmlns:a16="http://schemas.microsoft.com/office/drawing/2014/main" id="{C8B1C5A1-6B4D-40A1-9040-45B19204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036" y="2943393"/>
            <a:ext cx="480862" cy="459"/>
          </a:xfrm>
          <a:custGeom xmlns:a="http://schemas.openxmlformats.org/drawingml/2006/main">
            <a:pathLst>
              <a:path w="480862" h="459">
                <a:moveTo>
                  <a:pt x="0" y="0"/>
                </a:moveTo>
                <a:lnTo>
                  <a:pt x="480862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68" name="path-131">
            <a:extLst xmlns:a="http://schemas.openxmlformats.org/drawingml/2006/main">
              <a:ext uri="{FF2B5EF4-FFF2-40B4-BE49-F238E27FC236}">
                <a16:creationId xmlns:a16="http://schemas.microsoft.com/office/drawing/2014/main" id="{80E29AAE-17CF-4983-A59E-8BFA6B25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0898" y="2943393"/>
            <a:ext cx="443" cy="396168"/>
          </a:xfrm>
          <a:custGeom xmlns:a="http://schemas.openxmlformats.org/drawingml/2006/main">
            <a:pathLst>
              <a:path w="443" h="396168">
                <a:moveTo>
                  <a:pt x="0" y="0"/>
                </a:moveTo>
                <a:lnTo>
                  <a:pt x="443" y="396168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69" name="path-132">
            <a:extLst xmlns:a="http://schemas.openxmlformats.org/drawingml/2006/main">
              <a:ext uri="{FF2B5EF4-FFF2-40B4-BE49-F238E27FC236}">
                <a16:creationId xmlns:a16="http://schemas.microsoft.com/office/drawing/2014/main" id="{E65A818C-D461-4E32-A629-C247AB47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740" y="3330140"/>
            <a:ext cx="119202" cy="95900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70" name="text-133 Low">
            <a:extLst xmlns:a="http://schemas.openxmlformats.org/drawingml/2006/main">
              <a:ext uri="{FF2B5EF4-FFF2-40B4-BE49-F238E27FC236}">
                <a16:creationId xmlns:a16="http://schemas.microsoft.com/office/drawing/2014/main" id="{2540106F-E0E5-474D-8235-C55D872C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62943" y="2518450"/>
            <a:ext cx="285389" cy="18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1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1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pPr>
            <a:r>
              <a:rPr sz="1031" b="1" i="0">
                <a:solidFill>
                  <a:srgbClr val="B03A1A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71" name="text-134 Agreement">
            <a:extLst xmlns:a="http://schemas.openxmlformats.org/drawingml/2006/main">
              <a:ext uri="{FF2B5EF4-FFF2-40B4-BE49-F238E27FC236}">
                <a16:creationId xmlns:a16="http://schemas.microsoft.com/office/drawing/2014/main" id="{A2B8A40C-F3BA-4774-8F32-FD71BC3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62943" y="2666817"/>
            <a:ext cx="707322" cy="18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1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1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pPr>
            <a:r>
              <a:rPr sz="1031" b="1" i="0">
                <a:solidFill>
                  <a:srgbClr val="B03A1A"/>
                </a:solidFill>
                <a:latin typeface="Arial"/>
                <a:ea typeface="Arial"/>
                <a:cs typeface="Arial"/>
              </a:rPr>
              <a:t>Agreement</a:t>
            </a:r>
          </a:p>
        </p:txBody>
      </p:sp>
      <p:sp>
        <p:nvSpPr>
          <p:cNvPr id="172" name="path-135">
            <a:extLst xmlns:a="http://schemas.openxmlformats.org/drawingml/2006/main">
              <a:ext uri="{FF2B5EF4-FFF2-40B4-BE49-F238E27FC236}">
                <a16:creationId xmlns:a16="http://schemas.microsoft.com/office/drawing/2014/main" id="{59170E56-60CE-4B42-9D83-EF525106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821" y="3433660"/>
            <a:ext cx="3185842" cy="491168"/>
          </a:xfrm>
          <a:custGeom xmlns:a="http://schemas.openxmlformats.org/drawingml/2006/main">
            <a:pathLst>
              <a:path w="3185842" h="491168">
                <a:moveTo>
                  <a:pt x="443" y="79775"/>
                </a:moveTo>
                <a:lnTo>
                  <a:pt x="443" y="79775"/>
                </a:lnTo>
                <a:cubicBezTo>
                  <a:pt x="443" y="65878"/>
                  <a:pt x="4031" y="51982"/>
                  <a:pt x="11193" y="39888"/>
                </a:cubicBezTo>
                <a:cubicBezTo>
                  <a:pt x="17914" y="27793"/>
                  <a:pt x="28223" y="17928"/>
                  <a:pt x="40331" y="10766"/>
                </a:cubicBezTo>
                <a:cubicBezTo>
                  <a:pt x="52426" y="3589"/>
                  <a:pt x="66323" y="0"/>
                  <a:pt x="80220" y="0"/>
                </a:cubicBezTo>
                <a:lnTo>
                  <a:pt x="3106068" y="459"/>
                </a:lnTo>
                <a:cubicBezTo>
                  <a:pt x="3119965" y="459"/>
                  <a:pt x="3133845" y="4031"/>
                  <a:pt x="3145956" y="11209"/>
                </a:cubicBezTo>
                <a:cubicBezTo>
                  <a:pt x="3158048" y="17928"/>
                  <a:pt x="3167913" y="28236"/>
                  <a:pt x="3175075" y="40330"/>
                </a:cubicBezTo>
                <a:cubicBezTo>
                  <a:pt x="3182254" y="52440"/>
                  <a:pt x="3185842" y="66336"/>
                  <a:pt x="3185842" y="80217"/>
                </a:cubicBezTo>
                <a:lnTo>
                  <a:pt x="3185842" y="411393"/>
                </a:lnTo>
                <a:cubicBezTo>
                  <a:pt x="3185842" y="425290"/>
                  <a:pt x="3182254" y="439186"/>
                  <a:pt x="3175075" y="451281"/>
                </a:cubicBezTo>
                <a:cubicBezTo>
                  <a:pt x="3168359" y="463375"/>
                  <a:pt x="3158048" y="473240"/>
                  <a:pt x="3145956" y="480418"/>
                </a:cubicBezTo>
                <a:cubicBezTo>
                  <a:pt x="3133845" y="487579"/>
                  <a:pt x="3119965" y="491168"/>
                  <a:pt x="3106068" y="491168"/>
                </a:cubicBezTo>
                <a:lnTo>
                  <a:pt x="79759" y="491168"/>
                </a:lnTo>
                <a:cubicBezTo>
                  <a:pt x="65879" y="491168"/>
                  <a:pt x="51982" y="487579"/>
                  <a:pt x="39874" y="480418"/>
                </a:cubicBezTo>
                <a:cubicBezTo>
                  <a:pt x="27779" y="473682"/>
                  <a:pt x="17914" y="463375"/>
                  <a:pt x="10752" y="451281"/>
                </a:cubicBezTo>
                <a:cubicBezTo>
                  <a:pt x="3574" y="439186"/>
                  <a:pt x="0" y="425290"/>
                  <a:pt x="0" y="411393"/>
                </a:cubicBezTo>
                <a:lnTo>
                  <a:pt x="443" y="79775"/>
                </a:lnTo>
              </a:path>
            </a:pathLst>
          </a:custGeom>
          <a:solidFill xmlns:a="http://schemas.openxmlformats.org/drawingml/2006/main">
            <a:srgbClr val="FEFCF6"/>
          </a:solidFill>
          <a:ln xmlns:a="http://schemas.openxmlformats.org/drawingml/2006/main" w="17477">
            <a:solidFill>
              <a:srgbClr val="DCBA79"/>
            </a:solidFill>
            <a:prstDash val="solid"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7B42597-1B8E-489B-8D4F-1E80EA1FD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4a24d4b2546ac"/>
          <a:stretch xmlns:a="http://schemas.openxmlformats.org/drawingml/2006/main"/>
        </p:blipFill>
        <p:spPr>
          <a:xfrm xmlns:a="http://schemas.openxmlformats.org/drawingml/2006/main">
            <a:off x="15105976" y="3546603"/>
            <a:ext cx="231687" cy="231687"/>
          </a:xfrm>
          <a:prstGeom xmlns:a="http://schemas.openxmlformats.org/drawingml/2006/main" prst="rect">
            <a:avLst/>
          </a:prstGeom>
        </p:spPr>
      </p:pic>
      <p:sp>
        <p:nvSpPr>
          <p:cNvPr id="174" name="text-137 Human">
            <a:extLst xmlns:a="http://schemas.openxmlformats.org/drawingml/2006/main">
              <a:ext uri="{FF2B5EF4-FFF2-40B4-BE49-F238E27FC236}">
                <a16:creationId xmlns:a16="http://schemas.microsoft.com/office/drawing/2014/main" id="{8BCAF70A-653D-49CE-9ECE-6FF5400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5010" y="3574646"/>
            <a:ext cx="547291" cy="21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75" name="text-137 +">
            <a:extLst xmlns:a="http://schemas.openxmlformats.org/drawingml/2006/main">
              <a:ext uri="{FF2B5EF4-FFF2-40B4-BE49-F238E27FC236}">
                <a16:creationId xmlns:a16="http://schemas.microsoft.com/office/drawing/2014/main" id="{AE7397B8-B0CF-46BE-8C7D-45BC0B8F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7464" y="3574735"/>
            <a:ext cx="117105" cy="214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6" name="text-137 Stronger-Model">
            <a:extLst xmlns:a="http://schemas.openxmlformats.org/drawingml/2006/main">
              <a:ext uri="{FF2B5EF4-FFF2-40B4-BE49-F238E27FC236}">
                <a16:creationId xmlns:a16="http://schemas.microsoft.com/office/drawing/2014/main" id="{98982F65-F065-478C-8B09-6B39E596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9264" y="3574561"/>
            <a:ext cx="1161252" cy="21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Stronger-Model</a:t>
            </a:r>
          </a:p>
        </p:txBody>
      </p:sp>
      <p:sp>
        <p:nvSpPr>
          <p:cNvPr id="177" name="text-137 Review">
            <a:extLst xmlns:a="http://schemas.openxmlformats.org/drawingml/2006/main">
              <a:ext uri="{FF2B5EF4-FFF2-40B4-BE49-F238E27FC236}">
                <a16:creationId xmlns:a16="http://schemas.microsoft.com/office/drawing/2014/main" id="{325572DF-2793-4949-9107-2AFDD34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5200" y="3574612"/>
            <a:ext cx="556186" cy="214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8" name="path-138">
            <a:extLst xmlns:a="http://schemas.openxmlformats.org/drawingml/2006/main">
              <a:ext uri="{FF2B5EF4-FFF2-40B4-BE49-F238E27FC236}">
                <a16:creationId xmlns:a16="http://schemas.microsoft.com/office/drawing/2014/main" id="{57EFE6A6-979C-448B-B8D0-D1FA2E28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1408" y="3924385"/>
            <a:ext cx="443" cy="339239"/>
          </a:xfrm>
          <a:custGeom xmlns:a="http://schemas.openxmlformats.org/drawingml/2006/main">
            <a:pathLst>
              <a:path w="443" h="339239">
                <a:moveTo>
                  <a:pt x="0" y="0"/>
                </a:moveTo>
                <a:lnTo>
                  <a:pt x="443" y="339239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1B6B3A"/>
            </a:solidFill>
            <a:prstDash val="solid"/>
          </a:ln>
        </p:spPr>
      </p:sp>
      <p:sp>
        <p:nvSpPr>
          <p:cNvPr id="179" name="path-139">
            <a:extLst xmlns:a="http://schemas.openxmlformats.org/drawingml/2006/main">
              <a:ext uri="{FF2B5EF4-FFF2-40B4-BE49-F238E27FC236}">
                <a16:creationId xmlns:a16="http://schemas.microsoft.com/office/drawing/2014/main" id="{F35C3093-396F-428C-8316-6937FC8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2943" y="4263624"/>
            <a:ext cx="298466" cy="443"/>
          </a:xfrm>
          <a:custGeom xmlns:a="http://schemas.openxmlformats.org/drawingml/2006/main">
            <a:pathLst>
              <a:path w="298466" h="443">
                <a:moveTo>
                  <a:pt x="0" y="0"/>
                </a:moveTo>
                <a:lnTo>
                  <a:pt x="298466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1B6B3A"/>
            </a:solidFill>
            <a:prstDash val="solid"/>
          </a:ln>
        </p:spPr>
      </p:sp>
      <p:sp>
        <p:nvSpPr>
          <p:cNvPr id="180" name="path-140">
            <a:extLst xmlns:a="http://schemas.openxmlformats.org/drawingml/2006/main">
              <a:ext uri="{FF2B5EF4-FFF2-40B4-BE49-F238E27FC236}">
                <a16:creationId xmlns:a16="http://schemas.microsoft.com/office/drawing/2014/main" id="{695FBB86-783C-49ED-BB9E-06B6CFFE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9595" y="4204465"/>
            <a:ext cx="95902" cy="119204"/>
          </a:xfrm>
          <a:custGeom xmlns:a="http://schemas.openxmlformats.org/drawingml/2006/main">
            <a:pathLst>
              <a:path w="95902" h="119204">
                <a:moveTo>
                  <a:pt x="95902" y="119204"/>
                </a:moveTo>
                <a:lnTo>
                  <a:pt x="0" y="59602"/>
                </a:lnTo>
                <a:lnTo>
                  <a:pt x="95902" y="0"/>
                </a:lnTo>
                <a:lnTo>
                  <a:pt x="95902" y="119204"/>
                </a:ln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4930">
            <a:solidFill>
              <a:srgbClr val="1B6B3A"/>
            </a:solidFill>
            <a:prstDash val="solid"/>
          </a:ln>
        </p:spPr>
      </p:sp>
      <p:sp>
        <p:nvSpPr>
          <p:cNvPr id="181" name="path-141">
            <a:extLst xmlns:a="http://schemas.openxmlformats.org/drawingml/2006/main">
              <a:ext uri="{FF2B5EF4-FFF2-40B4-BE49-F238E27FC236}">
                <a16:creationId xmlns:a16="http://schemas.microsoft.com/office/drawing/2014/main" id="{81360C8F-CB03-4D8C-A7ED-21617DA5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3207348"/>
            <a:ext cx="443" cy="698208"/>
          </a:xfrm>
          <a:custGeom xmlns:a="http://schemas.openxmlformats.org/drawingml/2006/main">
            <a:pathLst>
              <a:path w="443" h="698208">
                <a:moveTo>
                  <a:pt x="0" y="0"/>
                </a:moveTo>
                <a:lnTo>
                  <a:pt x="443" y="698208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82" name="path-142">
            <a:extLst xmlns:a="http://schemas.openxmlformats.org/drawingml/2006/main">
              <a:ext uri="{FF2B5EF4-FFF2-40B4-BE49-F238E27FC236}">
                <a16:creationId xmlns:a16="http://schemas.microsoft.com/office/drawing/2014/main" id="{EE060F18-F30C-4252-BAE5-9A7E297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3893462"/>
            <a:ext cx="119202" cy="95901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83" name="path-143">
            <a:extLst xmlns:a="http://schemas.openxmlformats.org/drawingml/2006/main">
              <a:ext uri="{FF2B5EF4-FFF2-40B4-BE49-F238E27FC236}">
                <a16:creationId xmlns:a16="http://schemas.microsoft.com/office/drawing/2014/main" id="{60632AA4-F4F3-42B0-B12F-3A5E3E6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969" y="4000113"/>
            <a:ext cx="4977513" cy="528368"/>
          </a:xfrm>
          <a:custGeom xmlns:a="http://schemas.openxmlformats.org/drawingml/2006/main">
            <a:pathLst>
              <a:path w="4977513" h="528368">
                <a:moveTo>
                  <a:pt x="0" y="90983"/>
                </a:moveTo>
                <a:lnTo>
                  <a:pt x="0" y="90983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72"/>
                  <a:pt x="45722" y="12110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110"/>
                </a:cubicBezTo>
                <a:cubicBezTo>
                  <a:pt x="4945702" y="20172"/>
                  <a:pt x="4956895" y="31824"/>
                  <a:pt x="4964975" y="45720"/>
                </a:cubicBezTo>
                <a:cubicBezTo>
                  <a:pt x="4973036" y="59601"/>
                  <a:pt x="4977067" y="75284"/>
                  <a:pt x="4977067" y="90983"/>
                </a:cubicBezTo>
                <a:lnTo>
                  <a:pt x="4977513" y="436942"/>
                </a:lnTo>
                <a:cubicBezTo>
                  <a:pt x="4977513" y="453066"/>
                  <a:pt x="4973481" y="468766"/>
                  <a:pt x="4965418" y="482647"/>
                </a:cubicBezTo>
                <a:cubicBezTo>
                  <a:pt x="4957356" y="496542"/>
                  <a:pt x="4945702" y="507752"/>
                  <a:pt x="4931808" y="515815"/>
                </a:cubicBezTo>
                <a:cubicBezTo>
                  <a:pt x="4917911" y="523878"/>
                  <a:pt x="4902226" y="527908"/>
                  <a:pt x="4886543" y="527908"/>
                </a:cubicBezTo>
                <a:lnTo>
                  <a:pt x="90984" y="528368"/>
                </a:lnTo>
                <a:cubicBezTo>
                  <a:pt x="74844" y="528368"/>
                  <a:pt x="59159" y="524335"/>
                  <a:pt x="45264" y="516257"/>
                </a:cubicBezTo>
                <a:cubicBezTo>
                  <a:pt x="31367" y="508194"/>
                  <a:pt x="20174" y="496542"/>
                  <a:pt x="12111" y="482647"/>
                </a:cubicBezTo>
                <a:cubicBezTo>
                  <a:pt x="4031" y="468766"/>
                  <a:pt x="0" y="453066"/>
                  <a:pt x="0" y="437383"/>
                </a:cubicBezTo>
                <a:lnTo>
                  <a:pt x="0" y="90983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17477">
            <a:solidFill>
              <a:srgbClr val="5CA47A"/>
            </a:solidFill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0009894-ABCA-45DE-B049-A741BFF43C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7ba864232475e"/>
          <a:stretch xmlns:a="http://schemas.openxmlformats.org/drawingml/2006/main"/>
        </p:blipFill>
        <p:spPr>
          <a:xfrm xmlns:a="http://schemas.openxmlformats.org/drawingml/2006/main">
            <a:off x="12301947" y="4131426"/>
            <a:ext cx="231687" cy="231687"/>
          </a:xfrm>
          <a:prstGeom xmlns:a="http://schemas.openxmlformats.org/drawingml/2006/main" prst="rect">
            <a:avLst/>
          </a:prstGeom>
        </p:spPr>
      </p:pic>
      <p:sp>
        <p:nvSpPr>
          <p:cNvPr id="185" name="text-145 Reliable">
            <a:extLst xmlns:a="http://schemas.openxmlformats.org/drawingml/2006/main">
              <a:ext uri="{FF2B5EF4-FFF2-40B4-BE49-F238E27FC236}">
                <a16:creationId xmlns:a16="http://schemas.microsoft.com/office/drawing/2014/main" id="{66F9AE89-271E-4FC3-A917-99BC46CF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766" y="4148144"/>
            <a:ext cx="684848" cy="238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Reliable</a:t>
            </a:r>
          </a:p>
        </p:txBody>
      </p:sp>
      <p:sp>
        <p:nvSpPr>
          <p:cNvPr id="186" name="text-145 Targets">
            <a:extLst xmlns:a="http://schemas.openxmlformats.org/drawingml/2006/main">
              <a:ext uri="{FF2B5EF4-FFF2-40B4-BE49-F238E27FC236}">
                <a16:creationId xmlns:a16="http://schemas.microsoft.com/office/drawing/2014/main" id="{A79B1740-373F-4E55-A1B6-90E0F0B6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0004" y="4147973"/>
            <a:ext cx="634851" cy="239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187" name="path-146">
            <a:extLst xmlns:a="http://schemas.openxmlformats.org/drawingml/2006/main">
              <a:ext uri="{FF2B5EF4-FFF2-40B4-BE49-F238E27FC236}">
                <a16:creationId xmlns:a16="http://schemas.microsoft.com/office/drawing/2014/main" id="{8B106384-D91D-446B-B4B9-CE9AB48E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4528021"/>
            <a:ext cx="443" cy="245142"/>
          </a:xfrm>
          <a:custGeom xmlns:a="http://schemas.openxmlformats.org/drawingml/2006/main">
            <a:pathLst>
              <a:path w="443" h="245142">
                <a:moveTo>
                  <a:pt x="0" y="0"/>
                </a:moveTo>
                <a:lnTo>
                  <a:pt x="443" y="245142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88" name="path-147">
            <a:extLst xmlns:a="http://schemas.openxmlformats.org/drawingml/2006/main">
              <a:ext uri="{FF2B5EF4-FFF2-40B4-BE49-F238E27FC236}">
                <a16:creationId xmlns:a16="http://schemas.microsoft.com/office/drawing/2014/main" id="{4678E94C-01BD-47C9-86FC-DBBDB1C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4761511"/>
            <a:ext cx="119202" cy="95900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89" name="path-148">
            <a:extLst xmlns:a="http://schemas.openxmlformats.org/drawingml/2006/main">
              <a:ext uri="{FF2B5EF4-FFF2-40B4-BE49-F238E27FC236}">
                <a16:creationId xmlns:a16="http://schemas.microsoft.com/office/drawing/2014/main" id="{798F87F3-B5A4-45B7-BAC7-31C3A62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969" y="4867719"/>
            <a:ext cx="4977513" cy="528352"/>
          </a:xfrm>
          <a:custGeom xmlns:a="http://schemas.openxmlformats.org/drawingml/2006/main">
            <a:pathLst>
              <a:path w="4977513" h="528352">
                <a:moveTo>
                  <a:pt x="0" y="90968"/>
                </a:moveTo>
                <a:lnTo>
                  <a:pt x="0" y="90968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73"/>
                  <a:pt x="45722" y="12094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094"/>
                </a:cubicBezTo>
                <a:cubicBezTo>
                  <a:pt x="4945702" y="20173"/>
                  <a:pt x="4956895" y="31824"/>
                  <a:pt x="4964975" y="45705"/>
                </a:cubicBezTo>
                <a:cubicBezTo>
                  <a:pt x="4973036" y="59602"/>
                  <a:pt x="4977067" y="75285"/>
                  <a:pt x="4977067" y="90968"/>
                </a:cubicBezTo>
                <a:lnTo>
                  <a:pt x="4977513" y="436942"/>
                </a:lnTo>
                <a:cubicBezTo>
                  <a:pt x="4977513" y="453067"/>
                  <a:pt x="4973481" y="468750"/>
                  <a:pt x="4965418" y="482647"/>
                </a:cubicBezTo>
                <a:cubicBezTo>
                  <a:pt x="4957356" y="496544"/>
                  <a:pt x="4945702" y="507737"/>
                  <a:pt x="4931808" y="515815"/>
                </a:cubicBezTo>
                <a:cubicBezTo>
                  <a:pt x="4917911" y="523878"/>
                  <a:pt x="4902226" y="527909"/>
                  <a:pt x="4886543" y="527909"/>
                </a:cubicBezTo>
                <a:lnTo>
                  <a:pt x="90984" y="528352"/>
                </a:lnTo>
                <a:cubicBezTo>
                  <a:pt x="74844" y="528352"/>
                  <a:pt x="59159" y="524320"/>
                  <a:pt x="45264" y="516257"/>
                </a:cubicBezTo>
                <a:cubicBezTo>
                  <a:pt x="31367" y="508195"/>
                  <a:pt x="20174" y="496544"/>
                  <a:pt x="12111" y="482647"/>
                </a:cubicBezTo>
                <a:cubicBezTo>
                  <a:pt x="4031" y="468750"/>
                  <a:pt x="0" y="453067"/>
                  <a:pt x="0" y="437384"/>
                </a:cubicBezTo>
                <a:lnTo>
                  <a:pt x="0" y="90968"/>
                </a:lnTo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17477">
            <a:solidFill>
              <a:srgbClr val="6C9DD2"/>
            </a:solidFill>
            <a:prstDash val="solid"/>
          </a:ln>
        </p:spPr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262AB43-5CE3-4D5C-98E0-3CB4E15ED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e9594ca84aea"/>
          <a:stretch xmlns:a="http://schemas.openxmlformats.org/drawingml/2006/main"/>
        </p:blipFill>
        <p:spPr>
          <a:xfrm xmlns:a="http://schemas.openxmlformats.org/drawingml/2006/main">
            <a:off x="12301947" y="4999476"/>
            <a:ext cx="231687" cy="231687"/>
          </a:xfrm>
          <a:prstGeom xmlns:a="http://schemas.openxmlformats.org/drawingml/2006/main" prst="rect">
            <a:avLst/>
          </a:prstGeom>
        </p:spPr>
      </p:pic>
      <p:sp>
        <p:nvSpPr>
          <p:cNvPr id="191" name="text-150 Difficulty">
            <a:extLst xmlns:a="http://schemas.openxmlformats.org/drawingml/2006/main">
              <a:ext uri="{FF2B5EF4-FFF2-40B4-BE49-F238E27FC236}">
                <a16:creationId xmlns:a16="http://schemas.microsoft.com/office/drawing/2014/main" id="{B1807718-DC53-4FA3-9E2D-A563003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1530" y="5015839"/>
            <a:ext cx="759956" cy="23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192" name="text-150 Stratification">
            <a:extLst xmlns:a="http://schemas.openxmlformats.org/drawingml/2006/main">
              <a:ext uri="{FF2B5EF4-FFF2-40B4-BE49-F238E27FC236}">
                <a16:creationId xmlns:a16="http://schemas.microsoft.com/office/drawing/2014/main" id="{130B1731-9BF8-44A0-80C9-BE4FDE90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8065" y="5015768"/>
            <a:ext cx="1073054" cy="238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Stratification</a:t>
            </a:r>
          </a:p>
        </p:txBody>
      </p:sp>
      <p:sp>
        <p:nvSpPr>
          <p:cNvPr id="193" name="path-151">
            <a:extLst xmlns:a="http://schemas.openxmlformats.org/drawingml/2006/main">
              <a:ext uri="{FF2B5EF4-FFF2-40B4-BE49-F238E27FC236}">
                <a16:creationId xmlns:a16="http://schemas.microsoft.com/office/drawing/2014/main" id="{3C2E617E-B04E-4F00-9D48-5AE3273B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5395628"/>
            <a:ext cx="443" cy="188670"/>
          </a:xfrm>
          <a:custGeom xmlns:a="http://schemas.openxmlformats.org/drawingml/2006/main">
            <a:pathLst>
              <a:path w="443" h="188670">
                <a:moveTo>
                  <a:pt x="0" y="0"/>
                </a:moveTo>
                <a:lnTo>
                  <a:pt x="443" y="188670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94" name="path-152">
            <a:extLst xmlns:a="http://schemas.openxmlformats.org/drawingml/2006/main">
              <a:ext uri="{FF2B5EF4-FFF2-40B4-BE49-F238E27FC236}">
                <a16:creationId xmlns:a16="http://schemas.microsoft.com/office/drawing/2014/main" id="{51EDE4CD-4E8B-491D-B60E-CE60D2C1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034" y="5584299"/>
            <a:ext cx="3318497" cy="442"/>
          </a:xfrm>
          <a:custGeom xmlns:a="http://schemas.openxmlformats.org/drawingml/2006/main">
            <a:pathLst>
              <a:path w="3318497" h="442">
                <a:moveTo>
                  <a:pt x="0" y="0"/>
                </a:moveTo>
                <a:lnTo>
                  <a:pt x="3318497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95" name="path-153">
            <a:extLst xmlns:a="http://schemas.openxmlformats.org/drawingml/2006/main">
              <a:ext uri="{FF2B5EF4-FFF2-40B4-BE49-F238E27FC236}">
                <a16:creationId xmlns:a16="http://schemas.microsoft.com/office/drawing/2014/main" id="{FF7C3626-557F-46C1-A632-4FDF03BA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034" y="5584299"/>
            <a:ext cx="458" cy="94556"/>
          </a:xfrm>
          <a:custGeom xmlns:a="http://schemas.openxmlformats.org/drawingml/2006/main">
            <a:pathLst>
              <a:path w="458" h="94556">
                <a:moveTo>
                  <a:pt x="0" y="0"/>
                </a:moveTo>
                <a:lnTo>
                  <a:pt x="458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96" name="path-154">
            <a:extLst xmlns:a="http://schemas.openxmlformats.org/drawingml/2006/main">
              <a:ext uri="{FF2B5EF4-FFF2-40B4-BE49-F238E27FC236}">
                <a16:creationId xmlns:a16="http://schemas.microsoft.com/office/drawing/2014/main" id="{C297B880-E688-436A-9C7F-ACE5E79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875" y="5668989"/>
            <a:ext cx="119219" cy="95916"/>
          </a:xfrm>
          <a:custGeom xmlns:a="http://schemas.openxmlformats.org/drawingml/2006/main">
            <a:pathLst>
              <a:path w="119219" h="95916">
                <a:moveTo>
                  <a:pt x="119219" y="0"/>
                </a:moveTo>
                <a:lnTo>
                  <a:pt x="59617" y="95916"/>
                </a:lnTo>
                <a:lnTo>
                  <a:pt x="0" y="0"/>
                </a:lnTo>
                <a:lnTo>
                  <a:pt x="119219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97" name="path-155">
            <a:extLst xmlns:a="http://schemas.openxmlformats.org/drawingml/2006/main">
              <a:ext uri="{FF2B5EF4-FFF2-40B4-BE49-F238E27FC236}">
                <a16:creationId xmlns:a16="http://schemas.microsoft.com/office/drawing/2014/main" id="{EA85763F-E7F5-4AD3-960D-9BA30FF0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5584299"/>
            <a:ext cx="443" cy="94556"/>
          </a:xfrm>
          <a:custGeom xmlns:a="http://schemas.openxmlformats.org/drawingml/2006/main">
            <a:pathLst>
              <a:path w="443" h="94556">
                <a:moveTo>
                  <a:pt x="0" y="0"/>
                </a:moveTo>
                <a:lnTo>
                  <a:pt x="443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198" name="path-156">
            <a:extLst xmlns:a="http://schemas.openxmlformats.org/drawingml/2006/main">
              <a:ext uri="{FF2B5EF4-FFF2-40B4-BE49-F238E27FC236}">
                <a16:creationId xmlns:a16="http://schemas.microsoft.com/office/drawing/2014/main" id="{96F6EB04-5818-4AB4-A970-F2102123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5668989"/>
            <a:ext cx="119202" cy="95916"/>
          </a:xfrm>
          <a:custGeom xmlns:a="http://schemas.openxmlformats.org/drawingml/2006/main">
            <a:pathLst>
              <a:path w="119202" h="95916">
                <a:moveTo>
                  <a:pt x="119202" y="0"/>
                </a:moveTo>
                <a:lnTo>
                  <a:pt x="59602" y="95916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199" name="path-157">
            <a:extLst xmlns:a="http://schemas.openxmlformats.org/drawingml/2006/main">
              <a:ext uri="{FF2B5EF4-FFF2-40B4-BE49-F238E27FC236}">
                <a16:creationId xmlns:a16="http://schemas.microsoft.com/office/drawing/2014/main" id="{06C8AF3E-0ADF-4B76-94CE-56D01DB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0531" y="5584299"/>
            <a:ext cx="443" cy="94556"/>
          </a:xfrm>
          <a:custGeom xmlns:a="http://schemas.openxmlformats.org/drawingml/2006/main">
            <a:pathLst>
              <a:path w="443" h="94556">
                <a:moveTo>
                  <a:pt x="0" y="0"/>
                </a:moveTo>
                <a:lnTo>
                  <a:pt x="443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00" name="path-158">
            <a:extLst xmlns:a="http://schemas.openxmlformats.org/drawingml/2006/main">
              <a:ext uri="{FF2B5EF4-FFF2-40B4-BE49-F238E27FC236}">
                <a16:creationId xmlns:a16="http://schemas.microsoft.com/office/drawing/2014/main" id="{31D1192D-5E8F-4DD3-81F0-6DACB44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0931" y="5668989"/>
            <a:ext cx="119202" cy="95916"/>
          </a:xfrm>
          <a:custGeom xmlns:a="http://schemas.openxmlformats.org/drawingml/2006/main">
            <a:pathLst>
              <a:path w="119202" h="95916">
                <a:moveTo>
                  <a:pt x="119202" y="0"/>
                </a:moveTo>
                <a:lnTo>
                  <a:pt x="59600" y="95916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201" name="path-159">
            <a:extLst xmlns:a="http://schemas.openxmlformats.org/drawingml/2006/main">
              <a:ext uri="{FF2B5EF4-FFF2-40B4-BE49-F238E27FC236}">
                <a16:creationId xmlns:a16="http://schemas.microsoft.com/office/drawing/2014/main" id="{71597FE0-3F54-41E2-A3A9-CE42FD8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848" y="5772968"/>
            <a:ext cx="1526370" cy="377324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45" y="44361"/>
                  <a:pt x="8964" y="34054"/>
                </a:cubicBezTo>
                <a:cubicBezTo>
                  <a:pt x="15239" y="23746"/>
                  <a:pt x="23762" y="14782"/>
                  <a:pt x="34054" y="8964"/>
                </a:cubicBezTo>
                <a:cubicBezTo>
                  <a:pt x="44361" y="3130"/>
                  <a:pt x="56469" y="0"/>
                  <a:pt x="68123" y="0"/>
                </a:cubicBezTo>
                <a:lnTo>
                  <a:pt x="1457804" y="0"/>
                </a:lnTo>
                <a:cubicBezTo>
                  <a:pt x="1469916" y="0"/>
                  <a:pt x="1481567" y="3130"/>
                  <a:pt x="1491873" y="8964"/>
                </a:cubicBezTo>
                <a:cubicBezTo>
                  <a:pt x="1502167" y="15240"/>
                  <a:pt x="1511131" y="23746"/>
                  <a:pt x="1516965" y="34054"/>
                </a:cubicBezTo>
                <a:cubicBezTo>
                  <a:pt x="1522782" y="44361"/>
                  <a:pt x="1525927" y="56456"/>
                  <a:pt x="1525927" y="68107"/>
                </a:cubicBezTo>
                <a:lnTo>
                  <a:pt x="1526370" y="308759"/>
                </a:lnTo>
                <a:cubicBezTo>
                  <a:pt x="1526370" y="320868"/>
                  <a:pt x="1523240" y="332520"/>
                  <a:pt x="1517406" y="342828"/>
                </a:cubicBezTo>
                <a:cubicBezTo>
                  <a:pt x="1511131" y="353136"/>
                  <a:pt x="1502625" y="362100"/>
                  <a:pt x="1492316" y="367917"/>
                </a:cubicBezTo>
                <a:cubicBezTo>
                  <a:pt x="1482007" y="373751"/>
                  <a:pt x="1469916" y="376882"/>
                  <a:pt x="1458265" y="376882"/>
                </a:cubicBezTo>
                <a:lnTo>
                  <a:pt x="68123" y="377324"/>
                </a:lnTo>
                <a:cubicBezTo>
                  <a:pt x="56012" y="377324"/>
                  <a:pt x="44361" y="374194"/>
                  <a:pt x="34054" y="368376"/>
                </a:cubicBezTo>
                <a:cubicBezTo>
                  <a:pt x="23762" y="362100"/>
                  <a:pt x="14798" y="353578"/>
                  <a:pt x="8964" y="343271"/>
                </a:cubicBezTo>
                <a:cubicBezTo>
                  <a:pt x="3145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4FAF6"/>
          </a:solidFill>
          <a:ln xmlns:a="http://schemas.openxmlformats.org/drawingml/2006/main" w="15685">
            <a:solidFill>
              <a:srgbClr val="7FB693"/>
            </a:solidFill>
            <a:prstDash val="solid"/>
          </a:ln>
        </p:spPr>
      </p:sp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B0336EF-8F62-46FA-A278-6C7732CCB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d80ad1cdb4512"/>
          <a:stretch xmlns:a="http://schemas.openxmlformats.org/drawingml/2006/main"/>
        </p:blipFill>
        <p:spPr>
          <a:xfrm xmlns:a="http://schemas.openxmlformats.org/drawingml/2006/main">
            <a:off x="12401438" y="5829440"/>
            <a:ext cx="215103" cy="215103"/>
          </a:xfrm>
          <a:prstGeom xmlns:a="http://schemas.openxmlformats.org/drawingml/2006/main" prst="rect">
            <a:avLst/>
          </a:prstGeom>
        </p:spPr>
      </p:pic>
      <p:sp>
        <p:nvSpPr>
          <p:cNvPr id="203" name="text-161 Easy">
            <a:extLst xmlns:a="http://schemas.openxmlformats.org/drawingml/2006/main">
              <a:ext uri="{FF2B5EF4-FFF2-40B4-BE49-F238E27FC236}">
                <a16:creationId xmlns:a16="http://schemas.microsoft.com/office/drawing/2014/main" id="{E5049682-1401-4DC7-AD18-42139700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9903" y="5852957"/>
            <a:ext cx="400416" cy="22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5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204" name="path-162">
            <a:extLst xmlns:a="http://schemas.openxmlformats.org/drawingml/2006/main">
              <a:ext uri="{FF2B5EF4-FFF2-40B4-BE49-F238E27FC236}">
                <a16:creationId xmlns:a16="http://schemas.microsoft.com/office/drawing/2014/main" id="{104E8EEE-1BD6-4DF7-B102-B7DFDCE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876" y="5772968"/>
            <a:ext cx="1526370" cy="377324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30" y="44361"/>
                  <a:pt x="8964" y="34054"/>
                </a:cubicBezTo>
                <a:cubicBezTo>
                  <a:pt x="15239" y="23746"/>
                  <a:pt x="23745" y="14782"/>
                  <a:pt x="34052" y="8964"/>
                </a:cubicBezTo>
                <a:cubicBezTo>
                  <a:pt x="44361" y="3130"/>
                  <a:pt x="56455" y="0"/>
                  <a:pt x="68106" y="0"/>
                </a:cubicBezTo>
                <a:lnTo>
                  <a:pt x="1457804" y="0"/>
                </a:lnTo>
                <a:cubicBezTo>
                  <a:pt x="1469899" y="0"/>
                  <a:pt x="1481550" y="3130"/>
                  <a:pt x="1491858" y="8964"/>
                </a:cubicBezTo>
                <a:cubicBezTo>
                  <a:pt x="1502167" y="15240"/>
                  <a:pt x="1511129" y="23746"/>
                  <a:pt x="1516963" y="34054"/>
                </a:cubicBezTo>
                <a:cubicBezTo>
                  <a:pt x="1522782" y="44361"/>
                  <a:pt x="1525912" y="56456"/>
                  <a:pt x="1525912" y="68107"/>
                </a:cubicBezTo>
                <a:lnTo>
                  <a:pt x="1526370" y="308759"/>
                </a:lnTo>
                <a:cubicBezTo>
                  <a:pt x="1526370" y="320868"/>
                  <a:pt x="1523223" y="332520"/>
                  <a:pt x="1517406" y="342828"/>
                </a:cubicBezTo>
                <a:cubicBezTo>
                  <a:pt x="1511129" y="353136"/>
                  <a:pt x="1502608" y="362100"/>
                  <a:pt x="1492302" y="367917"/>
                </a:cubicBezTo>
                <a:cubicBezTo>
                  <a:pt x="1481993" y="373751"/>
                  <a:pt x="1469899" y="376882"/>
                  <a:pt x="1458248" y="376882"/>
                </a:cubicBezTo>
                <a:lnTo>
                  <a:pt x="68106" y="377324"/>
                </a:lnTo>
                <a:cubicBezTo>
                  <a:pt x="56012" y="377324"/>
                  <a:pt x="44361" y="374194"/>
                  <a:pt x="34052" y="368376"/>
                </a:cubicBezTo>
                <a:cubicBezTo>
                  <a:pt x="23745" y="362100"/>
                  <a:pt x="14781" y="353578"/>
                  <a:pt x="8964" y="343271"/>
                </a:cubicBezTo>
                <a:cubicBezTo>
                  <a:pt x="3130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EFAEC"/>
          </a:solidFill>
          <a:ln xmlns:a="http://schemas.openxmlformats.org/drawingml/2006/main" w="15685">
            <a:solidFill>
              <a:srgbClr val="E5C560"/>
            </a:solidFill>
            <a:prstDash val="solid"/>
          </a:ln>
        </p:spPr>
      </p:sp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9656943-85A4-4840-8B80-F19F40506A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21cd89e194e24"/>
          <a:stretch xmlns:a="http://schemas.openxmlformats.org/drawingml/2006/main"/>
        </p:blipFill>
        <p:spPr>
          <a:xfrm xmlns:a="http://schemas.openxmlformats.org/drawingml/2006/main">
            <a:off x="14060465" y="5829440"/>
            <a:ext cx="215103" cy="215103"/>
          </a:xfrm>
          <a:prstGeom xmlns:a="http://schemas.openxmlformats.org/drawingml/2006/main" prst="rect">
            <a:avLst/>
          </a:prstGeom>
        </p:spPr>
      </p:pic>
      <p:sp>
        <p:nvSpPr>
          <p:cNvPr id="206" name="text-164 Medium">
            <a:extLst xmlns:a="http://schemas.openxmlformats.org/drawingml/2006/main">
              <a:ext uri="{FF2B5EF4-FFF2-40B4-BE49-F238E27FC236}">
                <a16:creationId xmlns:a16="http://schemas.microsoft.com/office/drawing/2014/main" id="{BBFCBADB-EF74-4C96-8295-52FC216B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9374" y="5852930"/>
            <a:ext cx="630148" cy="22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5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07" name="path-165">
            <a:extLst xmlns:a="http://schemas.openxmlformats.org/drawingml/2006/main">
              <a:ext uri="{FF2B5EF4-FFF2-40B4-BE49-F238E27FC236}">
                <a16:creationId xmlns:a16="http://schemas.microsoft.com/office/drawing/2014/main" id="{1A9ACCC0-420A-43E2-B691-B28A88D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888" y="5772968"/>
            <a:ext cx="1526370" cy="377324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47" y="44361"/>
                  <a:pt x="8964" y="34054"/>
                </a:cubicBezTo>
                <a:cubicBezTo>
                  <a:pt x="15242" y="23746"/>
                  <a:pt x="23762" y="14782"/>
                  <a:pt x="34071" y="8964"/>
                </a:cubicBezTo>
                <a:cubicBezTo>
                  <a:pt x="44377" y="3130"/>
                  <a:pt x="56472" y="0"/>
                  <a:pt x="68123" y="0"/>
                </a:cubicBezTo>
                <a:lnTo>
                  <a:pt x="1457807" y="0"/>
                </a:lnTo>
                <a:cubicBezTo>
                  <a:pt x="1469916" y="0"/>
                  <a:pt x="1481567" y="3130"/>
                  <a:pt x="1491875" y="8964"/>
                </a:cubicBezTo>
                <a:cubicBezTo>
                  <a:pt x="1502184" y="15240"/>
                  <a:pt x="1511146" y="23746"/>
                  <a:pt x="1516965" y="34054"/>
                </a:cubicBezTo>
                <a:cubicBezTo>
                  <a:pt x="1522799" y="44361"/>
                  <a:pt x="1525929" y="56456"/>
                  <a:pt x="1525929" y="68107"/>
                </a:cubicBezTo>
                <a:lnTo>
                  <a:pt x="1526370" y="308759"/>
                </a:lnTo>
                <a:cubicBezTo>
                  <a:pt x="1526370" y="320868"/>
                  <a:pt x="1523240" y="332520"/>
                  <a:pt x="1517409" y="342828"/>
                </a:cubicBezTo>
                <a:cubicBezTo>
                  <a:pt x="1511146" y="353136"/>
                  <a:pt x="1502625" y="362100"/>
                  <a:pt x="1492319" y="367917"/>
                </a:cubicBezTo>
                <a:cubicBezTo>
                  <a:pt x="1482010" y="373751"/>
                  <a:pt x="1469916" y="376882"/>
                  <a:pt x="1458265" y="376882"/>
                </a:cubicBezTo>
                <a:lnTo>
                  <a:pt x="68123" y="377324"/>
                </a:lnTo>
                <a:cubicBezTo>
                  <a:pt x="56028" y="377324"/>
                  <a:pt x="44377" y="374194"/>
                  <a:pt x="34071" y="368376"/>
                </a:cubicBezTo>
                <a:cubicBezTo>
                  <a:pt x="23762" y="362100"/>
                  <a:pt x="14798" y="353578"/>
                  <a:pt x="8964" y="343271"/>
                </a:cubicBezTo>
                <a:cubicBezTo>
                  <a:pt x="3147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DF4F4"/>
          </a:solidFill>
          <a:ln xmlns:a="http://schemas.openxmlformats.org/drawingml/2006/main" w="15685">
            <a:solidFill>
              <a:srgbClr val="DE6B67"/>
            </a:solidFill>
            <a:prstDash val="solid"/>
          </a:ln>
        </p:spPr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35B9251-0D2E-42FA-9591-077810C01B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cb497c2994da7"/>
          <a:stretch xmlns:a="http://schemas.openxmlformats.org/drawingml/2006/main"/>
        </p:blipFill>
        <p:spPr>
          <a:xfrm xmlns:a="http://schemas.openxmlformats.org/drawingml/2006/main">
            <a:off x="15719477" y="5829440"/>
            <a:ext cx="215103" cy="215103"/>
          </a:xfrm>
          <a:prstGeom xmlns:a="http://schemas.openxmlformats.org/drawingml/2006/main" prst="rect">
            <a:avLst/>
          </a:prstGeom>
        </p:spPr>
      </p:pic>
      <p:sp>
        <p:nvSpPr>
          <p:cNvPr id="209" name="text-167 Hard">
            <a:extLst xmlns:a="http://schemas.openxmlformats.org/drawingml/2006/main">
              <a:ext uri="{FF2B5EF4-FFF2-40B4-BE49-F238E27FC236}">
                <a16:creationId xmlns:a16="http://schemas.microsoft.com/office/drawing/2014/main" id="{E81AC004-4282-4CB5-92EB-C701AC7C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8385" y="5853074"/>
            <a:ext cx="391091" cy="22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5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10" name="path-168">
            <a:extLst xmlns:a="http://schemas.openxmlformats.org/drawingml/2006/main">
              <a:ext uri="{FF2B5EF4-FFF2-40B4-BE49-F238E27FC236}">
                <a16:creationId xmlns:a16="http://schemas.microsoft.com/office/drawing/2014/main" id="{27B04A02-C81D-42C4-9E53-95CFFD8B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034" y="6150293"/>
            <a:ext cx="458" cy="226313"/>
          </a:xfrm>
          <a:custGeom xmlns:a="http://schemas.openxmlformats.org/drawingml/2006/main">
            <a:pathLst>
              <a:path w="458" h="226313">
                <a:moveTo>
                  <a:pt x="0" y="0"/>
                </a:moveTo>
                <a:lnTo>
                  <a:pt x="458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000000"/>
            </a:solidFill>
            <a:prstDash val="solid"/>
          </a:ln>
        </p:spPr>
      </p:sp>
      <p:sp>
        <p:nvSpPr>
          <p:cNvPr id="211" name="path-169">
            <a:extLst xmlns:a="http://schemas.openxmlformats.org/drawingml/2006/main">
              <a:ext uri="{FF2B5EF4-FFF2-40B4-BE49-F238E27FC236}">
                <a16:creationId xmlns:a16="http://schemas.microsoft.com/office/drawing/2014/main" id="{214873A8-26E5-409D-B324-569003C3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6150293"/>
            <a:ext cx="443" cy="226313"/>
          </a:xfrm>
          <a:custGeom xmlns:a="http://schemas.openxmlformats.org/drawingml/2006/main">
            <a:pathLst>
              <a:path w="443" h="226313">
                <a:moveTo>
                  <a:pt x="0" y="0"/>
                </a:moveTo>
                <a:lnTo>
                  <a:pt x="443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000000"/>
            </a:solidFill>
            <a:prstDash val="solid"/>
          </a:ln>
        </p:spPr>
      </p:sp>
      <p:sp>
        <p:nvSpPr>
          <p:cNvPr id="212" name="path-170">
            <a:extLst xmlns:a="http://schemas.openxmlformats.org/drawingml/2006/main">
              <a:ext uri="{FF2B5EF4-FFF2-40B4-BE49-F238E27FC236}">
                <a16:creationId xmlns:a16="http://schemas.microsoft.com/office/drawing/2014/main" id="{57E1AC1A-2467-49D9-94B2-29F79DB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0531" y="6150293"/>
            <a:ext cx="443" cy="226313"/>
          </a:xfrm>
          <a:custGeom xmlns:a="http://schemas.openxmlformats.org/drawingml/2006/main">
            <a:pathLst>
              <a:path w="443" h="226313">
                <a:moveTo>
                  <a:pt x="0" y="0"/>
                </a:moveTo>
                <a:lnTo>
                  <a:pt x="443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000000"/>
            </a:solidFill>
            <a:prstDash val="solid"/>
          </a:ln>
        </p:spPr>
      </p:sp>
      <p:sp>
        <p:nvSpPr>
          <p:cNvPr id="213" name="path-171">
            <a:extLst xmlns:a="http://schemas.openxmlformats.org/drawingml/2006/main">
              <a:ext uri="{FF2B5EF4-FFF2-40B4-BE49-F238E27FC236}">
                <a16:creationId xmlns:a16="http://schemas.microsoft.com/office/drawing/2014/main" id="{2A08E7FB-8241-4BD2-B81E-930B753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2034" y="6376605"/>
            <a:ext cx="3318497" cy="458"/>
          </a:xfrm>
          <a:custGeom xmlns:a="http://schemas.openxmlformats.org/drawingml/2006/main">
            <a:pathLst>
              <a:path w="3318497" h="458">
                <a:moveTo>
                  <a:pt x="0" y="0"/>
                </a:moveTo>
                <a:lnTo>
                  <a:pt x="3318497" y="458"/>
                </a:lnTo>
              </a:path>
            </a:pathLst>
          </a:custGeom>
          <a:noFill xmlns:a="http://schemas.openxmlformats.org/drawingml/2006/main"/>
          <a:ln xmlns:a="http://schemas.openxmlformats.org/drawingml/2006/main" w="25096">
            <a:solidFill>
              <a:srgbClr val="000000"/>
            </a:solidFill>
            <a:prstDash val="solid"/>
          </a:ln>
        </p:spPr>
      </p:sp>
      <p:sp>
        <p:nvSpPr>
          <p:cNvPr id="214" name="path-172">
            <a:extLst xmlns:a="http://schemas.openxmlformats.org/drawingml/2006/main">
              <a:ext uri="{FF2B5EF4-FFF2-40B4-BE49-F238E27FC236}">
                <a16:creationId xmlns:a16="http://schemas.microsoft.com/office/drawing/2014/main" id="{E27F32C5-5F69-4AF8-B7BA-B42E29E5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2" y="6376605"/>
            <a:ext cx="443" cy="169856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28681">
            <a:solidFill>
              <a:srgbClr val="000000"/>
            </a:solidFill>
            <a:prstDash val="solid"/>
          </a:ln>
        </p:spPr>
      </p:sp>
      <p:sp>
        <p:nvSpPr>
          <p:cNvPr id="215" name="path-173">
            <a:extLst xmlns:a="http://schemas.openxmlformats.org/drawingml/2006/main">
              <a:ext uri="{FF2B5EF4-FFF2-40B4-BE49-F238E27FC236}">
                <a16:creationId xmlns:a16="http://schemas.microsoft.com/office/drawing/2014/main" id="{F8EEE909-F46F-4625-B23C-2C21433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903" y="6537040"/>
            <a:ext cx="119202" cy="9591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4930">
            <a:solidFill>
              <a:srgbClr val="000000"/>
            </a:solidFill>
            <a:prstDash val="solid"/>
          </a:ln>
        </p:spPr>
      </p:sp>
      <p:sp>
        <p:nvSpPr>
          <p:cNvPr id="216" name="path-174">
            <a:extLst xmlns:a="http://schemas.openxmlformats.org/drawingml/2006/main">
              <a:ext uri="{FF2B5EF4-FFF2-40B4-BE49-F238E27FC236}">
                <a16:creationId xmlns:a16="http://schemas.microsoft.com/office/drawing/2014/main" id="{24BF1086-815C-4DA9-8AF5-9FD45DA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2969" y="6641018"/>
            <a:ext cx="4977513" cy="490710"/>
          </a:xfrm>
          <a:custGeom xmlns:a="http://schemas.openxmlformats.org/drawingml/2006/main">
            <a:pathLst>
              <a:path w="4977513" h="490710">
                <a:moveTo>
                  <a:pt x="0" y="90968"/>
                </a:moveTo>
                <a:lnTo>
                  <a:pt x="0" y="90968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57"/>
                  <a:pt x="45722" y="12094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094"/>
                </a:cubicBezTo>
                <a:cubicBezTo>
                  <a:pt x="4945702" y="20157"/>
                  <a:pt x="4956895" y="31809"/>
                  <a:pt x="4964975" y="45705"/>
                </a:cubicBezTo>
                <a:cubicBezTo>
                  <a:pt x="4973036" y="59601"/>
                  <a:pt x="4977067" y="75284"/>
                  <a:pt x="4977067" y="90968"/>
                </a:cubicBezTo>
                <a:lnTo>
                  <a:pt x="4977513" y="399299"/>
                </a:lnTo>
                <a:cubicBezTo>
                  <a:pt x="4977513" y="415424"/>
                  <a:pt x="4973481" y="431108"/>
                  <a:pt x="4965418" y="445004"/>
                </a:cubicBezTo>
                <a:cubicBezTo>
                  <a:pt x="4957356" y="458900"/>
                  <a:pt x="4945702" y="470093"/>
                  <a:pt x="4931808" y="478173"/>
                </a:cubicBezTo>
                <a:cubicBezTo>
                  <a:pt x="4917911" y="486236"/>
                  <a:pt x="4902226" y="490267"/>
                  <a:pt x="4886543" y="490267"/>
                </a:cubicBezTo>
                <a:lnTo>
                  <a:pt x="90984" y="490710"/>
                </a:lnTo>
                <a:cubicBezTo>
                  <a:pt x="74844" y="490710"/>
                  <a:pt x="59159" y="486678"/>
                  <a:pt x="45264" y="478615"/>
                </a:cubicBezTo>
                <a:cubicBezTo>
                  <a:pt x="31367" y="470552"/>
                  <a:pt x="20174" y="458900"/>
                  <a:pt x="12111" y="445004"/>
                </a:cubicBezTo>
                <a:cubicBezTo>
                  <a:pt x="4031" y="431108"/>
                  <a:pt x="0" y="415424"/>
                  <a:pt x="0" y="399741"/>
                </a:cubicBezTo>
                <a:lnTo>
                  <a:pt x="0" y="90968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20614">
            <a:solidFill>
              <a:srgbClr val="1B6B3A"/>
            </a:solidFill>
            <a:prstDash val="solid"/>
          </a:ln>
        </p:spPr>
      </p:sp>
      <p:pic>
        <p:nvPic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206910E-7265-4B1A-8E90-8EFAFC6A6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431bfea974e59"/>
          <a:stretch xmlns:a="http://schemas.openxmlformats.org/drawingml/2006/main"/>
        </p:blipFill>
        <p:spPr>
          <a:xfrm xmlns:a="http://schemas.openxmlformats.org/drawingml/2006/main">
            <a:off x="12301947" y="6753945"/>
            <a:ext cx="231687" cy="231687"/>
          </a:xfrm>
          <a:prstGeom xmlns:a="http://schemas.openxmlformats.org/drawingml/2006/main" prst="rect">
            <a:avLst/>
          </a:prstGeom>
        </p:spPr>
      </p:pic>
      <p:sp>
        <p:nvSpPr>
          <p:cNvPr id="218" name="text-176 Validated">
            <a:extLst xmlns:a="http://schemas.openxmlformats.org/drawingml/2006/main">
              <a:ext uri="{FF2B5EF4-FFF2-40B4-BE49-F238E27FC236}">
                <a16:creationId xmlns:a16="http://schemas.microsoft.com/office/drawing/2014/main" id="{57A18489-90E2-43DB-A5BE-874A56A2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4026" y="6770201"/>
            <a:ext cx="779731" cy="238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219" name="text-176 Collected">
            <a:extLst xmlns:a="http://schemas.openxmlformats.org/drawingml/2006/main">
              <a:ext uri="{FF2B5EF4-FFF2-40B4-BE49-F238E27FC236}">
                <a16:creationId xmlns:a16="http://schemas.microsoft.com/office/drawing/2014/main" id="{81720F90-3229-4EF3-8824-7FC2B36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0025" y="6770216"/>
            <a:ext cx="798510" cy="238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220" name="text-176 Records">
            <a:extLst xmlns:a="http://schemas.openxmlformats.org/drawingml/2006/main">
              <a:ext uri="{FF2B5EF4-FFF2-40B4-BE49-F238E27FC236}">
                <a16:creationId xmlns:a16="http://schemas.microsoft.com/office/drawing/2014/main" id="{73A440F5-A088-4D4A-B1D8-EA83103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5149" y="6770097"/>
            <a:ext cx="713725" cy="23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221" name="path-177">
            <a:extLst xmlns:a="http://schemas.openxmlformats.org/drawingml/2006/main">
              <a:ext uri="{FF2B5EF4-FFF2-40B4-BE49-F238E27FC236}">
                <a16:creationId xmlns:a16="http://schemas.microsoft.com/office/drawing/2014/main" id="{43E8ACC6-6FEE-48A8-80C8-29811D8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786" y="6884357"/>
            <a:ext cx="851465" cy="443"/>
          </a:xfrm>
          <a:custGeom xmlns:a="http://schemas.openxmlformats.org/drawingml/2006/main">
            <a:pathLst>
              <a:path w="851465" h="443">
                <a:moveTo>
                  <a:pt x="0" y="0"/>
                </a:moveTo>
                <a:lnTo>
                  <a:pt x="851465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1B6B3A"/>
            </a:solidFill>
            <a:prstDash val="solid"/>
          </a:ln>
        </p:spPr>
      </p:sp>
      <p:sp>
        <p:nvSpPr>
          <p:cNvPr id="222" name="path-178">
            <a:extLst xmlns:a="http://schemas.openxmlformats.org/drawingml/2006/main">
              <a:ext uri="{FF2B5EF4-FFF2-40B4-BE49-F238E27FC236}">
                <a16:creationId xmlns:a16="http://schemas.microsoft.com/office/drawing/2014/main" id="{AB4DDB42-13A4-459D-872B-E468034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369" y="5907855"/>
            <a:ext cx="443" cy="985909"/>
          </a:xfrm>
          <a:custGeom xmlns:a="http://schemas.openxmlformats.org/drawingml/2006/main">
            <a:pathLst>
              <a:path w="443" h="985909">
                <a:moveTo>
                  <a:pt x="0" y="0"/>
                </a:moveTo>
                <a:lnTo>
                  <a:pt x="443" y="985909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1B6B3A"/>
            </a:solidFill>
            <a:prstDash val="solid"/>
          </a:ln>
        </p:spPr>
      </p:sp>
      <p:sp>
        <p:nvSpPr>
          <p:cNvPr id="223" name="path-179">
            <a:extLst xmlns:a="http://schemas.openxmlformats.org/drawingml/2006/main">
              <a:ext uri="{FF2B5EF4-FFF2-40B4-BE49-F238E27FC236}">
                <a16:creationId xmlns:a16="http://schemas.microsoft.com/office/drawing/2014/main" id="{1852291D-0D70-4A6A-A926-A9D970C5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4" y="6651326"/>
            <a:ext cx="7499655" cy="5764442"/>
          </a:xfrm>
          <a:custGeom xmlns:a="http://schemas.openxmlformats.org/drawingml/2006/main">
            <a:pathLst>
              <a:path w="7499655" h="5764442">
                <a:moveTo>
                  <a:pt x="443" y="102619"/>
                </a:moveTo>
                <a:lnTo>
                  <a:pt x="443" y="102619"/>
                </a:lnTo>
                <a:cubicBezTo>
                  <a:pt x="443" y="84691"/>
                  <a:pt x="5375" y="66764"/>
                  <a:pt x="14339" y="51539"/>
                </a:cubicBezTo>
                <a:cubicBezTo>
                  <a:pt x="23303" y="35856"/>
                  <a:pt x="36299" y="22845"/>
                  <a:pt x="51539" y="13896"/>
                </a:cubicBezTo>
                <a:cubicBezTo>
                  <a:pt x="67222" y="4933"/>
                  <a:pt x="84691" y="0"/>
                  <a:pt x="103078" y="0"/>
                </a:cubicBezTo>
                <a:lnTo>
                  <a:pt x="7397037" y="443"/>
                </a:lnTo>
                <a:cubicBezTo>
                  <a:pt x="7414948" y="443"/>
                  <a:pt x="7432877" y="5375"/>
                  <a:pt x="7448117" y="14340"/>
                </a:cubicBezTo>
                <a:cubicBezTo>
                  <a:pt x="7463801" y="23303"/>
                  <a:pt x="7476796" y="36299"/>
                  <a:pt x="7485759" y="51539"/>
                </a:cubicBezTo>
                <a:cubicBezTo>
                  <a:pt x="7494723" y="67222"/>
                  <a:pt x="7499655" y="84691"/>
                  <a:pt x="7499655" y="103078"/>
                </a:cubicBezTo>
                <a:lnTo>
                  <a:pt x="7499655" y="5661823"/>
                </a:lnTo>
                <a:cubicBezTo>
                  <a:pt x="7499655" y="5679751"/>
                  <a:pt x="7494723" y="5697678"/>
                  <a:pt x="7485759" y="5712903"/>
                </a:cubicBezTo>
                <a:cubicBezTo>
                  <a:pt x="7476796" y="5728602"/>
                  <a:pt x="7463801" y="5741598"/>
                  <a:pt x="7448559" y="5750561"/>
                </a:cubicBezTo>
                <a:cubicBezTo>
                  <a:pt x="7432877" y="5759509"/>
                  <a:pt x="7415408" y="5764442"/>
                  <a:pt x="7397037" y="5764442"/>
                </a:cubicBezTo>
                <a:lnTo>
                  <a:pt x="102619" y="5764442"/>
                </a:lnTo>
                <a:cubicBezTo>
                  <a:pt x="84691" y="5764442"/>
                  <a:pt x="66779" y="5759509"/>
                  <a:pt x="51539" y="5750561"/>
                </a:cubicBezTo>
                <a:cubicBezTo>
                  <a:pt x="35856" y="5741598"/>
                  <a:pt x="22861" y="5728602"/>
                  <a:pt x="13897" y="5713362"/>
                </a:cubicBezTo>
                <a:cubicBezTo>
                  <a:pt x="4933" y="5697678"/>
                  <a:pt x="0" y="5680193"/>
                  <a:pt x="0" y="5661823"/>
                </a:cubicBezTo>
                <a:lnTo>
                  <a:pt x="443" y="102619"/>
                </a:lnTo>
              </a:path>
            </a:pathLst>
          </a:custGeom>
          <a:solidFill xmlns:a="http://schemas.openxmlformats.org/drawingml/2006/main">
            <a:srgbClr val="F6FAFD"/>
          </a:solidFill>
          <a:ln xmlns:a="http://schemas.openxmlformats.org/drawingml/2006/main" w="17477">
            <a:solidFill>
              <a:srgbClr val="9CBEE0"/>
            </a:solidFill>
            <a:prstDash val="solid"/>
          </a:ln>
        </p:spPr>
      </p:sp>
      <p:sp>
        <p:nvSpPr>
          <p:cNvPr id="224" name="path-180">
            <a:extLst xmlns:a="http://schemas.openxmlformats.org/drawingml/2006/main">
              <a:ext uri="{FF2B5EF4-FFF2-40B4-BE49-F238E27FC236}">
                <a16:creationId xmlns:a16="http://schemas.microsoft.com/office/drawing/2014/main" id="{466CDD35-325E-445D-9076-C4B765F3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75" y="6826542"/>
            <a:ext cx="316395" cy="316395"/>
          </a:xfrm>
          <a:custGeom xmlns:a="http://schemas.openxmlformats.org/drawingml/2006/main">
            <a:pathLst>
              <a:path w="316395" h="316395">
                <a:moveTo>
                  <a:pt x="0" y="158205"/>
                </a:moveTo>
                <a:lnTo>
                  <a:pt x="0" y="158205"/>
                </a:lnTo>
                <a:cubicBezTo>
                  <a:pt x="0" y="130412"/>
                  <a:pt x="7177" y="103078"/>
                  <a:pt x="21074" y="79332"/>
                </a:cubicBezTo>
                <a:cubicBezTo>
                  <a:pt x="34971" y="55128"/>
                  <a:pt x="55128" y="34955"/>
                  <a:pt x="79332" y="21074"/>
                </a:cubicBezTo>
                <a:cubicBezTo>
                  <a:pt x="103078" y="7177"/>
                  <a:pt x="130412" y="0"/>
                  <a:pt x="158205" y="0"/>
                </a:cubicBezTo>
                <a:cubicBezTo>
                  <a:pt x="185983" y="0"/>
                  <a:pt x="213317" y="7177"/>
                  <a:pt x="237521" y="21074"/>
                </a:cubicBezTo>
                <a:cubicBezTo>
                  <a:pt x="261267" y="34955"/>
                  <a:pt x="281440" y="55128"/>
                  <a:pt x="295336" y="79332"/>
                </a:cubicBezTo>
                <a:cubicBezTo>
                  <a:pt x="309233" y="103078"/>
                  <a:pt x="316395" y="130412"/>
                  <a:pt x="316395" y="158205"/>
                </a:cubicBezTo>
                <a:cubicBezTo>
                  <a:pt x="316395" y="185983"/>
                  <a:pt x="309233" y="213316"/>
                  <a:pt x="295336" y="237522"/>
                </a:cubicBezTo>
                <a:cubicBezTo>
                  <a:pt x="281440" y="261267"/>
                  <a:pt x="261267" y="281439"/>
                  <a:pt x="237521" y="295336"/>
                </a:cubicBezTo>
                <a:cubicBezTo>
                  <a:pt x="213317" y="309217"/>
                  <a:pt x="185983" y="316395"/>
                  <a:pt x="158205" y="316395"/>
                </a:cubicBezTo>
                <a:cubicBezTo>
                  <a:pt x="130412" y="316395"/>
                  <a:pt x="103078" y="309217"/>
                  <a:pt x="79332" y="295336"/>
                </a:cubicBezTo>
                <a:cubicBezTo>
                  <a:pt x="55128" y="281439"/>
                  <a:pt x="34971" y="261267"/>
                  <a:pt x="21074" y="237522"/>
                </a:cubicBezTo>
                <a:cubicBezTo>
                  <a:pt x="7177" y="213316"/>
                  <a:pt x="0" y="185983"/>
                  <a:pt x="0" y="158205"/>
                </a:cubicBezTo>
              </a:path>
            </a:pathLst>
          </a:custGeom>
          <a:solidFill xmlns:a="http://schemas.openxmlformats.org/drawingml/2006/main">
            <a:srgbClr val="17457C"/>
          </a:solidFill>
          <a:ln xmlns:a="http://schemas.openxmlformats.org/drawingml/2006/main" w="6274">
            <a:solidFill>
              <a:srgbClr val="17457C"/>
            </a:solidFill>
            <a:prstDash val="solid"/>
          </a:ln>
        </p:spPr>
      </p:sp>
      <p:sp>
        <p:nvSpPr>
          <p:cNvPr id="225" name="text-181 3">
            <a:extLst xmlns:a="http://schemas.openxmlformats.org/drawingml/2006/main">
              <a:ext uri="{FF2B5EF4-FFF2-40B4-BE49-F238E27FC236}">
                <a16:creationId xmlns:a16="http://schemas.microsoft.com/office/drawing/2014/main" id="{63473757-A237-4B19-9409-E04E474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0754" y="6867256"/>
            <a:ext cx="144175" cy="274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6" name="text-182 Broad-Coverage">
            <a:extLst xmlns:a="http://schemas.openxmlformats.org/drawingml/2006/main">
              <a:ext uri="{FF2B5EF4-FFF2-40B4-BE49-F238E27FC236}">
                <a16:creationId xmlns:a16="http://schemas.microsoft.com/office/drawing/2014/main" id="{B3373D5B-9E53-44D1-8D57-1EB6160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2637" y="6872019"/>
            <a:ext cx="1703210" cy="29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Broad-Coverage</a:t>
            </a:r>
          </a:p>
        </p:txBody>
      </p:sp>
      <p:sp>
        <p:nvSpPr>
          <p:cNvPr id="227" name="text-182 Synthesis">
            <a:extLst xmlns:a="http://schemas.openxmlformats.org/drawingml/2006/main">
              <a:ext uri="{FF2B5EF4-FFF2-40B4-BE49-F238E27FC236}">
                <a16:creationId xmlns:a16="http://schemas.microsoft.com/office/drawing/2014/main" id="{4A8F4A67-10E3-486C-B689-9DB967B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3836" y="6878579"/>
            <a:ext cx="1017216" cy="29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28" name="path-183">
            <a:extLst xmlns:a="http://schemas.openxmlformats.org/drawingml/2006/main">
              <a:ext uri="{FF2B5EF4-FFF2-40B4-BE49-F238E27FC236}">
                <a16:creationId xmlns:a16="http://schemas.microsoft.com/office/drawing/2014/main" id="{BDFDBB27-F595-4045-924E-C19F7CD7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23" y="7338767"/>
            <a:ext cx="2442370" cy="3516576"/>
          </a:xfrm>
          <a:custGeom xmlns:a="http://schemas.openxmlformats.org/drawingml/2006/main">
            <a:pathLst>
              <a:path w="2442370" h="3516576">
                <a:moveTo>
                  <a:pt x="0" y="68124"/>
                </a:moveTo>
                <a:lnTo>
                  <a:pt x="0" y="68124"/>
                </a:lnTo>
                <a:cubicBezTo>
                  <a:pt x="0" y="56030"/>
                  <a:pt x="3130" y="44377"/>
                  <a:pt x="8964" y="34070"/>
                </a:cubicBezTo>
                <a:cubicBezTo>
                  <a:pt x="15240" y="23762"/>
                  <a:pt x="23746" y="14798"/>
                  <a:pt x="34054" y="8964"/>
                </a:cubicBezTo>
                <a:cubicBezTo>
                  <a:pt x="44361" y="3147"/>
                  <a:pt x="56455" y="0"/>
                  <a:pt x="68107" y="0"/>
                </a:cubicBezTo>
                <a:lnTo>
                  <a:pt x="2373805" y="0"/>
                </a:lnTo>
                <a:cubicBezTo>
                  <a:pt x="2385899" y="0"/>
                  <a:pt x="2397551" y="3147"/>
                  <a:pt x="2407858" y="8964"/>
                </a:cubicBezTo>
                <a:cubicBezTo>
                  <a:pt x="2418167" y="15242"/>
                  <a:pt x="2427130" y="23762"/>
                  <a:pt x="2432964" y="34070"/>
                </a:cubicBezTo>
                <a:cubicBezTo>
                  <a:pt x="2438782" y="44377"/>
                  <a:pt x="2441928" y="56472"/>
                  <a:pt x="2441928" y="68124"/>
                </a:cubicBezTo>
                <a:lnTo>
                  <a:pt x="2442370" y="3448011"/>
                </a:lnTo>
                <a:cubicBezTo>
                  <a:pt x="2442370" y="3460104"/>
                  <a:pt x="2439240" y="3471756"/>
                  <a:pt x="2433406" y="3482064"/>
                </a:cubicBezTo>
                <a:cubicBezTo>
                  <a:pt x="2427130" y="3492372"/>
                  <a:pt x="2418624" y="3501336"/>
                  <a:pt x="2408317" y="3507170"/>
                </a:cubicBezTo>
                <a:cubicBezTo>
                  <a:pt x="2398009" y="3512988"/>
                  <a:pt x="2385899" y="3516134"/>
                  <a:pt x="2374248" y="3516134"/>
                </a:cubicBezTo>
                <a:lnTo>
                  <a:pt x="68107" y="3516576"/>
                </a:lnTo>
                <a:cubicBezTo>
                  <a:pt x="56013" y="3516576"/>
                  <a:pt x="44361" y="3513446"/>
                  <a:pt x="34054" y="3507612"/>
                </a:cubicBezTo>
                <a:cubicBezTo>
                  <a:pt x="23746" y="3501336"/>
                  <a:pt x="14782" y="3492831"/>
                  <a:pt x="8964" y="3482523"/>
                </a:cubicBezTo>
                <a:cubicBezTo>
                  <a:pt x="3130" y="3472215"/>
                  <a:pt x="0" y="3460104"/>
                  <a:pt x="0" y="3448453"/>
                </a:cubicBezTo>
                <a:lnTo>
                  <a:pt x="0" y="681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685">
            <a:solidFill>
              <a:srgbClr val="9CBEE0"/>
            </a:solidFill>
            <a:prstDash val="solid"/>
          </a:ln>
        </p:spPr>
      </p:sp>
      <p:sp>
        <p:nvSpPr>
          <p:cNvPr id="229" name="path-184">
            <a:extLst xmlns:a="http://schemas.openxmlformats.org/drawingml/2006/main">
              <a:ext uri="{FF2B5EF4-FFF2-40B4-BE49-F238E27FC236}">
                <a16:creationId xmlns:a16="http://schemas.microsoft.com/office/drawing/2014/main" id="{93F59E00-BF4C-4247-BB37-F88D9479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1" y="7359384"/>
            <a:ext cx="2407416" cy="270231"/>
          </a:xfrm>
          <a:custGeom xmlns:a="http://schemas.openxmlformats.org/drawingml/2006/main">
            <a:pathLst>
              <a:path w="2407416" h="270231">
                <a:moveTo>
                  <a:pt x="1203700" y="270231"/>
                </a:moveTo>
                <a:lnTo>
                  <a:pt x="0" y="270231"/>
                </a:lnTo>
                <a:lnTo>
                  <a:pt x="0" y="0"/>
                </a:lnTo>
                <a:lnTo>
                  <a:pt x="2407416" y="0"/>
                </a:lnTo>
                <a:lnTo>
                  <a:pt x="2407416" y="270231"/>
                </a:lnTo>
                <a:lnTo>
                  <a:pt x="1203700" y="270231"/>
                </a:lnTo>
              </a:path>
            </a:pathLst>
          </a:custGeom>
          <a:solidFill xmlns:a="http://schemas.openxmlformats.org/drawingml/2006/main">
            <a:srgbClr val="E6EFFA"/>
          </a:solidFill>
          <a:ln xmlns:a="http://schemas.openxmlformats.org/drawingml/2006/main" w="4930">
            <a:solidFill>
              <a:srgbClr val="E6EFFA"/>
            </a:solidFill>
            <a:prstDash val="solid"/>
          </a:ln>
        </p:spPr>
      </p:sp>
      <p:sp>
        <p:nvSpPr>
          <p:cNvPr id="230" name="text-185 Factorized">
            <a:extLst xmlns:a="http://schemas.openxmlformats.org/drawingml/2006/main">
              <a:ext uri="{FF2B5EF4-FFF2-40B4-BE49-F238E27FC236}">
                <a16:creationId xmlns:a16="http://schemas.microsoft.com/office/drawing/2014/main" id="{DC820564-B19A-4B68-958F-D06C279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49" y="7378096"/>
            <a:ext cx="805622" cy="21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Factorized</a:t>
            </a:r>
          </a:p>
        </p:txBody>
      </p:sp>
      <p:sp>
        <p:nvSpPr>
          <p:cNvPr id="231" name="text-185 Page">
            <a:extLst xmlns:a="http://schemas.openxmlformats.org/drawingml/2006/main">
              <a:ext uri="{FF2B5EF4-FFF2-40B4-BE49-F238E27FC236}">
                <a16:creationId xmlns:a16="http://schemas.microsoft.com/office/drawing/2014/main" id="{0D967FD1-3BBD-4569-8762-5EA45E6B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439" y="7377885"/>
            <a:ext cx="400156" cy="218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32" name="text-185 Program">
            <a:extLst xmlns:a="http://schemas.openxmlformats.org/drawingml/2006/main">
              <a:ext uri="{FF2B5EF4-FFF2-40B4-BE49-F238E27FC236}">
                <a16:creationId xmlns:a16="http://schemas.microsoft.com/office/drawing/2014/main" id="{5643344A-FE58-4929-9C07-42E2526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063" y="7377875"/>
            <a:ext cx="668389" cy="21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0D5F4EE-59D9-478F-B1CB-DA45A1C2F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e39cd61f446d3"/>
          <a:stretch xmlns:a="http://schemas.openxmlformats.org/drawingml/2006/main"/>
        </p:blipFill>
        <p:spPr>
          <a:xfrm xmlns:a="http://schemas.openxmlformats.org/drawingml/2006/main">
            <a:off x="417225" y="7879230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34" name="text-187 Semantic">
            <a:extLst xmlns:a="http://schemas.openxmlformats.org/drawingml/2006/main">
              <a:ext uri="{FF2B5EF4-FFF2-40B4-BE49-F238E27FC236}">
                <a16:creationId xmlns:a16="http://schemas.microsoft.com/office/drawing/2014/main" id="{0E9BB616-8B73-4E4C-9F6D-F07AF094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35" y="7896385"/>
            <a:ext cx="823284" cy="265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235" name="text-187 context">
            <a:extLst xmlns:a="http://schemas.openxmlformats.org/drawingml/2006/main">
              <a:ext uri="{FF2B5EF4-FFF2-40B4-BE49-F238E27FC236}">
                <a16:creationId xmlns:a16="http://schemas.microsoft.com/office/drawing/2014/main" id="{8DAE1A24-829C-429B-BE37-7107F140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21" y="7896397"/>
            <a:ext cx="644484" cy="265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D8D5315-1EC2-47E7-9BA3-BF9347F98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30b810c0b470b"/>
          <a:stretch xmlns:a="http://schemas.openxmlformats.org/drawingml/2006/main"/>
        </p:blipFill>
        <p:spPr>
          <a:xfrm xmlns:a="http://schemas.openxmlformats.org/drawingml/2006/main">
            <a:off x="417225" y="8420578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37" name="text-189 Element">
            <a:extLst xmlns:a="http://schemas.openxmlformats.org/drawingml/2006/main">
              <a:ext uri="{FF2B5EF4-FFF2-40B4-BE49-F238E27FC236}">
                <a16:creationId xmlns:a16="http://schemas.microsoft.com/office/drawing/2014/main" id="{6DBFB6CF-6658-467C-8A9D-84E47A20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35" y="8437241"/>
            <a:ext cx="728855" cy="265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38" name="text-189 composition">
            <a:extLst xmlns:a="http://schemas.openxmlformats.org/drawingml/2006/main">
              <a:ext uri="{FF2B5EF4-FFF2-40B4-BE49-F238E27FC236}">
                <a16:creationId xmlns:a16="http://schemas.microsoft.com/office/drawing/2014/main" id="{E7BD7E78-5492-4813-90CD-7A99BA6B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035" y="8437227"/>
            <a:ext cx="1044743" cy="26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6605B4C-A551-405C-AF10-16AFD5016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57e8dd1f64c51"/>
          <a:stretch xmlns:a="http://schemas.openxmlformats.org/drawingml/2006/main"/>
        </p:blipFill>
        <p:spPr>
          <a:xfrm xmlns:a="http://schemas.openxmlformats.org/drawingml/2006/main">
            <a:off x="417225" y="8961498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40" name="text-191 Page">
            <a:extLst xmlns:a="http://schemas.openxmlformats.org/drawingml/2006/main">
              <a:ext uri="{FF2B5EF4-FFF2-40B4-BE49-F238E27FC236}">
                <a16:creationId xmlns:a16="http://schemas.microsoft.com/office/drawing/2014/main" id="{2CF6B9A1-AE3F-4CD9-B7F2-94859CF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35" y="8978583"/>
            <a:ext cx="476411" cy="265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41" name="text-191 density">
            <a:extLst xmlns:a="http://schemas.openxmlformats.org/drawingml/2006/main">
              <a:ext uri="{FF2B5EF4-FFF2-40B4-BE49-F238E27FC236}">
                <a16:creationId xmlns:a16="http://schemas.microsoft.com/office/drawing/2014/main" id="{2EC80B39-B356-446F-841A-3C8B7256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16" y="8978670"/>
            <a:ext cx="633900" cy="265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242" name="text-192 Aa">
            <a:extLst xmlns:a="http://schemas.openxmlformats.org/drawingml/2006/main">
              <a:ext uri="{FF2B5EF4-FFF2-40B4-BE49-F238E27FC236}">
                <a16:creationId xmlns:a16="http://schemas.microsoft.com/office/drawing/2014/main" id="{87CCBE97-B7FE-4DE8-9426-1547B66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600" y="9520534"/>
            <a:ext cx="263696" cy="263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480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243" name="text-193 Typography">
            <a:extLst xmlns:a="http://schemas.openxmlformats.org/drawingml/2006/main">
              <a:ext uri="{FF2B5EF4-FFF2-40B4-BE49-F238E27FC236}">
                <a16:creationId xmlns:a16="http://schemas.microsoft.com/office/drawing/2014/main" id="{368A1D83-04C9-4F7F-832F-7C4C064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35" y="9519555"/>
            <a:ext cx="1023472" cy="26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A9F64CF-4B67-47BE-9DDB-62D5F1485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8f96195fb403f"/>
          <a:stretch xmlns:a="http://schemas.openxmlformats.org/drawingml/2006/main"/>
        </p:blipFill>
        <p:spPr>
          <a:xfrm xmlns:a="http://schemas.openxmlformats.org/drawingml/2006/main">
            <a:off x="417225" y="10043750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45" name="text-195 Layout">
            <a:extLst xmlns:a="http://schemas.openxmlformats.org/drawingml/2006/main">
              <a:ext uri="{FF2B5EF4-FFF2-40B4-BE49-F238E27FC236}">
                <a16:creationId xmlns:a16="http://schemas.microsoft.com/office/drawing/2014/main" id="{64714B1E-D647-45C6-92FF-8B0182A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35" y="10060447"/>
            <a:ext cx="602595" cy="265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246" name="text-195 organization">
            <a:extLst xmlns:a="http://schemas.openxmlformats.org/drawingml/2006/main">
              <a:ext uri="{FF2B5EF4-FFF2-40B4-BE49-F238E27FC236}">
                <a16:creationId xmlns:a16="http://schemas.microsoft.com/office/drawing/2014/main" id="{7777BB09-EE1E-4EC6-86AB-96D2855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781" y="10060399"/>
            <a:ext cx="1065975" cy="26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49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organization</a:t>
            </a:r>
          </a:p>
        </p:txBody>
      </p:sp>
      <p:sp>
        <p:nvSpPr>
          <p:cNvPr id="247" name="path-196">
            <a:extLst xmlns:a="http://schemas.openxmlformats.org/drawingml/2006/main">
              <a:ext uri="{FF2B5EF4-FFF2-40B4-BE49-F238E27FC236}">
                <a16:creationId xmlns:a16="http://schemas.microsoft.com/office/drawing/2014/main" id="{072BF137-79C4-4A06-85FE-B386D00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139" y="7338767"/>
            <a:ext cx="2631483" cy="998921"/>
          </a:xfrm>
          <a:custGeom xmlns:a="http://schemas.openxmlformats.org/drawingml/2006/main">
            <a:pathLst>
              <a:path w="2631483" h="998921">
                <a:moveTo>
                  <a:pt x="0" y="68124"/>
                </a:moveTo>
                <a:lnTo>
                  <a:pt x="0" y="68124"/>
                </a:lnTo>
                <a:cubicBezTo>
                  <a:pt x="0" y="56030"/>
                  <a:pt x="3130" y="44377"/>
                  <a:pt x="8964" y="34070"/>
                </a:cubicBezTo>
                <a:cubicBezTo>
                  <a:pt x="15240" y="23762"/>
                  <a:pt x="23746" y="14798"/>
                  <a:pt x="34054" y="8964"/>
                </a:cubicBezTo>
                <a:cubicBezTo>
                  <a:pt x="44361" y="3147"/>
                  <a:pt x="56455" y="0"/>
                  <a:pt x="68107" y="0"/>
                </a:cubicBezTo>
                <a:lnTo>
                  <a:pt x="2562917" y="0"/>
                </a:lnTo>
                <a:cubicBezTo>
                  <a:pt x="2575012" y="0"/>
                  <a:pt x="2586663" y="3147"/>
                  <a:pt x="2596971" y="8964"/>
                </a:cubicBezTo>
                <a:cubicBezTo>
                  <a:pt x="2607278" y="15242"/>
                  <a:pt x="2616243" y="23762"/>
                  <a:pt x="2622077" y="34070"/>
                </a:cubicBezTo>
                <a:cubicBezTo>
                  <a:pt x="2627894" y="44377"/>
                  <a:pt x="2631041" y="56472"/>
                  <a:pt x="2631041" y="68124"/>
                </a:cubicBezTo>
                <a:lnTo>
                  <a:pt x="2631483" y="930356"/>
                </a:lnTo>
                <a:cubicBezTo>
                  <a:pt x="2631483" y="942449"/>
                  <a:pt x="2628353" y="954101"/>
                  <a:pt x="2622519" y="964409"/>
                </a:cubicBezTo>
                <a:cubicBezTo>
                  <a:pt x="2616243" y="974717"/>
                  <a:pt x="2607738" y="983681"/>
                  <a:pt x="2597429" y="989499"/>
                </a:cubicBezTo>
                <a:cubicBezTo>
                  <a:pt x="2587122" y="995333"/>
                  <a:pt x="2575012" y="998463"/>
                  <a:pt x="2563360" y="998463"/>
                </a:cubicBezTo>
                <a:lnTo>
                  <a:pt x="68107" y="998921"/>
                </a:lnTo>
                <a:cubicBezTo>
                  <a:pt x="56013" y="998921"/>
                  <a:pt x="44361" y="995775"/>
                  <a:pt x="34054" y="989957"/>
                </a:cubicBezTo>
                <a:cubicBezTo>
                  <a:pt x="23746" y="983681"/>
                  <a:pt x="14782" y="975159"/>
                  <a:pt x="8964" y="964851"/>
                </a:cubicBezTo>
                <a:cubicBezTo>
                  <a:pt x="3130" y="954544"/>
                  <a:pt x="0" y="942449"/>
                  <a:pt x="0" y="930798"/>
                </a:cubicBezTo>
                <a:lnTo>
                  <a:pt x="0" y="68124"/>
                </a:lnTo>
              </a:path>
            </a:pathLst>
          </a:custGeom>
          <a:solidFill xmlns:a="http://schemas.openxmlformats.org/drawingml/2006/main">
            <a:srgbClr val="F1F7FD"/>
          </a:solidFill>
          <a:ln xmlns:a="http://schemas.openxmlformats.org/drawingml/2006/main" w="15685">
            <a:solidFill>
              <a:srgbClr val="9CBEE0"/>
            </a:solidFill>
            <a:prstDash val="solid"/>
          </a:ln>
        </p:spPr>
      </p:sp>
      <p:sp>
        <p:nvSpPr>
          <p:cNvPr id="248" name="text-197 Semantic">
            <a:extLst xmlns:a="http://schemas.openxmlformats.org/drawingml/2006/main">
              <a:ext uri="{FF2B5EF4-FFF2-40B4-BE49-F238E27FC236}">
                <a16:creationId xmlns:a16="http://schemas.microsoft.com/office/drawing/2014/main" id="{E50142CB-D0F7-4B36-A611-E8B6D9FE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9115" y="7724297"/>
            <a:ext cx="772611" cy="23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1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249" name="text-197 HTML/CSS">
            <a:extLst xmlns:a="http://schemas.openxmlformats.org/drawingml/2006/main">
              <a:ext uri="{FF2B5EF4-FFF2-40B4-BE49-F238E27FC236}">
                <a16:creationId xmlns:a16="http://schemas.microsoft.com/office/drawing/2014/main" id="{19D50901-2D98-420E-B81A-31D613A5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394" y="7724203"/>
            <a:ext cx="884063" cy="233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1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HTML/CSS</a:t>
            </a:r>
          </a:p>
        </p:txBody>
      </p:sp>
      <p:sp>
        <p:nvSpPr>
          <p:cNvPr id="250" name="path-198">
            <a:extLst xmlns:a="http://schemas.openxmlformats.org/drawingml/2006/main">
              <a:ext uri="{FF2B5EF4-FFF2-40B4-BE49-F238E27FC236}">
                <a16:creationId xmlns:a16="http://schemas.microsoft.com/office/drawing/2014/main" id="{35B6BB3F-DD12-41B3-AF27-D1E5260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137" y="7599150"/>
            <a:ext cx="567797" cy="498772"/>
          </a:xfrm>
          <a:custGeom xmlns:a="http://schemas.openxmlformats.org/drawingml/2006/main">
            <a:pathLst>
              <a:path w="567797" h="498772">
                <a:moveTo>
                  <a:pt x="0" y="34054"/>
                </a:moveTo>
                <a:lnTo>
                  <a:pt x="0" y="34054"/>
                </a:lnTo>
                <a:cubicBezTo>
                  <a:pt x="0" y="28220"/>
                  <a:pt x="1803" y="21960"/>
                  <a:pt x="4491" y="17027"/>
                </a:cubicBezTo>
                <a:cubicBezTo>
                  <a:pt x="7621" y="11651"/>
                  <a:pt x="12111" y="7605"/>
                  <a:pt x="17043" y="4475"/>
                </a:cubicBezTo>
                <a:cubicBezTo>
                  <a:pt x="22418" y="1345"/>
                  <a:pt x="28236" y="0"/>
                  <a:pt x="34069" y="0"/>
                </a:cubicBezTo>
                <a:lnTo>
                  <a:pt x="533300" y="0"/>
                </a:lnTo>
                <a:cubicBezTo>
                  <a:pt x="539119" y="0"/>
                  <a:pt x="545395" y="1787"/>
                  <a:pt x="550327" y="4475"/>
                </a:cubicBezTo>
                <a:cubicBezTo>
                  <a:pt x="555703" y="7605"/>
                  <a:pt x="559734" y="12094"/>
                  <a:pt x="562880" y="17027"/>
                </a:cubicBezTo>
                <a:cubicBezTo>
                  <a:pt x="566010" y="22402"/>
                  <a:pt x="567354" y="28220"/>
                  <a:pt x="567354" y="34054"/>
                </a:cubicBezTo>
                <a:lnTo>
                  <a:pt x="567797" y="464276"/>
                </a:lnTo>
                <a:cubicBezTo>
                  <a:pt x="567797" y="470094"/>
                  <a:pt x="566010" y="476371"/>
                  <a:pt x="563323" y="481303"/>
                </a:cubicBezTo>
                <a:cubicBezTo>
                  <a:pt x="560193" y="486678"/>
                  <a:pt x="555703" y="490710"/>
                  <a:pt x="550770" y="493840"/>
                </a:cubicBezTo>
                <a:cubicBezTo>
                  <a:pt x="545395" y="496986"/>
                  <a:pt x="539577" y="498330"/>
                  <a:pt x="533743" y="498330"/>
                </a:cubicBezTo>
                <a:lnTo>
                  <a:pt x="34069" y="498772"/>
                </a:lnTo>
                <a:cubicBezTo>
                  <a:pt x="28236" y="498772"/>
                  <a:pt x="21960" y="496986"/>
                  <a:pt x="17043" y="494299"/>
                </a:cubicBezTo>
                <a:cubicBezTo>
                  <a:pt x="11652" y="491152"/>
                  <a:pt x="7621" y="486678"/>
                  <a:pt x="4491" y="481745"/>
                </a:cubicBezTo>
                <a:cubicBezTo>
                  <a:pt x="1360" y="476371"/>
                  <a:pt x="0" y="470537"/>
                  <a:pt x="0" y="464720"/>
                </a:cubicBezTo>
                <a:lnTo>
                  <a:pt x="0" y="340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340">
            <a:solidFill>
              <a:srgbClr val="94A3B8"/>
            </a:solidFill>
            <a:prstDash val="solid"/>
          </a:ln>
        </p:spPr>
      </p:sp>
      <p:sp>
        <p:nvSpPr>
          <p:cNvPr id="251" name="path-199">
            <a:extLst xmlns:a="http://schemas.openxmlformats.org/drawingml/2006/main">
              <a:ext uri="{FF2B5EF4-FFF2-40B4-BE49-F238E27FC236}">
                <a16:creationId xmlns:a16="http://schemas.microsoft.com/office/drawing/2014/main" id="{242E7919-C04E-4CA8-AFAF-8038C9D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445" y="7608999"/>
            <a:ext cx="546738" cy="102635"/>
          </a:xfrm>
          <a:custGeom xmlns:a="http://schemas.openxmlformats.org/drawingml/2006/main">
            <a:pathLst>
              <a:path w="546738" h="102635">
                <a:moveTo>
                  <a:pt x="273377" y="102635"/>
                </a:moveTo>
                <a:lnTo>
                  <a:pt x="0" y="102635"/>
                </a:lnTo>
                <a:lnTo>
                  <a:pt x="0" y="0"/>
                </a:lnTo>
                <a:lnTo>
                  <a:pt x="546738" y="0"/>
                </a:lnTo>
                <a:lnTo>
                  <a:pt x="546738" y="102635"/>
                </a:lnTo>
                <a:lnTo>
                  <a:pt x="273377" y="102635"/>
                </a:lnTo>
              </a:path>
            </a:pathLst>
          </a:custGeom>
          <a:solidFill xmlns:a="http://schemas.openxmlformats.org/drawingml/2006/main">
            <a:srgbClr val="E4E9F0"/>
          </a:solidFill>
          <a:ln xmlns:a="http://schemas.openxmlformats.org/drawingml/2006/main" w="4930">
            <a:solidFill>
              <a:srgbClr val="E4E9F0"/>
            </a:solidFill>
            <a:prstDash val="solid"/>
          </a:ln>
        </p:spPr>
      </p:sp>
      <p:sp>
        <p:nvSpPr>
          <p:cNvPr id="252" name="path-200">
            <a:extLst xmlns:a="http://schemas.openxmlformats.org/drawingml/2006/main">
              <a:ext uri="{FF2B5EF4-FFF2-40B4-BE49-F238E27FC236}">
                <a16:creationId xmlns:a16="http://schemas.microsoft.com/office/drawing/2014/main" id="{F1938A5C-18D8-4E69-9A5B-C7F5C7DE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234" y="7659194"/>
            <a:ext cx="44820" cy="44820"/>
          </a:xfrm>
          <a:custGeom xmlns:a="http://schemas.openxmlformats.org/drawingml/2006/main">
            <a:pathLst>
              <a:path w="44820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901" y="14782"/>
                  <a:pt x="3130" y="11209"/>
                </a:cubicBezTo>
                <a:cubicBezTo>
                  <a:pt x="4932" y="7621"/>
                  <a:pt x="7620" y="4933"/>
                  <a:pt x="11208" y="3130"/>
                </a:cubicBezTo>
                <a:cubicBezTo>
                  <a:pt x="14782" y="901"/>
                  <a:pt x="18370" y="0"/>
                  <a:pt x="22401" y="0"/>
                </a:cubicBezTo>
                <a:cubicBezTo>
                  <a:pt x="26433" y="0"/>
                  <a:pt x="30021" y="901"/>
                  <a:pt x="33610" y="3130"/>
                </a:cubicBezTo>
                <a:cubicBezTo>
                  <a:pt x="37199" y="4933"/>
                  <a:pt x="39887" y="7621"/>
                  <a:pt x="41673" y="11209"/>
                </a:cubicBezTo>
                <a:cubicBezTo>
                  <a:pt x="43918" y="14782"/>
                  <a:pt x="44820" y="18370"/>
                  <a:pt x="44820" y="22402"/>
                </a:cubicBezTo>
                <a:cubicBezTo>
                  <a:pt x="44820" y="26433"/>
                  <a:pt x="43918" y="30023"/>
                  <a:pt x="41673" y="33611"/>
                </a:cubicBezTo>
                <a:cubicBezTo>
                  <a:pt x="39887" y="37200"/>
                  <a:pt x="37199" y="39887"/>
                  <a:pt x="33610" y="41674"/>
                </a:cubicBezTo>
                <a:cubicBezTo>
                  <a:pt x="30021" y="43918"/>
                  <a:pt x="26433" y="44820"/>
                  <a:pt x="22401" y="44820"/>
                </a:cubicBezTo>
                <a:cubicBezTo>
                  <a:pt x="18370" y="44820"/>
                  <a:pt x="14782" y="43918"/>
                  <a:pt x="11208" y="41674"/>
                </a:cubicBezTo>
                <a:cubicBezTo>
                  <a:pt x="7620" y="39887"/>
                  <a:pt x="4932" y="37200"/>
                  <a:pt x="3130" y="33611"/>
                </a:cubicBezTo>
                <a:cubicBezTo>
                  <a:pt x="901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EF4444"/>
          </a:solidFill>
          <a:ln xmlns:a="http://schemas.openxmlformats.org/drawingml/2006/main" w="4930">
            <a:solidFill>
              <a:srgbClr val="EF4444"/>
            </a:solidFill>
            <a:prstDash val="solid"/>
          </a:ln>
        </p:spPr>
      </p:sp>
      <p:sp>
        <p:nvSpPr>
          <p:cNvPr id="253" name="path-201">
            <a:extLst xmlns:a="http://schemas.openxmlformats.org/drawingml/2006/main">
              <a:ext uri="{FF2B5EF4-FFF2-40B4-BE49-F238E27FC236}">
                <a16:creationId xmlns:a16="http://schemas.microsoft.com/office/drawing/2014/main" id="{9EF748FF-FD9C-4F6B-9541-AB883C60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388" y="7659194"/>
            <a:ext cx="44804" cy="44820"/>
          </a:xfrm>
          <a:custGeom xmlns:a="http://schemas.openxmlformats.org/drawingml/2006/main">
            <a:pathLst>
              <a:path w="44804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886" y="14782"/>
                  <a:pt x="3131" y="11209"/>
                </a:cubicBezTo>
                <a:cubicBezTo>
                  <a:pt x="4933" y="7621"/>
                  <a:pt x="7620" y="4933"/>
                  <a:pt x="11193" y="3130"/>
                </a:cubicBezTo>
                <a:cubicBezTo>
                  <a:pt x="14782" y="901"/>
                  <a:pt x="18370" y="0"/>
                  <a:pt x="22402" y="0"/>
                </a:cubicBezTo>
                <a:cubicBezTo>
                  <a:pt x="26433" y="0"/>
                  <a:pt x="30022" y="901"/>
                  <a:pt x="33611" y="3130"/>
                </a:cubicBezTo>
                <a:cubicBezTo>
                  <a:pt x="37200" y="4933"/>
                  <a:pt x="39887" y="7621"/>
                  <a:pt x="41674" y="11209"/>
                </a:cubicBezTo>
                <a:cubicBezTo>
                  <a:pt x="43919" y="14782"/>
                  <a:pt x="44804" y="18370"/>
                  <a:pt x="44804" y="22402"/>
                </a:cubicBezTo>
                <a:cubicBezTo>
                  <a:pt x="44804" y="26433"/>
                  <a:pt x="43919" y="30023"/>
                  <a:pt x="41674" y="33611"/>
                </a:cubicBezTo>
                <a:cubicBezTo>
                  <a:pt x="39887" y="37200"/>
                  <a:pt x="37200" y="39887"/>
                  <a:pt x="33611" y="41674"/>
                </a:cubicBezTo>
                <a:cubicBezTo>
                  <a:pt x="30022" y="43918"/>
                  <a:pt x="26433" y="44820"/>
                  <a:pt x="22402" y="44820"/>
                </a:cubicBezTo>
                <a:cubicBezTo>
                  <a:pt x="18370" y="44820"/>
                  <a:pt x="14782" y="43918"/>
                  <a:pt x="11193" y="41674"/>
                </a:cubicBezTo>
                <a:cubicBezTo>
                  <a:pt x="7620" y="39887"/>
                  <a:pt x="4933" y="37200"/>
                  <a:pt x="3131" y="33611"/>
                </a:cubicBezTo>
                <a:cubicBezTo>
                  <a:pt x="886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F59E0B"/>
          </a:solidFill>
          <a:ln xmlns:a="http://schemas.openxmlformats.org/drawingml/2006/main" w="4930">
            <a:solidFill>
              <a:srgbClr val="F59E0B"/>
            </a:solidFill>
            <a:prstDash val="solid"/>
          </a:ln>
        </p:spPr>
      </p:sp>
      <p:sp>
        <p:nvSpPr>
          <p:cNvPr id="254" name="path-202">
            <a:extLst xmlns:a="http://schemas.openxmlformats.org/drawingml/2006/main">
              <a:ext uri="{FF2B5EF4-FFF2-40B4-BE49-F238E27FC236}">
                <a16:creationId xmlns:a16="http://schemas.microsoft.com/office/drawing/2014/main" id="{092F26FC-5825-42DC-B8A2-BD4D9AE8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542" y="7659194"/>
            <a:ext cx="44804" cy="44820"/>
          </a:xfrm>
          <a:custGeom xmlns:a="http://schemas.openxmlformats.org/drawingml/2006/main">
            <a:pathLst>
              <a:path w="44804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886" y="14782"/>
                  <a:pt x="3130" y="11209"/>
                </a:cubicBezTo>
                <a:cubicBezTo>
                  <a:pt x="4917" y="7621"/>
                  <a:pt x="7604" y="4933"/>
                  <a:pt x="11194" y="3130"/>
                </a:cubicBezTo>
                <a:cubicBezTo>
                  <a:pt x="14782" y="901"/>
                  <a:pt x="18370" y="0"/>
                  <a:pt x="22402" y="0"/>
                </a:cubicBezTo>
                <a:cubicBezTo>
                  <a:pt x="26433" y="0"/>
                  <a:pt x="30022" y="901"/>
                  <a:pt x="33611" y="3130"/>
                </a:cubicBezTo>
                <a:cubicBezTo>
                  <a:pt x="37184" y="4933"/>
                  <a:pt x="39872" y="7621"/>
                  <a:pt x="41674" y="11209"/>
                </a:cubicBezTo>
                <a:cubicBezTo>
                  <a:pt x="43903" y="14782"/>
                  <a:pt x="44804" y="18370"/>
                  <a:pt x="44804" y="22402"/>
                </a:cubicBezTo>
                <a:cubicBezTo>
                  <a:pt x="44804" y="26433"/>
                  <a:pt x="43903" y="30023"/>
                  <a:pt x="41674" y="33611"/>
                </a:cubicBezTo>
                <a:cubicBezTo>
                  <a:pt x="39872" y="37200"/>
                  <a:pt x="37184" y="39887"/>
                  <a:pt x="33611" y="41674"/>
                </a:cubicBezTo>
                <a:cubicBezTo>
                  <a:pt x="30022" y="43918"/>
                  <a:pt x="26433" y="44820"/>
                  <a:pt x="22402" y="44820"/>
                </a:cubicBezTo>
                <a:cubicBezTo>
                  <a:pt x="18370" y="44820"/>
                  <a:pt x="14782" y="43918"/>
                  <a:pt x="11194" y="41674"/>
                </a:cubicBezTo>
                <a:cubicBezTo>
                  <a:pt x="7604" y="39887"/>
                  <a:pt x="4917" y="37200"/>
                  <a:pt x="3130" y="33611"/>
                </a:cubicBezTo>
                <a:cubicBezTo>
                  <a:pt x="886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22C55E"/>
          </a:solidFill>
          <a:ln xmlns:a="http://schemas.openxmlformats.org/drawingml/2006/main" w="4930">
            <a:solidFill>
              <a:srgbClr val="22C55E"/>
            </a:solidFill>
            <a:prstDash val="solid"/>
          </a:ln>
        </p:spPr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E60488A-13BF-490E-BB53-FD8DF0C5B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4ed3e9afd4c47"/>
          <a:stretch xmlns:a="http://schemas.openxmlformats.org/drawingml/2006/main"/>
        </p:blipFill>
        <p:spPr>
          <a:xfrm xmlns:a="http://schemas.openxmlformats.org/drawingml/2006/main">
            <a:off x="5818239" y="7775251"/>
            <a:ext cx="223182" cy="223182"/>
          </a:xfrm>
          <a:prstGeom xmlns:a="http://schemas.openxmlformats.org/drawingml/2006/main" prst="rect">
            <a:avLst/>
          </a:prstGeom>
        </p:spPr>
      </p:pic>
      <p:sp>
        <p:nvSpPr>
          <p:cNvPr id="256" name="path-204">
            <a:extLst xmlns:a="http://schemas.openxmlformats.org/drawingml/2006/main">
              <a:ext uri="{FF2B5EF4-FFF2-40B4-BE49-F238E27FC236}">
                <a16:creationId xmlns:a16="http://schemas.microsoft.com/office/drawing/2014/main" id="{FE3CB6D7-607C-4A7D-83F4-CA03E87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36" y="7837999"/>
            <a:ext cx="929010" cy="459"/>
          </a:xfrm>
          <a:custGeom xmlns:a="http://schemas.openxmlformats.org/drawingml/2006/main">
            <a:pathLst>
              <a:path w="929010" h="459">
                <a:moveTo>
                  <a:pt x="0" y="0"/>
                </a:moveTo>
                <a:lnTo>
                  <a:pt x="929010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57" name="path-205">
            <a:extLst xmlns:a="http://schemas.openxmlformats.org/drawingml/2006/main">
              <a:ext uri="{FF2B5EF4-FFF2-40B4-BE49-F238E27FC236}">
                <a16:creationId xmlns:a16="http://schemas.microsoft.com/office/drawing/2014/main" id="{B6068026-7E06-45A8-B864-6A21D53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682" y="7778397"/>
            <a:ext cx="95900" cy="119204"/>
          </a:xfrm>
          <a:custGeom xmlns:a="http://schemas.openxmlformats.org/drawingml/2006/main">
            <a:pathLst>
              <a:path w="95900" h="119204">
                <a:moveTo>
                  <a:pt x="0" y="0"/>
                </a:moveTo>
                <a:lnTo>
                  <a:pt x="95900" y="59602"/>
                </a:lnTo>
                <a:lnTo>
                  <a:pt x="0" y="11920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258" name="path-206">
            <a:extLst xmlns:a="http://schemas.openxmlformats.org/drawingml/2006/main">
              <a:ext uri="{FF2B5EF4-FFF2-40B4-BE49-F238E27FC236}">
                <a16:creationId xmlns:a16="http://schemas.microsoft.com/office/drawing/2014/main" id="{704AD999-CB26-4D99-A208-AC49D53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818" y="8337230"/>
            <a:ext cx="442" cy="270673"/>
          </a:xfrm>
          <a:custGeom xmlns:a="http://schemas.openxmlformats.org/drawingml/2006/main">
            <a:pathLst>
              <a:path w="442" h="270673">
                <a:moveTo>
                  <a:pt x="0" y="0"/>
                </a:moveTo>
                <a:lnTo>
                  <a:pt x="442" y="270673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59" name="path-207">
            <a:extLst xmlns:a="http://schemas.openxmlformats.org/drawingml/2006/main">
              <a:ext uri="{FF2B5EF4-FFF2-40B4-BE49-F238E27FC236}">
                <a16:creationId xmlns:a16="http://schemas.microsoft.com/office/drawing/2014/main" id="{146A41F8-81E1-485D-97AD-2F6F098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156" y="8607903"/>
            <a:ext cx="2373362" cy="459"/>
          </a:xfrm>
          <a:custGeom xmlns:a="http://schemas.openxmlformats.org/drawingml/2006/main">
            <a:pathLst>
              <a:path w="2373362" h="459">
                <a:moveTo>
                  <a:pt x="0" y="0"/>
                </a:moveTo>
                <a:lnTo>
                  <a:pt x="2373362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60" name="path-208">
            <a:extLst xmlns:a="http://schemas.openxmlformats.org/drawingml/2006/main">
              <a:ext uri="{FF2B5EF4-FFF2-40B4-BE49-F238E27FC236}">
                <a16:creationId xmlns:a16="http://schemas.microsoft.com/office/drawing/2014/main" id="{13FE3D73-3154-4ADC-BF0C-7069B9B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156" y="8607903"/>
            <a:ext cx="459" cy="187326"/>
          </a:xfrm>
          <a:custGeom xmlns:a="http://schemas.openxmlformats.org/drawingml/2006/main">
            <a:pathLst>
              <a:path w="459" h="187326">
                <a:moveTo>
                  <a:pt x="0" y="0"/>
                </a:moveTo>
                <a:lnTo>
                  <a:pt x="45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61" name="path-209">
            <a:extLst xmlns:a="http://schemas.openxmlformats.org/drawingml/2006/main">
              <a:ext uri="{FF2B5EF4-FFF2-40B4-BE49-F238E27FC236}">
                <a16:creationId xmlns:a16="http://schemas.microsoft.com/office/drawing/2014/main" id="{E527AE06-84BA-4955-ADF9-086842F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554" y="8803751"/>
            <a:ext cx="119219" cy="95900"/>
          </a:xfrm>
          <a:custGeom xmlns:a="http://schemas.openxmlformats.org/drawingml/2006/main">
            <a:pathLst>
              <a:path w="119219" h="95900">
                <a:moveTo>
                  <a:pt x="119219" y="0"/>
                </a:moveTo>
                <a:lnTo>
                  <a:pt x="59601" y="95900"/>
                </a:lnTo>
                <a:lnTo>
                  <a:pt x="0" y="0"/>
                </a:lnTo>
                <a:lnTo>
                  <a:pt x="119219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262" name="path-210">
            <a:extLst xmlns:a="http://schemas.openxmlformats.org/drawingml/2006/main">
              <a:ext uri="{FF2B5EF4-FFF2-40B4-BE49-F238E27FC236}">
                <a16:creationId xmlns:a16="http://schemas.microsoft.com/office/drawing/2014/main" id="{A7572482-09D0-42D8-B023-26204AE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518" y="8607903"/>
            <a:ext cx="459" cy="187326"/>
          </a:xfrm>
          <a:custGeom xmlns:a="http://schemas.openxmlformats.org/drawingml/2006/main">
            <a:pathLst>
              <a:path w="459" h="187326">
                <a:moveTo>
                  <a:pt x="0" y="0"/>
                </a:moveTo>
                <a:lnTo>
                  <a:pt x="45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63" name="path-211">
            <a:extLst xmlns:a="http://schemas.openxmlformats.org/drawingml/2006/main">
              <a:ext uri="{FF2B5EF4-FFF2-40B4-BE49-F238E27FC236}">
                <a16:creationId xmlns:a16="http://schemas.microsoft.com/office/drawing/2014/main" id="{56AC9D58-8063-4F56-97A1-66F91BB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375" y="8803751"/>
            <a:ext cx="119203" cy="95900"/>
          </a:xfrm>
          <a:custGeom xmlns:a="http://schemas.openxmlformats.org/drawingml/2006/main">
            <a:pathLst>
              <a:path w="119203" h="95900">
                <a:moveTo>
                  <a:pt x="119203" y="0"/>
                </a:moveTo>
                <a:lnTo>
                  <a:pt x="59601" y="95900"/>
                </a:lnTo>
                <a:lnTo>
                  <a:pt x="0" y="0"/>
                </a:lnTo>
                <a:lnTo>
                  <a:pt x="119203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264" name="path-212">
            <a:extLst xmlns:a="http://schemas.openxmlformats.org/drawingml/2006/main">
              <a:ext uri="{FF2B5EF4-FFF2-40B4-BE49-F238E27FC236}">
                <a16:creationId xmlns:a16="http://schemas.microsoft.com/office/drawing/2014/main" id="{9C885515-4D86-4C96-880D-064E245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144" y="8899651"/>
            <a:ext cx="1989746" cy="1956136"/>
          </a:xfrm>
          <a:custGeom xmlns:a="http://schemas.openxmlformats.org/drawingml/2006/main">
            <a:pathLst>
              <a:path w="1989746" h="1956136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30" y="44362"/>
                  <a:pt x="8948" y="34054"/>
                </a:cubicBezTo>
                <a:cubicBezTo>
                  <a:pt x="15225" y="23747"/>
                  <a:pt x="23746" y="14782"/>
                  <a:pt x="34054" y="8964"/>
                </a:cubicBezTo>
                <a:cubicBezTo>
                  <a:pt x="44362" y="3130"/>
                  <a:pt x="56456" y="0"/>
                  <a:pt x="68107" y="0"/>
                </a:cubicBezTo>
                <a:lnTo>
                  <a:pt x="1921180" y="0"/>
                </a:lnTo>
                <a:cubicBezTo>
                  <a:pt x="1933275" y="0"/>
                  <a:pt x="1944926" y="3130"/>
                  <a:pt x="1955234" y="8964"/>
                </a:cubicBezTo>
                <a:cubicBezTo>
                  <a:pt x="1965542" y="15240"/>
                  <a:pt x="1974506" y="23747"/>
                  <a:pt x="1980339" y="34054"/>
                </a:cubicBezTo>
                <a:cubicBezTo>
                  <a:pt x="1986157" y="44362"/>
                  <a:pt x="1989287" y="56472"/>
                  <a:pt x="1989287" y="68123"/>
                </a:cubicBezTo>
                <a:lnTo>
                  <a:pt x="1989746" y="1887570"/>
                </a:lnTo>
                <a:cubicBezTo>
                  <a:pt x="1989746" y="1899680"/>
                  <a:pt x="1986601" y="1911332"/>
                  <a:pt x="1980782" y="1921639"/>
                </a:cubicBezTo>
                <a:cubicBezTo>
                  <a:pt x="1974506" y="1931947"/>
                  <a:pt x="1965984" y="1940894"/>
                  <a:pt x="1955677" y="1946728"/>
                </a:cubicBezTo>
                <a:cubicBezTo>
                  <a:pt x="1945369" y="1952562"/>
                  <a:pt x="1933275" y="1955692"/>
                  <a:pt x="1921623" y="1955692"/>
                </a:cubicBezTo>
                <a:lnTo>
                  <a:pt x="68107" y="1956136"/>
                </a:lnTo>
                <a:cubicBezTo>
                  <a:pt x="56013" y="1956136"/>
                  <a:pt x="44362" y="1953004"/>
                  <a:pt x="34054" y="1947172"/>
                </a:cubicBezTo>
                <a:cubicBezTo>
                  <a:pt x="23746" y="1940894"/>
                  <a:pt x="14782" y="1932389"/>
                  <a:pt x="8948" y="1922082"/>
                </a:cubicBezTo>
                <a:cubicBezTo>
                  <a:pt x="3130" y="1911774"/>
                  <a:pt x="0" y="1899680"/>
                  <a:pt x="0" y="18880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BFE"/>
          </a:solidFill>
          <a:ln xmlns:a="http://schemas.openxmlformats.org/drawingml/2006/main" w="15685">
            <a:solidFill>
              <a:srgbClr val="9CBEE0"/>
            </a:solidFill>
            <a:prstDash val="solid"/>
          </a:ln>
        </p:spPr>
      </p:sp>
      <p:sp>
        <p:nvSpPr>
          <p:cNvPr id="265" name="text-213 Rendered">
            <a:extLst xmlns:a="http://schemas.openxmlformats.org/drawingml/2006/main">
              <a:ext uri="{FF2B5EF4-FFF2-40B4-BE49-F238E27FC236}">
                <a16:creationId xmlns:a16="http://schemas.microsoft.com/office/drawing/2014/main" id="{E904B822-6465-44AA-A233-88C1CE4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6418" y="8980530"/>
            <a:ext cx="745741" cy="21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Rendered</a:t>
            </a:r>
          </a:p>
        </p:txBody>
      </p:sp>
      <p:sp>
        <p:nvSpPr>
          <p:cNvPr id="266" name="text-213 Page">
            <a:extLst xmlns:a="http://schemas.openxmlformats.org/drawingml/2006/main">
              <a:ext uri="{FF2B5EF4-FFF2-40B4-BE49-F238E27FC236}">
                <a16:creationId xmlns:a16="http://schemas.microsoft.com/office/drawing/2014/main" id="{1623E20C-457E-46FD-8480-F8A9F9E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6536" y="8980376"/>
            <a:ext cx="400324" cy="218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8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67" name="text-213 Image">
            <a:extLst xmlns:a="http://schemas.openxmlformats.org/drawingml/2006/main">
              <a:ext uri="{FF2B5EF4-FFF2-40B4-BE49-F238E27FC236}">
                <a16:creationId xmlns:a16="http://schemas.microsoft.com/office/drawing/2014/main" id="{9A99F581-8EEF-4AFB-B2D3-7023981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1317" y="8980558"/>
            <a:ext cx="477710" cy="21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EABEA9A-89E5-41E7-8C99-AB93E086F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990802f5c4baf"/>
          <a:stretch xmlns:a="http://schemas.openxmlformats.org/drawingml/2006/main"/>
        </p:blipFill>
        <p:spPr>
          <a:xfrm xmlns:a="http://schemas.openxmlformats.org/drawingml/2006/main">
            <a:off x="3324026" y="9315076"/>
            <a:ext cx="1057753" cy="1373557"/>
          </a:xfrm>
          <a:prstGeom xmlns:a="http://schemas.openxmlformats.org/drawingml/2006/main" prst="rect">
            <a:avLst/>
          </a:prstGeom>
        </p:spPr>
      </p:pic>
      <p:sp>
        <p:nvSpPr>
          <p:cNvPr id="269" name="path-215">
            <a:extLst xmlns:a="http://schemas.openxmlformats.org/drawingml/2006/main">
              <a:ext uri="{FF2B5EF4-FFF2-40B4-BE49-F238E27FC236}">
                <a16:creationId xmlns:a16="http://schemas.microsoft.com/office/drawing/2014/main" id="{7115F3E6-3640-4DFF-A7FA-79F3FF4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957" y="8899651"/>
            <a:ext cx="2253259" cy="1956136"/>
          </a:xfrm>
          <a:custGeom xmlns:a="http://schemas.openxmlformats.org/drawingml/2006/main">
            <a:pathLst>
              <a:path w="2253259" h="1956136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31" y="44362"/>
                  <a:pt x="8964" y="34054"/>
                </a:cubicBezTo>
                <a:cubicBezTo>
                  <a:pt x="15240" y="23747"/>
                  <a:pt x="23746" y="14782"/>
                  <a:pt x="34054" y="8964"/>
                </a:cubicBezTo>
                <a:cubicBezTo>
                  <a:pt x="44362" y="3130"/>
                  <a:pt x="56471" y="0"/>
                  <a:pt x="68123" y="0"/>
                </a:cubicBezTo>
                <a:lnTo>
                  <a:pt x="2184692" y="0"/>
                </a:lnTo>
                <a:cubicBezTo>
                  <a:pt x="2196787" y="0"/>
                  <a:pt x="2208438" y="3130"/>
                  <a:pt x="2218747" y="8964"/>
                </a:cubicBezTo>
                <a:cubicBezTo>
                  <a:pt x="2229053" y="15240"/>
                  <a:pt x="2238017" y="23747"/>
                  <a:pt x="2243851" y="34054"/>
                </a:cubicBezTo>
                <a:cubicBezTo>
                  <a:pt x="2249669" y="44362"/>
                  <a:pt x="2252815" y="56472"/>
                  <a:pt x="2252815" y="68123"/>
                </a:cubicBezTo>
                <a:lnTo>
                  <a:pt x="2253259" y="1887570"/>
                </a:lnTo>
                <a:cubicBezTo>
                  <a:pt x="2253259" y="1899680"/>
                  <a:pt x="2250128" y="1911332"/>
                  <a:pt x="2244294" y="1921639"/>
                </a:cubicBezTo>
                <a:cubicBezTo>
                  <a:pt x="2238017" y="1931947"/>
                  <a:pt x="2229512" y="1940894"/>
                  <a:pt x="2219204" y="1946728"/>
                </a:cubicBezTo>
                <a:cubicBezTo>
                  <a:pt x="2208897" y="1952562"/>
                  <a:pt x="2196787" y="1955692"/>
                  <a:pt x="2185136" y="1955692"/>
                </a:cubicBezTo>
                <a:lnTo>
                  <a:pt x="68123" y="1956136"/>
                </a:lnTo>
                <a:cubicBezTo>
                  <a:pt x="56013" y="1956136"/>
                  <a:pt x="44362" y="1953004"/>
                  <a:pt x="34054" y="1947172"/>
                </a:cubicBezTo>
                <a:cubicBezTo>
                  <a:pt x="23746" y="1940894"/>
                  <a:pt x="14782" y="1932389"/>
                  <a:pt x="8964" y="1922082"/>
                </a:cubicBezTo>
                <a:cubicBezTo>
                  <a:pt x="3131" y="1911774"/>
                  <a:pt x="0" y="1899680"/>
                  <a:pt x="0" y="18880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BFE"/>
          </a:solidFill>
          <a:ln xmlns:a="http://schemas.openxmlformats.org/drawingml/2006/main" w="15685">
            <a:solidFill>
              <a:srgbClr val="9CBEE0"/>
            </a:solidFill>
            <a:prstDash val="solid"/>
          </a:ln>
        </p:spPr>
      </p:sp>
      <p:sp>
        <p:nvSpPr>
          <p:cNvPr id="270" name="text-216 Exact">
            <a:extLst xmlns:a="http://schemas.openxmlformats.org/drawingml/2006/main">
              <a:ext uri="{FF2B5EF4-FFF2-40B4-BE49-F238E27FC236}">
                <a16:creationId xmlns:a16="http://schemas.microsoft.com/office/drawing/2014/main" id="{659EAB1D-EB09-48C1-95F2-F0E8A5AB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441" y="8980643"/>
            <a:ext cx="442951" cy="217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271" name="text-216 Structured">
            <a:extLst xmlns:a="http://schemas.openxmlformats.org/drawingml/2006/main">
              <a:ext uri="{FF2B5EF4-FFF2-40B4-BE49-F238E27FC236}">
                <a16:creationId xmlns:a16="http://schemas.microsoft.com/office/drawing/2014/main" id="{EE0300D2-C6D8-464A-AF66-C7B50FA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8232" y="8980545"/>
            <a:ext cx="814712" cy="218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272" name="text-216 Targets">
            <a:extLst xmlns:a="http://schemas.openxmlformats.org/drawingml/2006/main">
              <a:ext uri="{FF2B5EF4-FFF2-40B4-BE49-F238E27FC236}">
                <a16:creationId xmlns:a16="http://schemas.microsoft.com/office/drawing/2014/main" id="{A2C891E9-FAB8-428F-956D-951BDEE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7637" y="8980493"/>
            <a:ext cx="578758" cy="21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22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pic>
        <p:nvPic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163ABD2-B1C2-4071-AEB2-46F35C069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1a6e154634ea4"/>
          <a:stretch xmlns:a="http://schemas.openxmlformats.org/drawingml/2006/main"/>
        </p:blipFill>
        <p:spPr>
          <a:xfrm xmlns:a="http://schemas.openxmlformats.org/drawingml/2006/main">
            <a:off x="5499157" y="9234859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74" name="text-218 Markdown">
            <a:extLst xmlns:a="http://schemas.openxmlformats.org/drawingml/2006/main">
              <a:ext uri="{FF2B5EF4-FFF2-40B4-BE49-F238E27FC236}">
                <a16:creationId xmlns:a16="http://schemas.microsoft.com/office/drawing/2014/main" id="{2FA4A7CA-7D21-4344-BE25-2697FC6D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12" y="9262364"/>
            <a:ext cx="834492" cy="24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86D9369-E64D-4BEF-81E5-DDF94F04C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dde4b61024f60"/>
          <a:stretch xmlns:a="http://schemas.openxmlformats.org/drawingml/2006/main"/>
        </p:blipFill>
        <p:spPr>
          <a:xfrm xmlns:a="http://schemas.openxmlformats.org/drawingml/2006/main">
            <a:off x="5499157" y="9557514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76" name="text-220 Bounding">
            <a:extLst xmlns:a="http://schemas.openxmlformats.org/drawingml/2006/main">
              <a:ext uri="{FF2B5EF4-FFF2-40B4-BE49-F238E27FC236}">
                <a16:creationId xmlns:a16="http://schemas.microsoft.com/office/drawing/2014/main" id="{E360B7A1-806C-4128-BF24-D38F302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12" y="9585024"/>
            <a:ext cx="767204" cy="243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Bounding</a:t>
            </a:r>
          </a:p>
        </p:txBody>
      </p:sp>
      <p:sp>
        <p:nvSpPr>
          <p:cNvPr id="277" name="text-220 Boxes">
            <a:extLst xmlns:a="http://schemas.openxmlformats.org/drawingml/2006/main">
              <a:ext uri="{FF2B5EF4-FFF2-40B4-BE49-F238E27FC236}">
                <a16:creationId xmlns:a16="http://schemas.microsoft.com/office/drawing/2014/main" id="{964A444F-59C6-43A2-A0F0-1DA80B1A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4426" y="9585089"/>
            <a:ext cx="515050" cy="24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Boxes</a:t>
            </a:r>
          </a:p>
        </p:txBody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2400D23-1EE0-4F12-B916-1DF6CDA95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4fccd46b84757"/>
          <a:stretch xmlns:a="http://schemas.openxmlformats.org/drawingml/2006/main"/>
        </p:blipFill>
        <p:spPr>
          <a:xfrm xmlns:a="http://schemas.openxmlformats.org/drawingml/2006/main">
            <a:off x="5499157" y="9880186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79" name="text-222 Element">
            <a:extLst xmlns:a="http://schemas.openxmlformats.org/drawingml/2006/main">
              <a:ext uri="{FF2B5EF4-FFF2-40B4-BE49-F238E27FC236}">
                <a16:creationId xmlns:a16="http://schemas.microsoft.com/office/drawing/2014/main" id="{9BFF6100-EFBD-42F8-A007-A4240B1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12" y="9907684"/>
            <a:ext cx="670129" cy="243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80" name="text-222 Categories">
            <a:extLst xmlns:a="http://schemas.openxmlformats.org/drawingml/2006/main">
              <a:ext uri="{FF2B5EF4-FFF2-40B4-BE49-F238E27FC236}">
                <a16:creationId xmlns:a16="http://schemas.microsoft.com/office/drawing/2014/main" id="{2014D079-1A45-4662-BB8D-042BAF95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6710" y="9907619"/>
            <a:ext cx="873775" cy="243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B2890BE-8916-4444-B9BA-8BF6F8D9B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93c97fd1e4026"/>
          <a:stretch xmlns:a="http://schemas.openxmlformats.org/drawingml/2006/main"/>
        </p:blipFill>
        <p:spPr>
          <a:xfrm xmlns:a="http://schemas.openxmlformats.org/drawingml/2006/main">
            <a:off x="5499157" y="10202840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82" name="text-224 HTML">
            <a:extLst xmlns:a="http://schemas.openxmlformats.org/drawingml/2006/main">
              <a:ext uri="{FF2B5EF4-FFF2-40B4-BE49-F238E27FC236}">
                <a16:creationId xmlns:a16="http://schemas.microsoft.com/office/drawing/2014/main" id="{5E90C273-922D-4DBE-8BB2-4B2E948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12" y="10229960"/>
            <a:ext cx="505167" cy="243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283" name="text-224 Tables">
            <a:extLst xmlns:a="http://schemas.openxmlformats.org/drawingml/2006/main">
              <a:ext uri="{FF2B5EF4-FFF2-40B4-BE49-F238E27FC236}">
                <a16:creationId xmlns:a16="http://schemas.microsoft.com/office/drawing/2014/main" id="{C90B19AA-F779-45D0-B868-6B9A0F2F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836" y="10229813"/>
            <a:ext cx="534900" cy="24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AC29F0F-B7CE-4D89-8E2F-2D07EB077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67f254e914687"/>
          <a:stretch xmlns:a="http://schemas.openxmlformats.org/drawingml/2006/main"/>
        </p:blipFill>
        <p:spPr>
          <a:xfrm xmlns:a="http://schemas.openxmlformats.org/drawingml/2006/main">
            <a:off x="5499157" y="10525052"/>
            <a:ext cx="240208" cy="240208"/>
          </a:xfrm>
          <a:prstGeom xmlns:a="http://schemas.openxmlformats.org/drawingml/2006/main" prst="rect">
            <a:avLst/>
          </a:prstGeom>
        </p:spPr>
      </p:pic>
      <p:sp>
        <p:nvSpPr>
          <p:cNvPr id="285" name="text-226 LaTeX">
            <a:extLst xmlns:a="http://schemas.openxmlformats.org/drawingml/2006/main">
              <a:ext uri="{FF2B5EF4-FFF2-40B4-BE49-F238E27FC236}">
                <a16:creationId xmlns:a16="http://schemas.microsoft.com/office/drawing/2014/main" id="{D6C2825F-A017-4977-AF28-7C2CC849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12" y="10552596"/>
            <a:ext cx="524965" cy="24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LaTeX</a:t>
            </a:r>
          </a:p>
        </p:txBody>
      </p:sp>
      <p:sp>
        <p:nvSpPr>
          <p:cNvPr id="286" name="text-226 Formulas">
            <a:extLst xmlns:a="http://schemas.openxmlformats.org/drawingml/2006/main">
              <a:ext uri="{FF2B5EF4-FFF2-40B4-BE49-F238E27FC236}">
                <a16:creationId xmlns:a16="http://schemas.microsoft.com/office/drawing/2014/main" id="{224FF20D-502A-4747-A480-426EDF59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2047" y="10552539"/>
            <a:ext cx="757096" cy="243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8A483A8-1990-40BA-8976-37A9721EB9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32a4853274e61"/>
          <a:stretch xmlns:a="http://schemas.openxmlformats.org/drawingml/2006/main"/>
        </p:blipFill>
        <p:spPr>
          <a:xfrm xmlns:a="http://schemas.openxmlformats.org/drawingml/2006/main">
            <a:off x="4843524" y="9708099"/>
            <a:ext cx="309217" cy="309217"/>
          </a:xfrm>
          <a:prstGeom xmlns:a="http://schemas.openxmlformats.org/drawingml/2006/main" prst="rect">
            <a:avLst/>
          </a:prstGeom>
        </p:spPr>
      </p:pic>
      <p:sp>
        <p:nvSpPr>
          <p:cNvPr id="288" name="path-228">
            <a:extLst xmlns:a="http://schemas.openxmlformats.org/drawingml/2006/main">
              <a:ext uri="{FF2B5EF4-FFF2-40B4-BE49-F238E27FC236}">
                <a16:creationId xmlns:a16="http://schemas.microsoft.com/office/drawing/2014/main" id="{FC38F1AC-7A33-4C61-A3B5-C122E5F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650" y="9877498"/>
            <a:ext cx="273361" cy="442"/>
          </a:xfrm>
          <a:custGeom xmlns:a="http://schemas.openxmlformats.org/drawingml/2006/main">
            <a:pathLst>
              <a:path w="273361" h="442">
                <a:moveTo>
                  <a:pt x="0" y="0"/>
                </a:moveTo>
                <a:lnTo>
                  <a:pt x="273361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20614">
            <a:solidFill>
              <a:srgbClr val="1E2A38"/>
            </a:solidFill>
            <a:prstDash val="dash"/>
          </a:ln>
        </p:spPr>
      </p:sp>
      <p:sp>
        <p:nvSpPr>
          <p:cNvPr id="289" name="path-229">
            <a:extLst xmlns:a="http://schemas.openxmlformats.org/drawingml/2006/main">
              <a:ext uri="{FF2B5EF4-FFF2-40B4-BE49-F238E27FC236}">
                <a16:creationId xmlns:a16="http://schemas.microsoft.com/office/drawing/2014/main" id="{4E4C481D-0395-459B-96C2-E34C4D2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813" y="9830448"/>
            <a:ext cx="94113" cy="94098"/>
          </a:xfrm>
          <a:custGeom xmlns:a="http://schemas.openxmlformats.org/drawingml/2006/main">
            <a:pathLst>
              <a:path w="94113" h="94098">
                <a:moveTo>
                  <a:pt x="0" y="47050"/>
                </a:moveTo>
                <a:lnTo>
                  <a:pt x="94113" y="0"/>
                </a:lnTo>
                <a:lnTo>
                  <a:pt x="94113" y="94098"/>
                </a:lnTo>
                <a:lnTo>
                  <a:pt x="0" y="47050"/>
                </a:lnTo>
              </a:path>
            </a:pathLst>
          </a:custGeom>
          <a:solidFill xmlns:a="http://schemas.openxmlformats.org/drawingml/2006/main">
            <a:srgbClr val="1E2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30">
            <a:extLst xmlns:a="http://schemas.openxmlformats.org/drawingml/2006/main">
              <a:ext uri="{FF2B5EF4-FFF2-40B4-BE49-F238E27FC236}">
                <a16:creationId xmlns:a16="http://schemas.microsoft.com/office/drawing/2014/main" id="{D5043BEA-F6F1-479D-A753-B8E843D8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188" y="9877498"/>
            <a:ext cx="273377" cy="442"/>
          </a:xfrm>
          <a:custGeom xmlns:a="http://schemas.openxmlformats.org/drawingml/2006/main">
            <a:pathLst>
              <a:path w="273377" h="442">
                <a:moveTo>
                  <a:pt x="0" y="0"/>
                </a:moveTo>
                <a:lnTo>
                  <a:pt x="273377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20614">
            <a:solidFill>
              <a:srgbClr val="1E2A38"/>
            </a:solidFill>
            <a:prstDash val="dash"/>
          </a:ln>
        </p:spPr>
      </p:sp>
      <p:sp>
        <p:nvSpPr>
          <p:cNvPr id="291" name="path-231">
            <a:extLst xmlns:a="http://schemas.openxmlformats.org/drawingml/2006/main">
              <a:ext uri="{FF2B5EF4-FFF2-40B4-BE49-F238E27FC236}">
                <a16:creationId xmlns:a16="http://schemas.microsoft.com/office/drawing/2014/main" id="{83580FF1-14C3-43D7-B328-CB6E062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88" y="9830891"/>
            <a:ext cx="94113" cy="94114"/>
          </a:xfrm>
          <a:custGeom xmlns:a="http://schemas.openxmlformats.org/drawingml/2006/main">
            <a:pathLst>
              <a:path w="94113" h="94114">
                <a:moveTo>
                  <a:pt x="94113" y="47049"/>
                </a:moveTo>
                <a:lnTo>
                  <a:pt x="0" y="94114"/>
                </a:lnTo>
                <a:lnTo>
                  <a:pt x="0" y="0"/>
                </a:lnTo>
                <a:lnTo>
                  <a:pt x="94113" y="47049"/>
                </a:lnTo>
              </a:path>
            </a:pathLst>
          </a:custGeom>
          <a:solidFill xmlns:a="http://schemas.openxmlformats.org/drawingml/2006/main">
            <a:srgbClr val="1E2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32">
            <a:extLst xmlns:a="http://schemas.openxmlformats.org/drawingml/2006/main">
              <a:ext uri="{FF2B5EF4-FFF2-40B4-BE49-F238E27FC236}">
                <a16:creationId xmlns:a16="http://schemas.microsoft.com/office/drawing/2014/main" id="{733C9E6A-1A19-43B9-9048-2A6AE63A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156" y="10855343"/>
            <a:ext cx="459" cy="311905"/>
          </a:xfrm>
          <a:custGeom xmlns:a="http://schemas.openxmlformats.org/drawingml/2006/main">
            <a:pathLst>
              <a:path w="459" h="311905">
                <a:moveTo>
                  <a:pt x="0" y="0"/>
                </a:moveTo>
                <a:lnTo>
                  <a:pt x="459" y="31190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93" name="path-233">
            <a:extLst xmlns:a="http://schemas.openxmlformats.org/drawingml/2006/main">
              <a:ext uri="{FF2B5EF4-FFF2-40B4-BE49-F238E27FC236}">
                <a16:creationId xmlns:a16="http://schemas.microsoft.com/office/drawing/2014/main" id="{115F7135-DACB-4871-93DB-8E60224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065" y="10855343"/>
            <a:ext cx="459" cy="311905"/>
          </a:xfrm>
          <a:custGeom xmlns:a="http://schemas.openxmlformats.org/drawingml/2006/main">
            <a:pathLst>
              <a:path w="459" h="311905">
                <a:moveTo>
                  <a:pt x="0" y="0"/>
                </a:moveTo>
                <a:lnTo>
                  <a:pt x="459" y="311905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94" name="path-234">
            <a:extLst xmlns:a="http://schemas.openxmlformats.org/drawingml/2006/main">
              <a:ext uri="{FF2B5EF4-FFF2-40B4-BE49-F238E27FC236}">
                <a16:creationId xmlns:a16="http://schemas.microsoft.com/office/drawing/2014/main" id="{1E6D024B-872F-48B4-8B81-768EAB4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156" y="11167248"/>
            <a:ext cx="2493909" cy="443"/>
          </a:xfrm>
          <a:custGeom xmlns:a="http://schemas.openxmlformats.org/drawingml/2006/main">
            <a:pathLst>
              <a:path w="2493909" h="443">
                <a:moveTo>
                  <a:pt x="0" y="0"/>
                </a:moveTo>
                <a:lnTo>
                  <a:pt x="2493909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95" name="path-235">
            <a:extLst xmlns:a="http://schemas.openxmlformats.org/drawingml/2006/main">
              <a:ext uri="{FF2B5EF4-FFF2-40B4-BE49-F238E27FC236}">
                <a16:creationId xmlns:a16="http://schemas.microsoft.com/office/drawing/2014/main" id="{61760594-40DA-42DF-922A-0CCCA1AC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685" y="11181587"/>
            <a:ext cx="443" cy="187327"/>
          </a:xfrm>
          <a:custGeom xmlns:a="http://schemas.openxmlformats.org/drawingml/2006/main">
            <a:pathLst>
              <a:path w="443" h="187327">
                <a:moveTo>
                  <a:pt x="0" y="0"/>
                </a:moveTo>
                <a:lnTo>
                  <a:pt x="443" y="187327"/>
                </a:lnTo>
              </a:path>
            </a:pathLst>
          </a:custGeom>
          <a:noFill xmlns:a="http://schemas.openxmlformats.org/drawingml/2006/main"/>
          <a:ln xmlns:a="http://schemas.openxmlformats.org/drawingml/2006/main" w="23751">
            <a:solidFill>
              <a:srgbClr val="17202B"/>
            </a:solidFill>
            <a:prstDash val="solid"/>
          </a:ln>
        </p:spPr>
      </p:sp>
      <p:sp>
        <p:nvSpPr>
          <p:cNvPr id="296" name="path-236">
            <a:extLst xmlns:a="http://schemas.openxmlformats.org/drawingml/2006/main">
              <a:ext uri="{FF2B5EF4-FFF2-40B4-BE49-F238E27FC236}">
                <a16:creationId xmlns:a16="http://schemas.microsoft.com/office/drawing/2014/main" id="{2E1E85A6-40F7-47B4-86B0-4B2237F5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085" y="11373845"/>
            <a:ext cx="119202" cy="95901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1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297" name="path-237">
            <a:extLst xmlns:a="http://schemas.openxmlformats.org/drawingml/2006/main">
              <a:ext uri="{FF2B5EF4-FFF2-40B4-BE49-F238E27FC236}">
                <a16:creationId xmlns:a16="http://schemas.microsoft.com/office/drawing/2014/main" id="{984753A3-14C1-4121-BAEA-DC89EED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33" y="11476464"/>
            <a:ext cx="3457400" cy="665942"/>
          </a:xfrm>
          <a:custGeom xmlns:a="http://schemas.openxmlformats.org/drawingml/2006/main">
            <a:pathLst>
              <a:path w="3457400" h="665942">
                <a:moveTo>
                  <a:pt x="0" y="113829"/>
                </a:moveTo>
                <a:lnTo>
                  <a:pt x="0" y="113829"/>
                </a:lnTo>
                <a:cubicBezTo>
                  <a:pt x="0" y="93672"/>
                  <a:pt x="5375" y="74400"/>
                  <a:pt x="15225" y="56914"/>
                </a:cubicBezTo>
                <a:cubicBezTo>
                  <a:pt x="25090" y="39445"/>
                  <a:pt x="39429" y="25106"/>
                  <a:pt x="56914" y="15240"/>
                </a:cubicBezTo>
                <a:cubicBezTo>
                  <a:pt x="74383" y="5376"/>
                  <a:pt x="93655" y="0"/>
                  <a:pt x="113828" y="0"/>
                </a:cubicBezTo>
                <a:lnTo>
                  <a:pt x="3343130" y="0"/>
                </a:lnTo>
                <a:cubicBezTo>
                  <a:pt x="3363303" y="0"/>
                  <a:pt x="3382574" y="5376"/>
                  <a:pt x="3400044" y="15240"/>
                </a:cubicBezTo>
                <a:cubicBezTo>
                  <a:pt x="3417529" y="25106"/>
                  <a:pt x="3431868" y="39445"/>
                  <a:pt x="3441717" y="56914"/>
                </a:cubicBezTo>
                <a:cubicBezTo>
                  <a:pt x="3451583" y="74400"/>
                  <a:pt x="3456958" y="93672"/>
                  <a:pt x="3456958" y="113829"/>
                </a:cubicBezTo>
                <a:lnTo>
                  <a:pt x="3457400" y="551671"/>
                </a:lnTo>
                <a:cubicBezTo>
                  <a:pt x="3457400" y="571828"/>
                  <a:pt x="3452026" y="591100"/>
                  <a:pt x="3442176" y="608586"/>
                </a:cubicBezTo>
                <a:cubicBezTo>
                  <a:pt x="3432311" y="626055"/>
                  <a:pt x="3417972" y="640394"/>
                  <a:pt x="3400486" y="650260"/>
                </a:cubicBezTo>
                <a:cubicBezTo>
                  <a:pt x="3383017" y="660108"/>
                  <a:pt x="3363745" y="665500"/>
                  <a:pt x="3343573" y="665500"/>
                </a:cubicBezTo>
                <a:lnTo>
                  <a:pt x="113828" y="665942"/>
                </a:lnTo>
                <a:cubicBezTo>
                  <a:pt x="93655" y="665942"/>
                  <a:pt x="74383" y="660567"/>
                  <a:pt x="56914" y="650702"/>
                </a:cubicBezTo>
                <a:cubicBezTo>
                  <a:pt x="39429" y="640852"/>
                  <a:pt x="25090" y="626497"/>
                  <a:pt x="15225" y="609028"/>
                </a:cubicBezTo>
                <a:cubicBezTo>
                  <a:pt x="5375" y="591543"/>
                  <a:pt x="0" y="572287"/>
                  <a:pt x="0" y="552114"/>
                </a:cubicBezTo>
                <a:lnTo>
                  <a:pt x="0" y="113829"/>
                </a:lnTo>
              </a:path>
            </a:pathLst>
          </a:custGeom>
          <a:solidFill xmlns:a="http://schemas.openxmlformats.org/drawingml/2006/main">
            <a:srgbClr val="F4F9FD"/>
          </a:solidFill>
          <a:ln xmlns:a="http://schemas.openxmlformats.org/drawingml/2006/main" w="21959">
            <a:solidFill>
              <a:srgbClr val="1F5FA8"/>
            </a:solidFill>
            <a:prstDash val="solid"/>
          </a:ln>
        </p:spPr>
      </p:sp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006B90E-ADE9-440C-A75A-29C0AA37F0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bb243f3c64fd2"/>
          <a:stretch xmlns:a="http://schemas.openxmlformats.org/drawingml/2006/main"/>
        </p:blipFill>
        <p:spPr>
          <a:xfrm xmlns:a="http://schemas.openxmlformats.org/drawingml/2006/main">
            <a:off x="2962673" y="11642734"/>
            <a:ext cx="274705" cy="274705"/>
          </a:xfrm>
          <a:prstGeom xmlns:a="http://schemas.openxmlformats.org/drawingml/2006/main" prst="rect">
            <a:avLst/>
          </a:prstGeom>
        </p:spPr>
      </p:pic>
      <p:sp>
        <p:nvSpPr>
          <p:cNvPr id="299" name="text-239 Paired">
            <a:extLst xmlns:a="http://schemas.openxmlformats.org/drawingml/2006/main">
              <a:ext uri="{FF2B5EF4-FFF2-40B4-BE49-F238E27FC236}">
                <a16:creationId xmlns:a16="http://schemas.microsoft.com/office/drawing/2014/main" id="{82F0EABC-E5A5-4E86-A0ED-85EF8699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9568" y="11664669"/>
            <a:ext cx="687542" cy="297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673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Paired</a:t>
            </a:r>
          </a:p>
        </p:txBody>
      </p:sp>
      <p:sp>
        <p:nvSpPr>
          <p:cNvPr id="300" name="text-239 Training">
            <a:extLst xmlns:a="http://schemas.openxmlformats.org/drawingml/2006/main">
              <a:ext uri="{FF2B5EF4-FFF2-40B4-BE49-F238E27FC236}">
                <a16:creationId xmlns:a16="http://schemas.microsoft.com/office/drawing/2014/main" id="{8D4BE6E8-B2C6-4C13-8EBE-9DAD644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7567" y="11664639"/>
            <a:ext cx="864388" cy="297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673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01" name="text-239 Records">
            <a:extLst xmlns:a="http://schemas.openxmlformats.org/drawingml/2006/main">
              <a:ext uri="{FF2B5EF4-FFF2-40B4-BE49-F238E27FC236}">
                <a16:creationId xmlns:a16="http://schemas.microsoft.com/office/drawing/2014/main" id="{1C7A2877-1E3E-493F-BDFB-779F3F91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979" y="11664573"/>
            <a:ext cx="888571" cy="29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4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4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674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02" name="path-240">
            <a:extLst xmlns:a="http://schemas.openxmlformats.org/drawingml/2006/main">
              <a:ext uri="{FF2B5EF4-FFF2-40B4-BE49-F238E27FC236}">
                <a16:creationId xmlns:a16="http://schemas.microsoft.com/office/drawing/2014/main" id="{4769AD6B-FD1B-4A88-9419-44FE5589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147" y="11813918"/>
            <a:ext cx="2277462" cy="442"/>
          </a:xfrm>
          <a:custGeom xmlns:a="http://schemas.openxmlformats.org/drawingml/2006/main">
            <a:pathLst>
              <a:path w="2277462" h="442">
                <a:moveTo>
                  <a:pt x="0" y="0"/>
                </a:moveTo>
                <a:lnTo>
                  <a:pt x="2277462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38091">
            <a:solidFill>
              <a:srgbClr val="1B4E8C"/>
            </a:solidFill>
            <a:prstDash val="solid"/>
          </a:ln>
        </p:spPr>
      </p:sp>
      <p:sp>
        <p:nvSpPr>
          <p:cNvPr id="303" name="path-241">
            <a:extLst xmlns:a="http://schemas.openxmlformats.org/drawingml/2006/main">
              <a:ext uri="{FF2B5EF4-FFF2-40B4-BE49-F238E27FC236}">
                <a16:creationId xmlns:a16="http://schemas.microsoft.com/office/drawing/2014/main" id="{A0F9B711-A48D-404B-A6E7-CCA9C21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609" y="9168095"/>
            <a:ext cx="443" cy="2644036"/>
          </a:xfrm>
          <a:custGeom xmlns:a="http://schemas.openxmlformats.org/drawingml/2006/main">
            <a:pathLst>
              <a:path w="443" h="2644036">
                <a:moveTo>
                  <a:pt x="0" y="0"/>
                </a:moveTo>
                <a:lnTo>
                  <a:pt x="443" y="2644036"/>
                </a:lnTo>
              </a:path>
            </a:pathLst>
          </a:custGeom>
          <a:noFill xmlns:a="http://schemas.openxmlformats.org/drawingml/2006/main"/>
          <a:ln xmlns:a="http://schemas.openxmlformats.org/drawingml/2006/main" w="38091">
            <a:solidFill>
              <a:srgbClr val="1B4E8C"/>
            </a:solidFill>
            <a:prstDash val="solid"/>
          </a:ln>
        </p:spPr>
      </p:sp>
      <p:sp>
        <p:nvSpPr>
          <p:cNvPr id="304" name="path-242">
            <a:extLst xmlns:a="http://schemas.openxmlformats.org/drawingml/2006/main">
              <a:ext uri="{FF2B5EF4-FFF2-40B4-BE49-F238E27FC236}">
                <a16:creationId xmlns:a16="http://schemas.microsoft.com/office/drawing/2014/main" id="{2009B48F-BAB5-431A-9953-FA6C726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190" y="7648443"/>
            <a:ext cx="7499214" cy="4772700"/>
          </a:xfrm>
          <a:custGeom xmlns:a="http://schemas.openxmlformats.org/drawingml/2006/main">
            <a:pathLst>
              <a:path w="7499214" h="4772700">
                <a:moveTo>
                  <a:pt x="460" y="102620"/>
                </a:moveTo>
                <a:lnTo>
                  <a:pt x="460" y="102620"/>
                </a:lnTo>
                <a:cubicBezTo>
                  <a:pt x="460" y="84692"/>
                  <a:pt x="5393" y="66764"/>
                  <a:pt x="14357" y="51539"/>
                </a:cubicBezTo>
                <a:cubicBezTo>
                  <a:pt x="23304" y="35841"/>
                  <a:pt x="36300" y="22845"/>
                  <a:pt x="51539" y="13881"/>
                </a:cubicBezTo>
                <a:cubicBezTo>
                  <a:pt x="67224" y="4918"/>
                  <a:pt x="85150" y="0"/>
                  <a:pt x="103078" y="0"/>
                </a:cubicBezTo>
                <a:lnTo>
                  <a:pt x="7396596" y="443"/>
                </a:lnTo>
                <a:cubicBezTo>
                  <a:pt x="7414524" y="443"/>
                  <a:pt x="7432436" y="5376"/>
                  <a:pt x="7447675" y="14340"/>
                </a:cubicBezTo>
                <a:cubicBezTo>
                  <a:pt x="7463359" y="23304"/>
                  <a:pt x="7476355" y="36299"/>
                  <a:pt x="7485319" y="51539"/>
                </a:cubicBezTo>
                <a:cubicBezTo>
                  <a:pt x="7494281" y="67222"/>
                  <a:pt x="7499214" y="85150"/>
                  <a:pt x="7499214" y="103063"/>
                </a:cubicBezTo>
                <a:lnTo>
                  <a:pt x="7499214" y="4670081"/>
                </a:lnTo>
                <a:cubicBezTo>
                  <a:pt x="7499214" y="4688009"/>
                  <a:pt x="7494281" y="4705937"/>
                  <a:pt x="7485319" y="4721178"/>
                </a:cubicBezTo>
                <a:cubicBezTo>
                  <a:pt x="7476355" y="4736860"/>
                  <a:pt x="7463359" y="4749856"/>
                  <a:pt x="7448135" y="4758820"/>
                </a:cubicBezTo>
                <a:cubicBezTo>
                  <a:pt x="7432436" y="4767783"/>
                  <a:pt x="7414524" y="4772700"/>
                  <a:pt x="7396596" y="4772700"/>
                </a:cubicBezTo>
                <a:lnTo>
                  <a:pt x="102635" y="4772700"/>
                </a:lnTo>
                <a:cubicBezTo>
                  <a:pt x="84709" y="4772700"/>
                  <a:pt x="66781" y="4767783"/>
                  <a:pt x="51539" y="4758820"/>
                </a:cubicBezTo>
                <a:cubicBezTo>
                  <a:pt x="35857" y="4749856"/>
                  <a:pt x="22861" y="4736860"/>
                  <a:pt x="13897" y="4721620"/>
                </a:cubicBezTo>
                <a:cubicBezTo>
                  <a:pt x="4933" y="4705937"/>
                  <a:pt x="0" y="4688009"/>
                  <a:pt x="0" y="4670081"/>
                </a:cubicBezTo>
                <a:lnTo>
                  <a:pt x="460" y="102620"/>
                </a:lnTo>
              </a:path>
            </a:pathLst>
          </a:custGeom>
          <a:solidFill xmlns:a="http://schemas.openxmlformats.org/drawingml/2006/main">
            <a:srgbClr val="FEFAF5"/>
          </a:solidFill>
          <a:ln xmlns:a="http://schemas.openxmlformats.org/drawingml/2006/main" w="17477">
            <a:solidFill>
              <a:srgbClr val="EEBB90"/>
            </a:solidFill>
            <a:prstDash val="solid"/>
          </a:ln>
        </p:spPr>
      </p:sp>
      <p:sp>
        <p:nvSpPr>
          <p:cNvPr id="305" name="path-243">
            <a:extLst xmlns:a="http://schemas.openxmlformats.org/drawingml/2006/main">
              <a:ext uri="{FF2B5EF4-FFF2-40B4-BE49-F238E27FC236}">
                <a16:creationId xmlns:a16="http://schemas.microsoft.com/office/drawing/2014/main" id="{0A2EF869-7B05-414B-AF27-D2E9E51F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424" y="7735823"/>
            <a:ext cx="317278" cy="317295"/>
          </a:xfrm>
          <a:custGeom xmlns:a="http://schemas.openxmlformats.org/drawingml/2006/main">
            <a:pathLst>
              <a:path w="317278" h="317295">
                <a:moveTo>
                  <a:pt x="0" y="158648"/>
                </a:moveTo>
                <a:lnTo>
                  <a:pt x="0" y="158648"/>
                </a:lnTo>
                <a:cubicBezTo>
                  <a:pt x="0" y="130854"/>
                  <a:pt x="7162" y="103520"/>
                  <a:pt x="21056" y="79332"/>
                </a:cubicBezTo>
                <a:cubicBezTo>
                  <a:pt x="34953" y="55127"/>
                  <a:pt x="55113" y="34954"/>
                  <a:pt x="79316" y="21073"/>
                </a:cubicBezTo>
                <a:cubicBezTo>
                  <a:pt x="103519" y="7177"/>
                  <a:pt x="130855" y="0"/>
                  <a:pt x="158632" y="0"/>
                </a:cubicBezTo>
                <a:cubicBezTo>
                  <a:pt x="186423" y="0"/>
                  <a:pt x="213759" y="7177"/>
                  <a:pt x="237962" y="21073"/>
                </a:cubicBezTo>
                <a:cubicBezTo>
                  <a:pt x="262151" y="34954"/>
                  <a:pt x="282325" y="55127"/>
                  <a:pt x="296222" y="79332"/>
                </a:cubicBezTo>
                <a:cubicBezTo>
                  <a:pt x="310102" y="103520"/>
                  <a:pt x="317278" y="130854"/>
                  <a:pt x="317278" y="158648"/>
                </a:cubicBezTo>
                <a:cubicBezTo>
                  <a:pt x="317278" y="186424"/>
                  <a:pt x="310102" y="213775"/>
                  <a:pt x="296222" y="237964"/>
                </a:cubicBezTo>
                <a:cubicBezTo>
                  <a:pt x="282325" y="262167"/>
                  <a:pt x="262151" y="282340"/>
                  <a:pt x="237962" y="296221"/>
                </a:cubicBezTo>
                <a:cubicBezTo>
                  <a:pt x="213759" y="310118"/>
                  <a:pt x="186423" y="317295"/>
                  <a:pt x="158632" y="317295"/>
                </a:cubicBezTo>
                <a:cubicBezTo>
                  <a:pt x="130855" y="317295"/>
                  <a:pt x="103519" y="310118"/>
                  <a:pt x="79316" y="296221"/>
                </a:cubicBezTo>
                <a:cubicBezTo>
                  <a:pt x="55113" y="282340"/>
                  <a:pt x="34953" y="262167"/>
                  <a:pt x="21056" y="237964"/>
                </a:cubicBezTo>
                <a:cubicBezTo>
                  <a:pt x="7162" y="213775"/>
                  <a:pt x="0" y="186424"/>
                  <a:pt x="0" y="158648"/>
                </a:cubicBezTo>
              </a:path>
            </a:pathLst>
          </a:custGeom>
          <a:solidFill xmlns:a="http://schemas.openxmlformats.org/drawingml/2006/main">
            <a:srgbClr val="B85A18"/>
          </a:solidFill>
          <a:ln xmlns:a="http://schemas.openxmlformats.org/drawingml/2006/main" w="6274">
            <a:solidFill>
              <a:srgbClr val="B85A18"/>
            </a:solidFill>
            <a:prstDash val="solid"/>
          </a:ln>
        </p:spPr>
      </p:sp>
      <p:sp>
        <p:nvSpPr>
          <p:cNvPr id="306" name="text-244 4">
            <a:extLst xmlns:a="http://schemas.openxmlformats.org/drawingml/2006/main">
              <a:ext uri="{FF2B5EF4-FFF2-40B4-BE49-F238E27FC236}">
                <a16:creationId xmlns:a16="http://schemas.microsoft.com/office/drawing/2014/main" id="{8412E836-9B5E-40D6-A5F7-4222648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1830" y="7776995"/>
            <a:ext cx="144175" cy="274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7" name="text-245 Appearance">
            <a:extLst xmlns:a="http://schemas.openxmlformats.org/drawingml/2006/main">
              <a:ext uri="{FF2B5EF4-FFF2-40B4-BE49-F238E27FC236}">
                <a16:creationId xmlns:a16="http://schemas.microsoft.com/office/drawing/2014/main" id="{37A9B0AB-4826-4DC4-BAAC-30D7D84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3712" y="7754554"/>
            <a:ext cx="1375894" cy="326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Appearance</a:t>
            </a:r>
          </a:p>
        </p:txBody>
      </p:sp>
      <p:sp>
        <p:nvSpPr>
          <p:cNvPr id="308" name="text-245 Degradation">
            <a:extLst xmlns:a="http://schemas.openxmlformats.org/drawingml/2006/main">
              <a:ext uri="{FF2B5EF4-FFF2-40B4-BE49-F238E27FC236}">
                <a16:creationId xmlns:a16="http://schemas.microsoft.com/office/drawing/2014/main" id="{C033EF09-8F44-4ABA-BADC-A913AD30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2498" y="7754510"/>
            <a:ext cx="1401647" cy="326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Degradation</a:t>
            </a:r>
          </a:p>
        </p:txBody>
      </p:sp>
      <p:sp>
        <p:nvSpPr>
          <p:cNvPr id="309" name="text-245 &amp;">
            <a:extLst xmlns:a="http://schemas.openxmlformats.org/drawingml/2006/main">
              <a:ext uri="{FF2B5EF4-FFF2-40B4-BE49-F238E27FC236}">
                <a16:creationId xmlns:a16="http://schemas.microsoft.com/office/drawing/2014/main" id="{4021DA0B-1D0D-4642-91EC-F84FBD9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869" y="7755036"/>
            <a:ext cx="209844" cy="325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2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10" name="text-245 Augmentation">
            <a:extLst xmlns:a="http://schemas.openxmlformats.org/drawingml/2006/main">
              <a:ext uri="{FF2B5EF4-FFF2-40B4-BE49-F238E27FC236}">
                <a16:creationId xmlns:a16="http://schemas.microsoft.com/office/drawing/2014/main" id="{7ED768A6-579A-433A-905D-D09457FF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1782" y="7754484"/>
            <a:ext cx="1608656" cy="326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83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311" name="text-246 Clean">
            <a:extLst xmlns:a="http://schemas.openxmlformats.org/drawingml/2006/main">
              <a:ext uri="{FF2B5EF4-FFF2-40B4-BE49-F238E27FC236}">
                <a16:creationId xmlns:a16="http://schemas.microsoft.com/office/drawing/2014/main" id="{359D30B5-BF39-43E4-BFAF-9C7417F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7419" y="8322283"/>
            <a:ext cx="363363" cy="17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6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312" name="text-246 Records">
            <a:extLst xmlns:a="http://schemas.openxmlformats.org/drawingml/2006/main">
              <a:ext uri="{FF2B5EF4-FFF2-40B4-BE49-F238E27FC236}">
                <a16:creationId xmlns:a16="http://schemas.microsoft.com/office/drawing/2014/main" id="{8D482DFD-10F0-4777-897B-A71DA9EA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3027" y="8322203"/>
            <a:ext cx="523718" cy="175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6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13" name="text-246 from">
            <a:extLst xmlns:a="http://schemas.openxmlformats.org/drawingml/2006/main">
              <a:ext uri="{FF2B5EF4-FFF2-40B4-BE49-F238E27FC236}">
                <a16:creationId xmlns:a16="http://schemas.microsoft.com/office/drawing/2014/main" id="{99270BC7-9F39-4725-92E2-68369997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9060" y="8322373"/>
            <a:ext cx="300494" cy="175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314" name="text-247 Collected">
            <a:extLst xmlns:a="http://schemas.openxmlformats.org/drawingml/2006/main">
              <a:ext uri="{FF2B5EF4-FFF2-40B4-BE49-F238E27FC236}">
                <a16:creationId xmlns:a16="http://schemas.microsoft.com/office/drawing/2014/main" id="{DD375D56-DB01-4787-9D11-1D6177B5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8583" y="8466650"/>
            <a:ext cx="585667" cy="175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315" name="text-247 &amp;">
            <a:extLst xmlns:a="http://schemas.openxmlformats.org/drawingml/2006/main">
              <a:ext uri="{FF2B5EF4-FFF2-40B4-BE49-F238E27FC236}">
                <a16:creationId xmlns:a16="http://schemas.microsoft.com/office/drawing/2014/main" id="{E2E8DD30-2C31-4E22-A768-88F62FA0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6883" y="8466739"/>
            <a:ext cx="112805" cy="17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16" name="text-247 Synthetic">
            <a:extLst xmlns:a="http://schemas.openxmlformats.org/drawingml/2006/main">
              <a:ext uri="{FF2B5EF4-FFF2-40B4-BE49-F238E27FC236}">
                <a16:creationId xmlns:a16="http://schemas.microsoft.com/office/drawing/2014/main" id="{4066BD93-A6E4-4E60-BF9E-8562173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1919" y="8466613"/>
            <a:ext cx="585840" cy="175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6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317" name="text-248 Streams">
            <a:extLst xmlns:a="http://schemas.openxmlformats.org/drawingml/2006/main">
              <a:ext uri="{FF2B5EF4-FFF2-40B4-BE49-F238E27FC236}">
                <a16:creationId xmlns:a16="http://schemas.microsoft.com/office/drawing/2014/main" id="{ECB4194A-3370-4B6D-8469-C8FE8C7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5177" y="8610949"/>
            <a:ext cx="516317" cy="17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Streams</a:t>
            </a:r>
          </a:p>
        </p:txBody>
      </p:sp>
      <p:sp>
        <p:nvSpPr>
          <p:cNvPr id="318" name="path-249">
            <a:extLst xmlns:a="http://schemas.openxmlformats.org/drawingml/2006/main">
              <a:ext uri="{FF2B5EF4-FFF2-40B4-BE49-F238E27FC236}">
                <a16:creationId xmlns:a16="http://schemas.microsoft.com/office/drawing/2014/main" id="{1543C066-0473-4D43-AE2E-76C040CA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3687" y="8862910"/>
            <a:ext cx="827718" cy="1112732"/>
          </a:xfrm>
          <a:custGeom xmlns:a="http://schemas.openxmlformats.org/drawingml/2006/main">
            <a:pathLst>
              <a:path w="827718" h="1112732">
                <a:moveTo>
                  <a:pt x="441" y="22844"/>
                </a:moveTo>
                <a:lnTo>
                  <a:pt x="441" y="22844"/>
                </a:lnTo>
                <a:cubicBezTo>
                  <a:pt x="441" y="18814"/>
                  <a:pt x="1342" y="14782"/>
                  <a:pt x="3588" y="11652"/>
                </a:cubicBezTo>
                <a:cubicBezTo>
                  <a:pt x="5374" y="8063"/>
                  <a:pt x="8521" y="4917"/>
                  <a:pt x="11651" y="3130"/>
                </a:cubicBezTo>
                <a:cubicBezTo>
                  <a:pt x="15239" y="1343"/>
                  <a:pt x="19271" y="0"/>
                  <a:pt x="23302" y="0"/>
                </a:cubicBezTo>
                <a:lnTo>
                  <a:pt x="804856" y="442"/>
                </a:lnTo>
                <a:cubicBezTo>
                  <a:pt x="808888" y="442"/>
                  <a:pt x="812919" y="1343"/>
                  <a:pt x="816067" y="3572"/>
                </a:cubicBezTo>
                <a:cubicBezTo>
                  <a:pt x="819655" y="5375"/>
                  <a:pt x="822785" y="8505"/>
                  <a:pt x="824573" y="11652"/>
                </a:cubicBezTo>
                <a:cubicBezTo>
                  <a:pt x="826375" y="15225"/>
                  <a:pt x="827718" y="19256"/>
                  <a:pt x="827718" y="23303"/>
                </a:cubicBezTo>
                <a:lnTo>
                  <a:pt x="827718" y="1089872"/>
                </a:lnTo>
                <a:cubicBezTo>
                  <a:pt x="827718" y="1093904"/>
                  <a:pt x="826816" y="1097935"/>
                  <a:pt x="824573" y="1101081"/>
                </a:cubicBezTo>
                <a:cubicBezTo>
                  <a:pt x="822785" y="1104669"/>
                  <a:pt x="819655" y="1107799"/>
                  <a:pt x="816510" y="1109586"/>
                </a:cubicBezTo>
                <a:cubicBezTo>
                  <a:pt x="812919" y="1111389"/>
                  <a:pt x="808888" y="1112732"/>
                  <a:pt x="804856" y="1112732"/>
                </a:cubicBezTo>
                <a:lnTo>
                  <a:pt x="22859" y="1112732"/>
                </a:lnTo>
                <a:cubicBezTo>
                  <a:pt x="18810" y="1112732"/>
                  <a:pt x="14781" y="1111831"/>
                  <a:pt x="11651" y="1109586"/>
                </a:cubicBezTo>
                <a:cubicBezTo>
                  <a:pt x="8060" y="1107799"/>
                  <a:pt x="4930" y="1104669"/>
                  <a:pt x="3130" y="1101523"/>
                </a:cubicBezTo>
                <a:cubicBezTo>
                  <a:pt x="1342" y="1097935"/>
                  <a:pt x="0" y="1093904"/>
                  <a:pt x="0" y="1089872"/>
                </a:cubicBezTo>
                <a:lnTo>
                  <a:pt x="441" y="2284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477">
            <a:solidFill>
              <a:srgbClr val="9CBEE0"/>
            </a:solidFill>
            <a:prstDash val="solid"/>
          </a:ln>
        </p:spPr>
      </p:sp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D6A93BE-ACDB-4ACA-AD91-AAFAC3C0D7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20745ffa14139"/>
          <a:stretch xmlns:a="http://schemas.openxmlformats.org/drawingml/2006/main"/>
        </p:blipFill>
        <p:spPr>
          <a:xfrm xmlns:a="http://schemas.openxmlformats.org/drawingml/2006/main">
            <a:off x="14037604" y="8911363"/>
            <a:ext cx="740783" cy="958436"/>
          </a:xfrm>
          <a:prstGeom xmlns:a="http://schemas.openxmlformats.org/drawingml/2006/main" prst="rect">
            <a:avLst/>
          </a:prstGeom>
        </p:spPr>
      </p:pic>
      <p:sp>
        <p:nvSpPr>
          <p:cNvPr id="320" name="path-251">
            <a:extLst xmlns:a="http://schemas.openxmlformats.org/drawingml/2006/main">
              <a:ext uri="{FF2B5EF4-FFF2-40B4-BE49-F238E27FC236}">
                <a16:creationId xmlns:a16="http://schemas.microsoft.com/office/drawing/2014/main" id="{E4E51FF1-0253-49C1-BB67-CC05154F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241" y="8218026"/>
            <a:ext cx="2654787" cy="1867412"/>
          </a:xfrm>
          <a:custGeom xmlns:a="http://schemas.openxmlformats.org/drawingml/2006/main">
            <a:pathLst>
              <a:path w="2654787" h="1867412">
                <a:moveTo>
                  <a:pt x="0" y="64535"/>
                </a:moveTo>
                <a:lnTo>
                  <a:pt x="0" y="64535"/>
                </a:lnTo>
                <a:cubicBezTo>
                  <a:pt x="0" y="53326"/>
                  <a:pt x="3130" y="42133"/>
                  <a:pt x="8521" y="32267"/>
                </a:cubicBezTo>
                <a:cubicBezTo>
                  <a:pt x="14340" y="22403"/>
                  <a:pt x="22403" y="14339"/>
                  <a:pt x="32269" y="8521"/>
                </a:cubicBezTo>
                <a:cubicBezTo>
                  <a:pt x="42134" y="2688"/>
                  <a:pt x="53327" y="0"/>
                  <a:pt x="64535" y="0"/>
                </a:cubicBezTo>
                <a:lnTo>
                  <a:pt x="2589809" y="0"/>
                </a:lnTo>
                <a:cubicBezTo>
                  <a:pt x="2601019" y="0"/>
                  <a:pt x="2612212" y="3130"/>
                  <a:pt x="2622078" y="8521"/>
                </a:cubicBezTo>
                <a:cubicBezTo>
                  <a:pt x="2631943" y="14339"/>
                  <a:pt x="2640006" y="22403"/>
                  <a:pt x="2645823" y="32267"/>
                </a:cubicBezTo>
                <a:cubicBezTo>
                  <a:pt x="2651657" y="42133"/>
                  <a:pt x="2654344" y="53326"/>
                  <a:pt x="2654344" y="64535"/>
                </a:cubicBezTo>
                <a:lnTo>
                  <a:pt x="2654787" y="1802420"/>
                </a:lnTo>
                <a:cubicBezTo>
                  <a:pt x="2654787" y="1813628"/>
                  <a:pt x="2651657" y="1824838"/>
                  <a:pt x="2646281" y="1834687"/>
                </a:cubicBezTo>
                <a:cubicBezTo>
                  <a:pt x="2640447" y="1844552"/>
                  <a:pt x="2632384" y="1852615"/>
                  <a:pt x="2622519" y="1858448"/>
                </a:cubicBezTo>
                <a:cubicBezTo>
                  <a:pt x="2612670" y="1864266"/>
                  <a:pt x="2601463" y="1866954"/>
                  <a:pt x="2590253" y="1866954"/>
                </a:cubicBezTo>
                <a:lnTo>
                  <a:pt x="64535" y="1867412"/>
                </a:lnTo>
                <a:cubicBezTo>
                  <a:pt x="53327" y="1867412"/>
                  <a:pt x="42134" y="1864266"/>
                  <a:pt x="32269" y="1858891"/>
                </a:cubicBezTo>
                <a:cubicBezTo>
                  <a:pt x="22403" y="1853073"/>
                  <a:pt x="14340" y="1844995"/>
                  <a:pt x="8521" y="1835145"/>
                </a:cubicBezTo>
                <a:cubicBezTo>
                  <a:pt x="2689" y="1825281"/>
                  <a:pt x="0" y="1814072"/>
                  <a:pt x="0" y="1802879"/>
                </a:cubicBezTo>
                <a:lnTo>
                  <a:pt x="0" y="64535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15685">
            <a:solidFill>
              <a:srgbClr val="EDBE93"/>
            </a:solidFill>
            <a:prstDash val="solid"/>
          </a:ln>
        </p:spPr>
      </p:sp>
      <p:sp>
        <p:nvSpPr>
          <p:cNvPr id="321" name="text-252 Propagation">
            <a:extLst xmlns:a="http://schemas.openxmlformats.org/drawingml/2006/main">
              <a:ext uri="{FF2B5EF4-FFF2-40B4-BE49-F238E27FC236}">
                <a16:creationId xmlns:a16="http://schemas.microsoft.com/office/drawing/2014/main" id="{4DFD1295-F2A6-406D-A22F-CF3D6466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9126" y="8324960"/>
            <a:ext cx="921997" cy="21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322" name="text-252 &amp;">
            <a:extLst xmlns:a="http://schemas.openxmlformats.org/drawingml/2006/main">
              <a:ext uri="{FF2B5EF4-FFF2-40B4-BE49-F238E27FC236}">
                <a16:creationId xmlns:a16="http://schemas.microsoft.com/office/drawing/2014/main" id="{FE0A9362-51B2-4B99-BDB9-383B64E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6289" y="8325009"/>
            <a:ext cx="138286" cy="214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23" name="text-252 Reproduction">
            <a:extLst xmlns:a="http://schemas.openxmlformats.org/drawingml/2006/main">
              <a:ext uri="{FF2B5EF4-FFF2-40B4-BE49-F238E27FC236}">
                <a16:creationId xmlns:a16="http://schemas.microsoft.com/office/drawing/2014/main" id="{E75514B0-756A-46FF-BFFA-62667C9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9699" y="8324874"/>
            <a:ext cx="1024696" cy="214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Reproduction</a:t>
            </a:r>
          </a:p>
        </p:txBody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CA24C20-0A7E-42E5-8928-54F87E453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feb6d72e4a06"/>
          <a:stretch xmlns:a="http://schemas.openxmlformats.org/drawingml/2006/main"/>
        </p:blipFill>
        <p:spPr>
          <a:xfrm xmlns:a="http://schemas.openxmlformats.org/drawingml/2006/main">
            <a:off x="11098691" y="8836461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25" name="text-254 Paper">
            <a:extLst xmlns:a="http://schemas.openxmlformats.org/drawingml/2006/main">
              <a:ext uri="{FF2B5EF4-FFF2-40B4-BE49-F238E27FC236}">
                <a16:creationId xmlns:a16="http://schemas.microsoft.com/office/drawing/2014/main" id="{2311E2A2-4BAD-4275-A4F4-AD63446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9889" y="8815114"/>
            <a:ext cx="405260" cy="19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326" name="text-254 tone">
            <a:extLst xmlns:a="http://schemas.openxmlformats.org/drawingml/2006/main">
              <a:ext uri="{FF2B5EF4-FFF2-40B4-BE49-F238E27FC236}">
                <a16:creationId xmlns:a16="http://schemas.microsoft.com/office/drawing/2014/main" id="{26360B4D-24BB-4E53-8DB5-8DFC3BB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998" y="8815096"/>
            <a:ext cx="302540" cy="199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tone</a:t>
            </a:r>
          </a:p>
        </p:txBody>
      </p:sp>
      <p:sp>
        <p:nvSpPr>
          <p:cNvPr id="327" name="text-254 &amp;">
            <a:extLst xmlns:a="http://schemas.openxmlformats.org/drawingml/2006/main">
              <a:ext uri="{FF2B5EF4-FFF2-40B4-BE49-F238E27FC236}">
                <a16:creationId xmlns:a16="http://schemas.microsoft.com/office/drawing/2014/main" id="{A2F48AAA-7380-4B5F-B74F-DB733395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363" y="8814830"/>
            <a:ext cx="120725" cy="199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28" name="text-255 texture">
            <a:extLst xmlns:a="http://schemas.openxmlformats.org/drawingml/2006/main">
              <a:ext uri="{FF2B5EF4-FFF2-40B4-BE49-F238E27FC236}">
                <a16:creationId xmlns:a16="http://schemas.microsoft.com/office/drawing/2014/main" id="{CF62BC73-B4E3-4D9A-A01F-089419CE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9889" y="8975934"/>
            <a:ext cx="460728" cy="199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69BA1D9-2C5D-4D2F-BB32-7029D5CEE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071ed7eae4578"/>
          <a:stretch xmlns:a="http://schemas.openxmlformats.org/drawingml/2006/main"/>
        </p:blipFill>
        <p:spPr>
          <a:xfrm xmlns:a="http://schemas.openxmlformats.org/drawingml/2006/main">
            <a:off x="12357074" y="8836461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30" name="text-257 Noise">
            <a:extLst xmlns:a="http://schemas.openxmlformats.org/drawingml/2006/main">
              <a:ext uri="{FF2B5EF4-FFF2-40B4-BE49-F238E27FC236}">
                <a16:creationId xmlns:a16="http://schemas.microsoft.com/office/drawing/2014/main" id="{F70D9FAA-6ECB-4901-BC8C-9FF1113D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8275" y="8815021"/>
            <a:ext cx="389624" cy="199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331" name="text-257 &amp;">
            <a:extLst xmlns:a="http://schemas.openxmlformats.org/drawingml/2006/main">
              <a:ext uri="{FF2B5EF4-FFF2-40B4-BE49-F238E27FC236}">
                <a16:creationId xmlns:a16="http://schemas.microsoft.com/office/drawing/2014/main" id="{EA387FC8-788A-41E7-B1F0-32AF6ACE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1425" y="8814830"/>
            <a:ext cx="120725" cy="199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32" name="text-258 compression">
            <a:extLst xmlns:a="http://schemas.openxmlformats.org/drawingml/2006/main">
              <a:ext uri="{FF2B5EF4-FFF2-40B4-BE49-F238E27FC236}">
                <a16:creationId xmlns:a16="http://schemas.microsoft.com/office/drawing/2014/main" id="{4C69590A-E429-49CF-BCB0-F1FFB1A7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8275" y="8975983"/>
            <a:ext cx="832233" cy="199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compression</a:t>
            </a:r>
          </a:p>
        </p:txBody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A2AF850-7AA7-4958-8517-20121C750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cdbb104a549d4"/>
          <a:stretch xmlns:a="http://schemas.openxmlformats.org/drawingml/2006/main"/>
        </p:blipFill>
        <p:spPr>
          <a:xfrm xmlns:a="http://schemas.openxmlformats.org/drawingml/2006/main">
            <a:off x="11098691" y="9518085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34" name="text-260 Printing">
            <a:extLst xmlns:a="http://schemas.openxmlformats.org/drawingml/2006/main">
              <a:ext uri="{FF2B5EF4-FFF2-40B4-BE49-F238E27FC236}">
                <a16:creationId xmlns:a16="http://schemas.microsoft.com/office/drawing/2014/main" id="{C2D676A5-772E-4442-9DE1-0503816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9889" y="9496735"/>
            <a:ext cx="508030" cy="199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Printing</a:t>
            </a:r>
          </a:p>
        </p:txBody>
      </p:sp>
      <p:sp>
        <p:nvSpPr>
          <p:cNvPr id="335" name="text-260 /">
            <a:extLst xmlns:a="http://schemas.openxmlformats.org/drawingml/2006/main">
              <a:ext uri="{FF2B5EF4-FFF2-40B4-BE49-F238E27FC236}">
                <a16:creationId xmlns:a16="http://schemas.microsoft.com/office/drawing/2014/main" id="{732FD03F-79B0-4BFC-BF91-CABC540F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1747" y="9496354"/>
            <a:ext cx="65285" cy="19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336" name="text-261 scanning">
            <a:extLst xmlns:a="http://schemas.openxmlformats.org/drawingml/2006/main">
              <a:ext uri="{FF2B5EF4-FFF2-40B4-BE49-F238E27FC236}">
                <a16:creationId xmlns:a16="http://schemas.microsoft.com/office/drawing/2014/main" id="{FB6A62A1-D9EF-43A9-99A0-99CA554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9889" y="9657633"/>
            <a:ext cx="595097" cy="19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scanning</a:t>
            </a:r>
          </a:p>
        </p:txBody>
      </p:sp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9104E8F7-6E10-40A5-A700-0A49B6C3E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faa43dfdc4437"/>
          <a:stretch xmlns:a="http://schemas.openxmlformats.org/drawingml/2006/main"/>
        </p:blipFill>
        <p:spPr>
          <a:xfrm xmlns:a="http://schemas.openxmlformats.org/drawingml/2006/main">
            <a:off x="12357074" y="9518085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38" name="text-263 Scan">
            <a:extLst xmlns:a="http://schemas.openxmlformats.org/drawingml/2006/main">
              <a:ext uri="{FF2B5EF4-FFF2-40B4-BE49-F238E27FC236}">
                <a16:creationId xmlns:a16="http://schemas.microsoft.com/office/drawing/2014/main" id="{B1BC481F-EF53-414C-94EA-6DB5A85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8275" y="9576847"/>
            <a:ext cx="350151" cy="199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339" name="text-263 bands">
            <a:extLst xmlns:a="http://schemas.openxmlformats.org/drawingml/2006/main">
              <a:ext uri="{FF2B5EF4-FFF2-40B4-BE49-F238E27FC236}">
                <a16:creationId xmlns:a16="http://schemas.microsoft.com/office/drawing/2014/main" id="{95F98C21-A488-49BF-AAE2-E3D8C1A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1951" y="9576856"/>
            <a:ext cx="413543" cy="199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bands</a:t>
            </a:r>
          </a:p>
        </p:txBody>
      </p:sp>
      <p:sp>
        <p:nvSpPr>
          <p:cNvPr id="340" name="path-264">
            <a:extLst xmlns:a="http://schemas.openxmlformats.org/drawingml/2006/main">
              <a:ext uri="{FF2B5EF4-FFF2-40B4-BE49-F238E27FC236}">
                <a16:creationId xmlns:a16="http://schemas.microsoft.com/office/drawing/2014/main" id="{C58F8ABB-4E47-4BA0-8473-026802B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2070" y="8217125"/>
            <a:ext cx="3034372" cy="1862939"/>
          </a:xfrm>
          <a:custGeom xmlns:a="http://schemas.openxmlformats.org/drawingml/2006/main">
            <a:pathLst>
              <a:path w="3034372" h="1862939">
                <a:moveTo>
                  <a:pt x="443" y="64535"/>
                </a:moveTo>
                <a:lnTo>
                  <a:pt x="443" y="64535"/>
                </a:lnTo>
                <a:cubicBezTo>
                  <a:pt x="443" y="53342"/>
                  <a:pt x="3588" y="42133"/>
                  <a:pt x="8964" y="32267"/>
                </a:cubicBezTo>
                <a:cubicBezTo>
                  <a:pt x="14784" y="22418"/>
                  <a:pt x="22847" y="14339"/>
                  <a:pt x="32710" y="8522"/>
                </a:cubicBezTo>
                <a:cubicBezTo>
                  <a:pt x="42575" y="3146"/>
                  <a:pt x="53768" y="0"/>
                  <a:pt x="64978" y="0"/>
                </a:cubicBezTo>
                <a:lnTo>
                  <a:pt x="2969837" y="459"/>
                </a:lnTo>
                <a:cubicBezTo>
                  <a:pt x="2981030" y="459"/>
                  <a:pt x="2992240" y="3589"/>
                  <a:pt x="3002105" y="8964"/>
                </a:cubicBezTo>
                <a:cubicBezTo>
                  <a:pt x="3011954" y="14798"/>
                  <a:pt x="3020034" y="22861"/>
                  <a:pt x="3025851" y="32726"/>
                </a:cubicBezTo>
                <a:cubicBezTo>
                  <a:pt x="3031227" y="42575"/>
                  <a:pt x="3034372" y="53784"/>
                  <a:pt x="3034372" y="64993"/>
                </a:cubicBezTo>
                <a:lnTo>
                  <a:pt x="3034372" y="1798404"/>
                </a:lnTo>
                <a:cubicBezTo>
                  <a:pt x="3034372" y="1809597"/>
                  <a:pt x="3031227" y="1820807"/>
                  <a:pt x="3025851" y="1830671"/>
                </a:cubicBezTo>
                <a:cubicBezTo>
                  <a:pt x="3020034" y="1840521"/>
                  <a:pt x="3011954" y="1848584"/>
                  <a:pt x="3002105" y="1854418"/>
                </a:cubicBezTo>
                <a:cubicBezTo>
                  <a:pt x="2992240" y="1859793"/>
                  <a:pt x="2981030" y="1862939"/>
                  <a:pt x="2969837" y="1862939"/>
                </a:cubicBezTo>
                <a:lnTo>
                  <a:pt x="64535" y="1862939"/>
                </a:lnTo>
                <a:cubicBezTo>
                  <a:pt x="53325" y="1862939"/>
                  <a:pt x="42117" y="1859793"/>
                  <a:pt x="32269" y="1854418"/>
                </a:cubicBezTo>
                <a:cubicBezTo>
                  <a:pt x="22403" y="1848584"/>
                  <a:pt x="14340" y="1840521"/>
                  <a:pt x="8506" y="1830671"/>
                </a:cubicBezTo>
                <a:cubicBezTo>
                  <a:pt x="3130" y="1820807"/>
                  <a:pt x="0" y="1809597"/>
                  <a:pt x="0" y="1798404"/>
                </a:cubicBezTo>
                <a:lnTo>
                  <a:pt x="443" y="64535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15685">
            <a:solidFill>
              <a:srgbClr val="EDBE93"/>
            </a:solidFill>
            <a:prstDash val="solid"/>
          </a:ln>
        </p:spPr>
      </p:sp>
      <p:sp>
        <p:nvSpPr>
          <p:cNvPr id="341" name="text-265 Physical">
            <a:extLst xmlns:a="http://schemas.openxmlformats.org/drawingml/2006/main">
              <a:ext uri="{FF2B5EF4-FFF2-40B4-BE49-F238E27FC236}">
                <a16:creationId xmlns:a16="http://schemas.microsoft.com/office/drawing/2014/main" id="{5188C2BD-B762-47BE-96CB-DD772626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21072" y="8311969"/>
            <a:ext cx="649815" cy="21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342" name="text-265 Acquisition">
            <a:extLst xmlns:a="http://schemas.openxmlformats.org/drawingml/2006/main">
              <a:ext uri="{FF2B5EF4-FFF2-40B4-BE49-F238E27FC236}">
                <a16:creationId xmlns:a16="http://schemas.microsoft.com/office/drawing/2014/main" id="{2824A3AC-F34F-4E18-8468-B1C63E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80382" y="8311949"/>
            <a:ext cx="862381" cy="21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0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5088AFF-5EA4-45C8-9640-2C3546761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03c5455ea426c"/>
          <a:stretch xmlns:a="http://schemas.openxmlformats.org/drawingml/2006/main"/>
        </p:blipFill>
        <p:spPr>
          <a:xfrm xmlns:a="http://schemas.openxmlformats.org/drawingml/2006/main">
            <a:off x="15348413" y="8671552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44" name="text-267 Perspective">
            <a:extLst xmlns:a="http://schemas.openxmlformats.org/drawingml/2006/main">
              <a:ext uri="{FF2B5EF4-FFF2-40B4-BE49-F238E27FC236}">
                <a16:creationId xmlns:a16="http://schemas.microsoft.com/office/drawing/2014/main" id="{FCB6AC71-37F9-4B18-A32C-52834D1C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7848" y="8645184"/>
            <a:ext cx="788644" cy="2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345" name="text-268 distortion">
            <a:extLst xmlns:a="http://schemas.openxmlformats.org/drawingml/2006/main">
              <a:ext uri="{FF2B5EF4-FFF2-40B4-BE49-F238E27FC236}">
                <a16:creationId xmlns:a16="http://schemas.microsoft.com/office/drawing/2014/main" id="{D220CC6D-3992-4219-A6F3-5C8E8FB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7848" y="8809653"/>
            <a:ext cx="618380" cy="204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distortion</a:t>
            </a:r>
          </a:p>
        </p:txBody>
      </p:sp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9449CCF1-B6E6-4887-B214-C4346886B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8ca7da04f4266"/>
          <a:stretch xmlns:a="http://schemas.openxmlformats.org/drawingml/2006/main"/>
        </p:blipFill>
        <p:spPr>
          <a:xfrm xmlns:a="http://schemas.openxmlformats.org/drawingml/2006/main">
            <a:off x="16886895" y="8671552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47" name="text-270 Uneven">
            <a:extLst xmlns:a="http://schemas.openxmlformats.org/drawingml/2006/main">
              <a:ext uri="{FF2B5EF4-FFF2-40B4-BE49-F238E27FC236}">
                <a16:creationId xmlns:a16="http://schemas.microsoft.com/office/drawing/2014/main" id="{192AAD50-5B38-4A83-AFF2-7343077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2605" y="8645133"/>
            <a:ext cx="529392" cy="204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Uneven</a:t>
            </a:r>
          </a:p>
        </p:txBody>
      </p:sp>
      <p:sp>
        <p:nvSpPr>
          <p:cNvPr id="348" name="text-271 illumination">
            <a:extLst xmlns:a="http://schemas.openxmlformats.org/drawingml/2006/main">
              <a:ext uri="{FF2B5EF4-FFF2-40B4-BE49-F238E27FC236}">
                <a16:creationId xmlns:a16="http://schemas.microsoft.com/office/drawing/2014/main" id="{F1374A73-C3BB-433E-87DB-97EBD4F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2605" y="8809536"/>
            <a:ext cx="756769" cy="204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illumination</a:t>
            </a:r>
          </a:p>
        </p:txBody>
      </p:sp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8F24991-CE01-4402-9930-D8EE79159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dc6608e6f410a"/>
          <a:stretch xmlns:a="http://schemas.openxmlformats.org/drawingml/2006/main"/>
        </p:blipFill>
        <p:spPr>
          <a:xfrm xmlns:a="http://schemas.openxmlformats.org/drawingml/2006/main">
            <a:off x="15355131" y="9172570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50" name="text-273 Page">
            <a:extLst xmlns:a="http://schemas.openxmlformats.org/drawingml/2006/main">
              <a:ext uri="{FF2B5EF4-FFF2-40B4-BE49-F238E27FC236}">
                <a16:creationId xmlns:a16="http://schemas.microsoft.com/office/drawing/2014/main" id="{19F14D6D-CF58-47EC-A2EB-55FAA2A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0844" y="9146760"/>
            <a:ext cx="366823" cy="20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4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351" name="text-274 curvature">
            <a:extLst xmlns:a="http://schemas.openxmlformats.org/drawingml/2006/main">
              <a:ext uri="{FF2B5EF4-FFF2-40B4-BE49-F238E27FC236}">
                <a16:creationId xmlns:a16="http://schemas.microsoft.com/office/drawing/2014/main" id="{D089531B-5756-4222-821B-674D536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0844" y="9311052"/>
            <a:ext cx="634851" cy="20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curvature</a:t>
            </a:r>
          </a:p>
        </p:txBody>
      </p:sp>
      <p:pic>
        <p:nvPic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9F7C10DB-A7A6-4387-9F16-F10651185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18116b7d4845"/>
          <a:stretch xmlns:a="http://schemas.openxmlformats.org/drawingml/2006/main"/>
        </p:blipFill>
        <p:spPr>
          <a:xfrm xmlns:a="http://schemas.openxmlformats.org/drawingml/2006/main">
            <a:off x="16886895" y="9172570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53" name="text-276 Screen">
            <a:extLst xmlns:a="http://schemas.openxmlformats.org/drawingml/2006/main">
              <a:ext uri="{FF2B5EF4-FFF2-40B4-BE49-F238E27FC236}">
                <a16:creationId xmlns:a16="http://schemas.microsoft.com/office/drawing/2014/main" id="{16F73F2D-4F26-422B-8E25-B0C4A3B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2605" y="9146623"/>
            <a:ext cx="488753" cy="20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354" name="text-277 recapture">
            <a:extLst xmlns:a="http://schemas.openxmlformats.org/drawingml/2006/main">
              <a:ext uri="{FF2B5EF4-FFF2-40B4-BE49-F238E27FC236}">
                <a16:creationId xmlns:a16="http://schemas.microsoft.com/office/drawing/2014/main" id="{1035EFA5-4809-4C48-99FC-DD18CC4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2605" y="9311067"/>
            <a:ext cx="643001" cy="204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recapture</a:t>
            </a:r>
          </a:p>
        </p:txBody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253EF57-FFBD-434E-A939-453443D9C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993ea76eb4356"/>
          <a:stretch xmlns:a="http://schemas.openxmlformats.org/drawingml/2006/main"/>
        </p:blipFill>
        <p:spPr>
          <a:xfrm xmlns:a="http://schemas.openxmlformats.org/drawingml/2006/main">
            <a:off x="15361409" y="9654331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56" name="text-279 Blur">
            <a:extLst xmlns:a="http://schemas.openxmlformats.org/drawingml/2006/main">
              <a:ext uri="{FF2B5EF4-FFF2-40B4-BE49-F238E27FC236}">
                <a16:creationId xmlns:a16="http://schemas.microsoft.com/office/drawing/2014/main" id="{1783A471-94D4-4267-BE7E-FE19046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7576" y="9702197"/>
            <a:ext cx="286011" cy="20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5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Blur</a:t>
            </a:r>
          </a:p>
        </p:txBody>
      </p:sp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A909FA8-5B94-4AF9-B7D6-CA9CCED60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7e6721f044016"/>
          <a:stretch xmlns:a="http://schemas.openxmlformats.org/drawingml/2006/main"/>
        </p:blipFill>
        <p:spPr>
          <a:xfrm xmlns:a="http://schemas.openxmlformats.org/drawingml/2006/main">
            <a:off x="16899890" y="9654331"/>
            <a:ext cx="292633" cy="292633"/>
          </a:xfrm>
          <a:prstGeom xmlns:a="http://schemas.openxmlformats.org/drawingml/2006/main" prst="rect">
            <a:avLst/>
          </a:prstGeom>
        </p:spPr>
      </p:pic>
      <p:sp>
        <p:nvSpPr>
          <p:cNvPr id="358" name="text-281 Moiré">
            <a:extLst xmlns:a="http://schemas.openxmlformats.org/drawingml/2006/main">
              <a:ext uri="{FF2B5EF4-FFF2-40B4-BE49-F238E27FC236}">
                <a16:creationId xmlns:a16="http://schemas.microsoft.com/office/drawing/2014/main" id="{CE043B3F-8331-43BA-8A9B-6DA13881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82605" y="9709130"/>
            <a:ext cx="391007" cy="204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4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Moiré</a:t>
            </a:r>
          </a:p>
        </p:txBody>
      </p:sp>
      <p:sp>
        <p:nvSpPr>
          <p:cNvPr id="359" name="path-282">
            <a:extLst xmlns:a="http://schemas.openxmlformats.org/drawingml/2006/main">
              <a:ext uri="{FF2B5EF4-FFF2-40B4-BE49-F238E27FC236}">
                <a16:creationId xmlns:a16="http://schemas.microsoft.com/office/drawing/2014/main" id="{0E180171-952A-4D8E-9538-E0DE4E1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640" y="10084538"/>
            <a:ext cx="443" cy="224067"/>
          </a:xfrm>
          <a:custGeom xmlns:a="http://schemas.openxmlformats.org/drawingml/2006/main">
            <a:pathLst>
              <a:path w="443" h="224067">
                <a:moveTo>
                  <a:pt x="0" y="0"/>
                </a:moveTo>
                <a:lnTo>
                  <a:pt x="443" y="224067"/>
                </a:lnTo>
              </a:path>
            </a:pathLst>
          </a:custGeom>
          <a:noFill xmlns:a="http://schemas.openxmlformats.org/drawingml/2006/main"/>
          <a:ln xmlns:a="http://schemas.openxmlformats.org/drawingml/2006/main" w="21959">
            <a:solidFill>
              <a:srgbClr val="17202B"/>
            </a:solidFill>
            <a:prstDash val="solid"/>
          </a:ln>
        </p:spPr>
      </p:sp>
      <p:sp>
        <p:nvSpPr>
          <p:cNvPr id="360" name="path-283">
            <a:extLst xmlns:a="http://schemas.openxmlformats.org/drawingml/2006/main">
              <a:ext uri="{FF2B5EF4-FFF2-40B4-BE49-F238E27FC236}">
                <a16:creationId xmlns:a16="http://schemas.microsoft.com/office/drawing/2014/main" id="{FF0BAC56-7102-4286-BF03-DB4FA3C9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6038" y="10243185"/>
            <a:ext cx="119204" cy="95901"/>
          </a:xfrm>
          <a:custGeom xmlns:a="http://schemas.openxmlformats.org/drawingml/2006/main">
            <a:pathLst>
              <a:path w="119204" h="95901">
                <a:moveTo>
                  <a:pt x="119204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361" name="path-284">
            <a:extLst xmlns:a="http://schemas.openxmlformats.org/drawingml/2006/main">
              <a:ext uri="{FF2B5EF4-FFF2-40B4-BE49-F238E27FC236}">
                <a16:creationId xmlns:a16="http://schemas.microsoft.com/office/drawing/2014/main" id="{69630D3B-0290-4FC0-9424-C058B58C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016" y="9981017"/>
            <a:ext cx="443" cy="313707"/>
          </a:xfrm>
          <a:custGeom xmlns:a="http://schemas.openxmlformats.org/drawingml/2006/main">
            <a:pathLst>
              <a:path w="443" h="313707">
                <a:moveTo>
                  <a:pt x="0" y="0"/>
                </a:moveTo>
                <a:lnTo>
                  <a:pt x="443" y="313707"/>
                </a:lnTo>
              </a:path>
            </a:pathLst>
          </a:custGeom>
          <a:noFill xmlns:a="http://schemas.openxmlformats.org/drawingml/2006/main"/>
          <a:ln xmlns:a="http://schemas.openxmlformats.org/drawingml/2006/main" w="21959">
            <a:solidFill>
              <a:srgbClr val="17202B"/>
            </a:solidFill>
            <a:prstDash val="solid"/>
          </a:ln>
        </p:spPr>
      </p:sp>
      <p:sp>
        <p:nvSpPr>
          <p:cNvPr id="362" name="path-285">
            <a:extLst xmlns:a="http://schemas.openxmlformats.org/drawingml/2006/main">
              <a:ext uri="{FF2B5EF4-FFF2-40B4-BE49-F238E27FC236}">
                <a16:creationId xmlns:a16="http://schemas.microsoft.com/office/drawing/2014/main" id="{0A434D5B-6141-4A8D-8778-1D53FAC2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759" y="10239597"/>
            <a:ext cx="119202" cy="95900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363" name="path-286">
            <a:extLst xmlns:a="http://schemas.openxmlformats.org/drawingml/2006/main">
              <a:ext uri="{FF2B5EF4-FFF2-40B4-BE49-F238E27FC236}">
                <a16:creationId xmlns:a16="http://schemas.microsoft.com/office/drawing/2014/main" id="{7544C837-DF71-4781-9C54-F5250EDB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424" y="10087225"/>
            <a:ext cx="443" cy="224068"/>
          </a:xfrm>
          <a:custGeom xmlns:a="http://schemas.openxmlformats.org/drawingml/2006/main">
            <a:pathLst>
              <a:path w="443" h="224068">
                <a:moveTo>
                  <a:pt x="0" y="0"/>
                </a:moveTo>
                <a:lnTo>
                  <a:pt x="443" y="224068"/>
                </a:lnTo>
              </a:path>
            </a:pathLst>
          </a:custGeom>
          <a:noFill xmlns:a="http://schemas.openxmlformats.org/drawingml/2006/main"/>
          <a:ln xmlns:a="http://schemas.openxmlformats.org/drawingml/2006/main" w="21959">
            <a:solidFill>
              <a:srgbClr val="17202B"/>
            </a:solidFill>
            <a:prstDash val="solid"/>
          </a:ln>
        </p:spPr>
      </p:sp>
      <p:sp>
        <p:nvSpPr>
          <p:cNvPr id="364" name="path-287">
            <a:extLst xmlns:a="http://schemas.openxmlformats.org/drawingml/2006/main">
              <a:ext uri="{FF2B5EF4-FFF2-40B4-BE49-F238E27FC236}">
                <a16:creationId xmlns:a16="http://schemas.microsoft.com/office/drawing/2014/main" id="{5576E06F-BF6C-45C6-AD55-7F200EF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805" y="10242285"/>
            <a:ext cx="119221" cy="95900"/>
          </a:xfrm>
          <a:custGeom xmlns:a="http://schemas.openxmlformats.org/drawingml/2006/main">
            <a:pathLst>
              <a:path w="119221" h="95900">
                <a:moveTo>
                  <a:pt x="119221" y="0"/>
                </a:moveTo>
                <a:lnTo>
                  <a:pt x="59619" y="95900"/>
                </a:lnTo>
                <a:lnTo>
                  <a:pt x="0" y="0"/>
                </a:lnTo>
                <a:lnTo>
                  <a:pt x="119221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365" name="path-288">
            <a:extLst xmlns:a="http://schemas.openxmlformats.org/drawingml/2006/main">
              <a:ext uri="{FF2B5EF4-FFF2-40B4-BE49-F238E27FC236}">
                <a16:creationId xmlns:a16="http://schemas.microsoft.com/office/drawing/2014/main" id="{B415032F-FA87-476E-AA65-47C69BD6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241" y="10348935"/>
            <a:ext cx="7309200" cy="1184001"/>
          </a:xfrm>
          <a:custGeom xmlns:a="http://schemas.openxmlformats.org/drawingml/2006/main">
            <a:pathLst>
              <a:path w="7309200" h="1184001">
                <a:moveTo>
                  <a:pt x="0" y="56914"/>
                </a:moveTo>
                <a:lnTo>
                  <a:pt x="0" y="56914"/>
                </a:lnTo>
                <a:cubicBezTo>
                  <a:pt x="0" y="47064"/>
                  <a:pt x="2689" y="37199"/>
                  <a:pt x="7620" y="28235"/>
                </a:cubicBezTo>
                <a:cubicBezTo>
                  <a:pt x="12552" y="19730"/>
                  <a:pt x="19714" y="12552"/>
                  <a:pt x="28678" y="7620"/>
                </a:cubicBezTo>
                <a:cubicBezTo>
                  <a:pt x="37201" y="2703"/>
                  <a:pt x="47050" y="0"/>
                  <a:pt x="56915" y="0"/>
                </a:cubicBezTo>
                <a:lnTo>
                  <a:pt x="7251827" y="0"/>
                </a:lnTo>
                <a:cubicBezTo>
                  <a:pt x="7261692" y="0"/>
                  <a:pt x="7271558" y="2703"/>
                  <a:pt x="7280505" y="7620"/>
                </a:cubicBezTo>
                <a:cubicBezTo>
                  <a:pt x="7289028" y="12552"/>
                  <a:pt x="7296204" y="19730"/>
                  <a:pt x="7301123" y="28694"/>
                </a:cubicBezTo>
                <a:cubicBezTo>
                  <a:pt x="7306055" y="37199"/>
                  <a:pt x="7308742" y="47064"/>
                  <a:pt x="7308742" y="56914"/>
                </a:cubicBezTo>
                <a:lnTo>
                  <a:pt x="7309200" y="1126629"/>
                </a:lnTo>
                <a:cubicBezTo>
                  <a:pt x="7309200" y="1136493"/>
                  <a:pt x="7306513" y="1146359"/>
                  <a:pt x="7301580" y="1155323"/>
                </a:cubicBezTo>
                <a:cubicBezTo>
                  <a:pt x="7296648" y="1163828"/>
                  <a:pt x="7289469" y="1171005"/>
                  <a:pt x="7280505" y="1175938"/>
                </a:cubicBezTo>
                <a:cubicBezTo>
                  <a:pt x="7272001" y="1180855"/>
                  <a:pt x="7262136" y="1183543"/>
                  <a:pt x="7252287" y="1183543"/>
                </a:cubicBezTo>
                <a:lnTo>
                  <a:pt x="56915" y="1184001"/>
                </a:lnTo>
                <a:cubicBezTo>
                  <a:pt x="47050" y="1184001"/>
                  <a:pt x="37201" y="1181313"/>
                  <a:pt x="28237" y="1176381"/>
                </a:cubicBezTo>
                <a:cubicBezTo>
                  <a:pt x="19714" y="1171449"/>
                  <a:pt x="12552" y="1164287"/>
                  <a:pt x="7620" y="1155323"/>
                </a:cubicBezTo>
                <a:cubicBezTo>
                  <a:pt x="2689" y="1146801"/>
                  <a:pt x="0" y="1136937"/>
                  <a:pt x="0" y="1127087"/>
                </a:cubicBezTo>
                <a:lnTo>
                  <a:pt x="0" y="56914"/>
                </a:lnTo>
              </a:path>
            </a:pathLst>
          </a:custGeom>
          <a:solidFill xmlns:a="http://schemas.openxmlformats.org/drawingml/2006/main">
            <a:srgbClr val="FEFCF9"/>
          </a:solidFill>
          <a:ln xmlns:a="http://schemas.openxmlformats.org/drawingml/2006/main" w="15685">
            <a:solidFill>
              <a:srgbClr val="EDBE93"/>
            </a:solidFill>
            <a:prstDash val="solid"/>
          </a:ln>
        </p:spPr>
      </p:sp>
      <p:sp>
        <p:nvSpPr>
          <p:cNvPr id="366" name="text-289 Source-Conditioned">
            <a:extLst xmlns:a="http://schemas.openxmlformats.org/drawingml/2006/main">
              <a:ext uri="{FF2B5EF4-FFF2-40B4-BE49-F238E27FC236}">
                <a16:creationId xmlns:a16="http://schemas.microsoft.com/office/drawing/2014/main" id="{F6E981C0-2D7B-4954-99B1-076F1DF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3966" y="10383682"/>
            <a:ext cx="1549480" cy="223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5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Source-Conditioned</a:t>
            </a:r>
          </a:p>
        </p:txBody>
      </p:sp>
      <p:sp>
        <p:nvSpPr>
          <p:cNvPr id="367" name="text-289 Views">
            <a:extLst xmlns:a="http://schemas.openxmlformats.org/drawingml/2006/main">
              <a:ext uri="{FF2B5EF4-FFF2-40B4-BE49-F238E27FC236}">
                <a16:creationId xmlns:a16="http://schemas.microsoft.com/office/drawing/2014/main" id="{9F3AA4BB-9DF3-4E23-8011-AA93E24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8669" y="10383638"/>
            <a:ext cx="477153" cy="223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5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pic>
        <p:nvPic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4F4FE1E-E99A-4E95-9668-85BCDBD46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76ea9d187433c"/>
          <a:stretch xmlns:a="http://schemas.openxmlformats.org/drawingml/2006/main"/>
        </p:blipFill>
        <p:spPr>
          <a:xfrm xmlns:a="http://schemas.openxmlformats.org/drawingml/2006/main">
            <a:off x="11115718" y="10609340"/>
            <a:ext cx="677134" cy="878753"/>
          </a:xfrm>
          <a:prstGeom xmlns:a="http://schemas.openxmlformats.org/drawingml/2006/main" prst="rect">
            <a:avLst/>
          </a:prstGeom>
        </p:spPr>
      </p:pic>
      <p:pic>
        <p:nvPic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80FE3BB-94D0-4DE6-93EF-2781631FD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fa676c82143b4"/>
          <a:stretch xmlns:a="http://schemas.openxmlformats.org/drawingml/2006/main"/>
        </p:blipFill>
        <p:spPr>
          <a:xfrm xmlns:a="http://schemas.openxmlformats.org/drawingml/2006/main">
            <a:off x="11863662" y="10609340"/>
            <a:ext cx="677134" cy="878753"/>
          </a:xfrm>
          <a:prstGeom xmlns:a="http://schemas.openxmlformats.org/drawingml/2006/main" prst="rect">
            <a:avLst/>
          </a:prstGeom>
        </p:spPr>
      </p:pic>
      <p:pic>
        <p:nvPic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34CC13B6-456A-4447-A851-3AE3B522A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93efc75184539"/>
          <a:stretch xmlns:a="http://schemas.openxmlformats.org/drawingml/2006/main"/>
        </p:blipFill>
        <p:spPr>
          <a:xfrm xmlns:a="http://schemas.openxmlformats.org/drawingml/2006/main">
            <a:off x="12612066" y="10609340"/>
            <a:ext cx="677134" cy="878753"/>
          </a:xfrm>
          <a:prstGeom xmlns:a="http://schemas.openxmlformats.org/drawingml/2006/main" prst="rect">
            <a:avLst/>
          </a:prstGeom>
        </p:spPr>
      </p:pic>
      <p:pic>
        <p:nvPic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C360C53-50CD-4B55-B5DE-2D5BE4DE6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19b7ecc274461"/>
          <a:stretch xmlns:a="http://schemas.openxmlformats.org/drawingml/2006/main"/>
        </p:blipFill>
        <p:spPr>
          <a:xfrm xmlns:a="http://schemas.openxmlformats.org/drawingml/2006/main">
            <a:off x="13360010" y="10610285"/>
            <a:ext cx="895843" cy="876863"/>
          </a:xfrm>
          <a:prstGeom xmlns:a="http://schemas.openxmlformats.org/drawingml/2006/main" prst="rect">
            <a:avLst/>
          </a:prstGeom>
        </p:spPr>
      </p:pic>
      <p:pic>
        <p:nvPic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D37ED61-A7CB-423A-8006-5412DDE3D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6c94e32a14ab2"/>
          <a:stretch xmlns:a="http://schemas.openxmlformats.org/drawingml/2006/main"/>
        </p:blipFill>
        <p:spPr>
          <a:xfrm xmlns:a="http://schemas.openxmlformats.org/drawingml/2006/main">
            <a:off x="14325763" y="10610386"/>
            <a:ext cx="599621" cy="876660"/>
          </a:xfrm>
          <a:prstGeom xmlns:a="http://schemas.openxmlformats.org/drawingml/2006/main" prst="rect">
            <a:avLst/>
          </a:prstGeom>
        </p:spPr>
      </p:pic>
      <p:pic>
        <p:nvPic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B5467E6-D938-4DFA-8B98-70AF35A71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2d988d3c84f73"/>
          <a:stretch xmlns:a="http://schemas.openxmlformats.org/drawingml/2006/main"/>
        </p:blipFill>
        <p:spPr>
          <a:xfrm xmlns:a="http://schemas.openxmlformats.org/drawingml/2006/main">
            <a:off x="14996179" y="10609340"/>
            <a:ext cx="677134" cy="878753"/>
          </a:xfrm>
          <a:prstGeom xmlns:a="http://schemas.openxmlformats.org/drawingml/2006/main" prst="rect">
            <a:avLst/>
          </a:prstGeom>
        </p:spPr>
      </p:pic>
      <p:pic>
        <p:nvPic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636A1C1-00FE-4639-B94B-01005E4912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b82c4cdee41bc"/>
          <a:stretch xmlns:a="http://schemas.openxmlformats.org/drawingml/2006/main"/>
        </p:blipFill>
        <p:spPr>
          <a:xfrm xmlns:a="http://schemas.openxmlformats.org/drawingml/2006/main">
            <a:off x="15744583" y="10609340"/>
            <a:ext cx="677134" cy="878753"/>
          </a:xfrm>
          <a:prstGeom xmlns:a="http://schemas.openxmlformats.org/drawingml/2006/main" prst="rect">
            <a:avLst/>
          </a:prstGeom>
        </p:spPr>
      </p:pic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2EF5576-5E99-45A2-AF2C-E1EF40927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6d5b74ef04e51"/>
          <a:stretch xmlns:a="http://schemas.openxmlformats.org/drawingml/2006/main"/>
        </p:blipFill>
        <p:spPr>
          <a:xfrm xmlns:a="http://schemas.openxmlformats.org/drawingml/2006/main">
            <a:off x="16494124" y="10686831"/>
            <a:ext cx="1204997" cy="723756"/>
          </a:xfrm>
          <a:prstGeom xmlns:a="http://schemas.openxmlformats.org/drawingml/2006/main" prst="rect">
            <a:avLst/>
          </a:prstGeom>
        </p:spPr>
      </p:pic>
      <p:sp>
        <p:nvSpPr>
          <p:cNvPr id="376" name="text-298 ...">
            <a:extLst xmlns:a="http://schemas.openxmlformats.org/drawingml/2006/main">
              <a:ext uri="{FF2B5EF4-FFF2-40B4-BE49-F238E27FC236}">
                <a16:creationId xmlns:a16="http://schemas.microsoft.com/office/drawing/2014/main" id="{98404312-1EDD-486E-8099-67CAFEB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8531" y="10890946"/>
            <a:ext cx="235845" cy="325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33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77" name="path-299">
            <a:extLst xmlns:a="http://schemas.openxmlformats.org/drawingml/2006/main">
              <a:ext uri="{FF2B5EF4-FFF2-40B4-BE49-F238E27FC236}">
                <a16:creationId xmlns:a16="http://schemas.microsoft.com/office/drawing/2014/main" id="{5FFC7F96-2B7B-4D2C-B8BE-47670D42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771" y="11538755"/>
            <a:ext cx="443" cy="89639"/>
          </a:xfrm>
          <a:custGeom xmlns:a="http://schemas.openxmlformats.org/drawingml/2006/main">
            <a:pathLst>
              <a:path w="443" h="89639">
                <a:moveTo>
                  <a:pt x="0" y="0"/>
                </a:moveTo>
                <a:lnTo>
                  <a:pt x="443" y="89639"/>
                </a:lnTo>
              </a:path>
            </a:pathLst>
          </a:custGeom>
          <a:noFill xmlns:a="http://schemas.openxmlformats.org/drawingml/2006/main"/>
          <a:ln xmlns:a="http://schemas.openxmlformats.org/drawingml/2006/main" w="21959">
            <a:solidFill>
              <a:srgbClr val="17202B"/>
            </a:solidFill>
            <a:prstDash val="solid"/>
          </a:ln>
        </p:spPr>
      </p:sp>
      <p:sp>
        <p:nvSpPr>
          <p:cNvPr id="378" name="path-300">
            <a:extLst xmlns:a="http://schemas.openxmlformats.org/drawingml/2006/main">
              <a:ext uri="{FF2B5EF4-FFF2-40B4-BE49-F238E27FC236}">
                <a16:creationId xmlns:a16="http://schemas.microsoft.com/office/drawing/2014/main" id="{BB007BC8-EED5-42E3-AAC0-0BD291B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612" y="11631524"/>
            <a:ext cx="119204" cy="95900"/>
          </a:xfrm>
          <a:custGeom xmlns:a="http://schemas.openxmlformats.org/drawingml/2006/main">
            <a:pathLst>
              <a:path w="119204" h="95900">
                <a:moveTo>
                  <a:pt x="119204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930">
            <a:solidFill>
              <a:srgbClr val="17202B"/>
            </a:solidFill>
            <a:prstDash val="solid"/>
          </a:ln>
        </p:spPr>
      </p:sp>
      <p:sp>
        <p:nvSpPr>
          <p:cNvPr id="379" name="path-301">
            <a:extLst xmlns:a="http://schemas.openxmlformats.org/drawingml/2006/main">
              <a:ext uri="{FF2B5EF4-FFF2-40B4-BE49-F238E27FC236}">
                <a16:creationId xmlns:a16="http://schemas.microsoft.com/office/drawing/2014/main" id="{9DCE891F-2D40-439A-B99D-C7044789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1247" y="11734143"/>
            <a:ext cx="3896143" cy="466521"/>
          </a:xfrm>
          <a:custGeom xmlns:a="http://schemas.openxmlformats.org/drawingml/2006/main">
            <a:pathLst>
              <a:path w="3896143" h="466521">
                <a:moveTo>
                  <a:pt x="0" y="113828"/>
                </a:moveTo>
                <a:lnTo>
                  <a:pt x="0" y="113828"/>
                </a:lnTo>
                <a:cubicBezTo>
                  <a:pt x="0" y="93671"/>
                  <a:pt x="5376" y="74399"/>
                  <a:pt x="15239" y="56914"/>
                </a:cubicBezTo>
                <a:cubicBezTo>
                  <a:pt x="25090" y="39445"/>
                  <a:pt x="39428" y="25106"/>
                  <a:pt x="56913" y="15240"/>
                </a:cubicBezTo>
                <a:cubicBezTo>
                  <a:pt x="74383" y="5375"/>
                  <a:pt x="93654" y="0"/>
                  <a:pt x="113828" y="0"/>
                </a:cubicBezTo>
                <a:lnTo>
                  <a:pt x="3781872" y="0"/>
                </a:lnTo>
                <a:cubicBezTo>
                  <a:pt x="3802032" y="0"/>
                  <a:pt x="3821302" y="5375"/>
                  <a:pt x="3838787" y="15240"/>
                </a:cubicBezTo>
                <a:cubicBezTo>
                  <a:pt x="3856255" y="25106"/>
                  <a:pt x="3870598" y="39445"/>
                  <a:pt x="3880461" y="56914"/>
                </a:cubicBezTo>
                <a:cubicBezTo>
                  <a:pt x="3890309" y="74399"/>
                  <a:pt x="3895700" y="93671"/>
                  <a:pt x="3895700" y="113828"/>
                </a:cubicBezTo>
                <a:lnTo>
                  <a:pt x="3896143" y="352251"/>
                </a:lnTo>
                <a:cubicBezTo>
                  <a:pt x="3896143" y="372408"/>
                  <a:pt x="3890770" y="391680"/>
                  <a:pt x="3880904" y="409165"/>
                </a:cubicBezTo>
                <a:cubicBezTo>
                  <a:pt x="3871039" y="426634"/>
                  <a:pt x="3856701" y="440973"/>
                  <a:pt x="3839230" y="450838"/>
                </a:cubicBezTo>
                <a:cubicBezTo>
                  <a:pt x="3821743" y="460688"/>
                  <a:pt x="3802472" y="466079"/>
                  <a:pt x="3782315" y="466079"/>
                </a:cubicBezTo>
                <a:lnTo>
                  <a:pt x="113828" y="466521"/>
                </a:lnTo>
                <a:cubicBezTo>
                  <a:pt x="93654" y="466521"/>
                  <a:pt x="74383" y="461146"/>
                  <a:pt x="56913" y="451281"/>
                </a:cubicBezTo>
                <a:cubicBezTo>
                  <a:pt x="39428" y="441432"/>
                  <a:pt x="25090" y="427093"/>
                  <a:pt x="15239" y="409607"/>
                </a:cubicBezTo>
                <a:cubicBezTo>
                  <a:pt x="5376" y="392122"/>
                  <a:pt x="0" y="372866"/>
                  <a:pt x="0" y="352693"/>
                </a:cubicBezTo>
                <a:lnTo>
                  <a:pt x="0" y="113828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21959">
            <a:solidFill>
              <a:srgbClr val="C0631A"/>
            </a:solidFill>
            <a:prstDash val="solid"/>
          </a:ln>
        </p:spPr>
      </p:sp>
      <p:pic>
        <p:nvPic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856ACDC-C8C2-4A6A-AE74-DC22F2147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1e96d0f48486c"/>
          <a:stretch xmlns:a="http://schemas.openxmlformats.org/drawingml/2006/main"/>
        </p:blipFill>
        <p:spPr>
          <a:xfrm xmlns:a="http://schemas.openxmlformats.org/drawingml/2006/main">
            <a:off x="12908729" y="11832731"/>
            <a:ext cx="258137" cy="258137"/>
          </a:xfrm>
          <a:prstGeom xmlns:a="http://schemas.openxmlformats.org/drawingml/2006/main" prst="rect">
            <a:avLst/>
          </a:prstGeom>
        </p:spPr>
      </p:pic>
      <p:sp>
        <p:nvSpPr>
          <p:cNvPr id="381" name="text-303 Target-Preserving">
            <a:extLst xmlns:a="http://schemas.openxmlformats.org/drawingml/2006/main">
              <a:ext uri="{FF2B5EF4-FFF2-40B4-BE49-F238E27FC236}">
                <a16:creationId xmlns:a16="http://schemas.microsoft.com/office/drawing/2014/main" id="{424307E7-066D-45AC-8517-A894799F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8187" y="11851277"/>
            <a:ext cx="1477717" cy="238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Target-Preserving</a:t>
            </a:r>
          </a:p>
        </p:txBody>
      </p:sp>
      <p:sp>
        <p:nvSpPr>
          <p:cNvPr id="382" name="text-303 Augmented">
            <a:extLst xmlns:a="http://schemas.openxmlformats.org/drawingml/2006/main">
              <a:ext uri="{FF2B5EF4-FFF2-40B4-BE49-F238E27FC236}">
                <a16:creationId xmlns:a16="http://schemas.microsoft.com/office/drawing/2014/main" id="{06C08D96-4503-4C92-ACE0-9E7D9AD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6375" y="11851147"/>
            <a:ext cx="969440" cy="238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Augmented</a:t>
            </a:r>
          </a:p>
        </p:txBody>
      </p:sp>
      <p:sp>
        <p:nvSpPr>
          <p:cNvPr id="383" name="text-303 Records">
            <a:extLst xmlns:a="http://schemas.openxmlformats.org/drawingml/2006/main">
              <a:ext uri="{FF2B5EF4-FFF2-40B4-BE49-F238E27FC236}">
                <a16:creationId xmlns:a16="http://schemas.microsoft.com/office/drawing/2014/main" id="{F93D7B2A-6A17-4657-BA49-2FECBBB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2070" y="11851128"/>
            <a:ext cx="713725" cy="239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84" name="path-304">
            <a:extLst xmlns:a="http://schemas.openxmlformats.org/drawingml/2006/main">
              <a:ext uri="{FF2B5EF4-FFF2-40B4-BE49-F238E27FC236}">
                <a16:creationId xmlns:a16="http://schemas.microsoft.com/office/drawing/2014/main" id="{DAADC231-1687-44DF-B032-6B812DC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11966290"/>
            <a:ext cx="2711700" cy="442"/>
          </a:xfrm>
          <a:custGeom xmlns:a="http://schemas.openxmlformats.org/drawingml/2006/main">
            <a:pathLst>
              <a:path w="2711700" h="442">
                <a:moveTo>
                  <a:pt x="0" y="0"/>
                </a:moveTo>
                <a:lnTo>
                  <a:pt x="2711700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38091">
            <a:solidFill>
              <a:srgbClr val="C0521A"/>
            </a:solidFill>
            <a:prstDash val="solid"/>
          </a:ln>
        </p:spPr>
      </p:sp>
      <p:sp>
        <p:nvSpPr>
          <p:cNvPr id="385" name="path-305">
            <a:extLst xmlns:a="http://schemas.openxmlformats.org/drawingml/2006/main">
              <a:ext uri="{FF2B5EF4-FFF2-40B4-BE49-F238E27FC236}">
                <a16:creationId xmlns:a16="http://schemas.microsoft.com/office/drawing/2014/main" id="{A194E53D-8DCA-46F8-8DC5-EA46262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9163606"/>
            <a:ext cx="442" cy="2823299"/>
          </a:xfrm>
          <a:custGeom xmlns:a="http://schemas.openxmlformats.org/drawingml/2006/main">
            <a:pathLst>
              <a:path w="442" h="2823299">
                <a:moveTo>
                  <a:pt x="0" y="0"/>
                </a:moveTo>
                <a:lnTo>
                  <a:pt x="442" y="2823299"/>
                </a:lnTo>
              </a:path>
            </a:pathLst>
          </a:custGeom>
          <a:noFill xmlns:a="http://schemas.openxmlformats.org/drawingml/2006/main"/>
          <a:ln xmlns:a="http://schemas.openxmlformats.org/drawingml/2006/main" w="38091">
            <a:solidFill>
              <a:srgbClr val="C0521A"/>
            </a:solidFill>
            <a:prstDash val="solid"/>
          </a:ln>
        </p:spPr>
      </p:sp>
      <p:sp>
        <p:nvSpPr>
          <p:cNvPr id="386" name="path-306">
            <a:extLst xmlns:a="http://schemas.openxmlformats.org/drawingml/2006/main">
              <a:ext uri="{FF2B5EF4-FFF2-40B4-BE49-F238E27FC236}">
                <a16:creationId xmlns:a16="http://schemas.microsoft.com/office/drawing/2014/main" id="{26838622-B618-4077-B4BD-DB13840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591" y="8347095"/>
            <a:ext cx="2788788" cy="736294"/>
          </a:xfrm>
          <a:custGeom xmlns:a="http://schemas.openxmlformats.org/drawingml/2006/main">
            <a:pathLst>
              <a:path w="2788788" h="736294">
                <a:moveTo>
                  <a:pt x="0" y="367917"/>
                </a:moveTo>
                <a:lnTo>
                  <a:pt x="0" y="367917"/>
                </a:lnTo>
                <a:cubicBezTo>
                  <a:pt x="0" y="303384"/>
                  <a:pt x="64534" y="239750"/>
                  <a:pt x="186868" y="183738"/>
                </a:cubicBezTo>
                <a:cubicBezTo>
                  <a:pt x="309217" y="127725"/>
                  <a:pt x="485335" y="81562"/>
                  <a:pt x="697308" y="49294"/>
                </a:cubicBezTo>
                <a:cubicBezTo>
                  <a:pt x="909281" y="16585"/>
                  <a:pt x="1149473" y="0"/>
                  <a:pt x="1394615" y="0"/>
                </a:cubicBezTo>
                <a:cubicBezTo>
                  <a:pt x="1639298" y="0"/>
                  <a:pt x="1879507" y="16585"/>
                  <a:pt x="2091480" y="49294"/>
                </a:cubicBezTo>
                <a:cubicBezTo>
                  <a:pt x="2303454" y="81562"/>
                  <a:pt x="2479571" y="127725"/>
                  <a:pt x="2601905" y="183738"/>
                </a:cubicBezTo>
                <a:cubicBezTo>
                  <a:pt x="2724254" y="239750"/>
                  <a:pt x="2788788" y="303384"/>
                  <a:pt x="2788788" y="367917"/>
                </a:cubicBezTo>
                <a:cubicBezTo>
                  <a:pt x="2788788" y="432452"/>
                  <a:pt x="2724254" y="496086"/>
                  <a:pt x="2601905" y="552114"/>
                </a:cubicBezTo>
                <a:cubicBezTo>
                  <a:pt x="2479571" y="608127"/>
                  <a:pt x="2303454" y="654290"/>
                  <a:pt x="2091480" y="686557"/>
                </a:cubicBezTo>
                <a:cubicBezTo>
                  <a:pt x="1879507" y="719267"/>
                  <a:pt x="1639298" y="736294"/>
                  <a:pt x="1394615" y="736294"/>
                </a:cubicBezTo>
                <a:cubicBezTo>
                  <a:pt x="1149473" y="736294"/>
                  <a:pt x="909281" y="719267"/>
                  <a:pt x="697308" y="686557"/>
                </a:cubicBezTo>
                <a:cubicBezTo>
                  <a:pt x="485335" y="654290"/>
                  <a:pt x="309217" y="608127"/>
                  <a:pt x="186868" y="552114"/>
                </a:cubicBezTo>
                <a:cubicBezTo>
                  <a:pt x="64534" y="496086"/>
                  <a:pt x="0" y="432452"/>
                  <a:pt x="0" y="367917"/>
                </a:cubicBez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31818">
            <a:solidFill>
              <a:srgbClr val="1B5E70"/>
            </a:solidFill>
            <a:prstDash val="solid"/>
          </a:ln>
        </p:spPr>
      </p:sp>
      <p:sp>
        <p:nvSpPr>
          <p:cNvPr id="387" name="path-307">
            <a:extLst xmlns:a="http://schemas.openxmlformats.org/drawingml/2006/main">
              <a:ext uri="{FF2B5EF4-FFF2-40B4-BE49-F238E27FC236}">
                <a16:creationId xmlns:a16="http://schemas.microsoft.com/office/drawing/2014/main" id="{16A1C025-C9D4-4C88-9214-1587955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591" y="4182965"/>
            <a:ext cx="2788328" cy="4566117"/>
          </a:xfrm>
          <a:custGeom xmlns:a="http://schemas.openxmlformats.org/drawingml/2006/main">
            <a:pathLst>
              <a:path w="2788328" h="4566117">
                <a:moveTo>
                  <a:pt x="1394172" y="4566117"/>
                </a:moveTo>
                <a:lnTo>
                  <a:pt x="0" y="4566117"/>
                </a:lnTo>
                <a:lnTo>
                  <a:pt x="0" y="0"/>
                </a:lnTo>
                <a:lnTo>
                  <a:pt x="2788328" y="0"/>
                </a:lnTo>
                <a:lnTo>
                  <a:pt x="2788328" y="4566117"/>
                </a:lnTo>
                <a:lnTo>
                  <a:pt x="1394172" y="4566117"/>
                </a:ln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4930">
            <a:solidFill>
              <a:srgbClr val="EBF3FA"/>
            </a:solidFill>
            <a:prstDash val="solid"/>
          </a:ln>
        </p:spPr>
      </p:sp>
      <p:sp>
        <p:nvSpPr>
          <p:cNvPr id="388" name="path-308">
            <a:extLst xmlns:a="http://schemas.openxmlformats.org/drawingml/2006/main">
              <a:ext uri="{FF2B5EF4-FFF2-40B4-BE49-F238E27FC236}">
                <a16:creationId xmlns:a16="http://schemas.microsoft.com/office/drawing/2014/main" id="{7D38EBCF-251F-4E04-BE30-67F230FE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591" y="4183407"/>
            <a:ext cx="442" cy="4531605"/>
          </a:xfrm>
          <a:custGeom xmlns:a="http://schemas.openxmlformats.org/drawingml/2006/main">
            <a:pathLst>
              <a:path w="442" h="4531605">
                <a:moveTo>
                  <a:pt x="0" y="0"/>
                </a:moveTo>
                <a:lnTo>
                  <a:pt x="442" y="4531605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1B5E70"/>
            </a:solidFill>
            <a:prstDash val="solid"/>
          </a:ln>
        </p:spPr>
      </p:sp>
      <p:sp>
        <p:nvSpPr>
          <p:cNvPr id="389" name="path-309">
            <a:extLst xmlns:a="http://schemas.openxmlformats.org/drawingml/2006/main">
              <a:ext uri="{FF2B5EF4-FFF2-40B4-BE49-F238E27FC236}">
                <a16:creationId xmlns:a16="http://schemas.microsoft.com/office/drawing/2014/main" id="{4D30D292-E794-4CD5-B623-60D5174B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379" y="4183407"/>
            <a:ext cx="441" cy="4531605"/>
          </a:xfrm>
          <a:custGeom xmlns:a="http://schemas.openxmlformats.org/drawingml/2006/main">
            <a:pathLst>
              <a:path w="441" h="4531605">
                <a:moveTo>
                  <a:pt x="0" y="0"/>
                </a:moveTo>
                <a:lnTo>
                  <a:pt x="441" y="4531605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1B5E70"/>
            </a:solidFill>
            <a:prstDash val="solid"/>
          </a:ln>
        </p:spPr>
      </p:sp>
      <p:sp>
        <p:nvSpPr>
          <p:cNvPr id="390" name="path-310">
            <a:extLst xmlns:a="http://schemas.openxmlformats.org/drawingml/2006/main">
              <a:ext uri="{FF2B5EF4-FFF2-40B4-BE49-F238E27FC236}">
                <a16:creationId xmlns:a16="http://schemas.microsoft.com/office/drawing/2014/main" id="{35F1E083-BB70-411D-9031-363AFB6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591" y="3815474"/>
            <a:ext cx="2788788" cy="736309"/>
          </a:xfrm>
          <a:custGeom xmlns:a="http://schemas.openxmlformats.org/drawingml/2006/main">
            <a:pathLst>
              <a:path w="2788788" h="736309">
                <a:moveTo>
                  <a:pt x="0" y="367933"/>
                </a:moveTo>
                <a:lnTo>
                  <a:pt x="0" y="367933"/>
                </a:lnTo>
                <a:cubicBezTo>
                  <a:pt x="0" y="303398"/>
                  <a:pt x="64534" y="239766"/>
                  <a:pt x="186868" y="183738"/>
                </a:cubicBezTo>
                <a:cubicBezTo>
                  <a:pt x="309217" y="127724"/>
                  <a:pt x="485335" y="81561"/>
                  <a:pt x="697308" y="49310"/>
                </a:cubicBezTo>
                <a:cubicBezTo>
                  <a:pt x="909281" y="16584"/>
                  <a:pt x="1149473" y="0"/>
                  <a:pt x="1394615" y="0"/>
                </a:cubicBezTo>
                <a:cubicBezTo>
                  <a:pt x="1639298" y="0"/>
                  <a:pt x="1879507" y="16584"/>
                  <a:pt x="2091480" y="49310"/>
                </a:cubicBezTo>
                <a:cubicBezTo>
                  <a:pt x="2303454" y="81561"/>
                  <a:pt x="2479571" y="127724"/>
                  <a:pt x="2601905" y="183738"/>
                </a:cubicBezTo>
                <a:cubicBezTo>
                  <a:pt x="2724254" y="239766"/>
                  <a:pt x="2788788" y="303398"/>
                  <a:pt x="2788788" y="367933"/>
                </a:cubicBezTo>
                <a:cubicBezTo>
                  <a:pt x="2788788" y="432467"/>
                  <a:pt x="2724254" y="496101"/>
                  <a:pt x="2601905" y="552113"/>
                </a:cubicBezTo>
                <a:cubicBezTo>
                  <a:pt x="2479571" y="608141"/>
                  <a:pt x="2303454" y="654289"/>
                  <a:pt x="2091480" y="686557"/>
                </a:cubicBezTo>
                <a:cubicBezTo>
                  <a:pt x="1879507" y="719283"/>
                  <a:pt x="1639298" y="736309"/>
                  <a:pt x="1394615" y="736309"/>
                </a:cubicBezTo>
                <a:cubicBezTo>
                  <a:pt x="1149473" y="736309"/>
                  <a:pt x="909281" y="719283"/>
                  <a:pt x="697308" y="686557"/>
                </a:cubicBezTo>
                <a:cubicBezTo>
                  <a:pt x="485335" y="654289"/>
                  <a:pt x="309217" y="608141"/>
                  <a:pt x="186868" y="552113"/>
                </a:cubicBezTo>
                <a:cubicBezTo>
                  <a:pt x="64534" y="496101"/>
                  <a:pt x="0" y="432467"/>
                  <a:pt x="0" y="367933"/>
                </a:cubicBez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26888">
            <a:solidFill>
              <a:srgbClr val="1B5E70"/>
            </a:solidFill>
            <a:prstDash val="solid"/>
          </a:ln>
        </p:spPr>
      </p:sp>
      <p:sp>
        <p:nvSpPr>
          <p:cNvPr id="391" name="text-311 Stage">
            <a:extLst xmlns:a="http://schemas.openxmlformats.org/drawingml/2006/main">
              <a:ext uri="{FF2B5EF4-FFF2-40B4-BE49-F238E27FC236}">
                <a16:creationId xmlns:a16="http://schemas.microsoft.com/office/drawing/2014/main" id="{138BFC9D-D249-45DC-BF81-5BB80E1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2750" y="4041814"/>
            <a:ext cx="650176" cy="31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764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92" name="text-311 I">
            <a:extLst xmlns:a="http://schemas.openxmlformats.org/drawingml/2006/main">
              <a:ext uri="{FF2B5EF4-FFF2-40B4-BE49-F238E27FC236}">
                <a16:creationId xmlns:a16="http://schemas.microsoft.com/office/drawing/2014/main" id="{478A3F4B-E5D9-4D06-8D85-B15518C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4531" y="4041372"/>
            <a:ext cx="102791" cy="314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8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8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768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93" name="text-311 Training">
            <a:extLst xmlns:a="http://schemas.openxmlformats.org/drawingml/2006/main">
              <a:ext uri="{FF2B5EF4-FFF2-40B4-BE49-F238E27FC236}">
                <a16:creationId xmlns:a16="http://schemas.microsoft.com/office/drawing/2014/main" id="{5CFC4E33-79BE-4E43-A2F6-2B01353C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8469" y="4041793"/>
            <a:ext cx="911457" cy="31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764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94" name="text-311 Pool">
            <a:extLst xmlns:a="http://schemas.openxmlformats.org/drawingml/2006/main">
              <a:ext uri="{FF2B5EF4-FFF2-40B4-BE49-F238E27FC236}">
                <a16:creationId xmlns:a16="http://schemas.microsoft.com/office/drawing/2014/main" id="{E5606840-B711-4EF7-AB53-73722D58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1373" y="4041847"/>
            <a:ext cx="525487" cy="313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764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395" name="path-312">
            <a:extLst xmlns:a="http://schemas.openxmlformats.org/drawingml/2006/main">
              <a:ext uri="{FF2B5EF4-FFF2-40B4-BE49-F238E27FC236}">
                <a16:creationId xmlns:a16="http://schemas.microsoft.com/office/drawing/2014/main" id="{D577E7F4-C3D3-4B68-8D50-09AE116F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91" y="5126741"/>
            <a:ext cx="2496154" cy="989055"/>
          </a:xfrm>
          <a:custGeom xmlns:a="http://schemas.openxmlformats.org/drawingml/2006/main">
            <a:pathLst>
              <a:path w="2496154" h="989055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46" y="44361"/>
                  <a:pt x="8964" y="34069"/>
                </a:cubicBezTo>
                <a:cubicBezTo>
                  <a:pt x="15240" y="23762"/>
                  <a:pt x="23762" y="14798"/>
                  <a:pt x="34070" y="8964"/>
                </a:cubicBezTo>
                <a:cubicBezTo>
                  <a:pt x="44376" y="3146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46"/>
                  <a:pt x="2461642" y="8964"/>
                </a:cubicBezTo>
                <a:cubicBezTo>
                  <a:pt x="2471951" y="15240"/>
                  <a:pt x="2480915" y="23762"/>
                  <a:pt x="2486749" y="34069"/>
                </a:cubicBezTo>
                <a:cubicBezTo>
                  <a:pt x="2492566" y="44361"/>
                  <a:pt x="2495713" y="56471"/>
                  <a:pt x="2495713" y="68123"/>
                </a:cubicBezTo>
                <a:lnTo>
                  <a:pt x="2496154" y="920489"/>
                </a:lnTo>
                <a:cubicBezTo>
                  <a:pt x="2496154" y="932584"/>
                  <a:pt x="2493024" y="944235"/>
                  <a:pt x="2487190" y="954543"/>
                </a:cubicBezTo>
                <a:cubicBezTo>
                  <a:pt x="2480915" y="964851"/>
                  <a:pt x="2472409" y="973815"/>
                  <a:pt x="2462100" y="979648"/>
                </a:cubicBezTo>
                <a:cubicBezTo>
                  <a:pt x="2451794" y="985466"/>
                  <a:pt x="2439682" y="988597"/>
                  <a:pt x="2428031" y="988597"/>
                </a:cubicBezTo>
                <a:lnTo>
                  <a:pt x="68123" y="989055"/>
                </a:lnTo>
                <a:cubicBezTo>
                  <a:pt x="56028" y="989055"/>
                  <a:pt x="44376" y="985909"/>
                  <a:pt x="34070" y="980091"/>
                </a:cubicBezTo>
                <a:cubicBezTo>
                  <a:pt x="23762" y="973815"/>
                  <a:pt x="14798" y="965293"/>
                  <a:pt x="8964" y="954986"/>
                </a:cubicBezTo>
                <a:cubicBezTo>
                  <a:pt x="3146" y="944694"/>
                  <a:pt x="0" y="932584"/>
                  <a:pt x="0" y="920932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EEF7F0"/>
          </a:solidFill>
          <a:ln xmlns:a="http://schemas.openxmlformats.org/drawingml/2006/main" w="17477">
            <a:solidFill>
              <a:srgbClr val="A8CCB6"/>
            </a:solidFill>
            <a:prstDash val="solid"/>
          </a:ln>
        </p:spPr>
      </p:sp>
      <p:pic>
        <p:nvPic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71BE51F-9F9B-43A7-8A24-C8941B181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f5d87a1e04c14"/>
          <a:stretch xmlns:a="http://schemas.openxmlformats.org/drawingml/2006/main"/>
        </p:blipFill>
        <p:spPr>
          <a:xfrm xmlns:a="http://schemas.openxmlformats.org/drawingml/2006/main">
            <a:off x="8164709" y="5413557"/>
            <a:ext cx="309217" cy="309217"/>
          </a:xfrm>
          <a:prstGeom xmlns:a="http://schemas.openxmlformats.org/drawingml/2006/main" prst="rect">
            <a:avLst/>
          </a:prstGeom>
        </p:spPr>
      </p:pic>
      <p:sp>
        <p:nvSpPr>
          <p:cNvPr id="397" name="text-314 Validated">
            <a:extLst xmlns:a="http://schemas.openxmlformats.org/drawingml/2006/main">
              <a:ext uri="{FF2B5EF4-FFF2-40B4-BE49-F238E27FC236}">
                <a16:creationId xmlns:a16="http://schemas.microsoft.com/office/drawing/2014/main" id="{87B8AAB5-E818-4A8B-BEAF-3F48007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6364" y="5411427"/>
            <a:ext cx="779731" cy="238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398" name="text-314 Collected">
            <a:extLst xmlns:a="http://schemas.openxmlformats.org/drawingml/2006/main">
              <a:ext uri="{FF2B5EF4-FFF2-40B4-BE49-F238E27FC236}">
                <a16:creationId xmlns:a16="http://schemas.microsoft.com/office/drawing/2014/main" id="{466F1C84-281F-42B7-880B-B64C775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2363" y="5411441"/>
            <a:ext cx="798510" cy="238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399" name="text-315 Records">
            <a:extLst xmlns:a="http://schemas.openxmlformats.org/drawingml/2006/main">
              <a:ext uri="{FF2B5EF4-FFF2-40B4-BE49-F238E27FC236}">
                <a16:creationId xmlns:a16="http://schemas.microsoft.com/office/drawing/2014/main" id="{76DFC80D-7C83-49D6-B4F6-B8601253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7337" y="5608141"/>
            <a:ext cx="713369" cy="23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00" name="path-316">
            <a:extLst xmlns:a="http://schemas.openxmlformats.org/drawingml/2006/main">
              <a:ext uri="{FF2B5EF4-FFF2-40B4-BE49-F238E27FC236}">
                <a16:creationId xmlns:a16="http://schemas.microsoft.com/office/drawing/2014/main" id="{716FCA60-8AC1-4FE7-99EB-6130FC8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91" y="6230510"/>
            <a:ext cx="2496154" cy="1173251"/>
          </a:xfrm>
          <a:custGeom xmlns:a="http://schemas.openxmlformats.org/drawingml/2006/main">
            <a:pathLst>
              <a:path w="2496154" h="1173251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46" y="44377"/>
                  <a:pt x="8964" y="34069"/>
                </a:cubicBezTo>
                <a:cubicBezTo>
                  <a:pt x="15240" y="23762"/>
                  <a:pt x="23762" y="14798"/>
                  <a:pt x="34070" y="8964"/>
                </a:cubicBezTo>
                <a:cubicBezTo>
                  <a:pt x="44376" y="3146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46"/>
                  <a:pt x="2461642" y="8964"/>
                </a:cubicBezTo>
                <a:cubicBezTo>
                  <a:pt x="2471951" y="15240"/>
                  <a:pt x="2480915" y="23762"/>
                  <a:pt x="2486749" y="34069"/>
                </a:cubicBezTo>
                <a:cubicBezTo>
                  <a:pt x="2492566" y="44377"/>
                  <a:pt x="2495713" y="56471"/>
                  <a:pt x="2495713" y="68123"/>
                </a:cubicBezTo>
                <a:lnTo>
                  <a:pt x="2496154" y="1104686"/>
                </a:lnTo>
                <a:cubicBezTo>
                  <a:pt x="2496154" y="1116779"/>
                  <a:pt x="2493024" y="1128432"/>
                  <a:pt x="2487190" y="1138739"/>
                </a:cubicBezTo>
                <a:cubicBezTo>
                  <a:pt x="2480915" y="1149047"/>
                  <a:pt x="2472409" y="1158011"/>
                  <a:pt x="2462100" y="1163828"/>
                </a:cubicBezTo>
                <a:cubicBezTo>
                  <a:pt x="2451794" y="1169662"/>
                  <a:pt x="2439682" y="1172792"/>
                  <a:pt x="2428031" y="1172792"/>
                </a:cubicBezTo>
                <a:lnTo>
                  <a:pt x="68123" y="1173251"/>
                </a:lnTo>
                <a:cubicBezTo>
                  <a:pt x="56028" y="1173251"/>
                  <a:pt x="44376" y="1170105"/>
                  <a:pt x="34070" y="1164287"/>
                </a:cubicBezTo>
                <a:cubicBezTo>
                  <a:pt x="23762" y="1158011"/>
                  <a:pt x="14798" y="1149489"/>
                  <a:pt x="8964" y="1139181"/>
                </a:cubicBezTo>
                <a:cubicBezTo>
                  <a:pt x="3146" y="1128874"/>
                  <a:pt x="0" y="1116779"/>
                  <a:pt x="0" y="11051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E9F2FB"/>
          </a:solidFill>
          <a:ln xmlns:a="http://schemas.openxmlformats.org/drawingml/2006/main" w="17477">
            <a:solidFill>
              <a:srgbClr val="9CBEE0"/>
            </a:solidFill>
            <a:prstDash val="solid"/>
          </a:ln>
        </p:spPr>
      </p:sp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66F8002-ABF0-46E4-B4CC-DC4721102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0d8e4bd214125"/>
          <a:stretch xmlns:a="http://schemas.openxmlformats.org/drawingml/2006/main"/>
        </p:blipFill>
        <p:spPr>
          <a:xfrm xmlns:a="http://schemas.openxmlformats.org/drawingml/2006/main">
            <a:off x="8164709" y="6610095"/>
            <a:ext cx="309217" cy="309217"/>
          </a:xfrm>
          <a:prstGeom xmlns:a="http://schemas.openxmlformats.org/drawingml/2006/main" prst="rect">
            <a:avLst/>
          </a:prstGeom>
        </p:spPr>
      </p:pic>
      <p:sp>
        <p:nvSpPr>
          <p:cNvPr id="402" name="text-318 Exact">
            <a:extLst xmlns:a="http://schemas.openxmlformats.org/drawingml/2006/main">
              <a:ext uri="{FF2B5EF4-FFF2-40B4-BE49-F238E27FC236}">
                <a16:creationId xmlns:a16="http://schemas.microsoft.com/office/drawing/2014/main" id="{B9C06808-A239-4F34-A4B7-BF8C61EC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3361" y="6607135"/>
            <a:ext cx="485734" cy="2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403" name="text-318 Synthetic">
            <a:extLst xmlns:a="http://schemas.openxmlformats.org/drawingml/2006/main">
              <a:ext uri="{FF2B5EF4-FFF2-40B4-BE49-F238E27FC236}">
                <a16:creationId xmlns:a16="http://schemas.microsoft.com/office/drawing/2014/main" id="{869F3326-A099-4D20-ACCD-DC3FC413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5685" y="6607082"/>
            <a:ext cx="798565" cy="238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404" name="text-319 Records">
            <a:extLst xmlns:a="http://schemas.openxmlformats.org/drawingml/2006/main">
              <a:ext uri="{FF2B5EF4-FFF2-40B4-BE49-F238E27FC236}">
                <a16:creationId xmlns:a16="http://schemas.microsoft.com/office/drawing/2014/main" id="{9547E7FD-74FC-4342-9B3F-9CB999A8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7337" y="6803794"/>
            <a:ext cx="713369" cy="23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05" name="path-320">
            <a:extLst xmlns:a="http://schemas.openxmlformats.org/drawingml/2006/main">
              <a:ext uri="{FF2B5EF4-FFF2-40B4-BE49-F238E27FC236}">
                <a16:creationId xmlns:a16="http://schemas.microsoft.com/office/drawing/2014/main" id="{DFF021CB-99DF-46BF-A7FE-FE2E10A6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91" y="7496071"/>
            <a:ext cx="2496154" cy="1127072"/>
          </a:xfrm>
          <a:custGeom xmlns:a="http://schemas.openxmlformats.org/drawingml/2006/main">
            <a:pathLst>
              <a:path w="2496154" h="1127072">
                <a:moveTo>
                  <a:pt x="0" y="68123"/>
                </a:moveTo>
                <a:lnTo>
                  <a:pt x="0" y="68123"/>
                </a:lnTo>
                <a:cubicBezTo>
                  <a:pt x="0" y="56014"/>
                  <a:pt x="3146" y="44362"/>
                  <a:pt x="8964" y="34054"/>
                </a:cubicBezTo>
                <a:cubicBezTo>
                  <a:pt x="15240" y="23747"/>
                  <a:pt x="23762" y="14782"/>
                  <a:pt x="34070" y="8964"/>
                </a:cubicBezTo>
                <a:cubicBezTo>
                  <a:pt x="44376" y="3130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30"/>
                  <a:pt x="2461642" y="8964"/>
                </a:cubicBezTo>
                <a:cubicBezTo>
                  <a:pt x="2471951" y="15242"/>
                  <a:pt x="2480915" y="23747"/>
                  <a:pt x="2486749" y="34054"/>
                </a:cubicBezTo>
                <a:cubicBezTo>
                  <a:pt x="2492566" y="44362"/>
                  <a:pt x="2495713" y="56472"/>
                  <a:pt x="2495713" y="68123"/>
                </a:cubicBezTo>
                <a:lnTo>
                  <a:pt x="2496154" y="1058506"/>
                </a:lnTo>
                <a:cubicBezTo>
                  <a:pt x="2496154" y="1070617"/>
                  <a:pt x="2493024" y="1082268"/>
                  <a:pt x="2487190" y="1092576"/>
                </a:cubicBezTo>
                <a:cubicBezTo>
                  <a:pt x="2480915" y="1102884"/>
                  <a:pt x="2472409" y="1111832"/>
                  <a:pt x="2462100" y="1117666"/>
                </a:cubicBezTo>
                <a:cubicBezTo>
                  <a:pt x="2451794" y="1123484"/>
                  <a:pt x="2439682" y="1126629"/>
                  <a:pt x="2428031" y="1126629"/>
                </a:cubicBezTo>
                <a:lnTo>
                  <a:pt x="68123" y="1127072"/>
                </a:lnTo>
                <a:cubicBezTo>
                  <a:pt x="56028" y="1127072"/>
                  <a:pt x="44376" y="1123942"/>
                  <a:pt x="34070" y="1118108"/>
                </a:cubicBezTo>
                <a:cubicBezTo>
                  <a:pt x="23762" y="1111832"/>
                  <a:pt x="14798" y="1103327"/>
                  <a:pt x="8964" y="1093018"/>
                </a:cubicBezTo>
                <a:cubicBezTo>
                  <a:pt x="3146" y="1082711"/>
                  <a:pt x="0" y="1070617"/>
                  <a:pt x="0" y="105896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DF5E7"/>
          </a:solidFill>
          <a:ln xmlns:a="http://schemas.openxmlformats.org/drawingml/2006/main" w="17477">
            <a:solidFill>
              <a:srgbClr val="EBCB96"/>
            </a:solidFill>
            <a:prstDash val="solid"/>
          </a:ln>
        </p:spPr>
      </p:sp>
      <p:pic>
        <p:nvPic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597D39D2-5214-442D-8019-F48E894E9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da355628b43fd"/>
          <a:stretch xmlns:a="http://schemas.openxmlformats.org/drawingml/2006/main"/>
        </p:blipFill>
        <p:spPr>
          <a:xfrm xmlns:a="http://schemas.openxmlformats.org/drawingml/2006/main">
            <a:off x="8164709" y="7852338"/>
            <a:ext cx="309217" cy="309217"/>
          </a:xfrm>
          <a:prstGeom xmlns:a="http://schemas.openxmlformats.org/drawingml/2006/main" prst="rect">
            <a:avLst/>
          </a:prstGeom>
        </p:spPr>
      </p:pic>
      <p:sp>
        <p:nvSpPr>
          <p:cNvPr id="407" name="text-322 Target-Preserving">
            <a:extLst xmlns:a="http://schemas.openxmlformats.org/drawingml/2006/main">
              <a:ext uri="{FF2B5EF4-FFF2-40B4-BE49-F238E27FC236}">
                <a16:creationId xmlns:a16="http://schemas.microsoft.com/office/drawing/2014/main" id="{1DB8AA26-086A-4D23-AE8D-401FD1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4621" y="7849811"/>
            <a:ext cx="1477717" cy="238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343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Target-Preserving</a:t>
            </a:r>
          </a:p>
        </p:txBody>
      </p:sp>
      <p:sp>
        <p:nvSpPr>
          <p:cNvPr id="408" name="text-323 Augmented">
            <a:extLst xmlns:a="http://schemas.openxmlformats.org/drawingml/2006/main">
              <a:ext uri="{FF2B5EF4-FFF2-40B4-BE49-F238E27FC236}">
                <a16:creationId xmlns:a16="http://schemas.microsoft.com/office/drawing/2014/main" id="{9BFFD84A-7736-4BC7-8C57-343C9CB7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384" y="8046475"/>
            <a:ext cx="969087" cy="238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Augmented</a:t>
            </a:r>
          </a:p>
        </p:txBody>
      </p:sp>
      <p:sp>
        <p:nvSpPr>
          <p:cNvPr id="409" name="text-323 Records">
            <a:extLst xmlns:a="http://schemas.openxmlformats.org/drawingml/2006/main">
              <a:ext uri="{FF2B5EF4-FFF2-40B4-BE49-F238E27FC236}">
                <a16:creationId xmlns:a16="http://schemas.microsoft.com/office/drawing/2014/main" id="{A3FA1E46-23EA-48CD-905C-8BBDDD15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0078" y="8046394"/>
            <a:ext cx="713726" cy="239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4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4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344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10" name="path-324">
            <a:extLst xmlns:a="http://schemas.openxmlformats.org/drawingml/2006/main">
              <a:ext uri="{FF2B5EF4-FFF2-40B4-BE49-F238E27FC236}">
                <a16:creationId xmlns:a16="http://schemas.microsoft.com/office/drawing/2014/main" id="{C47E4072-4A0B-4FCF-80D1-0E4E2F6E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531" y="5805678"/>
            <a:ext cx="155060" cy="192259"/>
          </a:xfrm>
          <a:custGeom xmlns:a="http://schemas.openxmlformats.org/drawingml/2006/main">
            <a:pathLst>
              <a:path w="155060" h="192259">
                <a:moveTo>
                  <a:pt x="0" y="0"/>
                </a:moveTo>
                <a:lnTo>
                  <a:pt x="155060" y="95900"/>
                </a:lnTo>
                <a:lnTo>
                  <a:pt x="0" y="19225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4930">
            <a:solidFill>
              <a:srgbClr val="6B3FA0"/>
            </a:solidFill>
            <a:prstDash val="solid"/>
          </a:ln>
        </p:spPr>
      </p:sp>
      <p:sp>
        <p:nvSpPr>
          <p:cNvPr id="411" name="path-325">
            <a:extLst xmlns:a="http://schemas.openxmlformats.org/drawingml/2006/main">
              <a:ext uri="{FF2B5EF4-FFF2-40B4-BE49-F238E27FC236}">
                <a16:creationId xmlns:a16="http://schemas.microsoft.com/office/drawing/2014/main" id="{8E069420-7DBA-43C0-88D6-3B55E45D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379" y="5822262"/>
            <a:ext cx="155058" cy="192258"/>
          </a:xfrm>
          <a:custGeom xmlns:a="http://schemas.openxmlformats.org/drawingml/2006/main">
            <a:pathLst>
              <a:path w="155058" h="192258">
                <a:moveTo>
                  <a:pt x="155058" y="192258"/>
                </a:moveTo>
                <a:lnTo>
                  <a:pt x="0" y="96343"/>
                </a:lnTo>
                <a:lnTo>
                  <a:pt x="155058" y="0"/>
                </a:lnTo>
                <a:lnTo>
                  <a:pt x="155058" y="192258"/>
                </a:ln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4930">
            <a:solidFill>
              <a:srgbClr val="1B6B3A"/>
            </a:solidFill>
            <a:prstDash val="solid"/>
          </a:ln>
        </p:spPr>
      </p:sp>
      <p:sp>
        <p:nvSpPr>
          <p:cNvPr id="412" name="path-326">
            <a:extLst xmlns:a="http://schemas.openxmlformats.org/drawingml/2006/main">
              <a:ext uri="{FF2B5EF4-FFF2-40B4-BE49-F238E27FC236}">
                <a16:creationId xmlns:a16="http://schemas.microsoft.com/office/drawing/2014/main" id="{92E5BC68-5919-4E26-9B23-8B44EC4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844" y="9052465"/>
            <a:ext cx="211530" cy="170300"/>
          </a:xfrm>
          <a:custGeom xmlns:a="http://schemas.openxmlformats.org/drawingml/2006/main">
            <a:pathLst>
              <a:path w="211530" h="170300">
                <a:moveTo>
                  <a:pt x="0" y="170300"/>
                </a:moveTo>
                <a:lnTo>
                  <a:pt x="105765" y="0"/>
                </a:lnTo>
                <a:lnTo>
                  <a:pt x="211530" y="170300"/>
                </a:lnTo>
                <a:lnTo>
                  <a:pt x="0" y="170300"/>
                </a:lnTo>
              </a:path>
            </a:pathLst>
          </a:custGeom>
          <a:solidFill xmlns:a="http://schemas.openxmlformats.org/drawingml/2006/main">
            <a:srgbClr val="1B4E8C"/>
          </a:solidFill>
          <a:ln xmlns:a="http://schemas.openxmlformats.org/drawingml/2006/main" w="4930">
            <a:solidFill>
              <a:srgbClr val="1B4E8C"/>
            </a:solidFill>
            <a:prstDash val="solid"/>
          </a:ln>
        </p:spPr>
      </p:sp>
      <p:sp>
        <p:nvSpPr>
          <p:cNvPr id="413" name="path-327">
            <a:extLst xmlns:a="http://schemas.openxmlformats.org/drawingml/2006/main">
              <a:ext uri="{FF2B5EF4-FFF2-40B4-BE49-F238E27FC236}">
                <a16:creationId xmlns:a16="http://schemas.microsoft.com/office/drawing/2014/main" id="{8049D87C-78DB-4518-BCFB-D9FF78F4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12" y="9045746"/>
            <a:ext cx="211530" cy="170300"/>
          </a:xfrm>
          <a:custGeom xmlns:a="http://schemas.openxmlformats.org/drawingml/2006/main">
            <a:pathLst>
              <a:path w="211530" h="170300">
                <a:moveTo>
                  <a:pt x="0" y="170300"/>
                </a:moveTo>
                <a:lnTo>
                  <a:pt x="105765" y="0"/>
                </a:lnTo>
                <a:lnTo>
                  <a:pt x="211530" y="170300"/>
                </a:lnTo>
                <a:lnTo>
                  <a:pt x="0" y="170300"/>
                </a:lnTo>
              </a:path>
            </a:pathLst>
          </a:custGeom>
          <a:solidFill xmlns:a="http://schemas.openxmlformats.org/drawingml/2006/main">
            <a:srgbClr val="C0521A"/>
          </a:solidFill>
          <a:ln xmlns:a="http://schemas.openxmlformats.org/drawingml/2006/main" w="4930">
            <a:solidFill>
              <a:srgbClr val="C0521A"/>
            </a:solidFill>
            <a:prstDash val="solid"/>
          </a:ln>
        </p:spPr>
      </p:sp>
      <p:sp>
        <p:nvSpPr>
          <p:cNvPr id="414" name="path-328">
            <a:extLst xmlns:a="http://schemas.openxmlformats.org/drawingml/2006/main">
              <a:ext uri="{FF2B5EF4-FFF2-40B4-BE49-F238E27FC236}">
                <a16:creationId xmlns:a16="http://schemas.microsoft.com/office/drawing/2014/main" id="{52EFCDBF-67CE-494D-8029-E06F2BA6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326" y="5923095"/>
            <a:ext cx="492957" cy="443"/>
          </a:xfrm>
          <a:custGeom xmlns:a="http://schemas.openxmlformats.org/drawingml/2006/main">
            <a:pathLst>
              <a:path w="492957" h="443">
                <a:moveTo>
                  <a:pt x="0" y="0"/>
                </a:moveTo>
                <a:lnTo>
                  <a:pt x="492957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31818">
            <a:solidFill>
              <a:srgbClr val="1B6B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0911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2026-10-14T12:21:10.4500000Z</dcterms:created>
  <dcterms:modified xsi:type="dcterms:W3CDTF">2026-10-14T12:21:10.4500000Z</dcterms:modified>
</coreProperties>
</file>