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ca820f1e3b40a8" /><Relationship Type="http://schemas.openxmlformats.org/officeDocument/2006/relationships/extended-properties" Target="/docProps/app.xml" Id="Rb771a75e1ece4194" /><Relationship Type="http://schemas.openxmlformats.org/officeDocument/2006/relationships/officeDocument" Target="/ppt/presentation.xml" Id="R6a9b16f61ac2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16fbad941f4cb2"/>
  </p:sldMasterIdLst>
  <p:notesMasterIdLst>
    <p:notesMasterId xmlns:r="http://schemas.openxmlformats.org/officeDocument/2006/relationships" r:id="Ref42046450d948ba"/>
  </p:notesMasterIdLst>
  <p:sldIdLst>
    <p:sldId xmlns:r="http://schemas.openxmlformats.org/officeDocument/2006/relationships" id="256" r:id="Re1003e7227984765"/>
  </p:sldIdLst>
  <p:sldSz cx="18230850" cy="10439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853532296243ac" /><Relationship Type="http://schemas.openxmlformats.org/officeDocument/2006/relationships/slideMaster" Target="/ppt/slideMasters/slideMaster1.xml" Id="Rde16fbad941f4cb2" /><Relationship Type="http://schemas.openxmlformats.org/officeDocument/2006/relationships/notesMaster" Target="/ppt/notesMasters/notesMaster1.xml" Id="Ref42046450d948ba" /><Relationship Type="http://schemas.openxmlformats.org/officeDocument/2006/relationships/presProps" Target="/ppt/presProps.xml" Id="R11324d45cfc74386" /><Relationship Type="http://schemas.openxmlformats.org/officeDocument/2006/relationships/tableStyles" Target="/ppt/tableStyles.xml" Id="Ra438d1fd52134493" /><Relationship Type="http://schemas.openxmlformats.org/officeDocument/2006/relationships/slide" Target="/ppt/slides/slide1.xml" Id="Re1003e722798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e275ef94a8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81b7377a4f4ce7" /><Relationship Type="http://schemas.openxmlformats.org/officeDocument/2006/relationships/notesMaster" Target="/ppt/notesMasters/notesMaster1.xml" Id="R568cbdaf4da949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Stage II: Capability-Aware Data Refinement</a:t>
            </a:r>
          </a:p>
          <a:p xmlns:a="http://schemas.openxmlformats.org/drawingml/2006/main">
            <a:r>
              <a:t>Source: https://arxiv.org/abs/2609.20423v1</a:t>
            </a:r>
          </a:p>
          <a:p xmlns:a="http://schemas.openxmlformats.org/drawingml/2006/main">
            <a:r>
              <a:t>Approved image: fig5_stage2_capability_refinement.png; SHA-256: a9539bdf066797a1a4674490bfe4e4a4f59918ca9021624d8d264be8b092c586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(0).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1aa4627ae42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e457bb1dd47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fa6bdf59c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2f680c2e144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e7f11013a47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bc4e44f9f41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C7E134-2E4A-4BD3-AC3F-138366D21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3085" y="3943773"/>
            <a:ext cx="14584680" cy="1507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17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84F90C-159B-44FF-9038-67BA319278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34628" y="5741670"/>
            <a:ext cx="12761595" cy="1159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084A78-5818-403B-8772-3755A8C38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3085" y="4349750"/>
            <a:ext cx="14584680" cy="173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1A8047-97C9-4991-B6DE-011AB486D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485" y="811953"/>
            <a:ext cx="16179879" cy="1275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F6C728-C262-4A90-AFF2-6DCFCA5644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5485" y="2899833"/>
            <a:ext cx="16179879" cy="649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4B0A94-B558-4774-9724-AA76A7449A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485" y="811953"/>
            <a:ext cx="16179879" cy="1275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A57C3B-541C-49D2-B0D8-4B97BB6866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5485" y="2899833"/>
            <a:ext cx="7520226" cy="649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95DF1C-7735-47B1-9830-C3BF481554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685139" y="2899833"/>
            <a:ext cx="7520226" cy="649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E816C1-B980-4381-B90B-B7751314E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5485" y="811953"/>
            <a:ext cx="16179879" cy="1275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DE005D-A8FC-4573-A26B-A6628089A3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5485" y="2899833"/>
            <a:ext cx="7520226" cy="649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182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1pPr>
            <a:lvl2pPr marL="797600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2pPr>
            <a:lvl3pPr marL="1253371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3pPr>
            <a:lvl4pPr marL="1709142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4pPr>
            <a:lvl5pPr marL="2164913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5pPr>
            <a:lvl6pPr marL="2620685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6pPr>
            <a:lvl7pPr marL="3076456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7pPr>
            <a:lvl8pPr marL="3532227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8pPr>
            <a:lvl9pPr marL="3987998" indent="-341828">
              <a:lnSpc>
                <a:spcPct val="110000"/>
              </a:lnSpc>
              <a:spcBef>
                <a:spcPts val="0"/>
              </a:spcBef>
              <a:spcAft>
                <a:spcPts val="17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1c0b0f1cb4330" /><Relationship Type="http://schemas.openxmlformats.org/officeDocument/2006/relationships/slideLayout" Target="/ppt/slideLayouts/slideLayout1.xml" Id="R12ab0c73a2e04a34" /><Relationship Type="http://schemas.openxmlformats.org/officeDocument/2006/relationships/slideLayout" Target="/ppt/slideLayouts/slideLayout2.xml" Id="R21f1281346e544b5" /><Relationship Type="http://schemas.openxmlformats.org/officeDocument/2006/relationships/slideLayout" Target="/ppt/slideLayouts/slideLayout3.xml" Id="R0631f1da7fc54c00" /><Relationship Type="http://schemas.openxmlformats.org/officeDocument/2006/relationships/slideLayout" Target="/ppt/slideLayouts/slideLayout4.xml" Id="R4ca2e14818c3425c" /><Relationship Type="http://schemas.openxmlformats.org/officeDocument/2006/relationships/slideLayout" Target="/ppt/slideLayouts/slideLayout5.xml" Id="Re945bfc759e9493a" /><Relationship Type="http://schemas.openxmlformats.org/officeDocument/2006/relationships/slideLayout" Target="/ppt/slideLayouts/slideLayout6.xml" Id="R3b504d78557245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b0c73a2e04a34"/>
    <p:sldLayoutId xmlns:r="http://schemas.openxmlformats.org/officeDocument/2006/relationships" id="2147483650" r:id="R21f1281346e544b5"/>
    <p:sldLayoutId xmlns:r="http://schemas.openxmlformats.org/officeDocument/2006/relationships" id="2147483651" r:id="R0631f1da7fc54c00"/>
    <p:sldLayoutId xmlns:r="http://schemas.openxmlformats.org/officeDocument/2006/relationships" id="2147483652" r:id="R4ca2e14818c3425c"/>
    <p:sldLayoutId xmlns:r="http://schemas.openxmlformats.org/officeDocument/2006/relationships" id="2147483653" r:id="Re945bfc759e9493a"/>
    <p:sldLayoutId xmlns:r="http://schemas.openxmlformats.org/officeDocument/2006/relationships" id="2147483654" r:id="R3b504d78557245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e591a709a4ccc" /><Relationship Type="http://schemas.openxmlformats.org/officeDocument/2006/relationships/notesSlide" Target="/ppt/notesSlides/notesSlide1.xml" Id="R986d21282d3044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1" name="path-1">
            <a:extLst xmlns:a="http://schemas.openxmlformats.org/drawingml/2006/main">
              <a:ext uri="{FF2B5EF4-FFF2-40B4-BE49-F238E27FC236}">
                <a16:creationId xmlns:a16="http://schemas.microsoft.com/office/drawing/2014/main" id="{FE3AB74F-06E9-4AF0-8B9B-E9C559D9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30850" cy="10380615"/>
          </a:xfrm>
          <a:custGeom xmlns:a="http://schemas.openxmlformats.org/drawingml/2006/main">
            <a:pathLst>
              <a:path w="18230850" h="10380615">
                <a:moveTo>
                  <a:pt x="18230850" y="10380615"/>
                </a:moveTo>
                <a:lnTo>
                  <a:pt x="18230850" y="0"/>
                </a:lnTo>
                <a:lnTo>
                  <a:pt x="0" y="0"/>
                </a:lnTo>
                <a:lnTo>
                  <a:pt x="0" y="10380615"/>
                </a:lnTo>
                <a:lnTo>
                  <a:pt x="18230850" y="103806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9825DF46-56B0-40B7-8FD8-9947EB46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30850" cy="10380615"/>
          </a:xfrm>
          <a:custGeom xmlns:a="http://schemas.openxmlformats.org/drawingml/2006/main">
            <a:pathLst>
              <a:path w="18230850" h="10380615">
                <a:moveTo>
                  <a:pt x="0" y="10380615"/>
                </a:moveTo>
                <a:lnTo>
                  <a:pt x="18230850" y="10380615"/>
                </a:lnTo>
                <a:lnTo>
                  <a:pt x="18230850" y="0"/>
                </a:lnTo>
                <a:lnTo>
                  <a:pt x="0" y="0"/>
                </a:lnTo>
                <a:lnTo>
                  <a:pt x="0" y="103806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94E9C547-9F8E-460E-8CF8-DDF6BA11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" y="204785"/>
            <a:ext cx="4871454" cy="10081770"/>
          </a:xfrm>
          <a:custGeom xmlns:a="http://schemas.openxmlformats.org/drawingml/2006/main">
            <a:pathLst>
              <a:path w="4871454" h="10081770">
                <a:moveTo>
                  <a:pt x="0" y="136196"/>
                </a:moveTo>
                <a:lnTo>
                  <a:pt x="0" y="136196"/>
                </a:lnTo>
                <a:cubicBezTo>
                  <a:pt x="0" y="112421"/>
                  <a:pt x="6483" y="88643"/>
                  <a:pt x="18381" y="68108"/>
                </a:cubicBezTo>
                <a:cubicBezTo>
                  <a:pt x="30279" y="47019"/>
                  <a:pt x="47573" y="30259"/>
                  <a:pt x="68109" y="17828"/>
                </a:cubicBezTo>
                <a:cubicBezTo>
                  <a:pt x="89197" y="5948"/>
                  <a:pt x="112421" y="0"/>
                  <a:pt x="136217" y="0"/>
                </a:cubicBezTo>
                <a:lnTo>
                  <a:pt x="4734703" y="0"/>
                </a:lnTo>
                <a:cubicBezTo>
                  <a:pt x="4758498" y="0"/>
                  <a:pt x="4782276" y="6482"/>
                  <a:pt x="4802811" y="18381"/>
                </a:cubicBezTo>
                <a:cubicBezTo>
                  <a:pt x="4823881" y="30259"/>
                  <a:pt x="4840641" y="47553"/>
                  <a:pt x="4853073" y="68108"/>
                </a:cubicBezTo>
                <a:cubicBezTo>
                  <a:pt x="4864971" y="89177"/>
                  <a:pt x="4870920" y="112421"/>
                  <a:pt x="4870920" y="136196"/>
                </a:cubicBezTo>
                <a:lnTo>
                  <a:pt x="4871454" y="9945039"/>
                </a:lnTo>
                <a:cubicBezTo>
                  <a:pt x="4871454" y="9968815"/>
                  <a:pt x="4864971" y="9992592"/>
                  <a:pt x="4853073" y="10013128"/>
                </a:cubicBezTo>
                <a:cubicBezTo>
                  <a:pt x="4841194" y="10034216"/>
                  <a:pt x="4823881" y="10050978"/>
                  <a:pt x="4803345" y="10063409"/>
                </a:cubicBezTo>
                <a:cubicBezTo>
                  <a:pt x="4782276" y="10075288"/>
                  <a:pt x="4759033" y="10081237"/>
                  <a:pt x="4735256" y="10081237"/>
                </a:cubicBezTo>
                <a:lnTo>
                  <a:pt x="136217" y="10081770"/>
                </a:lnTo>
                <a:cubicBezTo>
                  <a:pt x="112421" y="10081770"/>
                  <a:pt x="88644" y="10075288"/>
                  <a:pt x="68109" y="10063409"/>
                </a:cubicBezTo>
                <a:cubicBezTo>
                  <a:pt x="47020" y="10051511"/>
                  <a:pt x="30279" y="10034216"/>
                  <a:pt x="17847" y="10013681"/>
                </a:cubicBezTo>
                <a:cubicBezTo>
                  <a:pt x="5949" y="9992592"/>
                  <a:pt x="0" y="9969350"/>
                  <a:pt x="0" y="9945573"/>
                </a:cubicBezTo>
                <a:lnTo>
                  <a:pt x="0" y="1361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374">
            <a:solidFill>
              <a:srgbClr val="1F4E99"/>
            </a:solidFill>
            <a:prstDash val="solid"/>
          </a:ln>
        </p:spPr>
      </p:sp>
      <p:sp>
        <p:nvSpPr>
          <p:cNvPr id="4" name="text-4 1.">
            <a:extLst xmlns:a="http://schemas.openxmlformats.org/drawingml/2006/main">
              <a:ext uri="{FF2B5EF4-FFF2-40B4-BE49-F238E27FC236}">
                <a16:creationId xmlns:a16="http://schemas.microsoft.com/office/drawing/2014/main" id="{9FF19D5D-A072-4352-9DD1-E0FB4242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039" y="186457"/>
            <a:ext cx="347949" cy="480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702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text-4 Hard-Example">
            <a:extLst xmlns:a="http://schemas.openxmlformats.org/drawingml/2006/main">
              <a:ext uri="{FF2B5EF4-FFF2-40B4-BE49-F238E27FC236}">
                <a16:creationId xmlns:a16="http://schemas.microsoft.com/office/drawing/2014/main" id="{2B99661E-24EE-4D65-BD7D-1D08FF08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347" y="186723"/>
            <a:ext cx="2367470" cy="480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Hard-Example</a:t>
            </a:r>
          </a:p>
        </p:txBody>
      </p:sp>
      <p:sp>
        <p:nvSpPr>
          <p:cNvPr id="6" name="text-4 Mining">
            <a:extLst xmlns:a="http://schemas.openxmlformats.org/drawingml/2006/main">
              <a:ext uri="{FF2B5EF4-FFF2-40B4-BE49-F238E27FC236}">
                <a16:creationId xmlns:a16="http://schemas.microsoft.com/office/drawing/2014/main" id="{6A0CE74E-D57E-4955-A5A6-CA251E55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4114" y="186628"/>
            <a:ext cx="1166482" cy="480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701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Mining</a:t>
            </a:r>
          </a:p>
        </p:txBody>
      </p:sp>
      <p:sp>
        <p:nvSpPr>
          <p:cNvPr id="7" name="path-5">
            <a:extLst xmlns:a="http://schemas.openxmlformats.org/drawingml/2006/main">
              <a:ext uri="{FF2B5EF4-FFF2-40B4-BE49-F238E27FC236}">
                <a16:creationId xmlns:a16="http://schemas.microsoft.com/office/drawing/2014/main" id="{071B9BCF-74EF-49C0-88D2-FF87448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36" y="636639"/>
            <a:ext cx="1253944" cy="915594"/>
          </a:xfrm>
          <a:custGeom xmlns:a="http://schemas.openxmlformats.org/drawingml/2006/main">
            <a:pathLst>
              <a:path w="1253944" h="915594">
                <a:moveTo>
                  <a:pt x="534" y="146475"/>
                </a:moveTo>
                <a:lnTo>
                  <a:pt x="534" y="146475"/>
                </a:lnTo>
                <a:cubicBezTo>
                  <a:pt x="534" y="120525"/>
                  <a:pt x="7570" y="95661"/>
                  <a:pt x="20002" y="73505"/>
                </a:cubicBezTo>
                <a:cubicBezTo>
                  <a:pt x="32967" y="50796"/>
                  <a:pt x="51349" y="32434"/>
                  <a:pt x="73505" y="19449"/>
                </a:cubicBezTo>
                <a:cubicBezTo>
                  <a:pt x="96214" y="7017"/>
                  <a:pt x="121078" y="0"/>
                  <a:pt x="147009" y="0"/>
                </a:cubicBezTo>
                <a:lnTo>
                  <a:pt x="1107469" y="534"/>
                </a:lnTo>
                <a:cubicBezTo>
                  <a:pt x="1133400" y="534"/>
                  <a:pt x="1158264" y="7570"/>
                  <a:pt x="1180439" y="20002"/>
                </a:cubicBezTo>
                <a:cubicBezTo>
                  <a:pt x="1203129" y="32968"/>
                  <a:pt x="1221510" y="51349"/>
                  <a:pt x="1234476" y="73505"/>
                </a:cubicBezTo>
                <a:cubicBezTo>
                  <a:pt x="1246908" y="96195"/>
                  <a:pt x="1253944" y="121058"/>
                  <a:pt x="1253944" y="147010"/>
                </a:cubicBezTo>
                <a:lnTo>
                  <a:pt x="1253944" y="769119"/>
                </a:lnTo>
                <a:cubicBezTo>
                  <a:pt x="1253944" y="795051"/>
                  <a:pt x="1246908" y="819914"/>
                  <a:pt x="1234476" y="842089"/>
                </a:cubicBezTo>
                <a:cubicBezTo>
                  <a:pt x="1221510" y="864780"/>
                  <a:pt x="1203129" y="883161"/>
                  <a:pt x="1180973" y="896127"/>
                </a:cubicBezTo>
                <a:cubicBezTo>
                  <a:pt x="1158264" y="908559"/>
                  <a:pt x="1133400" y="915594"/>
                  <a:pt x="1107469" y="915594"/>
                </a:cubicBezTo>
                <a:lnTo>
                  <a:pt x="146475" y="915594"/>
                </a:lnTo>
                <a:cubicBezTo>
                  <a:pt x="120525" y="915594"/>
                  <a:pt x="95661" y="908559"/>
                  <a:pt x="73505" y="896127"/>
                </a:cubicBezTo>
                <a:cubicBezTo>
                  <a:pt x="50796" y="883161"/>
                  <a:pt x="32434" y="864780"/>
                  <a:pt x="19449" y="842623"/>
                </a:cubicBezTo>
                <a:cubicBezTo>
                  <a:pt x="7017" y="819914"/>
                  <a:pt x="0" y="795051"/>
                  <a:pt x="0" y="769119"/>
                </a:cubicBezTo>
                <a:lnTo>
                  <a:pt x="534" y="1464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079">
            <a:solidFill>
              <a:srgbClr val="6B8FC4"/>
            </a:solidFill>
            <a:prstDash val="solid"/>
          </a:ln>
        </p:spPr>
      </p:sp>
      <p:sp>
        <p:nvSpPr>
          <p:cNvPr id="8" name="path-6">
            <a:extLst xmlns:a="http://schemas.openxmlformats.org/drawingml/2006/main">
              <a:ext uri="{FF2B5EF4-FFF2-40B4-BE49-F238E27FC236}">
                <a16:creationId xmlns:a16="http://schemas.microsoft.com/office/drawing/2014/main" id="{43110266-1B8D-4E0F-BBD2-27320006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350" y="636639"/>
            <a:ext cx="1476631" cy="915594"/>
          </a:xfrm>
          <a:custGeom xmlns:a="http://schemas.openxmlformats.org/drawingml/2006/main">
            <a:pathLst>
              <a:path w="1476631" h="915594">
                <a:moveTo>
                  <a:pt x="534" y="146475"/>
                </a:moveTo>
                <a:lnTo>
                  <a:pt x="534" y="146475"/>
                </a:lnTo>
                <a:cubicBezTo>
                  <a:pt x="534" y="120525"/>
                  <a:pt x="7570" y="95661"/>
                  <a:pt x="20002" y="73505"/>
                </a:cubicBezTo>
                <a:cubicBezTo>
                  <a:pt x="32967" y="50796"/>
                  <a:pt x="51349" y="32434"/>
                  <a:pt x="73505" y="19449"/>
                </a:cubicBezTo>
                <a:cubicBezTo>
                  <a:pt x="96214" y="7017"/>
                  <a:pt x="121078" y="0"/>
                  <a:pt x="147009" y="0"/>
                </a:cubicBezTo>
                <a:lnTo>
                  <a:pt x="1330156" y="534"/>
                </a:lnTo>
                <a:cubicBezTo>
                  <a:pt x="1356087" y="534"/>
                  <a:pt x="1380951" y="7570"/>
                  <a:pt x="1403126" y="20002"/>
                </a:cubicBezTo>
                <a:cubicBezTo>
                  <a:pt x="1425816" y="32968"/>
                  <a:pt x="1444198" y="51349"/>
                  <a:pt x="1457163" y="73505"/>
                </a:cubicBezTo>
                <a:cubicBezTo>
                  <a:pt x="1469595" y="96195"/>
                  <a:pt x="1476631" y="121058"/>
                  <a:pt x="1476631" y="147010"/>
                </a:cubicBezTo>
                <a:lnTo>
                  <a:pt x="1476631" y="769119"/>
                </a:lnTo>
                <a:cubicBezTo>
                  <a:pt x="1476631" y="795051"/>
                  <a:pt x="1469595" y="819914"/>
                  <a:pt x="1457163" y="842089"/>
                </a:cubicBezTo>
                <a:cubicBezTo>
                  <a:pt x="1444198" y="864780"/>
                  <a:pt x="1425816" y="883161"/>
                  <a:pt x="1403660" y="896127"/>
                </a:cubicBezTo>
                <a:cubicBezTo>
                  <a:pt x="1380951" y="908559"/>
                  <a:pt x="1356087" y="915594"/>
                  <a:pt x="1330156" y="915594"/>
                </a:cubicBezTo>
                <a:lnTo>
                  <a:pt x="146475" y="915594"/>
                </a:lnTo>
                <a:cubicBezTo>
                  <a:pt x="120525" y="915594"/>
                  <a:pt x="95661" y="908559"/>
                  <a:pt x="73505" y="896127"/>
                </a:cubicBezTo>
                <a:cubicBezTo>
                  <a:pt x="50815" y="883161"/>
                  <a:pt x="32434" y="864780"/>
                  <a:pt x="19468" y="842623"/>
                </a:cubicBezTo>
                <a:cubicBezTo>
                  <a:pt x="7036" y="819914"/>
                  <a:pt x="0" y="795051"/>
                  <a:pt x="0" y="769119"/>
                </a:cubicBezTo>
                <a:lnTo>
                  <a:pt x="534" y="1464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079">
            <a:solidFill>
              <a:srgbClr val="6B8FC4"/>
            </a:solidFill>
            <a:prstDash val="solid"/>
          </a:ln>
        </p:spPr>
      </p:sp>
      <p:sp>
        <p:nvSpPr>
          <p:cNvPr id="9" name="path-7">
            <a:extLst xmlns:a="http://schemas.openxmlformats.org/drawingml/2006/main">
              <a:ext uri="{FF2B5EF4-FFF2-40B4-BE49-F238E27FC236}">
                <a16:creationId xmlns:a16="http://schemas.microsoft.com/office/drawing/2014/main" id="{F899D081-6651-4FA1-A5BD-2AFEDAB8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00" y="636639"/>
            <a:ext cx="1594982" cy="915594"/>
          </a:xfrm>
          <a:custGeom xmlns:a="http://schemas.openxmlformats.org/drawingml/2006/main">
            <a:pathLst>
              <a:path w="1594982" h="915594">
                <a:moveTo>
                  <a:pt x="534" y="146475"/>
                </a:moveTo>
                <a:lnTo>
                  <a:pt x="534" y="146475"/>
                </a:lnTo>
                <a:cubicBezTo>
                  <a:pt x="534" y="120525"/>
                  <a:pt x="7570" y="95661"/>
                  <a:pt x="20002" y="73505"/>
                </a:cubicBezTo>
                <a:cubicBezTo>
                  <a:pt x="32967" y="50796"/>
                  <a:pt x="51348" y="32434"/>
                  <a:pt x="73505" y="19449"/>
                </a:cubicBezTo>
                <a:cubicBezTo>
                  <a:pt x="96214" y="7017"/>
                  <a:pt x="121077" y="0"/>
                  <a:pt x="147009" y="0"/>
                </a:cubicBezTo>
                <a:lnTo>
                  <a:pt x="1448526" y="534"/>
                </a:lnTo>
                <a:cubicBezTo>
                  <a:pt x="1474457" y="534"/>
                  <a:pt x="1499321" y="7570"/>
                  <a:pt x="1521477" y="20002"/>
                </a:cubicBezTo>
                <a:cubicBezTo>
                  <a:pt x="1544186" y="32968"/>
                  <a:pt x="1562567" y="51349"/>
                  <a:pt x="1575533" y="73505"/>
                </a:cubicBezTo>
                <a:cubicBezTo>
                  <a:pt x="1587964" y="96195"/>
                  <a:pt x="1594982" y="121058"/>
                  <a:pt x="1594982" y="147010"/>
                </a:cubicBezTo>
                <a:lnTo>
                  <a:pt x="1594982" y="769119"/>
                </a:lnTo>
                <a:cubicBezTo>
                  <a:pt x="1594982" y="795051"/>
                  <a:pt x="1587964" y="819914"/>
                  <a:pt x="1575533" y="842089"/>
                </a:cubicBezTo>
                <a:cubicBezTo>
                  <a:pt x="1562567" y="864780"/>
                  <a:pt x="1544186" y="883161"/>
                  <a:pt x="1522030" y="896127"/>
                </a:cubicBezTo>
                <a:cubicBezTo>
                  <a:pt x="1499321" y="908559"/>
                  <a:pt x="1474457" y="915594"/>
                  <a:pt x="1448526" y="915594"/>
                </a:cubicBezTo>
                <a:lnTo>
                  <a:pt x="146475" y="915594"/>
                </a:lnTo>
                <a:cubicBezTo>
                  <a:pt x="120524" y="915594"/>
                  <a:pt x="95661" y="908559"/>
                  <a:pt x="73505" y="896127"/>
                </a:cubicBezTo>
                <a:cubicBezTo>
                  <a:pt x="50814" y="883161"/>
                  <a:pt x="32434" y="864780"/>
                  <a:pt x="19448" y="842623"/>
                </a:cubicBezTo>
                <a:cubicBezTo>
                  <a:pt x="7036" y="819914"/>
                  <a:pt x="0" y="795051"/>
                  <a:pt x="0" y="769119"/>
                </a:cubicBezTo>
                <a:lnTo>
                  <a:pt x="534" y="1464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079">
            <a:solidFill>
              <a:srgbClr val="6B8FC4"/>
            </a:solidFill>
            <a:prstDash val="solid"/>
          </a:ln>
        </p:spPr>
      </p:sp>
      <p:sp>
        <p:nvSpPr>
          <p:cNvPr id="10" name="path-8">
            <a:extLst xmlns:a="http://schemas.openxmlformats.org/drawingml/2006/main">
              <a:ext uri="{FF2B5EF4-FFF2-40B4-BE49-F238E27FC236}">
                <a16:creationId xmlns:a16="http://schemas.microsoft.com/office/drawing/2014/main" id="{33C80491-F840-4EBD-87C8-17A0F148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65" y="813909"/>
            <a:ext cx="442133" cy="560503"/>
          </a:xfrm>
          <a:custGeom xmlns:a="http://schemas.openxmlformats.org/drawingml/2006/main">
            <a:pathLst>
              <a:path w="442133" h="560503">
                <a:moveTo>
                  <a:pt x="221066" y="560503"/>
                </a:moveTo>
                <a:lnTo>
                  <a:pt x="0" y="560503"/>
                </a:lnTo>
                <a:lnTo>
                  <a:pt x="0" y="0"/>
                </a:lnTo>
                <a:lnTo>
                  <a:pt x="442133" y="0"/>
                </a:lnTo>
                <a:lnTo>
                  <a:pt x="442133" y="560503"/>
                </a:lnTo>
                <a:lnTo>
                  <a:pt x="221066" y="56050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3A3A3A"/>
            </a:solidFill>
            <a:prstDash val="solid"/>
          </a:ln>
        </p:spPr>
      </p:sp>
      <p:sp>
        <p:nvSpPr>
          <p:cNvPr id="11" name="path-9">
            <a:extLst xmlns:a="http://schemas.openxmlformats.org/drawingml/2006/main">
              <a:ext uri="{FF2B5EF4-FFF2-40B4-BE49-F238E27FC236}">
                <a16:creationId xmlns:a16="http://schemas.microsoft.com/office/drawing/2014/main" id="{0823BDF4-60D8-45A7-AB69-91F22745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65" y="813909"/>
            <a:ext cx="442133" cy="117301"/>
          </a:xfrm>
          <a:custGeom xmlns:a="http://schemas.openxmlformats.org/drawingml/2006/main">
            <a:pathLst>
              <a:path w="442133" h="117301">
                <a:moveTo>
                  <a:pt x="221066" y="117301"/>
                </a:moveTo>
                <a:lnTo>
                  <a:pt x="0" y="117301"/>
                </a:lnTo>
                <a:lnTo>
                  <a:pt x="0" y="0"/>
                </a:lnTo>
                <a:lnTo>
                  <a:pt x="442133" y="0"/>
                </a:lnTo>
                <a:lnTo>
                  <a:pt x="442133" y="117301"/>
                </a:lnTo>
                <a:lnTo>
                  <a:pt x="221066" y="117301"/>
                </a:lnTo>
              </a:path>
            </a:pathLst>
          </a:custGeom>
          <a:solidFill xmlns:a="http://schemas.openxmlformats.org/drawingml/2006/main">
            <a:srgbClr val="4A5A70"/>
          </a:solidFill>
          <a:ln xmlns:a="http://schemas.openxmlformats.org/drawingml/2006/main" w="18917">
            <a:solidFill>
              <a:srgbClr val="3A3A3A"/>
            </a:solidFill>
            <a:prstDash val="solid"/>
          </a:ln>
        </p:spPr>
      </p:sp>
      <p:sp>
        <p:nvSpPr>
          <p:cNvPr id="12" name="path-10">
            <a:extLst xmlns:a="http://schemas.openxmlformats.org/drawingml/2006/main">
              <a:ext uri="{FF2B5EF4-FFF2-40B4-BE49-F238E27FC236}">
                <a16:creationId xmlns:a16="http://schemas.microsoft.com/office/drawing/2014/main" id="{9400DBE1-A6E6-41C6-B456-6A0A9420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29" y="844187"/>
            <a:ext cx="50261" cy="50262"/>
          </a:xfrm>
          <a:custGeom xmlns:a="http://schemas.openxmlformats.org/drawingml/2006/main">
            <a:pathLst>
              <a:path w="50261" h="50262">
                <a:moveTo>
                  <a:pt x="0" y="24864"/>
                </a:moveTo>
                <a:lnTo>
                  <a:pt x="0" y="24864"/>
                </a:lnTo>
                <a:cubicBezTo>
                  <a:pt x="0" y="20535"/>
                  <a:pt x="1087" y="16207"/>
                  <a:pt x="3242" y="12432"/>
                </a:cubicBezTo>
                <a:cubicBezTo>
                  <a:pt x="5415" y="8638"/>
                  <a:pt x="8657" y="5396"/>
                  <a:pt x="12432" y="3241"/>
                </a:cubicBezTo>
                <a:cubicBezTo>
                  <a:pt x="16226" y="1087"/>
                  <a:pt x="20535" y="0"/>
                  <a:pt x="24864" y="0"/>
                </a:cubicBezTo>
                <a:cubicBezTo>
                  <a:pt x="29726" y="0"/>
                  <a:pt x="34054" y="1087"/>
                  <a:pt x="37830" y="3241"/>
                </a:cubicBezTo>
                <a:cubicBezTo>
                  <a:pt x="41624" y="5396"/>
                  <a:pt x="44865" y="8638"/>
                  <a:pt x="47020" y="12432"/>
                </a:cubicBezTo>
                <a:cubicBezTo>
                  <a:pt x="49193" y="16207"/>
                  <a:pt x="50261" y="20535"/>
                  <a:pt x="50261" y="24864"/>
                </a:cubicBezTo>
                <a:cubicBezTo>
                  <a:pt x="50261" y="29192"/>
                  <a:pt x="49193" y="33502"/>
                  <a:pt x="47020" y="37296"/>
                </a:cubicBezTo>
                <a:cubicBezTo>
                  <a:pt x="44865" y="41071"/>
                  <a:pt x="41624" y="44313"/>
                  <a:pt x="37830" y="46486"/>
                </a:cubicBezTo>
                <a:cubicBezTo>
                  <a:pt x="34054" y="48640"/>
                  <a:pt x="29726" y="50262"/>
                  <a:pt x="24864" y="50262"/>
                </a:cubicBezTo>
                <a:cubicBezTo>
                  <a:pt x="20535" y="50262"/>
                  <a:pt x="16226" y="48640"/>
                  <a:pt x="12432" y="46486"/>
                </a:cubicBezTo>
                <a:cubicBezTo>
                  <a:pt x="8657" y="44313"/>
                  <a:pt x="5415" y="41071"/>
                  <a:pt x="3242" y="37296"/>
                </a:cubicBezTo>
                <a:cubicBezTo>
                  <a:pt x="1087" y="33502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7AA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1">
            <a:extLst xmlns:a="http://schemas.openxmlformats.org/drawingml/2006/main">
              <a:ext uri="{FF2B5EF4-FFF2-40B4-BE49-F238E27FC236}">
                <a16:creationId xmlns:a16="http://schemas.microsoft.com/office/drawing/2014/main" id="{19A7DE79-4FF6-476C-8A19-D30FF03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72" y="844187"/>
            <a:ext cx="50262" cy="50262"/>
          </a:xfrm>
          <a:custGeom xmlns:a="http://schemas.openxmlformats.org/drawingml/2006/main">
            <a:pathLst>
              <a:path w="50262" h="50262">
                <a:moveTo>
                  <a:pt x="0" y="24864"/>
                </a:moveTo>
                <a:lnTo>
                  <a:pt x="0" y="24864"/>
                </a:lnTo>
                <a:cubicBezTo>
                  <a:pt x="0" y="20535"/>
                  <a:pt x="1068" y="16207"/>
                  <a:pt x="3242" y="12432"/>
                </a:cubicBezTo>
                <a:cubicBezTo>
                  <a:pt x="5396" y="8638"/>
                  <a:pt x="8638" y="5396"/>
                  <a:pt x="12432" y="3241"/>
                </a:cubicBezTo>
                <a:cubicBezTo>
                  <a:pt x="16207" y="1087"/>
                  <a:pt x="20536" y="0"/>
                  <a:pt x="25398" y="0"/>
                </a:cubicBezTo>
                <a:cubicBezTo>
                  <a:pt x="29726" y="0"/>
                  <a:pt x="34035" y="1087"/>
                  <a:pt x="37830" y="3241"/>
                </a:cubicBezTo>
                <a:cubicBezTo>
                  <a:pt x="41605" y="5396"/>
                  <a:pt x="44846" y="8638"/>
                  <a:pt x="47020" y="12432"/>
                </a:cubicBezTo>
                <a:cubicBezTo>
                  <a:pt x="49175" y="16207"/>
                  <a:pt x="50262" y="20535"/>
                  <a:pt x="50262" y="24864"/>
                </a:cubicBezTo>
                <a:cubicBezTo>
                  <a:pt x="50262" y="29192"/>
                  <a:pt x="49175" y="33502"/>
                  <a:pt x="47020" y="37296"/>
                </a:cubicBezTo>
                <a:cubicBezTo>
                  <a:pt x="44846" y="41071"/>
                  <a:pt x="41605" y="44313"/>
                  <a:pt x="37830" y="46486"/>
                </a:cubicBezTo>
                <a:cubicBezTo>
                  <a:pt x="34035" y="48640"/>
                  <a:pt x="29726" y="50262"/>
                  <a:pt x="25398" y="50262"/>
                </a:cubicBezTo>
                <a:cubicBezTo>
                  <a:pt x="20536" y="50262"/>
                  <a:pt x="16207" y="48640"/>
                  <a:pt x="12432" y="46486"/>
                </a:cubicBezTo>
                <a:cubicBezTo>
                  <a:pt x="8638" y="44313"/>
                  <a:pt x="5396" y="41071"/>
                  <a:pt x="3242" y="37296"/>
                </a:cubicBezTo>
                <a:cubicBezTo>
                  <a:pt x="1068" y="33502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9AC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E9A797DF-10B1-44D7-B12A-8470614B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43" y="844187"/>
            <a:ext cx="50261" cy="50262"/>
          </a:xfrm>
          <a:custGeom xmlns:a="http://schemas.openxmlformats.org/drawingml/2006/main">
            <a:pathLst>
              <a:path w="50261" h="50262">
                <a:moveTo>
                  <a:pt x="0" y="24864"/>
                </a:moveTo>
                <a:lnTo>
                  <a:pt x="0" y="24864"/>
                </a:lnTo>
                <a:cubicBezTo>
                  <a:pt x="0" y="20535"/>
                  <a:pt x="1087" y="16207"/>
                  <a:pt x="3241" y="12432"/>
                </a:cubicBezTo>
                <a:cubicBezTo>
                  <a:pt x="5396" y="8638"/>
                  <a:pt x="8638" y="5396"/>
                  <a:pt x="12432" y="3241"/>
                </a:cubicBezTo>
                <a:cubicBezTo>
                  <a:pt x="16207" y="1087"/>
                  <a:pt x="20535" y="0"/>
                  <a:pt x="25397" y="0"/>
                </a:cubicBezTo>
                <a:cubicBezTo>
                  <a:pt x="29726" y="0"/>
                  <a:pt x="34054" y="1087"/>
                  <a:pt x="37830" y="3241"/>
                </a:cubicBezTo>
                <a:cubicBezTo>
                  <a:pt x="41624" y="5396"/>
                  <a:pt x="44865" y="8638"/>
                  <a:pt x="47020" y="12432"/>
                </a:cubicBezTo>
                <a:cubicBezTo>
                  <a:pt x="49175" y="16207"/>
                  <a:pt x="50261" y="20535"/>
                  <a:pt x="50261" y="24864"/>
                </a:cubicBezTo>
                <a:cubicBezTo>
                  <a:pt x="50261" y="29192"/>
                  <a:pt x="49175" y="33502"/>
                  <a:pt x="47020" y="37296"/>
                </a:cubicBezTo>
                <a:cubicBezTo>
                  <a:pt x="44865" y="41071"/>
                  <a:pt x="41624" y="44313"/>
                  <a:pt x="37830" y="46486"/>
                </a:cubicBezTo>
                <a:cubicBezTo>
                  <a:pt x="34054" y="48640"/>
                  <a:pt x="29726" y="50262"/>
                  <a:pt x="25397" y="50262"/>
                </a:cubicBezTo>
                <a:cubicBezTo>
                  <a:pt x="20535" y="50262"/>
                  <a:pt x="16207" y="48640"/>
                  <a:pt x="12432" y="46486"/>
                </a:cubicBezTo>
                <a:cubicBezTo>
                  <a:pt x="8638" y="44313"/>
                  <a:pt x="5396" y="41071"/>
                  <a:pt x="3241" y="37296"/>
                </a:cubicBezTo>
                <a:cubicBezTo>
                  <a:pt x="1087" y="33502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E0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3">
            <a:extLst xmlns:a="http://schemas.openxmlformats.org/drawingml/2006/main">
              <a:ext uri="{FF2B5EF4-FFF2-40B4-BE49-F238E27FC236}">
                <a16:creationId xmlns:a16="http://schemas.microsoft.com/office/drawing/2014/main" id="{5192261B-EFF4-4BCE-B270-8B8F83F8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56" y="1124153"/>
            <a:ext cx="96194" cy="162701"/>
          </a:xfrm>
          <a:custGeom xmlns:a="http://schemas.openxmlformats.org/drawingml/2006/main">
            <a:pathLst>
              <a:path w="96194" h="162701">
                <a:moveTo>
                  <a:pt x="0" y="162701"/>
                </a:moveTo>
                <a:lnTo>
                  <a:pt x="96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00">
            <a:solidFill>
              <a:srgbClr val="3E6FA8"/>
            </a:solidFill>
            <a:prstDash val="solid"/>
          </a:ln>
        </p:spPr>
      </p:sp>
      <p:sp>
        <p:nvSpPr>
          <p:cNvPr id="16" name="path-14">
            <a:extLst xmlns:a="http://schemas.openxmlformats.org/drawingml/2006/main">
              <a:ext uri="{FF2B5EF4-FFF2-40B4-BE49-F238E27FC236}">
                <a16:creationId xmlns:a16="http://schemas.microsoft.com/office/drawing/2014/main" id="{68D5BE41-45E9-497F-A83B-070B1E9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0" y="1124153"/>
            <a:ext cx="94059" cy="88644"/>
          </a:xfrm>
          <a:custGeom xmlns:a="http://schemas.openxmlformats.org/drawingml/2006/main">
            <a:pathLst>
              <a:path w="94059" h="88644">
                <a:moveTo>
                  <a:pt x="0" y="0"/>
                </a:moveTo>
                <a:lnTo>
                  <a:pt x="94059" y="88644"/>
                </a:lnTo>
              </a:path>
            </a:pathLst>
          </a:custGeom>
          <a:noFill xmlns:a="http://schemas.openxmlformats.org/drawingml/2006/main"/>
          <a:ln xmlns:a="http://schemas.openxmlformats.org/drawingml/2006/main" w="22700">
            <a:solidFill>
              <a:srgbClr val="3E6FA8"/>
            </a:solidFill>
            <a:prstDash val="solid"/>
          </a:ln>
        </p:spPr>
      </p:sp>
      <p:sp>
        <p:nvSpPr>
          <p:cNvPr id="17" name="path-15">
            <a:extLst xmlns:a="http://schemas.openxmlformats.org/drawingml/2006/main">
              <a:ext uri="{FF2B5EF4-FFF2-40B4-BE49-F238E27FC236}">
                <a16:creationId xmlns:a16="http://schemas.microsoft.com/office/drawing/2014/main" id="{9740741E-E04F-4230-866B-FAB6733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9" y="1020923"/>
            <a:ext cx="137285" cy="191874"/>
          </a:xfrm>
          <a:custGeom xmlns:a="http://schemas.openxmlformats.org/drawingml/2006/main">
            <a:pathLst>
              <a:path w="137285" h="191874">
                <a:moveTo>
                  <a:pt x="0" y="191874"/>
                </a:moveTo>
                <a:lnTo>
                  <a:pt x="1372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00">
            <a:solidFill>
              <a:srgbClr val="3E6FA8"/>
            </a:solidFill>
            <a:prstDash val="solid"/>
          </a:ln>
        </p:spPr>
      </p:sp>
      <p:sp>
        <p:nvSpPr>
          <p:cNvPr id="18" name="path-16">
            <a:extLst xmlns:a="http://schemas.openxmlformats.org/drawingml/2006/main">
              <a:ext uri="{FF2B5EF4-FFF2-40B4-BE49-F238E27FC236}">
                <a16:creationId xmlns:a16="http://schemas.microsoft.com/office/drawing/2014/main" id="{2491E6EF-C391-4F52-8BC6-F12D1CD4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92" y="1261991"/>
            <a:ext cx="50261" cy="49727"/>
          </a:xfrm>
          <a:custGeom xmlns:a="http://schemas.openxmlformats.org/drawingml/2006/main">
            <a:pathLst>
              <a:path w="50261" h="49727">
                <a:moveTo>
                  <a:pt x="0" y="24864"/>
                </a:moveTo>
                <a:lnTo>
                  <a:pt x="0" y="24864"/>
                </a:lnTo>
                <a:cubicBezTo>
                  <a:pt x="0" y="20536"/>
                  <a:pt x="1068" y="16207"/>
                  <a:pt x="3242" y="12431"/>
                </a:cubicBezTo>
                <a:cubicBezTo>
                  <a:pt x="5396" y="8637"/>
                  <a:pt x="8638" y="5396"/>
                  <a:pt x="12432" y="3241"/>
                </a:cubicBezTo>
                <a:cubicBezTo>
                  <a:pt x="16207" y="1068"/>
                  <a:pt x="20535" y="0"/>
                  <a:pt x="25398" y="0"/>
                </a:cubicBezTo>
                <a:cubicBezTo>
                  <a:pt x="29726" y="0"/>
                  <a:pt x="34035" y="1068"/>
                  <a:pt x="37830" y="3241"/>
                </a:cubicBezTo>
                <a:cubicBezTo>
                  <a:pt x="41605" y="5396"/>
                  <a:pt x="44846" y="8637"/>
                  <a:pt x="47020" y="12431"/>
                </a:cubicBezTo>
                <a:cubicBezTo>
                  <a:pt x="49175" y="16207"/>
                  <a:pt x="50261" y="20536"/>
                  <a:pt x="50261" y="24864"/>
                </a:cubicBezTo>
                <a:cubicBezTo>
                  <a:pt x="50261" y="29173"/>
                  <a:pt x="49175" y="33501"/>
                  <a:pt x="47020" y="37296"/>
                </a:cubicBezTo>
                <a:cubicBezTo>
                  <a:pt x="44846" y="41071"/>
                  <a:pt x="41605" y="44312"/>
                  <a:pt x="37830" y="46467"/>
                </a:cubicBezTo>
                <a:cubicBezTo>
                  <a:pt x="34035" y="48641"/>
                  <a:pt x="29726" y="49727"/>
                  <a:pt x="25398" y="49727"/>
                </a:cubicBezTo>
                <a:cubicBezTo>
                  <a:pt x="20535" y="49727"/>
                  <a:pt x="16207" y="48641"/>
                  <a:pt x="12432" y="46467"/>
                </a:cubicBezTo>
                <a:cubicBezTo>
                  <a:pt x="8638" y="44312"/>
                  <a:pt x="5396" y="41071"/>
                  <a:pt x="3242" y="37296"/>
                </a:cubicBezTo>
                <a:cubicBezTo>
                  <a:pt x="1068" y="33501"/>
                  <a:pt x="0" y="29173"/>
                  <a:pt x="0" y="24864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7">
            <a:extLst xmlns:a="http://schemas.openxmlformats.org/drawingml/2006/main">
              <a:ext uri="{FF2B5EF4-FFF2-40B4-BE49-F238E27FC236}">
                <a16:creationId xmlns:a16="http://schemas.microsoft.com/office/drawing/2014/main" id="{0408F6D3-B874-4A49-B017-BB5C631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86" y="1099289"/>
            <a:ext cx="50281" cy="50280"/>
          </a:xfrm>
          <a:custGeom xmlns:a="http://schemas.openxmlformats.org/drawingml/2006/main">
            <a:pathLst>
              <a:path w="50281" h="50280">
                <a:moveTo>
                  <a:pt x="0" y="24864"/>
                </a:moveTo>
                <a:lnTo>
                  <a:pt x="0" y="24864"/>
                </a:lnTo>
                <a:cubicBezTo>
                  <a:pt x="0" y="20554"/>
                  <a:pt x="1087" y="16227"/>
                  <a:pt x="3242" y="12432"/>
                </a:cubicBezTo>
                <a:cubicBezTo>
                  <a:pt x="5415" y="8657"/>
                  <a:pt x="8657" y="5415"/>
                  <a:pt x="12432" y="3242"/>
                </a:cubicBezTo>
                <a:cubicBezTo>
                  <a:pt x="16227" y="1087"/>
                  <a:pt x="20536" y="0"/>
                  <a:pt x="25417" y="0"/>
                </a:cubicBezTo>
                <a:cubicBezTo>
                  <a:pt x="29726" y="0"/>
                  <a:pt x="34054" y="1087"/>
                  <a:pt x="37849" y="3242"/>
                </a:cubicBezTo>
                <a:cubicBezTo>
                  <a:pt x="41624" y="5415"/>
                  <a:pt x="44866" y="8657"/>
                  <a:pt x="47020" y="12432"/>
                </a:cubicBezTo>
                <a:cubicBezTo>
                  <a:pt x="49194" y="16227"/>
                  <a:pt x="50281" y="20554"/>
                  <a:pt x="50281" y="24864"/>
                </a:cubicBezTo>
                <a:cubicBezTo>
                  <a:pt x="50281" y="29192"/>
                  <a:pt x="49194" y="33520"/>
                  <a:pt x="47020" y="37296"/>
                </a:cubicBezTo>
                <a:cubicBezTo>
                  <a:pt x="44866" y="41090"/>
                  <a:pt x="41624" y="44332"/>
                  <a:pt x="37849" y="46486"/>
                </a:cubicBezTo>
                <a:cubicBezTo>
                  <a:pt x="34054" y="48660"/>
                  <a:pt x="29726" y="50280"/>
                  <a:pt x="25417" y="50280"/>
                </a:cubicBezTo>
                <a:cubicBezTo>
                  <a:pt x="20536" y="50280"/>
                  <a:pt x="16227" y="48660"/>
                  <a:pt x="12432" y="46486"/>
                </a:cubicBezTo>
                <a:cubicBezTo>
                  <a:pt x="8657" y="44332"/>
                  <a:pt x="5415" y="41090"/>
                  <a:pt x="3242" y="37296"/>
                </a:cubicBezTo>
                <a:cubicBezTo>
                  <a:pt x="1087" y="33520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18">
            <a:extLst xmlns:a="http://schemas.openxmlformats.org/drawingml/2006/main">
              <a:ext uri="{FF2B5EF4-FFF2-40B4-BE49-F238E27FC236}">
                <a16:creationId xmlns:a16="http://schemas.microsoft.com/office/drawing/2014/main" id="{72B8F377-F960-477B-B0D9-AE147126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45" y="1187399"/>
            <a:ext cx="50261" cy="50262"/>
          </a:xfrm>
          <a:custGeom xmlns:a="http://schemas.openxmlformats.org/drawingml/2006/main">
            <a:pathLst>
              <a:path w="50261" h="50262">
                <a:moveTo>
                  <a:pt x="0" y="25398"/>
                </a:moveTo>
                <a:lnTo>
                  <a:pt x="0" y="25398"/>
                </a:lnTo>
                <a:cubicBezTo>
                  <a:pt x="0" y="21070"/>
                  <a:pt x="1068" y="16761"/>
                  <a:pt x="3242" y="12966"/>
                </a:cubicBezTo>
                <a:cubicBezTo>
                  <a:pt x="5396" y="9191"/>
                  <a:pt x="8638" y="5950"/>
                  <a:pt x="12432" y="3776"/>
                </a:cubicBezTo>
                <a:cubicBezTo>
                  <a:pt x="16207" y="1621"/>
                  <a:pt x="20535" y="0"/>
                  <a:pt x="25398" y="0"/>
                </a:cubicBezTo>
                <a:cubicBezTo>
                  <a:pt x="29726" y="0"/>
                  <a:pt x="34035" y="1621"/>
                  <a:pt x="37830" y="3776"/>
                </a:cubicBezTo>
                <a:cubicBezTo>
                  <a:pt x="41605" y="5950"/>
                  <a:pt x="44846" y="9191"/>
                  <a:pt x="47020" y="12966"/>
                </a:cubicBezTo>
                <a:cubicBezTo>
                  <a:pt x="49175" y="16761"/>
                  <a:pt x="50261" y="21070"/>
                  <a:pt x="50261" y="25398"/>
                </a:cubicBezTo>
                <a:cubicBezTo>
                  <a:pt x="50261" y="29726"/>
                  <a:pt x="49175" y="34055"/>
                  <a:pt x="47020" y="37830"/>
                </a:cubicBezTo>
                <a:cubicBezTo>
                  <a:pt x="44846" y="41625"/>
                  <a:pt x="41605" y="44866"/>
                  <a:pt x="37830" y="47020"/>
                </a:cubicBezTo>
                <a:cubicBezTo>
                  <a:pt x="34035" y="49175"/>
                  <a:pt x="29726" y="50262"/>
                  <a:pt x="25398" y="50262"/>
                </a:cubicBezTo>
                <a:cubicBezTo>
                  <a:pt x="20535" y="50262"/>
                  <a:pt x="16207" y="49175"/>
                  <a:pt x="12432" y="47020"/>
                </a:cubicBezTo>
                <a:cubicBezTo>
                  <a:pt x="8638" y="44866"/>
                  <a:pt x="5396" y="41625"/>
                  <a:pt x="3242" y="37830"/>
                </a:cubicBezTo>
                <a:cubicBezTo>
                  <a:pt x="1068" y="34055"/>
                  <a:pt x="0" y="29726"/>
                  <a:pt x="0" y="25398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19">
            <a:extLst xmlns:a="http://schemas.openxmlformats.org/drawingml/2006/main">
              <a:ext uri="{FF2B5EF4-FFF2-40B4-BE49-F238E27FC236}">
                <a16:creationId xmlns:a16="http://schemas.microsoft.com/office/drawing/2014/main" id="{37E395E9-1A79-415B-8291-DD41BB1D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30" y="996058"/>
            <a:ext cx="50262" cy="50262"/>
          </a:xfrm>
          <a:custGeom xmlns:a="http://schemas.openxmlformats.org/drawingml/2006/main">
            <a:pathLst>
              <a:path w="50262" h="50262">
                <a:moveTo>
                  <a:pt x="0" y="24864"/>
                </a:moveTo>
                <a:lnTo>
                  <a:pt x="0" y="24864"/>
                </a:lnTo>
                <a:cubicBezTo>
                  <a:pt x="0" y="20536"/>
                  <a:pt x="1068" y="16227"/>
                  <a:pt x="3242" y="12432"/>
                </a:cubicBezTo>
                <a:cubicBezTo>
                  <a:pt x="5396" y="8657"/>
                  <a:pt x="8638" y="5415"/>
                  <a:pt x="12432" y="3242"/>
                </a:cubicBezTo>
                <a:cubicBezTo>
                  <a:pt x="16207" y="1087"/>
                  <a:pt x="20536" y="0"/>
                  <a:pt x="25398" y="0"/>
                </a:cubicBezTo>
                <a:cubicBezTo>
                  <a:pt x="29726" y="0"/>
                  <a:pt x="34035" y="1087"/>
                  <a:pt x="37830" y="3242"/>
                </a:cubicBezTo>
                <a:cubicBezTo>
                  <a:pt x="41605" y="5415"/>
                  <a:pt x="44846" y="8657"/>
                  <a:pt x="47020" y="12432"/>
                </a:cubicBezTo>
                <a:cubicBezTo>
                  <a:pt x="49175" y="16227"/>
                  <a:pt x="50262" y="20536"/>
                  <a:pt x="50262" y="24864"/>
                </a:cubicBezTo>
                <a:cubicBezTo>
                  <a:pt x="50262" y="29192"/>
                  <a:pt x="49175" y="33520"/>
                  <a:pt x="47020" y="37296"/>
                </a:cubicBezTo>
                <a:cubicBezTo>
                  <a:pt x="44846" y="41090"/>
                  <a:pt x="41605" y="44332"/>
                  <a:pt x="37830" y="46486"/>
                </a:cubicBezTo>
                <a:cubicBezTo>
                  <a:pt x="34035" y="48640"/>
                  <a:pt x="29726" y="50262"/>
                  <a:pt x="25398" y="50262"/>
                </a:cubicBezTo>
                <a:cubicBezTo>
                  <a:pt x="20536" y="50262"/>
                  <a:pt x="16207" y="48640"/>
                  <a:pt x="12432" y="46486"/>
                </a:cubicBezTo>
                <a:cubicBezTo>
                  <a:pt x="8638" y="44332"/>
                  <a:pt x="5396" y="41090"/>
                  <a:pt x="3242" y="37296"/>
                </a:cubicBezTo>
                <a:cubicBezTo>
                  <a:pt x="1068" y="33520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 Stage">
            <a:extLst xmlns:a="http://schemas.openxmlformats.org/drawingml/2006/main">
              <a:ext uri="{FF2B5EF4-FFF2-40B4-BE49-F238E27FC236}">
                <a16:creationId xmlns:a16="http://schemas.microsoft.com/office/drawing/2014/main" id="{5037F54A-B2D8-4B69-8833-82D1AC44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190" y="856578"/>
            <a:ext cx="508479" cy="245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7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23" name="text-20 I">
            <a:extLst xmlns:a="http://schemas.openxmlformats.org/drawingml/2006/main">
              <a:ext uri="{FF2B5EF4-FFF2-40B4-BE49-F238E27FC236}">
                <a16:creationId xmlns:a16="http://schemas.microsoft.com/office/drawing/2014/main" id="{D7172FE7-2B30-4BF0-838A-A654F92A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656" y="830614"/>
            <a:ext cx="92109" cy="281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8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4" name="text-21 Parser">
            <a:extLst xmlns:a="http://schemas.openxmlformats.org/drawingml/2006/main">
              <a:ext uri="{FF2B5EF4-FFF2-40B4-BE49-F238E27FC236}">
                <a16:creationId xmlns:a16="http://schemas.microsoft.com/office/drawing/2014/main" id="{5EEDFAC4-CA3B-4DFC-9B34-3C055CE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397" y="1095232"/>
            <a:ext cx="579512" cy="24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8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25" name="path-22">
            <a:extLst xmlns:a="http://schemas.openxmlformats.org/drawingml/2006/main">
              <a:ext uri="{FF2B5EF4-FFF2-40B4-BE49-F238E27FC236}">
                <a16:creationId xmlns:a16="http://schemas.microsoft.com/office/drawing/2014/main" id="{BDB2B5BA-57D4-4ECF-BFAF-4C2033C2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821" y="1094980"/>
            <a:ext cx="76212" cy="191"/>
          </a:xfrm>
          <a:custGeom xmlns:a="http://schemas.openxmlformats.org/drawingml/2006/main">
            <a:pathLst>
              <a:path w="76212" h="191">
                <a:moveTo>
                  <a:pt x="0" y="0"/>
                </a:moveTo>
                <a:lnTo>
                  <a:pt x="76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111111"/>
            </a:solidFill>
            <a:prstDash val="solid"/>
          </a:ln>
        </p:spPr>
      </p:sp>
      <p:sp>
        <p:nvSpPr>
          <p:cNvPr id="26" name="path-23">
            <a:extLst xmlns:a="http://schemas.openxmlformats.org/drawingml/2006/main">
              <a:ext uri="{FF2B5EF4-FFF2-40B4-BE49-F238E27FC236}">
                <a16:creationId xmlns:a16="http://schemas.microsoft.com/office/drawing/2014/main" id="{8A2DE0EE-182E-4939-8211-0A8605F2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084" y="1049028"/>
            <a:ext cx="91885" cy="91885"/>
          </a:xfrm>
          <a:custGeom xmlns:a="http://schemas.openxmlformats.org/drawingml/2006/main">
            <a:pathLst>
              <a:path w="91885" h="91885">
                <a:moveTo>
                  <a:pt x="91885" y="45952"/>
                </a:moveTo>
                <a:lnTo>
                  <a:pt x="0" y="91885"/>
                </a:lnTo>
                <a:lnTo>
                  <a:pt x="0" y="0"/>
                </a:lnTo>
                <a:lnTo>
                  <a:pt x="91885" y="4595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4">
            <a:extLst xmlns:a="http://schemas.openxmlformats.org/drawingml/2006/main">
              <a:ext uri="{FF2B5EF4-FFF2-40B4-BE49-F238E27FC236}">
                <a16:creationId xmlns:a16="http://schemas.microsoft.com/office/drawing/2014/main" id="{ACA3836A-4460-4299-8F21-8E53D821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425" y="799322"/>
            <a:ext cx="299433" cy="383749"/>
          </a:xfrm>
          <a:custGeom xmlns:a="http://schemas.openxmlformats.org/drawingml/2006/main">
            <a:pathLst>
              <a:path w="299433" h="383749">
                <a:moveTo>
                  <a:pt x="0" y="0"/>
                </a:moveTo>
                <a:lnTo>
                  <a:pt x="209169" y="0"/>
                </a:lnTo>
                <a:lnTo>
                  <a:pt x="299433" y="89731"/>
                </a:lnTo>
                <a:lnTo>
                  <a:pt x="299433" y="383749"/>
                </a:lnTo>
                <a:lnTo>
                  <a:pt x="0" y="38374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28" name="path-25">
            <a:extLst xmlns:a="http://schemas.openxmlformats.org/drawingml/2006/main">
              <a:ext uri="{FF2B5EF4-FFF2-40B4-BE49-F238E27FC236}">
                <a16:creationId xmlns:a16="http://schemas.microsoft.com/office/drawing/2014/main" id="{09483555-8F66-40B3-A05D-802BBFAE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146" y="799322"/>
            <a:ext cx="191" cy="89731"/>
          </a:xfrm>
          <a:custGeom xmlns:a="http://schemas.openxmlformats.org/drawingml/2006/main">
            <a:pathLst>
              <a:path w="191" h="89731">
                <a:moveTo>
                  <a:pt x="0" y="0"/>
                </a:moveTo>
                <a:lnTo>
                  <a:pt x="0" y="89731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29" name="path-26">
            <a:extLst xmlns:a="http://schemas.openxmlformats.org/drawingml/2006/main">
              <a:ext uri="{FF2B5EF4-FFF2-40B4-BE49-F238E27FC236}">
                <a16:creationId xmlns:a16="http://schemas.microsoft.com/office/drawing/2014/main" id="{32360DFB-4055-4918-9E94-B3A3BD8A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146" y="889053"/>
            <a:ext cx="89712" cy="191"/>
          </a:xfrm>
          <a:custGeom xmlns:a="http://schemas.openxmlformats.org/drawingml/2006/main">
            <a:pathLst>
              <a:path w="89712" h="191">
                <a:moveTo>
                  <a:pt x="0" y="0"/>
                </a:moveTo>
                <a:lnTo>
                  <a:pt x="89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30" name="path-27">
            <a:extLst xmlns:a="http://schemas.openxmlformats.org/drawingml/2006/main">
              <a:ext uri="{FF2B5EF4-FFF2-40B4-BE49-F238E27FC236}">
                <a16:creationId xmlns:a16="http://schemas.microsoft.com/office/drawing/2014/main" id="{F34C64AA-8031-4270-81F1-139785D7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73" y="952814"/>
            <a:ext cx="197270" cy="191"/>
          </a:xfrm>
          <a:custGeom xmlns:a="http://schemas.openxmlformats.org/drawingml/2006/main">
            <a:pathLst>
              <a:path w="197270" h="191">
                <a:moveTo>
                  <a:pt x="0" y="0"/>
                </a:moveTo>
                <a:lnTo>
                  <a:pt x="1972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1" name="path-28">
            <a:extLst xmlns:a="http://schemas.openxmlformats.org/drawingml/2006/main">
              <a:ext uri="{FF2B5EF4-FFF2-40B4-BE49-F238E27FC236}">
                <a16:creationId xmlns:a16="http://schemas.microsoft.com/office/drawing/2014/main" id="{909E34C3-9E91-4EF2-808C-0FCD829E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73" y="1018215"/>
            <a:ext cx="197270" cy="191"/>
          </a:xfrm>
          <a:custGeom xmlns:a="http://schemas.openxmlformats.org/drawingml/2006/main">
            <a:pathLst>
              <a:path w="197270" h="191">
                <a:moveTo>
                  <a:pt x="0" y="0"/>
                </a:moveTo>
                <a:lnTo>
                  <a:pt x="1972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58EAB3C0-D1B2-4ABF-992E-601F34F7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530" y="1316027"/>
            <a:ext cx="62159" cy="74057"/>
          </a:xfrm>
          <a:custGeom xmlns:a="http://schemas.openxmlformats.org/drawingml/2006/main">
            <a:pathLst>
              <a:path w="62159" h="74057">
                <a:moveTo>
                  <a:pt x="0" y="74057"/>
                </a:moveTo>
                <a:lnTo>
                  <a:pt x="62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3E6FA8"/>
            </a:solidFill>
            <a:prstDash val="dash"/>
          </a:ln>
        </p:spPr>
      </p:sp>
      <p:sp>
        <p:nvSpPr>
          <p:cNvPr id="33" name="path-30">
            <a:extLst xmlns:a="http://schemas.openxmlformats.org/drawingml/2006/main">
              <a:ext uri="{FF2B5EF4-FFF2-40B4-BE49-F238E27FC236}">
                <a16:creationId xmlns:a16="http://schemas.microsoft.com/office/drawing/2014/main" id="{FE0F6A49-CD83-4512-BBE6-592447F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278" y="1317648"/>
            <a:ext cx="88644" cy="72971"/>
          </a:xfrm>
          <a:custGeom xmlns:a="http://schemas.openxmlformats.org/drawingml/2006/main">
            <a:pathLst>
              <a:path w="88644" h="72971">
                <a:moveTo>
                  <a:pt x="0" y="0"/>
                </a:moveTo>
                <a:lnTo>
                  <a:pt x="88644" y="72971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3E6FA8"/>
            </a:solidFill>
            <a:prstDash val="dash"/>
          </a:ln>
        </p:spPr>
      </p:sp>
      <p:sp>
        <p:nvSpPr>
          <p:cNvPr id="34" name="path-31">
            <a:extLst xmlns:a="http://schemas.openxmlformats.org/drawingml/2006/main">
              <a:ext uri="{FF2B5EF4-FFF2-40B4-BE49-F238E27FC236}">
                <a16:creationId xmlns:a16="http://schemas.microsoft.com/office/drawing/2014/main" id="{9BDE1FED-250E-4CBA-B646-3F4BA622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078" y="1280905"/>
            <a:ext cx="73505" cy="77833"/>
          </a:xfrm>
          <a:custGeom xmlns:a="http://schemas.openxmlformats.org/drawingml/2006/main">
            <a:pathLst>
              <a:path w="73505" h="77833">
                <a:moveTo>
                  <a:pt x="0" y="77833"/>
                </a:moveTo>
                <a:lnTo>
                  <a:pt x="7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3E6FA8"/>
            </a:solidFill>
            <a:prstDash val="dash"/>
          </a:ln>
        </p:spPr>
      </p:sp>
      <p:sp>
        <p:nvSpPr>
          <p:cNvPr id="35" name="path-32">
            <a:extLst xmlns:a="http://schemas.openxmlformats.org/drawingml/2006/main">
              <a:ext uri="{FF2B5EF4-FFF2-40B4-BE49-F238E27FC236}">
                <a16:creationId xmlns:a16="http://schemas.microsoft.com/office/drawing/2014/main" id="{027FD75E-AF84-44C0-9382-6CE3AD0B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287" y="1366308"/>
            <a:ext cx="47020" cy="47020"/>
          </a:xfrm>
          <a:custGeom xmlns:a="http://schemas.openxmlformats.org/drawingml/2006/main">
            <a:pathLst>
              <a:path w="47020" h="47020">
                <a:moveTo>
                  <a:pt x="0" y="23777"/>
                </a:moveTo>
                <a:lnTo>
                  <a:pt x="0" y="23777"/>
                </a:lnTo>
                <a:cubicBezTo>
                  <a:pt x="0" y="19449"/>
                  <a:pt x="1087" y="15674"/>
                  <a:pt x="3242" y="11879"/>
                </a:cubicBezTo>
                <a:cubicBezTo>
                  <a:pt x="5415" y="8638"/>
                  <a:pt x="8104" y="5396"/>
                  <a:pt x="11898" y="3242"/>
                </a:cubicBezTo>
                <a:cubicBezTo>
                  <a:pt x="15140" y="1621"/>
                  <a:pt x="19468" y="0"/>
                  <a:pt x="23244" y="0"/>
                </a:cubicBezTo>
                <a:cubicBezTo>
                  <a:pt x="27571" y="0"/>
                  <a:pt x="31900" y="1621"/>
                  <a:pt x="35141" y="3242"/>
                </a:cubicBezTo>
                <a:cubicBezTo>
                  <a:pt x="38917" y="5396"/>
                  <a:pt x="41624" y="8638"/>
                  <a:pt x="43779" y="11879"/>
                </a:cubicBezTo>
                <a:cubicBezTo>
                  <a:pt x="45953" y="15674"/>
                  <a:pt x="47020" y="19449"/>
                  <a:pt x="47020" y="23777"/>
                </a:cubicBezTo>
                <a:cubicBezTo>
                  <a:pt x="47020" y="28105"/>
                  <a:pt x="45953" y="31880"/>
                  <a:pt x="43779" y="35656"/>
                </a:cubicBezTo>
                <a:cubicBezTo>
                  <a:pt x="41624" y="38897"/>
                  <a:pt x="38917" y="42158"/>
                  <a:pt x="35141" y="44313"/>
                </a:cubicBezTo>
                <a:cubicBezTo>
                  <a:pt x="31900" y="45933"/>
                  <a:pt x="27571" y="47020"/>
                  <a:pt x="23244" y="47020"/>
                </a:cubicBezTo>
                <a:cubicBezTo>
                  <a:pt x="19468" y="47020"/>
                  <a:pt x="15140" y="45933"/>
                  <a:pt x="11898" y="44313"/>
                </a:cubicBezTo>
                <a:cubicBezTo>
                  <a:pt x="8104" y="42158"/>
                  <a:pt x="5415" y="38897"/>
                  <a:pt x="3242" y="35656"/>
                </a:cubicBezTo>
                <a:cubicBezTo>
                  <a:pt x="1087" y="31880"/>
                  <a:pt x="0" y="28105"/>
                  <a:pt x="0" y="23777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3">
            <a:extLst xmlns:a="http://schemas.openxmlformats.org/drawingml/2006/main">
              <a:ext uri="{FF2B5EF4-FFF2-40B4-BE49-F238E27FC236}">
                <a16:creationId xmlns:a16="http://schemas.microsoft.com/office/drawing/2014/main" id="{AB0025E6-32A6-4CAF-BE5A-324F86BB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50" y="1281439"/>
            <a:ext cx="47020" cy="47020"/>
          </a:xfrm>
          <a:custGeom xmlns:a="http://schemas.openxmlformats.org/drawingml/2006/main">
            <a:pathLst>
              <a:path w="47020" h="47020">
                <a:moveTo>
                  <a:pt x="0" y="23243"/>
                </a:moveTo>
                <a:lnTo>
                  <a:pt x="0" y="23243"/>
                </a:lnTo>
                <a:cubicBezTo>
                  <a:pt x="0" y="18915"/>
                  <a:pt x="1087" y="15140"/>
                  <a:pt x="3241" y="11345"/>
                </a:cubicBezTo>
                <a:cubicBezTo>
                  <a:pt x="5415" y="8104"/>
                  <a:pt x="8104" y="4862"/>
                  <a:pt x="11898" y="2708"/>
                </a:cubicBezTo>
                <a:cubicBezTo>
                  <a:pt x="15139" y="1087"/>
                  <a:pt x="19468" y="0"/>
                  <a:pt x="23243" y="0"/>
                </a:cubicBezTo>
                <a:cubicBezTo>
                  <a:pt x="27571" y="0"/>
                  <a:pt x="31900" y="1087"/>
                  <a:pt x="35141" y="2708"/>
                </a:cubicBezTo>
                <a:cubicBezTo>
                  <a:pt x="38916" y="4862"/>
                  <a:pt x="41624" y="8104"/>
                  <a:pt x="43779" y="11345"/>
                </a:cubicBezTo>
                <a:cubicBezTo>
                  <a:pt x="45952" y="15140"/>
                  <a:pt x="47020" y="18915"/>
                  <a:pt x="47020" y="23243"/>
                </a:cubicBezTo>
                <a:cubicBezTo>
                  <a:pt x="47020" y="27571"/>
                  <a:pt x="45952" y="31347"/>
                  <a:pt x="43779" y="35141"/>
                </a:cubicBezTo>
                <a:cubicBezTo>
                  <a:pt x="41624" y="38383"/>
                  <a:pt x="38916" y="41624"/>
                  <a:pt x="35141" y="43779"/>
                </a:cubicBezTo>
                <a:cubicBezTo>
                  <a:pt x="31900" y="45400"/>
                  <a:pt x="27571" y="47020"/>
                  <a:pt x="23243" y="47020"/>
                </a:cubicBezTo>
                <a:cubicBezTo>
                  <a:pt x="19468" y="47020"/>
                  <a:pt x="15139" y="45400"/>
                  <a:pt x="11898" y="43779"/>
                </a:cubicBezTo>
                <a:cubicBezTo>
                  <a:pt x="8104" y="41624"/>
                  <a:pt x="5415" y="38383"/>
                  <a:pt x="3241" y="35141"/>
                </a:cubicBezTo>
                <a:cubicBezTo>
                  <a:pt x="1087" y="31347"/>
                  <a:pt x="0" y="27571"/>
                  <a:pt x="0" y="23243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4">
            <a:extLst xmlns:a="http://schemas.openxmlformats.org/drawingml/2006/main">
              <a:ext uri="{FF2B5EF4-FFF2-40B4-BE49-F238E27FC236}">
                <a16:creationId xmlns:a16="http://schemas.microsoft.com/office/drawing/2014/main" id="{CF25B997-33E8-4979-8606-8CACF069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350" y="1354410"/>
            <a:ext cx="47020" cy="47020"/>
          </a:xfrm>
          <a:custGeom xmlns:a="http://schemas.openxmlformats.org/drawingml/2006/main">
            <a:pathLst>
              <a:path w="47020" h="47020">
                <a:moveTo>
                  <a:pt x="0" y="23777"/>
                </a:moveTo>
                <a:lnTo>
                  <a:pt x="0" y="23777"/>
                </a:lnTo>
                <a:cubicBezTo>
                  <a:pt x="0" y="19448"/>
                  <a:pt x="1087" y="15673"/>
                  <a:pt x="3242" y="11898"/>
                </a:cubicBezTo>
                <a:cubicBezTo>
                  <a:pt x="5415" y="8638"/>
                  <a:pt x="8104" y="5396"/>
                  <a:pt x="11898" y="3242"/>
                </a:cubicBezTo>
                <a:cubicBezTo>
                  <a:pt x="15139" y="1621"/>
                  <a:pt x="19468" y="0"/>
                  <a:pt x="23243" y="0"/>
                </a:cubicBezTo>
                <a:cubicBezTo>
                  <a:pt x="27571" y="0"/>
                  <a:pt x="31900" y="1621"/>
                  <a:pt x="35141" y="3242"/>
                </a:cubicBezTo>
                <a:cubicBezTo>
                  <a:pt x="38917" y="5396"/>
                  <a:pt x="41624" y="8638"/>
                  <a:pt x="43779" y="11898"/>
                </a:cubicBezTo>
                <a:cubicBezTo>
                  <a:pt x="45952" y="15673"/>
                  <a:pt x="47020" y="19448"/>
                  <a:pt x="47020" y="23777"/>
                </a:cubicBezTo>
                <a:cubicBezTo>
                  <a:pt x="47020" y="28105"/>
                  <a:pt x="45952" y="31880"/>
                  <a:pt x="43779" y="35675"/>
                </a:cubicBezTo>
                <a:cubicBezTo>
                  <a:pt x="41624" y="38917"/>
                  <a:pt x="38917" y="42158"/>
                  <a:pt x="35141" y="44313"/>
                </a:cubicBezTo>
                <a:cubicBezTo>
                  <a:pt x="31900" y="45933"/>
                  <a:pt x="27571" y="47020"/>
                  <a:pt x="23243" y="47020"/>
                </a:cubicBezTo>
                <a:cubicBezTo>
                  <a:pt x="19468" y="47020"/>
                  <a:pt x="15139" y="45933"/>
                  <a:pt x="11898" y="44313"/>
                </a:cubicBezTo>
                <a:cubicBezTo>
                  <a:pt x="8104" y="42158"/>
                  <a:pt x="5415" y="38917"/>
                  <a:pt x="3242" y="35675"/>
                </a:cubicBezTo>
                <a:cubicBezTo>
                  <a:pt x="1087" y="31880"/>
                  <a:pt x="0" y="28105"/>
                  <a:pt x="0" y="23777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5">
            <a:extLst xmlns:a="http://schemas.openxmlformats.org/drawingml/2006/main">
              <a:ext uri="{FF2B5EF4-FFF2-40B4-BE49-F238E27FC236}">
                <a16:creationId xmlns:a16="http://schemas.microsoft.com/office/drawing/2014/main" id="{B1930153-DFAB-4E0B-8491-C9EEA8E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719" y="1254421"/>
            <a:ext cx="47020" cy="47020"/>
          </a:xfrm>
          <a:custGeom xmlns:a="http://schemas.openxmlformats.org/drawingml/2006/main">
            <a:pathLst>
              <a:path w="47020" h="47020">
                <a:moveTo>
                  <a:pt x="0" y="23777"/>
                </a:moveTo>
                <a:lnTo>
                  <a:pt x="0" y="23777"/>
                </a:lnTo>
                <a:cubicBezTo>
                  <a:pt x="0" y="19448"/>
                  <a:pt x="1087" y="15673"/>
                  <a:pt x="3242" y="11879"/>
                </a:cubicBezTo>
                <a:cubicBezTo>
                  <a:pt x="5415" y="8638"/>
                  <a:pt x="8123" y="5396"/>
                  <a:pt x="11898" y="3241"/>
                </a:cubicBezTo>
                <a:cubicBezTo>
                  <a:pt x="15139" y="1621"/>
                  <a:pt x="19468" y="0"/>
                  <a:pt x="23796" y="0"/>
                </a:cubicBezTo>
                <a:cubicBezTo>
                  <a:pt x="27571" y="0"/>
                  <a:pt x="31900" y="1621"/>
                  <a:pt x="35141" y="3241"/>
                </a:cubicBezTo>
                <a:cubicBezTo>
                  <a:pt x="38917" y="5396"/>
                  <a:pt x="41624" y="8638"/>
                  <a:pt x="43778" y="11879"/>
                </a:cubicBezTo>
                <a:cubicBezTo>
                  <a:pt x="45952" y="15673"/>
                  <a:pt x="47020" y="19448"/>
                  <a:pt x="47020" y="23777"/>
                </a:cubicBezTo>
                <a:cubicBezTo>
                  <a:pt x="47020" y="28105"/>
                  <a:pt x="45952" y="31880"/>
                  <a:pt x="43778" y="35675"/>
                </a:cubicBezTo>
                <a:cubicBezTo>
                  <a:pt x="41624" y="38916"/>
                  <a:pt x="38917" y="42158"/>
                  <a:pt x="35141" y="44312"/>
                </a:cubicBezTo>
                <a:cubicBezTo>
                  <a:pt x="31900" y="45933"/>
                  <a:pt x="27571" y="47020"/>
                  <a:pt x="23796" y="47020"/>
                </a:cubicBezTo>
                <a:cubicBezTo>
                  <a:pt x="19468" y="47020"/>
                  <a:pt x="15139" y="45933"/>
                  <a:pt x="11898" y="44312"/>
                </a:cubicBezTo>
                <a:cubicBezTo>
                  <a:pt x="8123" y="42158"/>
                  <a:pt x="5415" y="38916"/>
                  <a:pt x="3242" y="35675"/>
                </a:cubicBezTo>
                <a:cubicBezTo>
                  <a:pt x="1087" y="31880"/>
                  <a:pt x="0" y="28105"/>
                  <a:pt x="0" y="23777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36 Model">
            <a:extLst xmlns:a="http://schemas.openxmlformats.org/drawingml/2006/main">
              <a:ext uri="{FF2B5EF4-FFF2-40B4-BE49-F238E27FC236}">
                <a16:creationId xmlns:a16="http://schemas.microsoft.com/office/drawing/2014/main" id="{DC51CE5A-7CAB-4BEC-95A9-D5E653D9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963" y="864332"/>
            <a:ext cx="601612" cy="274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4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0" name="text-37 Predictions">
            <a:extLst xmlns:a="http://schemas.openxmlformats.org/drawingml/2006/main">
              <a:ext uri="{FF2B5EF4-FFF2-40B4-BE49-F238E27FC236}">
                <a16:creationId xmlns:a16="http://schemas.microsoft.com/office/drawing/2014/main" id="{FE842AEB-BF1D-4190-A39B-4A908F98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8123" y="1120911"/>
            <a:ext cx="1006466" cy="250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41" name="path-38">
            <a:extLst xmlns:a="http://schemas.openxmlformats.org/drawingml/2006/main">
              <a:ext uri="{FF2B5EF4-FFF2-40B4-BE49-F238E27FC236}">
                <a16:creationId xmlns:a16="http://schemas.microsoft.com/office/drawing/2014/main" id="{76430958-2EA4-4182-BFF8-A212AC6B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408" y="755009"/>
            <a:ext cx="334022" cy="428062"/>
          </a:xfrm>
          <a:custGeom xmlns:a="http://schemas.openxmlformats.org/drawingml/2006/main">
            <a:pathLst>
              <a:path w="334022" h="428062">
                <a:moveTo>
                  <a:pt x="0" y="0"/>
                </a:moveTo>
                <a:lnTo>
                  <a:pt x="233498" y="0"/>
                </a:lnTo>
                <a:lnTo>
                  <a:pt x="334022" y="99990"/>
                </a:lnTo>
                <a:lnTo>
                  <a:pt x="334022" y="428062"/>
                </a:lnTo>
                <a:lnTo>
                  <a:pt x="0" y="42806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42" name="path-39">
            <a:extLst xmlns:a="http://schemas.openxmlformats.org/drawingml/2006/main">
              <a:ext uri="{FF2B5EF4-FFF2-40B4-BE49-F238E27FC236}">
                <a16:creationId xmlns:a16="http://schemas.microsoft.com/office/drawing/2014/main" id="{DB5AAE6A-61BB-4656-B461-8FC9B5A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41" y="755009"/>
            <a:ext cx="191" cy="100523"/>
          </a:xfrm>
          <a:custGeom xmlns:a="http://schemas.openxmlformats.org/drawingml/2006/main">
            <a:pathLst>
              <a:path w="191" h="100523">
                <a:moveTo>
                  <a:pt x="0" y="0"/>
                </a:moveTo>
                <a:lnTo>
                  <a:pt x="0" y="100523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43" name="path-40">
            <a:extLst xmlns:a="http://schemas.openxmlformats.org/drawingml/2006/main">
              <a:ext uri="{FF2B5EF4-FFF2-40B4-BE49-F238E27FC236}">
                <a16:creationId xmlns:a16="http://schemas.microsoft.com/office/drawing/2014/main" id="{A6717C3E-1EF7-46FD-811F-42A78A89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41" y="855532"/>
            <a:ext cx="99989" cy="191"/>
          </a:xfrm>
          <a:custGeom xmlns:a="http://schemas.openxmlformats.org/drawingml/2006/main">
            <a:pathLst>
              <a:path w="99989" h="191">
                <a:moveTo>
                  <a:pt x="0" y="0"/>
                </a:moveTo>
                <a:lnTo>
                  <a:pt x="999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44" name="path-41">
            <a:extLst xmlns:a="http://schemas.openxmlformats.org/drawingml/2006/main">
              <a:ext uri="{FF2B5EF4-FFF2-40B4-BE49-F238E27FC236}">
                <a16:creationId xmlns:a16="http://schemas.microsoft.com/office/drawing/2014/main" id="{5BA2549A-AE3C-4A61-894A-9A1FBD3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172" y="926348"/>
            <a:ext cx="220513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45" name="path-42">
            <a:extLst xmlns:a="http://schemas.openxmlformats.org/drawingml/2006/main">
              <a:ext uri="{FF2B5EF4-FFF2-40B4-BE49-F238E27FC236}">
                <a16:creationId xmlns:a16="http://schemas.microsoft.com/office/drawing/2014/main" id="{7697B090-6231-4F78-9E0C-E0313A6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172" y="999300"/>
            <a:ext cx="220513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46" name="path-43">
            <a:extLst xmlns:a="http://schemas.openxmlformats.org/drawingml/2006/main">
              <a:ext uri="{FF2B5EF4-FFF2-40B4-BE49-F238E27FC236}">
                <a16:creationId xmlns:a16="http://schemas.microsoft.com/office/drawing/2014/main" id="{C35308B5-065D-4DD0-9133-9DB51A86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172" y="1071736"/>
            <a:ext cx="220513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47" name="path-44">
            <a:extLst xmlns:a="http://schemas.openxmlformats.org/drawingml/2006/main">
              <a:ext uri="{FF2B5EF4-FFF2-40B4-BE49-F238E27FC236}">
                <a16:creationId xmlns:a16="http://schemas.microsoft.com/office/drawing/2014/main" id="{EAC93B65-6508-4FF8-8B00-F76CCDC0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172" y="1144689"/>
            <a:ext cx="220513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48" name="path-45">
            <a:extLst xmlns:a="http://schemas.openxmlformats.org/drawingml/2006/main">
              <a:ext uri="{FF2B5EF4-FFF2-40B4-BE49-F238E27FC236}">
                <a16:creationId xmlns:a16="http://schemas.microsoft.com/office/drawing/2014/main" id="{B6913118-28BF-456D-8221-720A82B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177" y="1079840"/>
            <a:ext cx="250793" cy="250792"/>
          </a:xfrm>
          <a:custGeom xmlns:a="http://schemas.openxmlformats.org/drawingml/2006/main">
            <a:pathLst>
              <a:path w="250793" h="250792">
                <a:moveTo>
                  <a:pt x="0" y="125387"/>
                </a:moveTo>
                <a:lnTo>
                  <a:pt x="0" y="125387"/>
                </a:lnTo>
                <a:cubicBezTo>
                  <a:pt x="0" y="103230"/>
                  <a:pt x="5949" y="81608"/>
                  <a:pt x="16761" y="62693"/>
                </a:cubicBezTo>
                <a:cubicBezTo>
                  <a:pt x="27572" y="43779"/>
                  <a:pt x="43779" y="27571"/>
                  <a:pt x="62694" y="16760"/>
                </a:cubicBezTo>
                <a:cubicBezTo>
                  <a:pt x="81628" y="5948"/>
                  <a:pt x="103231" y="0"/>
                  <a:pt x="125406" y="0"/>
                </a:cubicBezTo>
                <a:cubicBezTo>
                  <a:pt x="147562" y="0"/>
                  <a:pt x="169185" y="5948"/>
                  <a:pt x="188099" y="16760"/>
                </a:cubicBezTo>
                <a:cubicBezTo>
                  <a:pt x="207014" y="27571"/>
                  <a:pt x="223222" y="43779"/>
                  <a:pt x="234032" y="62693"/>
                </a:cubicBezTo>
                <a:cubicBezTo>
                  <a:pt x="244844" y="81608"/>
                  <a:pt x="250793" y="103230"/>
                  <a:pt x="250793" y="125387"/>
                </a:cubicBezTo>
                <a:cubicBezTo>
                  <a:pt x="250793" y="147543"/>
                  <a:pt x="244844" y="169165"/>
                  <a:pt x="234032" y="188080"/>
                </a:cubicBezTo>
                <a:cubicBezTo>
                  <a:pt x="223222" y="207014"/>
                  <a:pt x="207014" y="223221"/>
                  <a:pt x="188099" y="234032"/>
                </a:cubicBezTo>
                <a:cubicBezTo>
                  <a:pt x="169185" y="244844"/>
                  <a:pt x="147562" y="250792"/>
                  <a:pt x="125406" y="250792"/>
                </a:cubicBezTo>
                <a:cubicBezTo>
                  <a:pt x="103231" y="250792"/>
                  <a:pt x="81628" y="244844"/>
                  <a:pt x="62694" y="234032"/>
                </a:cubicBezTo>
                <a:cubicBezTo>
                  <a:pt x="43779" y="223221"/>
                  <a:pt x="27572" y="207014"/>
                  <a:pt x="16761" y="188080"/>
                </a:cubicBezTo>
                <a:cubicBezTo>
                  <a:pt x="5949" y="169165"/>
                  <a:pt x="0" y="147543"/>
                  <a:pt x="0" y="125387"/>
                </a:cubicBezTo>
              </a:path>
            </a:pathLst>
          </a:custGeom>
          <a:solidFill xmlns:a="http://schemas.openxmlformats.org/drawingml/2006/main">
            <a:srgbClr val="2F9C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6">
            <a:extLst xmlns:a="http://schemas.openxmlformats.org/drawingml/2006/main">
              <a:ext uri="{FF2B5EF4-FFF2-40B4-BE49-F238E27FC236}">
                <a16:creationId xmlns:a16="http://schemas.microsoft.com/office/drawing/2014/main" id="{3910C6A1-C95D-4FDF-9DBF-0D6EBEB3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578" y="1210642"/>
            <a:ext cx="45400" cy="44846"/>
          </a:xfrm>
          <a:custGeom xmlns:a="http://schemas.openxmlformats.org/drawingml/2006/main">
            <a:pathLst>
              <a:path w="45400" h="44846">
                <a:moveTo>
                  <a:pt x="0" y="0"/>
                </a:moveTo>
                <a:lnTo>
                  <a:pt x="45400" y="44846"/>
                </a:lnTo>
              </a:path>
            </a:pathLst>
          </a:custGeom>
          <a:noFill xmlns:a="http://schemas.openxmlformats.org/drawingml/2006/main"/>
          <a:ln xmlns:a="http://schemas.openxmlformats.org/drawingml/2006/main" w="45400">
            <a:solidFill>
              <a:srgbClr val="FFFFFF"/>
            </a:solidFill>
            <a:prstDash val="solid"/>
          </a:ln>
        </p:spPr>
      </p:sp>
      <p:sp>
        <p:nvSpPr>
          <p:cNvPr id="50" name="path-47">
            <a:extLst xmlns:a="http://schemas.openxmlformats.org/drawingml/2006/main">
              <a:ext uri="{FF2B5EF4-FFF2-40B4-BE49-F238E27FC236}">
                <a16:creationId xmlns:a16="http://schemas.microsoft.com/office/drawing/2014/main" id="{87B60FF1-369A-4C8A-B27E-0FDEE3AD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978" y="1154966"/>
            <a:ext cx="80540" cy="100523"/>
          </a:xfrm>
          <a:custGeom xmlns:a="http://schemas.openxmlformats.org/drawingml/2006/main">
            <a:pathLst>
              <a:path w="80540" h="100523">
                <a:moveTo>
                  <a:pt x="0" y="100523"/>
                </a:moveTo>
                <a:lnTo>
                  <a:pt x="80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400">
            <a:solidFill>
              <a:srgbClr val="FFFFFF"/>
            </a:solidFill>
            <a:prstDash val="solid"/>
          </a:ln>
        </p:spPr>
      </p:sp>
      <p:sp>
        <p:nvSpPr>
          <p:cNvPr id="51" name="text-48 Reliable">
            <a:extLst xmlns:a="http://schemas.openxmlformats.org/drawingml/2006/main">
              <a:ext uri="{FF2B5EF4-FFF2-40B4-BE49-F238E27FC236}">
                <a16:creationId xmlns:a16="http://schemas.microsoft.com/office/drawing/2014/main" id="{3EA6EB81-1B54-4D73-94E5-6F81297C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013" y="744987"/>
            <a:ext cx="730300" cy="254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432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Reliable</a:t>
            </a:r>
          </a:p>
        </p:txBody>
      </p:sp>
      <p:sp>
        <p:nvSpPr>
          <p:cNvPr id="52" name="text-49 Reference">
            <a:extLst xmlns:a="http://schemas.openxmlformats.org/drawingml/2006/main">
              <a:ext uri="{FF2B5EF4-FFF2-40B4-BE49-F238E27FC236}">
                <a16:creationId xmlns:a16="http://schemas.microsoft.com/office/drawing/2014/main" id="{EDC7F130-4AE7-4856-AF79-1AF1BEFD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4456" y="985861"/>
            <a:ext cx="905141" cy="252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42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53" name="text-50 Targets">
            <a:extLst xmlns:a="http://schemas.openxmlformats.org/drawingml/2006/main">
              <a:ext uri="{FF2B5EF4-FFF2-40B4-BE49-F238E27FC236}">
                <a16:creationId xmlns:a16="http://schemas.microsoft.com/office/drawing/2014/main" id="{CBD35AF7-1FC8-4A40-8EBD-9722D9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9843" y="1229779"/>
            <a:ext cx="654268" cy="246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8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54" name="path-51">
            <a:extLst xmlns:a="http://schemas.openxmlformats.org/drawingml/2006/main">
              <a:ext uri="{FF2B5EF4-FFF2-40B4-BE49-F238E27FC236}">
                <a16:creationId xmlns:a16="http://schemas.microsoft.com/office/drawing/2014/main" id="{128F3456-5AC4-4815-A497-FE32CD08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915" y="1581959"/>
            <a:ext cx="191" cy="185392"/>
          </a:xfrm>
          <a:custGeom xmlns:a="http://schemas.openxmlformats.org/drawingml/2006/main">
            <a:pathLst>
              <a:path w="191" h="185392">
                <a:moveTo>
                  <a:pt x="0" y="0"/>
                </a:moveTo>
                <a:lnTo>
                  <a:pt x="0" y="185392"/>
                </a:lnTo>
              </a:path>
            </a:pathLst>
          </a:custGeom>
          <a:noFill xmlns:a="http://schemas.openxmlformats.org/drawingml/2006/main"/>
          <a:ln xmlns:a="http://schemas.openxmlformats.org/drawingml/2006/main" w="49724">
            <a:solidFill>
              <a:srgbClr val="111111"/>
            </a:solidFill>
            <a:prstDash val="solid"/>
          </a:ln>
        </p:spPr>
      </p:sp>
      <p:sp>
        <p:nvSpPr>
          <p:cNvPr id="55" name="path-52">
            <a:extLst xmlns:a="http://schemas.openxmlformats.org/drawingml/2006/main">
              <a:ext uri="{FF2B5EF4-FFF2-40B4-BE49-F238E27FC236}">
                <a16:creationId xmlns:a16="http://schemas.microsoft.com/office/drawing/2014/main" id="{EAA67AA1-89CF-44AF-8DD2-FD6526B5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324" y="1757607"/>
            <a:ext cx="149164" cy="149183"/>
          </a:xfrm>
          <a:custGeom xmlns:a="http://schemas.openxmlformats.org/drawingml/2006/main">
            <a:pathLst>
              <a:path w="149164" h="149183">
                <a:moveTo>
                  <a:pt x="74591" y="149183"/>
                </a:moveTo>
                <a:lnTo>
                  <a:pt x="0" y="0"/>
                </a:lnTo>
                <a:lnTo>
                  <a:pt x="149164" y="0"/>
                </a:lnTo>
                <a:lnTo>
                  <a:pt x="74591" y="14918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3">
            <a:extLst xmlns:a="http://schemas.openxmlformats.org/drawingml/2006/main">
              <a:ext uri="{FF2B5EF4-FFF2-40B4-BE49-F238E27FC236}">
                <a16:creationId xmlns:a16="http://schemas.microsoft.com/office/drawing/2014/main" id="{1C24B735-3D14-408A-BB87-C16847D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352" y="1581959"/>
            <a:ext cx="191" cy="185392"/>
          </a:xfrm>
          <a:custGeom xmlns:a="http://schemas.openxmlformats.org/drawingml/2006/main">
            <a:pathLst>
              <a:path w="191" h="185392">
                <a:moveTo>
                  <a:pt x="0" y="0"/>
                </a:moveTo>
                <a:lnTo>
                  <a:pt x="0" y="185392"/>
                </a:lnTo>
              </a:path>
            </a:pathLst>
          </a:custGeom>
          <a:noFill xmlns:a="http://schemas.openxmlformats.org/drawingml/2006/main"/>
          <a:ln xmlns:a="http://schemas.openxmlformats.org/drawingml/2006/main" w="49724">
            <a:solidFill>
              <a:srgbClr val="111111"/>
            </a:solidFill>
            <a:prstDash val="solid"/>
          </a:ln>
        </p:spPr>
      </p:sp>
      <p:sp>
        <p:nvSpPr>
          <p:cNvPr id="57" name="path-54">
            <a:extLst xmlns:a="http://schemas.openxmlformats.org/drawingml/2006/main">
              <a:ext uri="{FF2B5EF4-FFF2-40B4-BE49-F238E27FC236}">
                <a16:creationId xmlns:a16="http://schemas.microsoft.com/office/drawing/2014/main" id="{961A3BD0-718B-4B4C-8C1A-5F0CDE77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761" y="1757607"/>
            <a:ext cx="149182" cy="149183"/>
          </a:xfrm>
          <a:custGeom xmlns:a="http://schemas.openxmlformats.org/drawingml/2006/main">
            <a:pathLst>
              <a:path w="149182" h="149183">
                <a:moveTo>
                  <a:pt x="74591" y="149183"/>
                </a:moveTo>
                <a:lnTo>
                  <a:pt x="0" y="0"/>
                </a:lnTo>
                <a:lnTo>
                  <a:pt x="149182" y="0"/>
                </a:lnTo>
                <a:lnTo>
                  <a:pt x="74591" y="14918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5">
            <a:extLst xmlns:a="http://schemas.openxmlformats.org/drawingml/2006/main">
              <a:ext uri="{FF2B5EF4-FFF2-40B4-BE49-F238E27FC236}">
                <a16:creationId xmlns:a16="http://schemas.microsoft.com/office/drawing/2014/main" id="{5703F4E4-21CC-4180-9EF1-E683A2DC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02" y="1935982"/>
            <a:ext cx="4774687" cy="2687310"/>
          </a:xfrm>
          <a:custGeom xmlns:a="http://schemas.openxmlformats.org/drawingml/2006/main">
            <a:pathLst>
              <a:path w="4774687" h="2687310">
                <a:moveTo>
                  <a:pt x="534" y="121058"/>
                </a:moveTo>
                <a:lnTo>
                  <a:pt x="534" y="121058"/>
                </a:lnTo>
                <a:cubicBezTo>
                  <a:pt x="534" y="99989"/>
                  <a:pt x="5930" y="78901"/>
                  <a:pt x="16741" y="60519"/>
                </a:cubicBezTo>
                <a:cubicBezTo>
                  <a:pt x="27552" y="42158"/>
                  <a:pt x="42692" y="27018"/>
                  <a:pt x="61072" y="16207"/>
                </a:cubicBezTo>
                <a:cubicBezTo>
                  <a:pt x="79454" y="5930"/>
                  <a:pt x="99989" y="0"/>
                  <a:pt x="121611" y="0"/>
                </a:cubicBezTo>
                <a:lnTo>
                  <a:pt x="4653628" y="533"/>
                </a:lnTo>
                <a:cubicBezTo>
                  <a:pt x="4674697" y="533"/>
                  <a:pt x="4695786" y="5930"/>
                  <a:pt x="4714148" y="16741"/>
                </a:cubicBezTo>
                <a:cubicBezTo>
                  <a:pt x="4732529" y="27553"/>
                  <a:pt x="4747668" y="42691"/>
                  <a:pt x="4758479" y="61072"/>
                </a:cubicBezTo>
                <a:cubicBezTo>
                  <a:pt x="4768738" y="79454"/>
                  <a:pt x="4774687" y="99989"/>
                  <a:pt x="4774687" y="121611"/>
                </a:cubicBezTo>
                <a:lnTo>
                  <a:pt x="4774687" y="2566252"/>
                </a:lnTo>
                <a:cubicBezTo>
                  <a:pt x="4774687" y="2587322"/>
                  <a:pt x="4769291" y="2608410"/>
                  <a:pt x="4758479" y="2626772"/>
                </a:cubicBezTo>
                <a:cubicBezTo>
                  <a:pt x="4747668" y="2645152"/>
                  <a:pt x="4732529" y="2660292"/>
                  <a:pt x="4714148" y="2671103"/>
                </a:cubicBezTo>
                <a:cubicBezTo>
                  <a:pt x="4695786" y="2681362"/>
                  <a:pt x="4675232" y="2687310"/>
                  <a:pt x="4653628" y="2687310"/>
                </a:cubicBezTo>
                <a:lnTo>
                  <a:pt x="121058" y="2687310"/>
                </a:lnTo>
                <a:cubicBezTo>
                  <a:pt x="99989" y="2687310"/>
                  <a:pt x="78901" y="2681915"/>
                  <a:pt x="60520" y="2671103"/>
                </a:cubicBezTo>
                <a:cubicBezTo>
                  <a:pt x="42158" y="2660292"/>
                  <a:pt x="27018" y="2645152"/>
                  <a:pt x="16207" y="2626772"/>
                </a:cubicBezTo>
                <a:cubicBezTo>
                  <a:pt x="5930" y="2608410"/>
                  <a:pt x="0" y="2587874"/>
                  <a:pt x="0" y="2566252"/>
                </a:cubicBezTo>
                <a:lnTo>
                  <a:pt x="534" y="121058"/>
                </a:lnTo>
              </a:path>
            </a:pathLst>
          </a:custGeom>
          <a:solidFill xmlns:a="http://schemas.openxmlformats.org/drawingml/2006/main">
            <a:srgbClr val="F2F6FC"/>
          </a:solidFill>
          <a:ln xmlns:a="http://schemas.openxmlformats.org/drawingml/2006/main" w="24862">
            <a:solidFill>
              <a:srgbClr val="6B8FC4"/>
            </a:solidFill>
            <a:prstDash val="solid"/>
          </a:ln>
        </p:spPr>
      </p:sp>
      <p:sp>
        <p:nvSpPr>
          <p:cNvPr id="59" name="text-56 Compare">
            <a:extLst xmlns:a="http://schemas.openxmlformats.org/drawingml/2006/main">
              <a:ext uri="{FF2B5EF4-FFF2-40B4-BE49-F238E27FC236}">
                <a16:creationId xmlns:a16="http://schemas.microsoft.com/office/drawing/2014/main" id="{FC6BC696-F2F7-4D29-B1B8-65C81ABA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617" y="1967099"/>
            <a:ext cx="1206387" cy="374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104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60" name="text-56 &amp;">
            <a:extLst xmlns:a="http://schemas.openxmlformats.org/drawingml/2006/main">
              <a:ext uri="{FF2B5EF4-FFF2-40B4-BE49-F238E27FC236}">
                <a16:creationId xmlns:a16="http://schemas.microsoft.com/office/drawing/2014/main" id="{00D39E77-E6D1-41E7-8C9D-40D1E4AF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6088" y="1967284"/>
            <a:ext cx="240887" cy="37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10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61" name="text-56 Measure">
            <a:extLst xmlns:a="http://schemas.openxmlformats.org/drawingml/2006/main">
              <a:ext uri="{FF2B5EF4-FFF2-40B4-BE49-F238E27FC236}">
                <a16:creationId xmlns:a16="http://schemas.microsoft.com/office/drawing/2014/main" id="{63FC03B8-4408-4BA6-B99F-AEFC3F7E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3355" y="1966963"/>
            <a:ext cx="1132987" cy="37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10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62" name="path-57">
            <a:extLst xmlns:a="http://schemas.openxmlformats.org/drawingml/2006/main">
              <a:ext uri="{FF2B5EF4-FFF2-40B4-BE49-F238E27FC236}">
                <a16:creationId xmlns:a16="http://schemas.microsoft.com/office/drawing/2014/main" id="{7882ADA0-8FB4-477E-A8FC-1C6964D2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92" y="2349457"/>
            <a:ext cx="4665507" cy="531845"/>
          </a:xfrm>
          <a:custGeom xmlns:a="http://schemas.openxmlformats.org/drawingml/2006/main">
            <a:pathLst>
              <a:path w="4665507" h="531845">
                <a:moveTo>
                  <a:pt x="534" y="106472"/>
                </a:moveTo>
                <a:lnTo>
                  <a:pt x="534" y="106472"/>
                </a:lnTo>
                <a:cubicBezTo>
                  <a:pt x="534" y="87558"/>
                  <a:pt x="5396" y="69711"/>
                  <a:pt x="14586" y="53503"/>
                </a:cubicBezTo>
                <a:cubicBezTo>
                  <a:pt x="24311" y="37296"/>
                  <a:pt x="37296" y="23777"/>
                  <a:pt x="53503" y="14587"/>
                </a:cubicBezTo>
                <a:cubicBezTo>
                  <a:pt x="69710" y="4862"/>
                  <a:pt x="88091" y="0"/>
                  <a:pt x="107006" y="0"/>
                </a:cubicBezTo>
                <a:lnTo>
                  <a:pt x="4559035" y="534"/>
                </a:lnTo>
                <a:cubicBezTo>
                  <a:pt x="4577950" y="534"/>
                  <a:pt x="4595797" y="5396"/>
                  <a:pt x="4612005" y="14587"/>
                </a:cubicBezTo>
                <a:cubicBezTo>
                  <a:pt x="4628212" y="24311"/>
                  <a:pt x="4641731" y="37296"/>
                  <a:pt x="4650921" y="53503"/>
                </a:cubicBezTo>
                <a:cubicBezTo>
                  <a:pt x="4660646" y="69711"/>
                  <a:pt x="4665507" y="88091"/>
                  <a:pt x="4665507" y="107006"/>
                </a:cubicBezTo>
                <a:lnTo>
                  <a:pt x="4665507" y="425354"/>
                </a:lnTo>
                <a:cubicBezTo>
                  <a:pt x="4665507" y="444288"/>
                  <a:pt x="4660646" y="462116"/>
                  <a:pt x="4651454" y="478323"/>
                </a:cubicBezTo>
                <a:cubicBezTo>
                  <a:pt x="4641731" y="494550"/>
                  <a:pt x="4628765" y="508049"/>
                  <a:pt x="4612538" y="517239"/>
                </a:cubicBezTo>
                <a:cubicBezTo>
                  <a:pt x="4596331" y="526983"/>
                  <a:pt x="4577950" y="531845"/>
                  <a:pt x="4559035" y="531845"/>
                </a:cubicBezTo>
                <a:lnTo>
                  <a:pt x="106472" y="531845"/>
                </a:lnTo>
                <a:cubicBezTo>
                  <a:pt x="87557" y="531845"/>
                  <a:pt x="69710" y="526983"/>
                  <a:pt x="53503" y="517792"/>
                </a:cubicBezTo>
                <a:cubicBezTo>
                  <a:pt x="37296" y="508049"/>
                  <a:pt x="23777" y="495083"/>
                  <a:pt x="14586" y="478876"/>
                </a:cubicBezTo>
                <a:cubicBezTo>
                  <a:pt x="4862" y="462650"/>
                  <a:pt x="0" y="444288"/>
                  <a:pt x="0" y="425354"/>
                </a:cubicBezTo>
                <a:lnTo>
                  <a:pt x="534" y="106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6B8FC4"/>
            </a:solidFill>
            <a:prstDash val="solid"/>
          </a:ln>
        </p:spPr>
      </p:sp>
      <p:sp>
        <p:nvSpPr>
          <p:cNvPr id="63" name="text-58 A)">
            <a:extLst xmlns:a="http://schemas.openxmlformats.org/drawingml/2006/main">
              <a:ext uri="{FF2B5EF4-FFF2-40B4-BE49-F238E27FC236}">
                <a16:creationId xmlns:a16="http://schemas.microsoft.com/office/drawing/2014/main" id="{334CEC40-F983-4C25-99C2-6008E401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076" y="2418577"/>
            <a:ext cx="271028" cy="307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4" name="text-58 Page-Level">
            <a:extLst xmlns:a="http://schemas.openxmlformats.org/drawingml/2006/main">
              <a:ext uri="{FF2B5EF4-FFF2-40B4-BE49-F238E27FC236}">
                <a16:creationId xmlns:a16="http://schemas.microsoft.com/office/drawing/2014/main" id="{8ABAC0B2-7FD8-40E2-BB77-0BF3ECA6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597" y="2418534"/>
            <a:ext cx="1198375" cy="307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2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Page-Level</a:t>
            </a:r>
          </a:p>
        </p:txBody>
      </p:sp>
      <p:sp>
        <p:nvSpPr>
          <p:cNvPr id="65" name="text-58 NED">
            <a:extLst xmlns:a="http://schemas.openxmlformats.org/drawingml/2006/main">
              <a:ext uri="{FF2B5EF4-FFF2-40B4-BE49-F238E27FC236}">
                <a16:creationId xmlns:a16="http://schemas.microsoft.com/office/drawing/2014/main" id="{E8382C27-1144-4B6D-96FA-A8B96503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497" y="2418384"/>
            <a:ext cx="503271" cy="307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3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NED</a:t>
            </a:r>
          </a:p>
        </p:txBody>
      </p:sp>
      <p:sp>
        <p:nvSpPr>
          <p:cNvPr id="66" name="path-59">
            <a:extLst xmlns:a="http://schemas.openxmlformats.org/drawingml/2006/main">
              <a:ext uri="{FF2B5EF4-FFF2-40B4-BE49-F238E27FC236}">
                <a16:creationId xmlns:a16="http://schemas.microsoft.com/office/drawing/2014/main" id="{95CD1C04-F885-473D-91C3-507FC76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879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4F9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0">
            <a:extLst xmlns:a="http://schemas.openxmlformats.org/drawingml/2006/main">
              <a:ext uri="{FF2B5EF4-FFF2-40B4-BE49-F238E27FC236}">
                <a16:creationId xmlns:a16="http://schemas.microsoft.com/office/drawing/2014/main" id="{52AF5431-326E-4014-A75E-C87C3D6B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068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6DAD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1">
            <a:extLst xmlns:a="http://schemas.openxmlformats.org/drawingml/2006/main">
              <a:ext uri="{FF2B5EF4-FFF2-40B4-BE49-F238E27FC236}">
                <a16:creationId xmlns:a16="http://schemas.microsoft.com/office/drawing/2014/main" id="{E4964040-38F6-471B-A7B6-ACE11BE4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723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94BE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2">
            <a:extLst xmlns:a="http://schemas.openxmlformats.org/drawingml/2006/main">
              <a:ext uri="{FF2B5EF4-FFF2-40B4-BE49-F238E27FC236}">
                <a16:creationId xmlns:a16="http://schemas.microsoft.com/office/drawing/2014/main" id="{BD0172E4-A6DB-4F7A-806A-2623BAEB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378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BDC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63">
            <a:extLst xmlns:a="http://schemas.openxmlformats.org/drawingml/2006/main">
              <a:ext uri="{FF2B5EF4-FFF2-40B4-BE49-F238E27FC236}">
                <a16:creationId xmlns:a16="http://schemas.microsoft.com/office/drawing/2014/main" id="{0F46D305-6CCE-47D5-B799-0871EEC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566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9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9" y="161614"/>
                </a:lnTo>
              </a:path>
            </a:pathLst>
          </a:custGeom>
          <a:solidFill xmlns:a="http://schemas.openxmlformats.org/drawingml/2006/main">
            <a:srgbClr val="E2C4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64">
            <a:extLst xmlns:a="http://schemas.openxmlformats.org/drawingml/2006/main">
              <a:ext uri="{FF2B5EF4-FFF2-40B4-BE49-F238E27FC236}">
                <a16:creationId xmlns:a16="http://schemas.microsoft.com/office/drawing/2014/main" id="{71569906-ACFC-4DDB-8009-38C74724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221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EB9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65">
            <a:extLst xmlns:a="http://schemas.openxmlformats.org/drawingml/2006/main">
              <a:ext uri="{FF2B5EF4-FFF2-40B4-BE49-F238E27FC236}">
                <a16:creationId xmlns:a16="http://schemas.microsoft.com/office/drawing/2014/main" id="{83F829DB-99C0-4137-8539-ED4492C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10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7" y="161614"/>
                </a:lnTo>
              </a:path>
            </a:pathLst>
          </a:custGeom>
          <a:solidFill xmlns:a="http://schemas.openxmlformats.org/drawingml/2006/main">
            <a:srgbClr val="E57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66">
            <a:extLst xmlns:a="http://schemas.openxmlformats.org/drawingml/2006/main">
              <a:ext uri="{FF2B5EF4-FFF2-40B4-BE49-F238E27FC236}">
                <a16:creationId xmlns:a16="http://schemas.microsoft.com/office/drawing/2014/main" id="{051FF586-74AB-4C7A-B655-219D1655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4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7" y="161614"/>
                </a:lnTo>
              </a:path>
            </a:pathLst>
          </a:custGeom>
          <a:solidFill xmlns:a="http://schemas.openxmlformats.org/drawingml/2006/main">
            <a:srgbClr val="DA50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7">
            <a:extLst xmlns:a="http://schemas.openxmlformats.org/drawingml/2006/main">
              <a:ext uri="{FF2B5EF4-FFF2-40B4-BE49-F238E27FC236}">
                <a16:creationId xmlns:a16="http://schemas.microsoft.com/office/drawing/2014/main" id="{26AB3703-25E7-4E15-AB8B-F112AA5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719" y="2526192"/>
            <a:ext cx="259983" cy="161614"/>
          </a:xfrm>
          <a:custGeom xmlns:a="http://schemas.openxmlformats.org/drawingml/2006/main">
            <a:pathLst>
              <a:path w="259983" h="161614">
                <a:moveTo>
                  <a:pt x="13026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7" y="161614"/>
                </a:lnTo>
              </a:path>
            </a:pathLst>
          </a:custGeom>
          <a:solidFill xmlns:a="http://schemas.openxmlformats.org/drawingml/2006/main">
            <a:srgbClr val="CB27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8">
            <a:extLst xmlns:a="http://schemas.openxmlformats.org/drawingml/2006/main">
              <a:ext uri="{FF2B5EF4-FFF2-40B4-BE49-F238E27FC236}">
                <a16:creationId xmlns:a16="http://schemas.microsoft.com/office/drawing/2014/main" id="{14A1D1C7-420A-4F47-8491-573D6EF7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433" y="2526192"/>
            <a:ext cx="2302474" cy="161614"/>
          </a:xfrm>
          <a:custGeom xmlns:a="http://schemas.openxmlformats.org/drawingml/2006/main">
            <a:pathLst>
              <a:path w="2302474" h="161614">
                <a:moveTo>
                  <a:pt x="115122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302474" y="0"/>
                </a:lnTo>
                <a:lnTo>
                  <a:pt x="2302474" y="161614"/>
                </a:lnTo>
                <a:lnTo>
                  <a:pt x="1151227" y="161614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8A8A8A"/>
            </a:solidFill>
            <a:prstDash val="solid"/>
          </a:ln>
        </p:spPr>
      </p:sp>
      <p:sp>
        <p:nvSpPr>
          <p:cNvPr id="76" name="path-69">
            <a:extLst xmlns:a="http://schemas.openxmlformats.org/drawingml/2006/main">
              <a:ext uri="{FF2B5EF4-FFF2-40B4-BE49-F238E27FC236}">
                <a16:creationId xmlns:a16="http://schemas.microsoft.com/office/drawing/2014/main" id="{7C09A49D-4357-40AF-9E6E-CF0368C3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85" y="2424048"/>
            <a:ext cx="75678" cy="111335"/>
          </a:xfrm>
          <a:custGeom xmlns:a="http://schemas.openxmlformats.org/drawingml/2006/main">
            <a:pathLst>
              <a:path w="75678" h="111335">
                <a:moveTo>
                  <a:pt x="37848" y="111335"/>
                </a:moveTo>
                <a:lnTo>
                  <a:pt x="0" y="0"/>
                </a:lnTo>
                <a:lnTo>
                  <a:pt x="75678" y="0"/>
                </a:lnTo>
                <a:lnTo>
                  <a:pt x="37848" y="111335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0">
            <a:extLst xmlns:a="http://schemas.openxmlformats.org/drawingml/2006/main">
              <a:ext uri="{FF2B5EF4-FFF2-40B4-BE49-F238E27FC236}">
                <a16:creationId xmlns:a16="http://schemas.microsoft.com/office/drawing/2014/main" id="{AC9A0FB8-881F-4EBC-BB1B-E51354F0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23" y="2452688"/>
            <a:ext cx="191" cy="265913"/>
          </a:xfrm>
          <a:custGeom xmlns:a="http://schemas.openxmlformats.org/drawingml/2006/main">
            <a:pathLst>
              <a:path w="191" h="265913">
                <a:moveTo>
                  <a:pt x="0" y="0"/>
                </a:moveTo>
                <a:lnTo>
                  <a:pt x="0" y="265913"/>
                </a:lnTo>
              </a:path>
            </a:pathLst>
          </a:custGeom>
          <a:noFill xmlns:a="http://schemas.openxmlformats.org/drawingml/2006/main"/>
          <a:ln xmlns:a="http://schemas.openxmlformats.org/drawingml/2006/main" w="28646">
            <a:solidFill>
              <a:srgbClr val="111111"/>
            </a:solidFill>
            <a:prstDash val="solid"/>
          </a:ln>
        </p:spPr>
      </p:sp>
      <p:sp>
        <p:nvSpPr>
          <p:cNvPr id="78" name="path-71">
            <a:extLst xmlns:a="http://schemas.openxmlformats.org/drawingml/2006/main">
              <a:ext uri="{FF2B5EF4-FFF2-40B4-BE49-F238E27FC236}">
                <a16:creationId xmlns:a16="http://schemas.microsoft.com/office/drawing/2014/main" id="{AAF8783D-5144-481C-AE35-6471927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92" y="2969393"/>
            <a:ext cx="4665507" cy="1565255"/>
          </a:xfrm>
          <a:custGeom xmlns:a="http://schemas.openxmlformats.org/drawingml/2006/main">
            <a:pathLst>
              <a:path w="4665507" h="1565255">
                <a:moveTo>
                  <a:pt x="534" y="94040"/>
                </a:moveTo>
                <a:lnTo>
                  <a:pt x="534" y="94040"/>
                </a:lnTo>
                <a:cubicBezTo>
                  <a:pt x="534" y="77832"/>
                  <a:pt x="4862" y="61625"/>
                  <a:pt x="12966" y="47020"/>
                </a:cubicBezTo>
                <a:cubicBezTo>
                  <a:pt x="21603" y="32967"/>
                  <a:pt x="32967" y="21088"/>
                  <a:pt x="47554" y="12965"/>
                </a:cubicBezTo>
                <a:cubicBezTo>
                  <a:pt x="61606" y="4328"/>
                  <a:pt x="77833" y="0"/>
                  <a:pt x="94574" y="0"/>
                </a:cubicBezTo>
                <a:lnTo>
                  <a:pt x="4571467" y="533"/>
                </a:lnTo>
                <a:cubicBezTo>
                  <a:pt x="4587675" y="533"/>
                  <a:pt x="4603900" y="4862"/>
                  <a:pt x="4618487" y="12965"/>
                </a:cubicBezTo>
                <a:cubicBezTo>
                  <a:pt x="4632540" y="21622"/>
                  <a:pt x="4644438" y="32967"/>
                  <a:pt x="4652542" y="47573"/>
                </a:cubicBezTo>
                <a:cubicBezTo>
                  <a:pt x="4661179" y="61625"/>
                  <a:pt x="4665507" y="77832"/>
                  <a:pt x="4665507" y="94593"/>
                </a:cubicBezTo>
                <a:lnTo>
                  <a:pt x="4665507" y="1471215"/>
                </a:lnTo>
                <a:cubicBezTo>
                  <a:pt x="4665507" y="1487442"/>
                  <a:pt x="4661179" y="1503649"/>
                  <a:pt x="4653075" y="1518236"/>
                </a:cubicBezTo>
                <a:cubicBezTo>
                  <a:pt x="4644438" y="1532288"/>
                  <a:pt x="4633074" y="1544186"/>
                  <a:pt x="4618487" y="1552290"/>
                </a:cubicBezTo>
                <a:cubicBezTo>
                  <a:pt x="4604435" y="1560946"/>
                  <a:pt x="4588228" y="1565255"/>
                  <a:pt x="4571467" y="1565255"/>
                </a:cubicBezTo>
                <a:lnTo>
                  <a:pt x="94040" y="1565255"/>
                </a:lnTo>
                <a:cubicBezTo>
                  <a:pt x="77833" y="1565255"/>
                  <a:pt x="61606" y="1560946"/>
                  <a:pt x="47020" y="1552823"/>
                </a:cubicBezTo>
                <a:cubicBezTo>
                  <a:pt x="32967" y="1544186"/>
                  <a:pt x="21069" y="1532841"/>
                  <a:pt x="12966" y="1518236"/>
                </a:cubicBezTo>
                <a:cubicBezTo>
                  <a:pt x="4309" y="1504183"/>
                  <a:pt x="0" y="1487976"/>
                  <a:pt x="0" y="1471215"/>
                </a:cubicBezTo>
                <a:lnTo>
                  <a:pt x="534" y="9404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6B8FC4"/>
            </a:solidFill>
            <a:prstDash val="solid"/>
          </a:ln>
        </p:spPr>
      </p:sp>
      <p:sp>
        <p:nvSpPr>
          <p:cNvPr id="79" name="text-72 B)">
            <a:extLst xmlns:a="http://schemas.openxmlformats.org/drawingml/2006/main">
              <a:ext uri="{FF2B5EF4-FFF2-40B4-BE49-F238E27FC236}">
                <a16:creationId xmlns:a16="http://schemas.microsoft.com/office/drawing/2014/main" id="{08D28C71-8B81-427D-B490-0AE8028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610" y="3008691"/>
            <a:ext cx="259225" cy="293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5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0" name="text-72 Component">
            <a:extLst xmlns:a="http://schemas.openxmlformats.org/drawingml/2006/main">
              <a:ext uri="{FF2B5EF4-FFF2-40B4-BE49-F238E27FC236}">
                <a16:creationId xmlns:a16="http://schemas.microsoft.com/office/drawing/2014/main" id="{CF82B596-0DF3-4E15-BA42-93BE780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563" y="3008545"/>
            <a:ext cx="1204379" cy="294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5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81" name="text-72 Error">
            <a:extLst xmlns:a="http://schemas.openxmlformats.org/drawingml/2006/main">
              <a:ext uri="{FF2B5EF4-FFF2-40B4-BE49-F238E27FC236}">
                <a16:creationId xmlns:a16="http://schemas.microsoft.com/office/drawing/2014/main" id="{8D6A268C-C975-4FFE-9E16-B9C7E51D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35" y="3008463"/>
            <a:ext cx="551622" cy="294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5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82" name="text-72 Metrics">
            <a:extLst xmlns:a="http://schemas.openxmlformats.org/drawingml/2006/main">
              <a:ext uri="{FF2B5EF4-FFF2-40B4-BE49-F238E27FC236}">
                <a16:creationId xmlns:a16="http://schemas.microsoft.com/office/drawing/2014/main" id="{ED364132-1365-410E-A6CD-F241597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9713" y="3008586"/>
            <a:ext cx="773046" cy="293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5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83" name="path-73">
            <a:extLst xmlns:a="http://schemas.openxmlformats.org/drawingml/2006/main">
              <a:ext uri="{FF2B5EF4-FFF2-40B4-BE49-F238E27FC236}">
                <a16:creationId xmlns:a16="http://schemas.microsoft.com/office/drawing/2014/main" id="{ADA294D7-FE0A-4ABF-9412-A5C4769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02" y="3322882"/>
            <a:ext cx="1092882" cy="1122589"/>
          </a:xfrm>
          <a:custGeom xmlns:a="http://schemas.openxmlformats.org/drawingml/2006/main">
            <a:pathLst>
              <a:path w="1092882" h="1122589">
                <a:moveTo>
                  <a:pt x="553" y="142147"/>
                </a:moveTo>
                <a:lnTo>
                  <a:pt x="553" y="142147"/>
                </a:lnTo>
                <a:cubicBezTo>
                  <a:pt x="553" y="117283"/>
                  <a:pt x="7036" y="92954"/>
                  <a:pt x="19467" y="71331"/>
                </a:cubicBezTo>
                <a:cubicBezTo>
                  <a:pt x="31900" y="49728"/>
                  <a:pt x="49727" y="31880"/>
                  <a:pt x="71350" y="18915"/>
                </a:cubicBezTo>
                <a:cubicBezTo>
                  <a:pt x="92972" y="6483"/>
                  <a:pt x="117836" y="0"/>
                  <a:pt x="142700" y="0"/>
                </a:cubicBezTo>
                <a:lnTo>
                  <a:pt x="950735" y="534"/>
                </a:lnTo>
                <a:cubicBezTo>
                  <a:pt x="975599" y="534"/>
                  <a:pt x="999910" y="7016"/>
                  <a:pt x="1021532" y="19448"/>
                </a:cubicBezTo>
                <a:cubicBezTo>
                  <a:pt x="1043154" y="31880"/>
                  <a:pt x="1060982" y="49728"/>
                  <a:pt x="1073967" y="71331"/>
                </a:cubicBezTo>
                <a:cubicBezTo>
                  <a:pt x="1086399" y="92954"/>
                  <a:pt x="1092882" y="117817"/>
                  <a:pt x="1092882" y="142681"/>
                </a:cubicBezTo>
                <a:lnTo>
                  <a:pt x="1092882" y="980441"/>
                </a:lnTo>
                <a:cubicBezTo>
                  <a:pt x="1092882" y="1005306"/>
                  <a:pt x="1086399" y="1029636"/>
                  <a:pt x="1073967" y="1051258"/>
                </a:cubicBezTo>
                <a:cubicBezTo>
                  <a:pt x="1061535" y="1072861"/>
                  <a:pt x="1043688" y="1090708"/>
                  <a:pt x="1022066" y="1103674"/>
                </a:cubicBezTo>
                <a:cubicBezTo>
                  <a:pt x="1000462" y="1116106"/>
                  <a:pt x="975599" y="1122589"/>
                  <a:pt x="950735" y="1122589"/>
                </a:cubicBezTo>
                <a:lnTo>
                  <a:pt x="142147" y="1122589"/>
                </a:lnTo>
                <a:cubicBezTo>
                  <a:pt x="117283" y="1122589"/>
                  <a:pt x="92972" y="1116106"/>
                  <a:pt x="71350" y="1103674"/>
                </a:cubicBezTo>
                <a:cubicBezTo>
                  <a:pt x="49727" y="1091242"/>
                  <a:pt x="31900" y="1073414"/>
                  <a:pt x="18915" y="1051792"/>
                </a:cubicBezTo>
                <a:cubicBezTo>
                  <a:pt x="6483" y="1030169"/>
                  <a:pt x="0" y="1005306"/>
                  <a:pt x="0" y="980441"/>
                </a:cubicBezTo>
                <a:lnTo>
                  <a:pt x="553" y="1421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84" name="text-74 Text">
            <a:extLst xmlns:a="http://schemas.openxmlformats.org/drawingml/2006/main">
              <a:ext uri="{FF2B5EF4-FFF2-40B4-BE49-F238E27FC236}">
                <a16:creationId xmlns:a16="http://schemas.microsoft.com/office/drawing/2014/main" id="{76F93DAB-80E8-40C5-9F45-9FFD3F51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719" y="3414976"/>
            <a:ext cx="319460" cy="222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9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5" name="text-75 Error">
            <a:extLst xmlns:a="http://schemas.openxmlformats.org/drawingml/2006/main">
              <a:ext uri="{FF2B5EF4-FFF2-40B4-BE49-F238E27FC236}">
                <a16:creationId xmlns:a16="http://schemas.microsoft.com/office/drawing/2014/main" id="{11B03AB1-0769-472D-9D3A-14479DC6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97" y="3411577"/>
            <a:ext cx="389228" cy="226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86" name="text-76 NED">
            <a:extLst xmlns:a="http://schemas.openxmlformats.org/drawingml/2006/main">
              <a:ext uri="{FF2B5EF4-FFF2-40B4-BE49-F238E27FC236}">
                <a16:creationId xmlns:a16="http://schemas.microsoft.com/office/drawing/2014/main" id="{D73A104C-58EB-45CA-A9D6-ED979A33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042" y="4219294"/>
            <a:ext cx="333677" cy="203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NED</a:t>
            </a:r>
          </a:p>
        </p:txBody>
      </p:sp>
      <p:sp>
        <p:nvSpPr>
          <p:cNvPr id="87" name="path-77">
            <a:extLst xmlns:a="http://schemas.openxmlformats.org/drawingml/2006/main">
              <a:ext uri="{FF2B5EF4-FFF2-40B4-BE49-F238E27FC236}">
                <a16:creationId xmlns:a16="http://schemas.microsoft.com/office/drawing/2014/main" id="{FD7F0EE8-1AE9-4CD1-A9FD-75806FBC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49" y="3322882"/>
            <a:ext cx="1092882" cy="1122589"/>
          </a:xfrm>
          <a:custGeom xmlns:a="http://schemas.openxmlformats.org/drawingml/2006/main">
            <a:pathLst>
              <a:path w="1092882" h="1122589">
                <a:moveTo>
                  <a:pt x="553" y="142147"/>
                </a:moveTo>
                <a:lnTo>
                  <a:pt x="553" y="142147"/>
                </a:lnTo>
                <a:cubicBezTo>
                  <a:pt x="553" y="117283"/>
                  <a:pt x="7036" y="92954"/>
                  <a:pt x="19467" y="71331"/>
                </a:cubicBezTo>
                <a:cubicBezTo>
                  <a:pt x="31900" y="49728"/>
                  <a:pt x="49727" y="31880"/>
                  <a:pt x="71350" y="18915"/>
                </a:cubicBezTo>
                <a:cubicBezTo>
                  <a:pt x="92972" y="6483"/>
                  <a:pt x="117836" y="0"/>
                  <a:pt x="142700" y="0"/>
                </a:cubicBezTo>
                <a:lnTo>
                  <a:pt x="950735" y="534"/>
                </a:lnTo>
                <a:cubicBezTo>
                  <a:pt x="975599" y="534"/>
                  <a:pt x="999910" y="7016"/>
                  <a:pt x="1021532" y="19448"/>
                </a:cubicBezTo>
                <a:cubicBezTo>
                  <a:pt x="1043154" y="31880"/>
                  <a:pt x="1060982" y="49728"/>
                  <a:pt x="1073967" y="71331"/>
                </a:cubicBezTo>
                <a:cubicBezTo>
                  <a:pt x="1086399" y="92954"/>
                  <a:pt x="1092882" y="117817"/>
                  <a:pt x="1092882" y="142681"/>
                </a:cubicBezTo>
                <a:lnTo>
                  <a:pt x="1092882" y="980441"/>
                </a:lnTo>
                <a:cubicBezTo>
                  <a:pt x="1092882" y="1005306"/>
                  <a:pt x="1086399" y="1029636"/>
                  <a:pt x="1073967" y="1051258"/>
                </a:cubicBezTo>
                <a:cubicBezTo>
                  <a:pt x="1061535" y="1072861"/>
                  <a:pt x="1043688" y="1090708"/>
                  <a:pt x="1022066" y="1103674"/>
                </a:cubicBezTo>
                <a:cubicBezTo>
                  <a:pt x="1000444" y="1116106"/>
                  <a:pt x="975599" y="1122589"/>
                  <a:pt x="950735" y="1122589"/>
                </a:cubicBezTo>
                <a:lnTo>
                  <a:pt x="142147" y="1122589"/>
                </a:lnTo>
                <a:cubicBezTo>
                  <a:pt x="117283" y="1122589"/>
                  <a:pt x="92972" y="1116106"/>
                  <a:pt x="71350" y="1103674"/>
                </a:cubicBezTo>
                <a:cubicBezTo>
                  <a:pt x="49727" y="1091242"/>
                  <a:pt x="31900" y="1073414"/>
                  <a:pt x="18915" y="1051792"/>
                </a:cubicBezTo>
                <a:cubicBezTo>
                  <a:pt x="6483" y="1030169"/>
                  <a:pt x="0" y="1005306"/>
                  <a:pt x="0" y="980441"/>
                </a:cubicBezTo>
                <a:lnTo>
                  <a:pt x="553" y="1421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88" name="text-78 Table">
            <a:extLst xmlns:a="http://schemas.openxmlformats.org/drawingml/2006/main">
              <a:ext uri="{FF2B5EF4-FFF2-40B4-BE49-F238E27FC236}">
                <a16:creationId xmlns:a16="http://schemas.microsoft.com/office/drawing/2014/main" id="{9FB96EA4-93A0-4759-AFED-965B01D1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723" y="3416109"/>
            <a:ext cx="404912" cy="220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89" name="text-78 Error">
            <a:extLst xmlns:a="http://schemas.openxmlformats.org/drawingml/2006/main">
              <a:ext uri="{FF2B5EF4-FFF2-40B4-BE49-F238E27FC236}">
                <a16:creationId xmlns:a16="http://schemas.microsoft.com/office/drawing/2014/main" id="{E653C9E0-4DA5-4A80-90EB-F63DE1DB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5230" y="3411577"/>
            <a:ext cx="389228" cy="226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90" name="text-79 1">
            <a:extLst xmlns:a="http://schemas.openxmlformats.org/drawingml/2006/main">
              <a:ext uri="{FF2B5EF4-FFF2-40B4-BE49-F238E27FC236}">
                <a16:creationId xmlns:a16="http://schemas.microsoft.com/office/drawing/2014/main" id="{EB074857-61FA-4F76-B6D6-B979439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176" y="4204751"/>
            <a:ext cx="117870" cy="22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1" name="text-79 −">
            <a:extLst xmlns:a="http://schemas.openxmlformats.org/drawingml/2006/main">
              <a:ext uri="{FF2B5EF4-FFF2-40B4-BE49-F238E27FC236}">
                <a16:creationId xmlns:a16="http://schemas.microsoft.com/office/drawing/2014/main" id="{E347BD2A-06CB-4AD1-89CC-068A12DB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764" y="4215130"/>
            <a:ext cx="114458" cy="209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8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2" name="text-79 TEDS">
            <a:extLst xmlns:a="http://schemas.openxmlformats.org/drawingml/2006/main">
              <a:ext uri="{FF2B5EF4-FFF2-40B4-BE49-F238E27FC236}">
                <a16:creationId xmlns:a16="http://schemas.microsoft.com/office/drawing/2014/main" id="{16C3E957-BE5E-48AF-95DF-0A07CAF5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4299" y="4229516"/>
            <a:ext cx="385457" cy="189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6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TEDS</a:t>
            </a:r>
          </a:p>
        </p:txBody>
      </p:sp>
      <p:sp>
        <p:nvSpPr>
          <p:cNvPr id="93" name="path-80">
            <a:extLst xmlns:a="http://schemas.openxmlformats.org/drawingml/2006/main">
              <a:ext uri="{FF2B5EF4-FFF2-40B4-BE49-F238E27FC236}">
                <a16:creationId xmlns:a16="http://schemas.microsoft.com/office/drawing/2014/main" id="{DF6B62E4-8C56-45FE-922A-DEECD17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130" y="3322882"/>
            <a:ext cx="1092882" cy="1122589"/>
          </a:xfrm>
          <a:custGeom xmlns:a="http://schemas.openxmlformats.org/drawingml/2006/main">
            <a:pathLst>
              <a:path w="1092882" h="1122589">
                <a:moveTo>
                  <a:pt x="553" y="142147"/>
                </a:moveTo>
                <a:lnTo>
                  <a:pt x="553" y="142147"/>
                </a:lnTo>
                <a:cubicBezTo>
                  <a:pt x="553" y="117283"/>
                  <a:pt x="7036" y="92954"/>
                  <a:pt x="19468" y="71331"/>
                </a:cubicBezTo>
                <a:cubicBezTo>
                  <a:pt x="31899" y="49728"/>
                  <a:pt x="49727" y="31880"/>
                  <a:pt x="71350" y="18915"/>
                </a:cubicBezTo>
                <a:cubicBezTo>
                  <a:pt x="92972" y="6483"/>
                  <a:pt x="117836" y="0"/>
                  <a:pt x="142699" y="0"/>
                </a:cubicBezTo>
                <a:lnTo>
                  <a:pt x="950734" y="534"/>
                </a:lnTo>
                <a:cubicBezTo>
                  <a:pt x="975598" y="534"/>
                  <a:pt x="999909" y="7016"/>
                  <a:pt x="1021532" y="19448"/>
                </a:cubicBezTo>
                <a:cubicBezTo>
                  <a:pt x="1043154" y="31880"/>
                  <a:pt x="1061001" y="49728"/>
                  <a:pt x="1073967" y="71331"/>
                </a:cubicBezTo>
                <a:cubicBezTo>
                  <a:pt x="1086399" y="92954"/>
                  <a:pt x="1092882" y="117817"/>
                  <a:pt x="1092882" y="142681"/>
                </a:cubicBezTo>
                <a:lnTo>
                  <a:pt x="1092882" y="980441"/>
                </a:lnTo>
                <a:cubicBezTo>
                  <a:pt x="1092882" y="1005306"/>
                  <a:pt x="1086399" y="1029636"/>
                  <a:pt x="1073967" y="1051258"/>
                </a:cubicBezTo>
                <a:cubicBezTo>
                  <a:pt x="1061535" y="1072861"/>
                  <a:pt x="1043688" y="1090708"/>
                  <a:pt x="1022084" y="1103674"/>
                </a:cubicBezTo>
                <a:cubicBezTo>
                  <a:pt x="1000463" y="1116106"/>
                  <a:pt x="975598" y="1122589"/>
                  <a:pt x="950734" y="1122589"/>
                </a:cubicBezTo>
                <a:lnTo>
                  <a:pt x="142165" y="1122589"/>
                </a:lnTo>
                <a:cubicBezTo>
                  <a:pt x="117301" y="1122589"/>
                  <a:pt x="92972" y="1116106"/>
                  <a:pt x="71350" y="1103674"/>
                </a:cubicBezTo>
                <a:cubicBezTo>
                  <a:pt x="49727" y="1091242"/>
                  <a:pt x="31899" y="1073414"/>
                  <a:pt x="18933" y="1051792"/>
                </a:cubicBezTo>
                <a:cubicBezTo>
                  <a:pt x="6502" y="1030169"/>
                  <a:pt x="0" y="1005306"/>
                  <a:pt x="0" y="980441"/>
                </a:cubicBezTo>
                <a:lnTo>
                  <a:pt x="553" y="1421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94" name="text-81 Formula">
            <a:extLst xmlns:a="http://schemas.openxmlformats.org/drawingml/2006/main">
              <a:ext uri="{FF2B5EF4-FFF2-40B4-BE49-F238E27FC236}">
                <a16:creationId xmlns:a16="http://schemas.microsoft.com/office/drawing/2014/main" id="{78BC97AD-404B-44F4-94B5-12F4FE60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3478" y="3412577"/>
            <a:ext cx="619588" cy="225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8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95" name="text-81 Error">
            <a:extLst xmlns:a="http://schemas.openxmlformats.org/drawingml/2006/main">
              <a:ext uri="{FF2B5EF4-FFF2-40B4-BE49-F238E27FC236}">
                <a16:creationId xmlns:a16="http://schemas.microsoft.com/office/drawing/2014/main" id="{B37F9338-63F7-4F84-9679-515EBA32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4124" y="3411497"/>
            <a:ext cx="389419" cy="22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96" name="text-82 1">
            <a:extLst xmlns:a="http://schemas.openxmlformats.org/drawingml/2006/main">
              <a:ext uri="{FF2B5EF4-FFF2-40B4-BE49-F238E27FC236}">
                <a16:creationId xmlns:a16="http://schemas.microsoft.com/office/drawing/2014/main" id="{5834C3E7-CA52-409C-BAAB-2DEA3802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4285" y="4204752"/>
            <a:ext cx="117870" cy="224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7" name="text-82 −">
            <a:extLst xmlns:a="http://schemas.openxmlformats.org/drawingml/2006/main">
              <a:ext uri="{FF2B5EF4-FFF2-40B4-BE49-F238E27FC236}">
                <a16:creationId xmlns:a16="http://schemas.microsoft.com/office/drawing/2014/main" id="{5A9C2C40-3BC4-400B-86AC-517ED31F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2873" y="4215130"/>
            <a:ext cx="114458" cy="209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8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8" name="text-82 CDM">
            <a:extLst xmlns:a="http://schemas.openxmlformats.org/drawingml/2006/main">
              <a:ext uri="{FF2B5EF4-FFF2-40B4-BE49-F238E27FC236}">
                <a16:creationId xmlns:a16="http://schemas.microsoft.com/office/drawing/2014/main" id="{80B860A7-E605-4901-BC88-9D126FC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408" y="4210022"/>
            <a:ext cx="380623" cy="216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2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CDM</a:t>
            </a:r>
          </a:p>
        </p:txBody>
      </p:sp>
      <p:sp>
        <p:nvSpPr>
          <p:cNvPr id="99" name="path-83">
            <a:extLst xmlns:a="http://schemas.openxmlformats.org/drawingml/2006/main">
              <a:ext uri="{FF2B5EF4-FFF2-40B4-BE49-F238E27FC236}">
                <a16:creationId xmlns:a16="http://schemas.microsoft.com/office/drawing/2014/main" id="{A8392408-CEB9-404F-ADC9-4685321A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843" y="3322882"/>
            <a:ext cx="1151781" cy="1122589"/>
          </a:xfrm>
          <a:custGeom xmlns:a="http://schemas.openxmlformats.org/drawingml/2006/main">
            <a:pathLst>
              <a:path w="1151781" h="1122589">
                <a:moveTo>
                  <a:pt x="534" y="145922"/>
                </a:moveTo>
                <a:lnTo>
                  <a:pt x="534" y="145922"/>
                </a:lnTo>
                <a:cubicBezTo>
                  <a:pt x="534" y="120524"/>
                  <a:pt x="7035" y="95127"/>
                  <a:pt x="20001" y="72951"/>
                </a:cubicBezTo>
                <a:cubicBezTo>
                  <a:pt x="32967" y="50796"/>
                  <a:pt x="51348" y="32414"/>
                  <a:pt x="73505" y="19448"/>
                </a:cubicBezTo>
                <a:cubicBezTo>
                  <a:pt x="95661" y="7016"/>
                  <a:pt x="121077" y="0"/>
                  <a:pt x="146475" y="0"/>
                </a:cubicBezTo>
                <a:lnTo>
                  <a:pt x="1005858" y="534"/>
                </a:lnTo>
                <a:cubicBezTo>
                  <a:pt x="1031256" y="534"/>
                  <a:pt x="1056654" y="7016"/>
                  <a:pt x="1078829" y="20001"/>
                </a:cubicBezTo>
                <a:cubicBezTo>
                  <a:pt x="1100985" y="32968"/>
                  <a:pt x="1119366" y="51348"/>
                  <a:pt x="1132332" y="73505"/>
                </a:cubicBezTo>
                <a:cubicBezTo>
                  <a:pt x="1144764" y="95661"/>
                  <a:pt x="1151781" y="121058"/>
                  <a:pt x="1151781" y="146475"/>
                </a:cubicBezTo>
                <a:lnTo>
                  <a:pt x="1151781" y="976666"/>
                </a:lnTo>
                <a:cubicBezTo>
                  <a:pt x="1151781" y="1002064"/>
                  <a:pt x="1145298" y="1027462"/>
                  <a:pt x="1132332" y="1049637"/>
                </a:cubicBezTo>
                <a:cubicBezTo>
                  <a:pt x="1119366" y="1071793"/>
                  <a:pt x="1100985" y="1090155"/>
                  <a:pt x="1078829" y="1103140"/>
                </a:cubicBezTo>
                <a:cubicBezTo>
                  <a:pt x="1056654" y="1115572"/>
                  <a:pt x="1031256" y="1122589"/>
                  <a:pt x="1005858" y="1122589"/>
                </a:cubicBezTo>
                <a:lnTo>
                  <a:pt x="145941" y="1122589"/>
                </a:lnTo>
                <a:cubicBezTo>
                  <a:pt x="120524" y="1122589"/>
                  <a:pt x="95127" y="1116106"/>
                  <a:pt x="72971" y="1103140"/>
                </a:cubicBezTo>
                <a:cubicBezTo>
                  <a:pt x="50814" y="1090155"/>
                  <a:pt x="32433" y="1071793"/>
                  <a:pt x="19468" y="1049637"/>
                </a:cubicBezTo>
                <a:cubicBezTo>
                  <a:pt x="7035" y="1027462"/>
                  <a:pt x="0" y="1002064"/>
                  <a:pt x="0" y="976666"/>
                </a:cubicBezTo>
                <a:lnTo>
                  <a:pt x="534" y="14592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100" name="text-84 Reading-Order">
            <a:extLst xmlns:a="http://schemas.openxmlformats.org/drawingml/2006/main">
              <a:ext uri="{FF2B5EF4-FFF2-40B4-BE49-F238E27FC236}">
                <a16:creationId xmlns:a16="http://schemas.microsoft.com/office/drawing/2014/main" id="{108A3EC1-ECFB-48DF-A806-90D3215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6899" y="3415834"/>
            <a:ext cx="1071983" cy="220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Reading-Order</a:t>
            </a:r>
          </a:p>
        </p:txBody>
      </p:sp>
      <p:sp>
        <p:nvSpPr>
          <p:cNvPr id="101" name="text-85 Error">
            <a:extLst xmlns:a="http://schemas.openxmlformats.org/drawingml/2006/main">
              <a:ext uri="{FF2B5EF4-FFF2-40B4-BE49-F238E27FC236}">
                <a16:creationId xmlns:a16="http://schemas.microsoft.com/office/drawing/2014/main" id="{F06B6748-C336-4EEA-ACC7-9C1E724B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024" y="3622306"/>
            <a:ext cx="389418" cy="22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102" name="text-86 Order">
            <a:extLst xmlns:a="http://schemas.openxmlformats.org/drawingml/2006/main">
              <a:ext uri="{FF2B5EF4-FFF2-40B4-BE49-F238E27FC236}">
                <a16:creationId xmlns:a16="http://schemas.microsoft.com/office/drawing/2014/main" id="{0641D24A-EE4E-48D4-8185-E6A98B12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098" y="4201783"/>
            <a:ext cx="446341" cy="22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8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03" name="text-86 Edit">
            <a:extLst xmlns:a="http://schemas.openxmlformats.org/drawingml/2006/main">
              <a:ext uri="{FF2B5EF4-FFF2-40B4-BE49-F238E27FC236}">
                <a16:creationId xmlns:a16="http://schemas.microsoft.com/office/drawing/2014/main" id="{EDF1A45C-BBDC-48F7-9C7B-EF18811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9834" y="4204954"/>
            <a:ext cx="304414" cy="22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104" name="path-87">
            <a:extLst xmlns:a="http://schemas.openxmlformats.org/drawingml/2006/main">
              <a:ext uri="{FF2B5EF4-FFF2-40B4-BE49-F238E27FC236}">
                <a16:creationId xmlns:a16="http://schemas.microsoft.com/office/drawing/2014/main" id="{DA77C98F-EFDF-4DF9-B166-BEA47366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00" y="3826069"/>
            <a:ext cx="230791" cy="324831"/>
          </a:xfrm>
          <a:custGeom xmlns:a="http://schemas.openxmlformats.org/drawingml/2006/main">
            <a:pathLst>
              <a:path w="230791" h="324831">
                <a:moveTo>
                  <a:pt x="68109" y="162148"/>
                </a:moveTo>
                <a:lnTo>
                  <a:pt x="68109" y="0"/>
                </a:lnTo>
                <a:lnTo>
                  <a:pt x="100523" y="2708"/>
                </a:lnTo>
                <a:lnTo>
                  <a:pt x="131336" y="12432"/>
                </a:lnTo>
                <a:lnTo>
                  <a:pt x="159441" y="27571"/>
                </a:lnTo>
                <a:lnTo>
                  <a:pt x="184305" y="48641"/>
                </a:lnTo>
                <a:lnTo>
                  <a:pt x="204306" y="73505"/>
                </a:lnTo>
                <a:lnTo>
                  <a:pt x="218893" y="102163"/>
                </a:lnTo>
                <a:lnTo>
                  <a:pt x="228083" y="132957"/>
                </a:lnTo>
                <a:lnTo>
                  <a:pt x="230791" y="165390"/>
                </a:lnTo>
                <a:lnTo>
                  <a:pt x="226462" y="197290"/>
                </a:lnTo>
                <a:lnTo>
                  <a:pt x="216738" y="228083"/>
                </a:lnTo>
                <a:lnTo>
                  <a:pt x="200531" y="256189"/>
                </a:lnTo>
                <a:lnTo>
                  <a:pt x="179443" y="280519"/>
                </a:lnTo>
                <a:lnTo>
                  <a:pt x="154045" y="299986"/>
                </a:lnTo>
                <a:lnTo>
                  <a:pt x="125387" y="314573"/>
                </a:lnTo>
                <a:lnTo>
                  <a:pt x="94040" y="322676"/>
                </a:lnTo>
                <a:lnTo>
                  <a:pt x="62159" y="324831"/>
                </a:lnTo>
                <a:lnTo>
                  <a:pt x="30260" y="319969"/>
                </a:lnTo>
                <a:lnTo>
                  <a:pt x="0" y="309711"/>
                </a:lnTo>
                <a:lnTo>
                  <a:pt x="68109" y="162148"/>
                </a:lnTo>
              </a:path>
            </a:pathLst>
          </a:custGeom>
          <a:solidFill xmlns:a="http://schemas.openxmlformats.org/drawingml/2006/main">
            <a:srgbClr val="5FA96F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105" name="path-88">
            <a:extLst xmlns:a="http://schemas.openxmlformats.org/drawingml/2006/main">
              <a:ext uri="{FF2B5EF4-FFF2-40B4-BE49-F238E27FC236}">
                <a16:creationId xmlns:a16="http://schemas.microsoft.com/office/drawing/2014/main" id="{473BDB0D-26C8-4FF4-BCBF-C0C6EA34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07" y="3879591"/>
            <a:ext cx="162148" cy="255636"/>
          </a:xfrm>
          <a:custGeom xmlns:a="http://schemas.openxmlformats.org/drawingml/2006/main">
            <a:pathLst>
              <a:path w="162148" h="255636">
                <a:moveTo>
                  <a:pt x="162148" y="108093"/>
                </a:moveTo>
                <a:lnTo>
                  <a:pt x="93506" y="255636"/>
                </a:lnTo>
                <a:lnTo>
                  <a:pt x="78386" y="247532"/>
                </a:lnTo>
                <a:lnTo>
                  <a:pt x="64333" y="238341"/>
                </a:lnTo>
                <a:lnTo>
                  <a:pt x="51901" y="227531"/>
                </a:lnTo>
                <a:lnTo>
                  <a:pt x="40003" y="215099"/>
                </a:lnTo>
                <a:lnTo>
                  <a:pt x="29726" y="202133"/>
                </a:lnTo>
                <a:lnTo>
                  <a:pt x="20554" y="187546"/>
                </a:lnTo>
                <a:lnTo>
                  <a:pt x="12985" y="172941"/>
                </a:lnTo>
                <a:lnTo>
                  <a:pt x="7036" y="156733"/>
                </a:lnTo>
                <a:lnTo>
                  <a:pt x="3242" y="140526"/>
                </a:lnTo>
                <a:lnTo>
                  <a:pt x="553" y="123766"/>
                </a:lnTo>
                <a:lnTo>
                  <a:pt x="0" y="107006"/>
                </a:lnTo>
                <a:lnTo>
                  <a:pt x="553" y="90246"/>
                </a:lnTo>
                <a:lnTo>
                  <a:pt x="3242" y="74038"/>
                </a:lnTo>
                <a:lnTo>
                  <a:pt x="8123" y="57831"/>
                </a:lnTo>
                <a:lnTo>
                  <a:pt x="14052" y="41605"/>
                </a:lnTo>
                <a:lnTo>
                  <a:pt x="21622" y="27018"/>
                </a:lnTo>
                <a:lnTo>
                  <a:pt x="30813" y="12965"/>
                </a:lnTo>
                <a:lnTo>
                  <a:pt x="41624" y="0"/>
                </a:lnTo>
                <a:lnTo>
                  <a:pt x="162148" y="108093"/>
                </a:lnTo>
              </a:path>
            </a:pathLst>
          </a:custGeom>
          <a:solidFill xmlns:a="http://schemas.openxmlformats.org/drawingml/2006/main">
            <a:srgbClr val="A8CEEA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106" name="path-89">
            <a:extLst xmlns:a="http://schemas.openxmlformats.org/drawingml/2006/main">
              <a:ext uri="{FF2B5EF4-FFF2-40B4-BE49-F238E27FC236}">
                <a16:creationId xmlns:a16="http://schemas.microsoft.com/office/drawing/2014/main" id="{C1AE8F92-E140-4B71-A952-4C7DEF9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18" y="3825535"/>
            <a:ext cx="120525" cy="162148"/>
          </a:xfrm>
          <a:custGeom xmlns:a="http://schemas.openxmlformats.org/drawingml/2006/main">
            <a:pathLst>
              <a:path w="120525" h="162148">
                <a:moveTo>
                  <a:pt x="120525" y="162148"/>
                </a:moveTo>
                <a:lnTo>
                  <a:pt x="0" y="53503"/>
                </a:lnTo>
                <a:lnTo>
                  <a:pt x="4862" y="48107"/>
                </a:lnTo>
                <a:lnTo>
                  <a:pt x="10258" y="42691"/>
                </a:lnTo>
                <a:lnTo>
                  <a:pt x="16207" y="37830"/>
                </a:lnTo>
                <a:lnTo>
                  <a:pt x="22156" y="32967"/>
                </a:lnTo>
                <a:lnTo>
                  <a:pt x="28105" y="28639"/>
                </a:lnTo>
                <a:lnTo>
                  <a:pt x="34054" y="24311"/>
                </a:lnTo>
                <a:lnTo>
                  <a:pt x="40537" y="20535"/>
                </a:lnTo>
                <a:lnTo>
                  <a:pt x="47554" y="16760"/>
                </a:lnTo>
                <a:lnTo>
                  <a:pt x="54037" y="13518"/>
                </a:lnTo>
                <a:lnTo>
                  <a:pt x="61072" y="10811"/>
                </a:lnTo>
                <a:lnTo>
                  <a:pt x="68089" y="8103"/>
                </a:lnTo>
                <a:lnTo>
                  <a:pt x="75659" y="5948"/>
                </a:lnTo>
                <a:lnTo>
                  <a:pt x="82695" y="4328"/>
                </a:lnTo>
                <a:lnTo>
                  <a:pt x="90265" y="2707"/>
                </a:lnTo>
                <a:lnTo>
                  <a:pt x="97815" y="1087"/>
                </a:lnTo>
                <a:lnTo>
                  <a:pt x="105385" y="533"/>
                </a:lnTo>
                <a:lnTo>
                  <a:pt x="112955" y="0"/>
                </a:lnTo>
                <a:lnTo>
                  <a:pt x="120525" y="0"/>
                </a:lnTo>
                <a:lnTo>
                  <a:pt x="120525" y="162148"/>
                </a:lnTo>
              </a:path>
            </a:pathLst>
          </a:custGeom>
          <a:solidFill xmlns:a="http://schemas.openxmlformats.org/drawingml/2006/main">
            <a:srgbClr val="E4963C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107" name="path-90">
            <a:extLst xmlns:a="http://schemas.openxmlformats.org/drawingml/2006/main">
              <a:ext uri="{FF2B5EF4-FFF2-40B4-BE49-F238E27FC236}">
                <a16:creationId xmlns:a16="http://schemas.microsoft.com/office/drawing/2014/main" id="{2FD98D07-86E8-4EC6-9493-F6A33ECB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95" y="3899573"/>
            <a:ext cx="516705" cy="191"/>
          </a:xfrm>
          <a:custGeom xmlns:a="http://schemas.openxmlformats.org/drawingml/2006/main">
            <a:pathLst>
              <a:path w="516705" h="191">
                <a:moveTo>
                  <a:pt x="0" y="0"/>
                </a:moveTo>
                <a:lnTo>
                  <a:pt x="516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12">
            <a:solidFill>
              <a:srgbClr val="505050"/>
            </a:solidFill>
            <a:prstDash val="solid"/>
          </a:ln>
        </p:spPr>
      </p:sp>
      <p:sp>
        <p:nvSpPr>
          <p:cNvPr id="108" name="path-91">
            <a:extLst xmlns:a="http://schemas.openxmlformats.org/drawingml/2006/main">
              <a:ext uri="{FF2B5EF4-FFF2-40B4-BE49-F238E27FC236}">
                <a16:creationId xmlns:a16="http://schemas.microsoft.com/office/drawing/2014/main" id="{053F3766-1A98-4302-B8C2-AE4F8221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95" y="3995254"/>
            <a:ext cx="516705" cy="191"/>
          </a:xfrm>
          <a:custGeom xmlns:a="http://schemas.openxmlformats.org/drawingml/2006/main">
            <a:pathLst>
              <a:path w="516705" h="191">
                <a:moveTo>
                  <a:pt x="0" y="0"/>
                </a:moveTo>
                <a:lnTo>
                  <a:pt x="516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12">
            <a:solidFill>
              <a:srgbClr val="505050"/>
            </a:solidFill>
            <a:prstDash val="solid"/>
          </a:ln>
        </p:spPr>
      </p:sp>
      <p:sp>
        <p:nvSpPr>
          <p:cNvPr id="109" name="path-92">
            <a:extLst xmlns:a="http://schemas.openxmlformats.org/drawingml/2006/main">
              <a:ext uri="{FF2B5EF4-FFF2-40B4-BE49-F238E27FC236}">
                <a16:creationId xmlns:a16="http://schemas.microsoft.com/office/drawing/2014/main" id="{F7CC98C9-2272-458A-9622-4A5AE48E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95" y="4091448"/>
            <a:ext cx="516705" cy="191"/>
          </a:xfrm>
          <a:custGeom xmlns:a="http://schemas.openxmlformats.org/drawingml/2006/main">
            <a:pathLst>
              <a:path w="516705" h="191">
                <a:moveTo>
                  <a:pt x="0" y="0"/>
                </a:moveTo>
                <a:lnTo>
                  <a:pt x="516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212">
            <a:solidFill>
              <a:srgbClr val="505050"/>
            </a:solidFill>
            <a:prstDash val="solid"/>
          </a:ln>
        </p:spPr>
      </p:sp>
      <p:sp>
        <p:nvSpPr>
          <p:cNvPr id="110" name="path-93">
            <a:extLst xmlns:a="http://schemas.openxmlformats.org/drawingml/2006/main">
              <a:ext uri="{FF2B5EF4-FFF2-40B4-BE49-F238E27FC236}">
                <a16:creationId xmlns:a16="http://schemas.microsoft.com/office/drawing/2014/main" id="{B103AF88-E84E-4FE0-A101-1532BE60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950" y="3840121"/>
            <a:ext cx="649128" cy="67575"/>
          </a:xfrm>
          <a:custGeom xmlns:a="http://schemas.openxmlformats.org/drawingml/2006/main">
            <a:pathLst>
              <a:path w="649128" h="67575">
                <a:moveTo>
                  <a:pt x="324831" y="67575"/>
                </a:moveTo>
                <a:lnTo>
                  <a:pt x="0" y="67575"/>
                </a:lnTo>
                <a:lnTo>
                  <a:pt x="0" y="0"/>
                </a:lnTo>
                <a:lnTo>
                  <a:pt x="649128" y="0"/>
                </a:lnTo>
                <a:lnTo>
                  <a:pt x="649128" y="67575"/>
                </a:lnTo>
                <a:lnTo>
                  <a:pt x="324831" y="67575"/>
                </a:lnTo>
              </a:path>
            </a:pathLst>
          </a:custGeom>
          <a:solidFill xmlns:a="http://schemas.openxmlformats.org/drawingml/2006/main">
            <a:srgbClr val="8FA9C6"/>
          </a:solidFill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111" name="path-94">
            <a:extLst xmlns:a="http://schemas.openxmlformats.org/drawingml/2006/main">
              <a:ext uri="{FF2B5EF4-FFF2-40B4-BE49-F238E27FC236}">
                <a16:creationId xmlns:a16="http://schemas.microsoft.com/office/drawing/2014/main" id="{46F7AB64-DB2D-4425-A4AD-FACFC00D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950" y="3908764"/>
            <a:ext cx="649128" cy="241068"/>
          </a:xfrm>
          <a:custGeom xmlns:a="http://schemas.openxmlformats.org/drawingml/2006/main">
            <a:pathLst>
              <a:path w="649128" h="241068">
                <a:moveTo>
                  <a:pt x="324831" y="241068"/>
                </a:moveTo>
                <a:lnTo>
                  <a:pt x="0" y="241068"/>
                </a:lnTo>
                <a:lnTo>
                  <a:pt x="0" y="0"/>
                </a:lnTo>
                <a:lnTo>
                  <a:pt x="649128" y="0"/>
                </a:lnTo>
                <a:lnTo>
                  <a:pt x="649128" y="241068"/>
                </a:lnTo>
                <a:lnTo>
                  <a:pt x="324831" y="24106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112" name="path-95">
            <a:extLst xmlns:a="http://schemas.openxmlformats.org/drawingml/2006/main">
              <a:ext uri="{FF2B5EF4-FFF2-40B4-BE49-F238E27FC236}">
                <a16:creationId xmlns:a16="http://schemas.microsoft.com/office/drawing/2014/main" id="{D3B11C1D-6207-4D97-8BAD-2F32BF59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950" y="3989304"/>
            <a:ext cx="649681" cy="191"/>
          </a:xfrm>
          <a:custGeom xmlns:a="http://schemas.openxmlformats.org/drawingml/2006/main">
            <a:pathLst>
              <a:path w="649681" h="191">
                <a:moveTo>
                  <a:pt x="0" y="0"/>
                </a:moveTo>
                <a:lnTo>
                  <a:pt x="649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113" name="path-96">
            <a:extLst xmlns:a="http://schemas.openxmlformats.org/drawingml/2006/main">
              <a:ext uri="{FF2B5EF4-FFF2-40B4-BE49-F238E27FC236}">
                <a16:creationId xmlns:a16="http://schemas.microsoft.com/office/drawing/2014/main" id="{264D1AE6-B90E-45A6-A052-BBF0904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950" y="4069825"/>
            <a:ext cx="649681" cy="191"/>
          </a:xfrm>
          <a:custGeom xmlns:a="http://schemas.openxmlformats.org/drawingml/2006/main">
            <a:pathLst>
              <a:path w="649681" h="191">
                <a:moveTo>
                  <a:pt x="0" y="0"/>
                </a:moveTo>
                <a:lnTo>
                  <a:pt x="649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114" name="path-97">
            <a:extLst xmlns:a="http://schemas.openxmlformats.org/drawingml/2006/main">
              <a:ext uri="{FF2B5EF4-FFF2-40B4-BE49-F238E27FC236}">
                <a16:creationId xmlns:a16="http://schemas.microsoft.com/office/drawing/2014/main" id="{D64AECD3-CDD9-4470-BF77-86F711C0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688" y="3840121"/>
            <a:ext cx="191" cy="310244"/>
          </a:xfrm>
          <a:custGeom xmlns:a="http://schemas.openxmlformats.org/drawingml/2006/main">
            <a:pathLst>
              <a:path w="191" h="310244">
                <a:moveTo>
                  <a:pt x="0" y="0"/>
                </a:moveTo>
                <a:lnTo>
                  <a:pt x="0" y="310244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115" name="path-98">
            <a:extLst xmlns:a="http://schemas.openxmlformats.org/drawingml/2006/main">
              <a:ext uri="{FF2B5EF4-FFF2-40B4-BE49-F238E27FC236}">
                <a16:creationId xmlns:a16="http://schemas.microsoft.com/office/drawing/2014/main" id="{B1C4203C-B1FA-4AD0-B89A-0F257679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426" y="3840121"/>
            <a:ext cx="191" cy="310244"/>
          </a:xfrm>
          <a:custGeom xmlns:a="http://schemas.openxmlformats.org/drawingml/2006/main">
            <a:pathLst>
              <a:path w="191" h="310244">
                <a:moveTo>
                  <a:pt x="0" y="0"/>
                </a:moveTo>
                <a:lnTo>
                  <a:pt x="0" y="310244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116" name="text-99 f(x)">
            <a:extLst xmlns:a="http://schemas.openxmlformats.org/drawingml/2006/main">
              <a:ext uri="{FF2B5EF4-FFF2-40B4-BE49-F238E27FC236}">
                <a16:creationId xmlns:a16="http://schemas.microsoft.com/office/drawing/2014/main" id="{ADF5DF92-B025-4014-AB82-9F3D2496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7254" y="3751217"/>
            <a:ext cx="565688" cy="487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43" b="0" i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43" b="0" i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743" b="0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117" name="path-100">
            <a:extLst xmlns:a="http://schemas.openxmlformats.org/drawingml/2006/main">
              <a:ext uri="{FF2B5EF4-FFF2-40B4-BE49-F238E27FC236}">
                <a16:creationId xmlns:a16="http://schemas.microsoft.com/office/drawing/2014/main" id="{E177CEEF-6CF8-4458-BC2D-31430EF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933" y="3825535"/>
            <a:ext cx="87004" cy="87023"/>
          </a:xfrm>
          <a:custGeom xmlns:a="http://schemas.openxmlformats.org/drawingml/2006/main">
            <a:pathLst>
              <a:path w="87004" h="87023">
                <a:moveTo>
                  <a:pt x="43779" y="87023"/>
                </a:moveTo>
                <a:lnTo>
                  <a:pt x="0" y="87023"/>
                </a:lnTo>
                <a:lnTo>
                  <a:pt x="0" y="0"/>
                </a:lnTo>
                <a:lnTo>
                  <a:pt x="87004" y="0"/>
                </a:lnTo>
                <a:lnTo>
                  <a:pt x="87004" y="87023"/>
                </a:lnTo>
                <a:lnTo>
                  <a:pt x="43779" y="87023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512">
            <a:solidFill>
              <a:srgbClr val="5B84C4"/>
            </a:solidFill>
            <a:prstDash val="solid"/>
          </a:ln>
        </p:spPr>
      </p:sp>
      <p:sp>
        <p:nvSpPr>
          <p:cNvPr id="118" name="path-101">
            <a:extLst xmlns:a="http://schemas.openxmlformats.org/drawingml/2006/main">
              <a:ext uri="{FF2B5EF4-FFF2-40B4-BE49-F238E27FC236}">
                <a16:creationId xmlns:a16="http://schemas.microsoft.com/office/drawing/2014/main" id="{C650E8E8-63F1-4C20-9926-E11203E5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245" y="3913093"/>
            <a:ext cx="191" cy="81608"/>
          </a:xfrm>
          <a:custGeom xmlns:a="http://schemas.openxmlformats.org/drawingml/2006/main">
            <a:pathLst>
              <a:path w="191" h="81608">
                <a:moveTo>
                  <a:pt x="0" y="0"/>
                </a:moveTo>
                <a:lnTo>
                  <a:pt x="0" y="81608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B84C4"/>
            </a:solidFill>
            <a:prstDash val="solid"/>
          </a:ln>
        </p:spPr>
      </p:sp>
      <p:sp>
        <p:nvSpPr>
          <p:cNvPr id="119" name="path-102">
            <a:extLst xmlns:a="http://schemas.openxmlformats.org/drawingml/2006/main">
              <a:ext uri="{FF2B5EF4-FFF2-40B4-BE49-F238E27FC236}">
                <a16:creationId xmlns:a16="http://schemas.microsoft.com/office/drawing/2014/main" id="{2C1B6BA7-2469-4C02-8461-3E26887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342" y="3994701"/>
            <a:ext cx="237274" cy="191"/>
          </a:xfrm>
          <a:custGeom xmlns:a="http://schemas.openxmlformats.org/drawingml/2006/main">
            <a:pathLst>
              <a:path w="237274" h="191">
                <a:moveTo>
                  <a:pt x="0" y="0"/>
                </a:moveTo>
                <a:lnTo>
                  <a:pt x="2372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B84C4"/>
            </a:solidFill>
            <a:prstDash val="solid"/>
          </a:ln>
        </p:spPr>
      </p:sp>
      <p:sp>
        <p:nvSpPr>
          <p:cNvPr id="120" name="path-103">
            <a:extLst xmlns:a="http://schemas.openxmlformats.org/drawingml/2006/main">
              <a:ext uri="{FF2B5EF4-FFF2-40B4-BE49-F238E27FC236}">
                <a16:creationId xmlns:a16="http://schemas.microsoft.com/office/drawing/2014/main" id="{AEDA9C7C-EC5A-4D5D-8E33-7A36CCD4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563" y="4062275"/>
            <a:ext cx="87004" cy="87004"/>
          </a:xfrm>
          <a:custGeom xmlns:a="http://schemas.openxmlformats.org/drawingml/2006/main">
            <a:pathLst>
              <a:path w="87004" h="87004">
                <a:moveTo>
                  <a:pt x="43779" y="87004"/>
                </a:moveTo>
                <a:lnTo>
                  <a:pt x="0" y="87004"/>
                </a:lnTo>
                <a:lnTo>
                  <a:pt x="0" y="0"/>
                </a:lnTo>
                <a:lnTo>
                  <a:pt x="87004" y="0"/>
                </a:lnTo>
                <a:lnTo>
                  <a:pt x="87004" y="87004"/>
                </a:lnTo>
                <a:lnTo>
                  <a:pt x="43779" y="87004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512">
            <a:solidFill>
              <a:srgbClr val="5B84C4"/>
            </a:solidFill>
            <a:prstDash val="solid"/>
          </a:ln>
        </p:spPr>
      </p:sp>
      <p:sp>
        <p:nvSpPr>
          <p:cNvPr id="121" name="path-104">
            <a:extLst xmlns:a="http://schemas.openxmlformats.org/drawingml/2006/main">
              <a:ext uri="{FF2B5EF4-FFF2-40B4-BE49-F238E27FC236}">
                <a16:creationId xmlns:a16="http://schemas.microsoft.com/office/drawing/2014/main" id="{D4592BAD-4094-4CDC-9580-FB109D72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342" y="3994701"/>
            <a:ext cx="191" cy="68108"/>
          </a:xfrm>
          <a:custGeom xmlns:a="http://schemas.openxmlformats.org/drawingml/2006/main">
            <a:pathLst>
              <a:path w="191" h="68108">
                <a:moveTo>
                  <a:pt x="0" y="0"/>
                </a:moveTo>
                <a:lnTo>
                  <a:pt x="0" y="68108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B84C4"/>
            </a:solidFill>
            <a:prstDash val="solid"/>
          </a:ln>
        </p:spPr>
      </p:sp>
      <p:sp>
        <p:nvSpPr>
          <p:cNvPr id="122" name="path-105">
            <a:extLst xmlns:a="http://schemas.openxmlformats.org/drawingml/2006/main">
              <a:ext uri="{FF2B5EF4-FFF2-40B4-BE49-F238E27FC236}">
                <a16:creationId xmlns:a16="http://schemas.microsoft.com/office/drawing/2014/main" id="{87F47D65-BA29-4CC2-89FD-211504A4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933" y="4062275"/>
            <a:ext cx="87004" cy="87004"/>
          </a:xfrm>
          <a:custGeom xmlns:a="http://schemas.openxmlformats.org/drawingml/2006/main">
            <a:pathLst>
              <a:path w="87004" h="87004">
                <a:moveTo>
                  <a:pt x="43779" y="87004"/>
                </a:moveTo>
                <a:lnTo>
                  <a:pt x="0" y="87004"/>
                </a:lnTo>
                <a:lnTo>
                  <a:pt x="0" y="0"/>
                </a:lnTo>
                <a:lnTo>
                  <a:pt x="87004" y="0"/>
                </a:lnTo>
                <a:lnTo>
                  <a:pt x="87004" y="87004"/>
                </a:lnTo>
                <a:lnTo>
                  <a:pt x="43779" y="87004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512">
            <a:solidFill>
              <a:srgbClr val="5B84C4"/>
            </a:solidFill>
            <a:prstDash val="solid"/>
          </a:ln>
        </p:spPr>
      </p:sp>
      <p:sp>
        <p:nvSpPr>
          <p:cNvPr id="123" name="path-106">
            <a:extLst xmlns:a="http://schemas.openxmlformats.org/drawingml/2006/main">
              <a:ext uri="{FF2B5EF4-FFF2-40B4-BE49-F238E27FC236}">
                <a16:creationId xmlns:a16="http://schemas.microsoft.com/office/drawing/2014/main" id="{8434DE9C-C6C0-4E42-9A88-80F3664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245" y="3994701"/>
            <a:ext cx="191" cy="68108"/>
          </a:xfrm>
          <a:custGeom xmlns:a="http://schemas.openxmlformats.org/drawingml/2006/main">
            <a:pathLst>
              <a:path w="191" h="68108">
                <a:moveTo>
                  <a:pt x="0" y="0"/>
                </a:moveTo>
                <a:lnTo>
                  <a:pt x="0" y="68108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B84C4"/>
            </a:solidFill>
            <a:prstDash val="solid"/>
          </a:ln>
        </p:spPr>
      </p:sp>
      <p:sp>
        <p:nvSpPr>
          <p:cNvPr id="124" name="path-107">
            <a:extLst xmlns:a="http://schemas.openxmlformats.org/drawingml/2006/main">
              <a:ext uri="{FF2B5EF4-FFF2-40B4-BE49-F238E27FC236}">
                <a16:creationId xmlns:a16="http://schemas.microsoft.com/office/drawing/2014/main" id="{96BE0E95-B9FE-454F-8AF5-9CA1B4D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284" y="4062275"/>
            <a:ext cx="87023" cy="87004"/>
          </a:xfrm>
          <a:custGeom xmlns:a="http://schemas.openxmlformats.org/drawingml/2006/main">
            <a:pathLst>
              <a:path w="87023" h="87004">
                <a:moveTo>
                  <a:pt x="43779" y="87004"/>
                </a:moveTo>
                <a:lnTo>
                  <a:pt x="0" y="87004"/>
                </a:lnTo>
                <a:lnTo>
                  <a:pt x="0" y="0"/>
                </a:lnTo>
                <a:lnTo>
                  <a:pt x="87023" y="0"/>
                </a:lnTo>
                <a:lnTo>
                  <a:pt x="87023" y="87004"/>
                </a:lnTo>
                <a:lnTo>
                  <a:pt x="43779" y="87004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512">
            <a:solidFill>
              <a:srgbClr val="5B84C4"/>
            </a:solidFill>
            <a:prstDash val="solid"/>
          </a:ln>
        </p:spPr>
      </p:sp>
      <p:sp>
        <p:nvSpPr>
          <p:cNvPr id="125" name="path-108">
            <a:extLst xmlns:a="http://schemas.openxmlformats.org/drawingml/2006/main">
              <a:ext uri="{FF2B5EF4-FFF2-40B4-BE49-F238E27FC236}">
                <a16:creationId xmlns:a16="http://schemas.microsoft.com/office/drawing/2014/main" id="{F88D1FC2-E6D3-433B-957A-C6A8D502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615" y="3994701"/>
            <a:ext cx="191" cy="68108"/>
          </a:xfrm>
          <a:custGeom xmlns:a="http://schemas.openxmlformats.org/drawingml/2006/main">
            <a:pathLst>
              <a:path w="191" h="68108">
                <a:moveTo>
                  <a:pt x="0" y="0"/>
                </a:moveTo>
                <a:lnTo>
                  <a:pt x="0" y="68108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B84C4"/>
            </a:solidFill>
            <a:prstDash val="solid"/>
          </a:ln>
        </p:spPr>
      </p:sp>
      <p:sp>
        <p:nvSpPr>
          <p:cNvPr id="126" name="path-109">
            <a:extLst xmlns:a="http://schemas.openxmlformats.org/drawingml/2006/main">
              <a:ext uri="{FF2B5EF4-FFF2-40B4-BE49-F238E27FC236}">
                <a16:creationId xmlns:a16="http://schemas.microsoft.com/office/drawing/2014/main" id="{02A980B6-F578-477A-BE29-EB2D1B8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312" y="3988217"/>
            <a:ext cx="106472" cy="191"/>
          </a:xfrm>
          <a:custGeom xmlns:a="http://schemas.openxmlformats.org/drawingml/2006/main">
            <a:pathLst>
              <a:path w="106472" h="191">
                <a:moveTo>
                  <a:pt x="0" y="0"/>
                </a:moveTo>
                <a:lnTo>
                  <a:pt x="106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862">
            <a:solidFill>
              <a:srgbClr val="333333"/>
            </a:solidFill>
            <a:prstDash val="solid"/>
          </a:ln>
        </p:spPr>
      </p:sp>
      <p:sp>
        <p:nvSpPr>
          <p:cNvPr id="127" name="path-110">
            <a:extLst xmlns:a="http://schemas.openxmlformats.org/drawingml/2006/main">
              <a:ext uri="{FF2B5EF4-FFF2-40B4-BE49-F238E27FC236}">
                <a16:creationId xmlns:a16="http://schemas.microsoft.com/office/drawing/2014/main" id="{A259B3C6-3832-45F8-B593-D8DADA1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922" y="3950388"/>
            <a:ext cx="75659" cy="75659"/>
          </a:xfrm>
          <a:custGeom xmlns:a="http://schemas.openxmlformats.org/drawingml/2006/main">
            <a:pathLst>
              <a:path w="75659" h="75659">
                <a:moveTo>
                  <a:pt x="75659" y="37829"/>
                </a:moveTo>
                <a:lnTo>
                  <a:pt x="0" y="75659"/>
                </a:lnTo>
                <a:lnTo>
                  <a:pt x="0" y="0"/>
                </a:lnTo>
                <a:lnTo>
                  <a:pt x="75659" y="37829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11">
            <a:extLst xmlns:a="http://schemas.openxmlformats.org/drawingml/2006/main">
              <a:ext uri="{FF2B5EF4-FFF2-40B4-BE49-F238E27FC236}">
                <a16:creationId xmlns:a16="http://schemas.microsoft.com/office/drawing/2014/main" id="{481AA080-035B-4E04-B6EA-7C0842BD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759" y="3855261"/>
            <a:ext cx="147028" cy="147009"/>
          </a:xfrm>
          <a:custGeom xmlns:a="http://schemas.openxmlformats.org/drawingml/2006/main">
            <a:pathLst>
              <a:path w="147028" h="147009">
                <a:moveTo>
                  <a:pt x="73523" y="147009"/>
                </a:moveTo>
                <a:lnTo>
                  <a:pt x="0" y="147009"/>
                </a:lnTo>
                <a:lnTo>
                  <a:pt x="0" y="0"/>
                </a:lnTo>
                <a:lnTo>
                  <a:pt x="147028" y="0"/>
                </a:lnTo>
                <a:lnTo>
                  <a:pt x="147028" y="147009"/>
                </a:lnTo>
                <a:lnTo>
                  <a:pt x="73523" y="147009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512">
            <a:solidFill>
              <a:srgbClr val="5B84C4"/>
            </a:solidFill>
            <a:prstDash val="solid"/>
          </a:ln>
        </p:spPr>
      </p:sp>
      <p:sp>
        <p:nvSpPr>
          <p:cNvPr id="129" name="path-112">
            <a:extLst xmlns:a="http://schemas.openxmlformats.org/drawingml/2006/main">
              <a:ext uri="{FF2B5EF4-FFF2-40B4-BE49-F238E27FC236}">
                <a16:creationId xmlns:a16="http://schemas.microsoft.com/office/drawing/2014/main" id="{E7F4C4FB-4D5F-41BC-B793-C084040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759" y="4047136"/>
            <a:ext cx="147028" cy="147009"/>
          </a:xfrm>
          <a:custGeom xmlns:a="http://schemas.openxmlformats.org/drawingml/2006/main">
            <a:pathLst>
              <a:path w="147028" h="147009">
                <a:moveTo>
                  <a:pt x="73523" y="147009"/>
                </a:moveTo>
                <a:lnTo>
                  <a:pt x="0" y="147009"/>
                </a:lnTo>
                <a:lnTo>
                  <a:pt x="0" y="0"/>
                </a:lnTo>
                <a:lnTo>
                  <a:pt x="147028" y="0"/>
                </a:lnTo>
                <a:lnTo>
                  <a:pt x="147028" y="147009"/>
                </a:lnTo>
                <a:lnTo>
                  <a:pt x="73523" y="147009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512">
            <a:solidFill>
              <a:srgbClr val="5B84C4"/>
            </a:solidFill>
            <a:prstDash val="solid"/>
          </a:ln>
        </p:spPr>
      </p:sp>
      <p:sp>
        <p:nvSpPr>
          <p:cNvPr id="130" name="path-113">
            <a:extLst xmlns:a="http://schemas.openxmlformats.org/drawingml/2006/main">
              <a:ext uri="{FF2B5EF4-FFF2-40B4-BE49-F238E27FC236}">
                <a16:creationId xmlns:a16="http://schemas.microsoft.com/office/drawing/2014/main" id="{D4D8DB4D-E278-4F7A-9948-43B41DA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714" y="4641674"/>
            <a:ext cx="191" cy="185391"/>
          </a:xfrm>
          <a:custGeom xmlns:a="http://schemas.openxmlformats.org/drawingml/2006/main">
            <a:pathLst>
              <a:path w="191" h="185391">
                <a:moveTo>
                  <a:pt x="0" y="0"/>
                </a:moveTo>
                <a:lnTo>
                  <a:pt x="0" y="185391"/>
                </a:lnTo>
              </a:path>
            </a:pathLst>
          </a:custGeom>
          <a:noFill xmlns:a="http://schemas.openxmlformats.org/drawingml/2006/main"/>
          <a:ln xmlns:a="http://schemas.openxmlformats.org/drawingml/2006/main" w="49724">
            <a:solidFill>
              <a:srgbClr val="111111"/>
            </a:solidFill>
            <a:prstDash val="solid"/>
          </a:ln>
        </p:spPr>
      </p:sp>
      <p:sp>
        <p:nvSpPr>
          <p:cNvPr id="131" name="path-114">
            <a:extLst xmlns:a="http://schemas.openxmlformats.org/drawingml/2006/main">
              <a:ext uri="{FF2B5EF4-FFF2-40B4-BE49-F238E27FC236}">
                <a16:creationId xmlns:a16="http://schemas.microsoft.com/office/drawing/2014/main" id="{C3123CC4-4B6D-4C27-89DF-543581B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122" y="4817341"/>
            <a:ext cx="149182" cy="149164"/>
          </a:xfrm>
          <a:custGeom xmlns:a="http://schemas.openxmlformats.org/drawingml/2006/main">
            <a:pathLst>
              <a:path w="149182" h="149164">
                <a:moveTo>
                  <a:pt x="74591" y="149164"/>
                </a:moveTo>
                <a:lnTo>
                  <a:pt x="0" y="0"/>
                </a:lnTo>
                <a:lnTo>
                  <a:pt x="149182" y="0"/>
                </a:lnTo>
                <a:lnTo>
                  <a:pt x="74591" y="149164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15">
            <a:extLst xmlns:a="http://schemas.openxmlformats.org/drawingml/2006/main">
              <a:ext uri="{FF2B5EF4-FFF2-40B4-BE49-F238E27FC236}">
                <a16:creationId xmlns:a16="http://schemas.microsoft.com/office/drawing/2014/main" id="{D5987DE9-390B-4C1C-9CB5-48F46B55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3" y="5007042"/>
            <a:ext cx="4774153" cy="1830654"/>
          </a:xfrm>
          <a:custGeom xmlns:a="http://schemas.openxmlformats.org/drawingml/2006/main">
            <a:pathLst>
              <a:path w="4774153" h="1830654">
                <a:moveTo>
                  <a:pt x="0" y="109732"/>
                </a:moveTo>
                <a:lnTo>
                  <a:pt x="0" y="109732"/>
                </a:lnTo>
                <a:cubicBezTo>
                  <a:pt x="0" y="90264"/>
                  <a:pt x="4862" y="71350"/>
                  <a:pt x="14587" y="54589"/>
                </a:cubicBezTo>
                <a:cubicBezTo>
                  <a:pt x="24311" y="37848"/>
                  <a:pt x="38363" y="24330"/>
                  <a:pt x="55124" y="14605"/>
                </a:cubicBezTo>
                <a:cubicBezTo>
                  <a:pt x="71884" y="4862"/>
                  <a:pt x="90798" y="0"/>
                  <a:pt x="109713" y="0"/>
                </a:cubicBezTo>
                <a:lnTo>
                  <a:pt x="4663887" y="0"/>
                </a:lnTo>
                <a:cubicBezTo>
                  <a:pt x="4683354" y="0"/>
                  <a:pt x="4702269" y="4862"/>
                  <a:pt x="4719029" y="14605"/>
                </a:cubicBezTo>
                <a:cubicBezTo>
                  <a:pt x="4735770" y="24330"/>
                  <a:pt x="4749289" y="38382"/>
                  <a:pt x="4759014" y="55142"/>
                </a:cubicBezTo>
                <a:cubicBezTo>
                  <a:pt x="4768757" y="71883"/>
                  <a:pt x="4773620" y="90798"/>
                  <a:pt x="4773620" y="109732"/>
                </a:cubicBezTo>
                <a:lnTo>
                  <a:pt x="4774153" y="1720388"/>
                </a:lnTo>
                <a:cubicBezTo>
                  <a:pt x="4774153" y="1739836"/>
                  <a:pt x="4769291" y="1758770"/>
                  <a:pt x="4759567" y="1775511"/>
                </a:cubicBezTo>
                <a:cubicBezTo>
                  <a:pt x="4749823" y="1792271"/>
                  <a:pt x="4735770" y="1805790"/>
                  <a:pt x="4719029" y="1815514"/>
                </a:cubicBezTo>
                <a:cubicBezTo>
                  <a:pt x="4702269" y="1825238"/>
                  <a:pt x="4683354" y="1830101"/>
                  <a:pt x="4664439" y="1830101"/>
                </a:cubicBezTo>
                <a:lnTo>
                  <a:pt x="109713" y="1830654"/>
                </a:lnTo>
                <a:cubicBezTo>
                  <a:pt x="90265" y="1830654"/>
                  <a:pt x="71350" y="1825791"/>
                  <a:pt x="54590" y="1816048"/>
                </a:cubicBezTo>
                <a:cubicBezTo>
                  <a:pt x="37830" y="1806324"/>
                  <a:pt x="24311" y="1792271"/>
                  <a:pt x="14587" y="1775511"/>
                </a:cubicBezTo>
                <a:cubicBezTo>
                  <a:pt x="4862" y="1758770"/>
                  <a:pt x="0" y="1739836"/>
                  <a:pt x="0" y="1720921"/>
                </a:cubicBezTo>
                <a:lnTo>
                  <a:pt x="0" y="109732"/>
                </a:lnTo>
              </a:path>
            </a:pathLst>
          </a:custGeom>
          <a:solidFill xmlns:a="http://schemas.openxmlformats.org/drawingml/2006/main">
            <a:srgbClr val="F2F6FC"/>
          </a:solidFill>
          <a:ln xmlns:a="http://schemas.openxmlformats.org/drawingml/2006/main" w="24862">
            <a:solidFill>
              <a:srgbClr val="6B8FC4"/>
            </a:solidFill>
            <a:prstDash val="solid"/>
          </a:ln>
        </p:spPr>
      </p:sp>
      <p:sp>
        <p:nvSpPr>
          <p:cNvPr id="133" name="text-116 Hard-Candidate">
            <a:extLst xmlns:a="http://schemas.openxmlformats.org/drawingml/2006/main">
              <a:ext uri="{FF2B5EF4-FFF2-40B4-BE49-F238E27FC236}">
                <a16:creationId xmlns:a16="http://schemas.microsoft.com/office/drawing/2014/main" id="{FD8CFBC7-1C05-4F86-831C-E3DE2CB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458" y="5004468"/>
            <a:ext cx="1885611" cy="34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48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Hard-Candidate</a:t>
            </a:r>
          </a:p>
        </p:txBody>
      </p:sp>
      <p:sp>
        <p:nvSpPr>
          <p:cNvPr id="134" name="text-116 Validation">
            <a:extLst xmlns:a="http://schemas.openxmlformats.org/drawingml/2006/main">
              <a:ext uri="{FF2B5EF4-FFF2-40B4-BE49-F238E27FC236}">
                <a16:creationId xmlns:a16="http://schemas.microsoft.com/office/drawing/2014/main" id="{42A7E266-D432-4579-B2B6-A91B63B8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3969" y="5004416"/>
            <a:ext cx="1212737" cy="346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4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35" name="text-116 &amp;">
            <a:extLst xmlns:a="http://schemas.openxmlformats.org/drawingml/2006/main">
              <a:ext uri="{FF2B5EF4-FFF2-40B4-BE49-F238E27FC236}">
                <a16:creationId xmlns:a16="http://schemas.microsoft.com/office/drawing/2014/main" id="{BAEC1533-E4EF-4783-A83B-7BBB7B1D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0176" y="5003677"/>
            <a:ext cx="223837" cy="34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54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36" name="text-117 Failure">
            <a:extLst xmlns:a="http://schemas.openxmlformats.org/drawingml/2006/main">
              <a:ext uri="{FF2B5EF4-FFF2-40B4-BE49-F238E27FC236}">
                <a16:creationId xmlns:a16="http://schemas.microsoft.com/office/drawing/2014/main" id="{3EF659B4-00FA-427D-9C6B-8C1E123C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9530" y="5316865"/>
            <a:ext cx="855315" cy="346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48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37" name="text-117 Attribution">
            <a:extLst xmlns:a="http://schemas.openxmlformats.org/drawingml/2006/main">
              <a:ext uri="{FF2B5EF4-FFF2-40B4-BE49-F238E27FC236}">
                <a16:creationId xmlns:a16="http://schemas.microsoft.com/office/drawing/2014/main" id="{C4053394-23FA-481E-B03F-BF614D67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9812" y="5316908"/>
            <a:ext cx="1307737" cy="34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48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Attribution</a:t>
            </a:r>
          </a:p>
        </p:txBody>
      </p:sp>
      <p:sp>
        <p:nvSpPr>
          <p:cNvPr id="138" name="path-118">
            <a:extLst xmlns:a="http://schemas.openxmlformats.org/drawingml/2006/main">
              <a:ext uri="{FF2B5EF4-FFF2-40B4-BE49-F238E27FC236}">
                <a16:creationId xmlns:a16="http://schemas.microsoft.com/office/drawing/2014/main" id="{F6EA4320-DA1B-48A5-AE20-2E8CDF6F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65" y="5666447"/>
            <a:ext cx="1062603" cy="1062603"/>
          </a:xfrm>
          <a:custGeom xmlns:a="http://schemas.openxmlformats.org/drawingml/2006/main">
            <a:pathLst>
              <a:path w="1062603" h="1062603">
                <a:moveTo>
                  <a:pt x="0" y="148630"/>
                </a:moveTo>
                <a:lnTo>
                  <a:pt x="0" y="148630"/>
                </a:lnTo>
                <a:cubicBezTo>
                  <a:pt x="0" y="122698"/>
                  <a:pt x="7036" y="96747"/>
                  <a:pt x="20001" y="74038"/>
                </a:cubicBezTo>
                <a:cubicBezTo>
                  <a:pt x="32967" y="51882"/>
                  <a:pt x="51882" y="32967"/>
                  <a:pt x="74591" y="20001"/>
                </a:cubicBezTo>
                <a:cubicBezTo>
                  <a:pt x="96747" y="6482"/>
                  <a:pt x="122698" y="0"/>
                  <a:pt x="148649" y="0"/>
                </a:cubicBezTo>
                <a:lnTo>
                  <a:pt x="913439" y="0"/>
                </a:lnTo>
                <a:cubicBezTo>
                  <a:pt x="939371" y="0"/>
                  <a:pt x="965321" y="7017"/>
                  <a:pt x="988031" y="20001"/>
                </a:cubicBezTo>
                <a:cubicBezTo>
                  <a:pt x="1010187" y="32967"/>
                  <a:pt x="1029102" y="51882"/>
                  <a:pt x="1042067" y="74591"/>
                </a:cubicBezTo>
                <a:cubicBezTo>
                  <a:pt x="1055586" y="96747"/>
                  <a:pt x="1062069" y="122698"/>
                  <a:pt x="1062069" y="148630"/>
                </a:cubicBezTo>
                <a:lnTo>
                  <a:pt x="1062603" y="913421"/>
                </a:lnTo>
                <a:cubicBezTo>
                  <a:pt x="1062603" y="939371"/>
                  <a:pt x="1055586" y="965321"/>
                  <a:pt x="1042620" y="988011"/>
                </a:cubicBezTo>
                <a:cubicBezTo>
                  <a:pt x="1029635" y="1010168"/>
                  <a:pt x="1010721" y="1029101"/>
                  <a:pt x="988031" y="1042067"/>
                </a:cubicBezTo>
                <a:cubicBezTo>
                  <a:pt x="965855" y="1055586"/>
                  <a:pt x="939923" y="1062068"/>
                  <a:pt x="913973" y="1062068"/>
                </a:cubicBezTo>
                <a:lnTo>
                  <a:pt x="148649" y="1062603"/>
                </a:lnTo>
                <a:cubicBezTo>
                  <a:pt x="122698" y="1062603"/>
                  <a:pt x="96747" y="1055586"/>
                  <a:pt x="74057" y="1042601"/>
                </a:cubicBezTo>
                <a:cubicBezTo>
                  <a:pt x="51882" y="1029635"/>
                  <a:pt x="32967" y="1010721"/>
                  <a:pt x="20001" y="988011"/>
                </a:cubicBezTo>
                <a:cubicBezTo>
                  <a:pt x="6483" y="965855"/>
                  <a:pt x="0" y="939905"/>
                  <a:pt x="0" y="913973"/>
                </a:cubicBezTo>
                <a:lnTo>
                  <a:pt x="0" y="1486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139" name="text-119 Annotation">
            <a:extLst xmlns:a="http://schemas.openxmlformats.org/drawingml/2006/main">
              <a:ext uri="{FF2B5EF4-FFF2-40B4-BE49-F238E27FC236}">
                <a16:creationId xmlns:a16="http://schemas.microsoft.com/office/drawing/2014/main" id="{2B747C81-A85D-444C-85F2-42750A2D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418" y="5738629"/>
            <a:ext cx="845427" cy="238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42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140" name="text-120 Error">
            <a:extLst xmlns:a="http://schemas.openxmlformats.org/drawingml/2006/main">
              <a:ext uri="{FF2B5EF4-FFF2-40B4-BE49-F238E27FC236}">
                <a16:creationId xmlns:a16="http://schemas.microsoft.com/office/drawing/2014/main" id="{632F42E2-0453-494D-87E5-C77726CD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726" y="5963314"/>
            <a:ext cx="395466" cy="230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9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141" name="path-121">
            <a:extLst xmlns:a="http://schemas.openxmlformats.org/drawingml/2006/main">
              <a:ext uri="{FF2B5EF4-FFF2-40B4-BE49-F238E27FC236}">
                <a16:creationId xmlns:a16="http://schemas.microsoft.com/office/drawing/2014/main" id="{241E432A-D5FC-4F0B-9C0D-E296C1C9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226" y="5666447"/>
            <a:ext cx="1239891" cy="1062603"/>
          </a:xfrm>
          <a:custGeom xmlns:a="http://schemas.openxmlformats.org/drawingml/2006/main">
            <a:pathLst>
              <a:path w="1239891" h="1062603">
                <a:moveTo>
                  <a:pt x="0" y="148630"/>
                </a:moveTo>
                <a:lnTo>
                  <a:pt x="0" y="148630"/>
                </a:lnTo>
                <a:cubicBezTo>
                  <a:pt x="0" y="122698"/>
                  <a:pt x="7017" y="96747"/>
                  <a:pt x="20002" y="74038"/>
                </a:cubicBezTo>
                <a:cubicBezTo>
                  <a:pt x="32967" y="51882"/>
                  <a:pt x="51882" y="32967"/>
                  <a:pt x="74591" y="20001"/>
                </a:cubicBezTo>
                <a:cubicBezTo>
                  <a:pt x="96747" y="6482"/>
                  <a:pt x="122679" y="0"/>
                  <a:pt x="148630" y="0"/>
                </a:cubicBezTo>
                <a:lnTo>
                  <a:pt x="1090708" y="0"/>
                </a:lnTo>
                <a:cubicBezTo>
                  <a:pt x="1116659" y="0"/>
                  <a:pt x="1142591" y="7017"/>
                  <a:pt x="1165300" y="20001"/>
                </a:cubicBezTo>
                <a:cubicBezTo>
                  <a:pt x="1187456" y="32967"/>
                  <a:pt x="1206370" y="51882"/>
                  <a:pt x="1219336" y="74591"/>
                </a:cubicBezTo>
                <a:cubicBezTo>
                  <a:pt x="1232855" y="96747"/>
                  <a:pt x="1239338" y="122698"/>
                  <a:pt x="1239338" y="148630"/>
                </a:cubicBezTo>
                <a:lnTo>
                  <a:pt x="1239891" y="913421"/>
                </a:lnTo>
                <a:cubicBezTo>
                  <a:pt x="1239891" y="939371"/>
                  <a:pt x="1232855" y="965321"/>
                  <a:pt x="1219889" y="988011"/>
                </a:cubicBezTo>
                <a:cubicBezTo>
                  <a:pt x="1206905" y="1010168"/>
                  <a:pt x="1187990" y="1029101"/>
                  <a:pt x="1165300" y="1042067"/>
                </a:cubicBezTo>
                <a:cubicBezTo>
                  <a:pt x="1143144" y="1055586"/>
                  <a:pt x="1117192" y="1062068"/>
                  <a:pt x="1091242" y="1062068"/>
                </a:cubicBezTo>
                <a:lnTo>
                  <a:pt x="148630" y="1062603"/>
                </a:lnTo>
                <a:cubicBezTo>
                  <a:pt x="122679" y="1062603"/>
                  <a:pt x="96747" y="1055586"/>
                  <a:pt x="74038" y="1042601"/>
                </a:cubicBezTo>
                <a:cubicBezTo>
                  <a:pt x="51882" y="1029635"/>
                  <a:pt x="32967" y="1010721"/>
                  <a:pt x="20002" y="988011"/>
                </a:cubicBezTo>
                <a:cubicBezTo>
                  <a:pt x="6483" y="965855"/>
                  <a:pt x="0" y="939905"/>
                  <a:pt x="0" y="913973"/>
                </a:cubicBezTo>
                <a:lnTo>
                  <a:pt x="0" y="1486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142" name="text-122 Decoding">
            <a:extLst xmlns:a="http://schemas.openxmlformats.org/drawingml/2006/main">
              <a:ext uri="{FF2B5EF4-FFF2-40B4-BE49-F238E27FC236}">
                <a16:creationId xmlns:a16="http://schemas.microsoft.com/office/drawing/2014/main" id="{067F14DA-6EE7-407D-9AFF-3430A28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744" y="5747985"/>
            <a:ext cx="709396" cy="22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9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Decoding</a:t>
            </a:r>
          </a:p>
        </p:txBody>
      </p:sp>
      <p:sp>
        <p:nvSpPr>
          <p:cNvPr id="143" name="text-123 Degeneration">
            <a:extLst xmlns:a="http://schemas.openxmlformats.org/drawingml/2006/main">
              <a:ext uri="{FF2B5EF4-FFF2-40B4-BE49-F238E27FC236}">
                <a16:creationId xmlns:a16="http://schemas.microsoft.com/office/drawing/2014/main" id="{8DD27428-4B36-45C6-8FD9-B6421D5C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407" y="5964149"/>
            <a:ext cx="1012913" cy="229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Degeneration</a:t>
            </a:r>
          </a:p>
        </p:txBody>
      </p:sp>
      <p:sp>
        <p:nvSpPr>
          <p:cNvPr id="144" name="path-124">
            <a:extLst xmlns:a="http://schemas.openxmlformats.org/drawingml/2006/main">
              <a:ext uri="{FF2B5EF4-FFF2-40B4-BE49-F238E27FC236}">
                <a16:creationId xmlns:a16="http://schemas.microsoft.com/office/drawing/2014/main" id="{F3F0BC2B-7947-4EA2-9EE1-9C54B3F6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55" y="5666447"/>
            <a:ext cx="1122055" cy="1062603"/>
          </a:xfrm>
          <a:custGeom xmlns:a="http://schemas.openxmlformats.org/drawingml/2006/main">
            <a:pathLst>
              <a:path w="1122055" h="1062603">
                <a:moveTo>
                  <a:pt x="0" y="148630"/>
                </a:moveTo>
                <a:lnTo>
                  <a:pt x="0" y="148630"/>
                </a:lnTo>
                <a:cubicBezTo>
                  <a:pt x="0" y="122698"/>
                  <a:pt x="7036" y="96747"/>
                  <a:pt x="20002" y="74038"/>
                </a:cubicBezTo>
                <a:cubicBezTo>
                  <a:pt x="32968" y="51882"/>
                  <a:pt x="51883" y="32967"/>
                  <a:pt x="74592" y="20001"/>
                </a:cubicBezTo>
                <a:cubicBezTo>
                  <a:pt x="96748" y="6482"/>
                  <a:pt x="122698" y="0"/>
                  <a:pt x="148630" y="0"/>
                </a:cubicBezTo>
                <a:lnTo>
                  <a:pt x="972891" y="0"/>
                </a:lnTo>
                <a:cubicBezTo>
                  <a:pt x="998823" y="0"/>
                  <a:pt x="1024773" y="7017"/>
                  <a:pt x="1047482" y="20001"/>
                </a:cubicBezTo>
                <a:cubicBezTo>
                  <a:pt x="1069639" y="32967"/>
                  <a:pt x="1088554" y="51882"/>
                  <a:pt x="1101520" y="74591"/>
                </a:cubicBezTo>
                <a:cubicBezTo>
                  <a:pt x="1115039" y="96747"/>
                  <a:pt x="1121521" y="122698"/>
                  <a:pt x="1121521" y="148630"/>
                </a:cubicBezTo>
                <a:lnTo>
                  <a:pt x="1122055" y="913421"/>
                </a:lnTo>
                <a:cubicBezTo>
                  <a:pt x="1122055" y="939371"/>
                  <a:pt x="1115039" y="965321"/>
                  <a:pt x="1102053" y="988011"/>
                </a:cubicBezTo>
                <a:cubicBezTo>
                  <a:pt x="1089088" y="1010168"/>
                  <a:pt x="1070173" y="1029101"/>
                  <a:pt x="1047482" y="1042067"/>
                </a:cubicBezTo>
                <a:cubicBezTo>
                  <a:pt x="1025307" y="1055586"/>
                  <a:pt x="999376" y="1062068"/>
                  <a:pt x="973425" y="1062068"/>
                </a:cubicBezTo>
                <a:lnTo>
                  <a:pt x="148630" y="1062603"/>
                </a:lnTo>
                <a:cubicBezTo>
                  <a:pt x="122698" y="1062603"/>
                  <a:pt x="96748" y="1055586"/>
                  <a:pt x="74057" y="1042601"/>
                </a:cubicBezTo>
                <a:cubicBezTo>
                  <a:pt x="51883" y="1029635"/>
                  <a:pt x="32968" y="1010721"/>
                  <a:pt x="20002" y="988011"/>
                </a:cubicBezTo>
                <a:cubicBezTo>
                  <a:pt x="6483" y="965855"/>
                  <a:pt x="0" y="939905"/>
                  <a:pt x="0" y="913973"/>
                </a:cubicBezTo>
                <a:lnTo>
                  <a:pt x="0" y="1486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145" name="text-125 Low">
            <a:extLst xmlns:a="http://schemas.openxmlformats.org/drawingml/2006/main">
              <a:ext uri="{FF2B5EF4-FFF2-40B4-BE49-F238E27FC236}">
                <a16:creationId xmlns:a16="http://schemas.microsoft.com/office/drawing/2014/main" id="{B26E4AC2-0355-4FBB-92C0-E042D2F5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2096" y="5747347"/>
            <a:ext cx="325709" cy="22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46" name="text-126 Observability">
            <a:extLst xmlns:a="http://schemas.openxmlformats.org/drawingml/2006/main">
              <a:ext uri="{FF2B5EF4-FFF2-40B4-BE49-F238E27FC236}">
                <a16:creationId xmlns:a16="http://schemas.microsoft.com/office/drawing/2014/main" id="{FAF78997-B4AE-4D1A-8DCD-D1FA08E0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3471" y="5962648"/>
            <a:ext cx="985056" cy="231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02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147" name="path-127">
            <a:extLst xmlns:a="http://schemas.openxmlformats.org/drawingml/2006/main">
              <a:ext uri="{FF2B5EF4-FFF2-40B4-BE49-F238E27FC236}">
                <a16:creationId xmlns:a16="http://schemas.microsoft.com/office/drawing/2014/main" id="{2E0E88A3-EDCF-4265-9BAC-50D5C9A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714" y="5665913"/>
            <a:ext cx="1019378" cy="1063138"/>
          </a:xfrm>
          <a:custGeom xmlns:a="http://schemas.openxmlformats.org/drawingml/2006/main">
            <a:pathLst>
              <a:path w="1019378" h="1063138">
                <a:moveTo>
                  <a:pt x="553" y="142681"/>
                </a:moveTo>
                <a:lnTo>
                  <a:pt x="553" y="142681"/>
                </a:lnTo>
                <a:cubicBezTo>
                  <a:pt x="553" y="117818"/>
                  <a:pt x="7036" y="92954"/>
                  <a:pt x="19468" y="71332"/>
                </a:cubicBezTo>
                <a:cubicBezTo>
                  <a:pt x="32434" y="49709"/>
                  <a:pt x="50281" y="31881"/>
                  <a:pt x="71903" y="18915"/>
                </a:cubicBezTo>
                <a:cubicBezTo>
                  <a:pt x="93506" y="6484"/>
                  <a:pt x="118370" y="0"/>
                  <a:pt x="143234" y="0"/>
                </a:cubicBezTo>
                <a:lnTo>
                  <a:pt x="876678" y="535"/>
                </a:lnTo>
                <a:cubicBezTo>
                  <a:pt x="901542" y="535"/>
                  <a:pt x="926405" y="7017"/>
                  <a:pt x="948028" y="19449"/>
                </a:cubicBezTo>
                <a:cubicBezTo>
                  <a:pt x="969650" y="32415"/>
                  <a:pt x="987478" y="50262"/>
                  <a:pt x="1000463" y="71885"/>
                </a:cubicBezTo>
                <a:cubicBezTo>
                  <a:pt x="1012894" y="93506"/>
                  <a:pt x="1019378" y="118351"/>
                  <a:pt x="1019378" y="143215"/>
                </a:cubicBezTo>
                <a:lnTo>
                  <a:pt x="1019378" y="920457"/>
                </a:lnTo>
                <a:cubicBezTo>
                  <a:pt x="1019378" y="945320"/>
                  <a:pt x="1012894" y="970165"/>
                  <a:pt x="1000463" y="991788"/>
                </a:cubicBezTo>
                <a:cubicBezTo>
                  <a:pt x="987478" y="1013409"/>
                  <a:pt x="969650" y="1031256"/>
                  <a:pt x="948028" y="1044222"/>
                </a:cubicBezTo>
                <a:cubicBezTo>
                  <a:pt x="926405" y="1056655"/>
                  <a:pt x="901542" y="1063138"/>
                  <a:pt x="876678" y="1063138"/>
                </a:cubicBezTo>
                <a:lnTo>
                  <a:pt x="142700" y="1063138"/>
                </a:lnTo>
                <a:cubicBezTo>
                  <a:pt x="117836" y="1063138"/>
                  <a:pt x="92972" y="1056655"/>
                  <a:pt x="71350" y="1044222"/>
                </a:cubicBezTo>
                <a:cubicBezTo>
                  <a:pt x="49728" y="1031256"/>
                  <a:pt x="31899" y="1013409"/>
                  <a:pt x="18934" y="991788"/>
                </a:cubicBezTo>
                <a:cubicBezTo>
                  <a:pt x="6502" y="970165"/>
                  <a:pt x="0" y="945320"/>
                  <a:pt x="0" y="920457"/>
                </a:cubicBezTo>
                <a:lnTo>
                  <a:pt x="553" y="14268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B8FC4"/>
            </a:solidFill>
            <a:prstDash val="solid"/>
          </a:ln>
        </p:spPr>
      </p:sp>
      <p:sp>
        <p:nvSpPr>
          <p:cNvPr id="148" name="text-128 Genuine">
            <a:extLst xmlns:a="http://schemas.openxmlformats.org/drawingml/2006/main">
              <a:ext uri="{FF2B5EF4-FFF2-40B4-BE49-F238E27FC236}">
                <a16:creationId xmlns:a16="http://schemas.microsoft.com/office/drawing/2014/main" id="{883DC7D8-EA12-469A-83EB-8AC4EF04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487" y="5746807"/>
            <a:ext cx="642471" cy="227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8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Genuine</a:t>
            </a:r>
          </a:p>
        </p:txBody>
      </p:sp>
      <p:sp>
        <p:nvSpPr>
          <p:cNvPr id="149" name="text-129 Capability">
            <a:extLst xmlns:a="http://schemas.openxmlformats.org/drawingml/2006/main">
              <a:ext uri="{FF2B5EF4-FFF2-40B4-BE49-F238E27FC236}">
                <a16:creationId xmlns:a16="http://schemas.microsoft.com/office/drawing/2014/main" id="{7213845B-3A7C-4F20-8E42-5D45B262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6052" y="5964455"/>
            <a:ext cx="747328" cy="22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88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150" name="text-130 Failure">
            <a:extLst xmlns:a="http://schemas.openxmlformats.org/drawingml/2006/main">
              <a:ext uri="{FF2B5EF4-FFF2-40B4-BE49-F238E27FC236}">
                <a16:creationId xmlns:a16="http://schemas.microsoft.com/office/drawing/2014/main" id="{2BE11FF4-77E1-4B50-99A9-2844A8EF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1180" y="6187349"/>
            <a:ext cx="516190" cy="223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51" name="path-131">
            <a:extLst xmlns:a="http://schemas.openxmlformats.org/drawingml/2006/main">
              <a:ext uri="{FF2B5EF4-FFF2-40B4-BE49-F238E27FC236}">
                <a16:creationId xmlns:a16="http://schemas.microsoft.com/office/drawing/2014/main" id="{60B66252-4EEB-483F-BA55-D63DFDBC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1" y="6330715"/>
            <a:ext cx="324831" cy="324830"/>
          </a:xfrm>
          <a:custGeom xmlns:a="http://schemas.openxmlformats.org/drawingml/2006/main">
            <a:pathLst>
              <a:path w="324831" h="324830">
                <a:moveTo>
                  <a:pt x="0" y="162682"/>
                </a:moveTo>
                <a:lnTo>
                  <a:pt x="0" y="162682"/>
                </a:lnTo>
                <a:cubicBezTo>
                  <a:pt x="0" y="134043"/>
                  <a:pt x="7570" y="105938"/>
                  <a:pt x="21622" y="81608"/>
                </a:cubicBezTo>
                <a:cubicBezTo>
                  <a:pt x="36209" y="56744"/>
                  <a:pt x="56744" y="36208"/>
                  <a:pt x="81074" y="22156"/>
                </a:cubicBezTo>
                <a:cubicBezTo>
                  <a:pt x="105938" y="7570"/>
                  <a:pt x="134043" y="0"/>
                  <a:pt x="162682" y="0"/>
                </a:cubicBezTo>
                <a:cubicBezTo>
                  <a:pt x="190788" y="0"/>
                  <a:pt x="218893" y="7570"/>
                  <a:pt x="243757" y="22156"/>
                </a:cubicBezTo>
                <a:cubicBezTo>
                  <a:pt x="268087" y="36208"/>
                  <a:pt x="288622" y="56744"/>
                  <a:pt x="303208" y="81608"/>
                </a:cubicBezTo>
                <a:cubicBezTo>
                  <a:pt x="317261" y="105938"/>
                  <a:pt x="324831" y="134043"/>
                  <a:pt x="324831" y="162682"/>
                </a:cubicBezTo>
                <a:cubicBezTo>
                  <a:pt x="324831" y="191322"/>
                  <a:pt x="317261" y="219426"/>
                  <a:pt x="303208" y="243757"/>
                </a:cubicBezTo>
                <a:cubicBezTo>
                  <a:pt x="288622" y="268620"/>
                  <a:pt x="268087" y="289155"/>
                  <a:pt x="243757" y="303208"/>
                </a:cubicBezTo>
                <a:cubicBezTo>
                  <a:pt x="218893" y="317795"/>
                  <a:pt x="190788" y="324830"/>
                  <a:pt x="162682" y="324830"/>
                </a:cubicBezTo>
                <a:cubicBezTo>
                  <a:pt x="134043" y="324830"/>
                  <a:pt x="105938" y="317795"/>
                  <a:pt x="81074" y="303208"/>
                </a:cubicBezTo>
                <a:cubicBezTo>
                  <a:pt x="56744" y="289155"/>
                  <a:pt x="36209" y="268620"/>
                  <a:pt x="21622" y="243757"/>
                </a:cubicBezTo>
                <a:cubicBezTo>
                  <a:pt x="7570" y="219426"/>
                  <a:pt x="0" y="191322"/>
                  <a:pt x="0" y="1626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4591">
            <a:solidFill>
              <a:srgbClr val="AE3639"/>
            </a:solidFill>
            <a:prstDash val="solid"/>
          </a:ln>
        </p:spPr>
      </p:sp>
      <p:sp>
        <p:nvSpPr>
          <p:cNvPr id="152" name="path-132">
            <a:extLst xmlns:a="http://schemas.openxmlformats.org/drawingml/2006/main">
              <a:ext uri="{FF2B5EF4-FFF2-40B4-BE49-F238E27FC236}">
                <a16:creationId xmlns:a16="http://schemas.microsoft.com/office/drawing/2014/main" id="{0EBC86EC-58CC-4660-B15D-8D3CBBAF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06" y="6405306"/>
            <a:ext cx="162148" cy="162129"/>
          </a:xfrm>
          <a:custGeom xmlns:a="http://schemas.openxmlformats.org/drawingml/2006/main">
            <a:pathLst>
              <a:path w="162148" h="162129">
                <a:moveTo>
                  <a:pt x="0" y="0"/>
                </a:moveTo>
                <a:lnTo>
                  <a:pt x="162148" y="162129"/>
                </a:lnTo>
              </a:path>
            </a:pathLst>
          </a:custGeom>
          <a:noFill xmlns:a="http://schemas.openxmlformats.org/drawingml/2006/main"/>
          <a:ln xmlns:a="http://schemas.openxmlformats.org/drawingml/2006/main" w="43779">
            <a:solidFill>
              <a:srgbClr val="AE3639"/>
            </a:solidFill>
            <a:prstDash val="solid"/>
          </a:ln>
        </p:spPr>
      </p:sp>
      <p:sp>
        <p:nvSpPr>
          <p:cNvPr id="153" name="path-133">
            <a:extLst xmlns:a="http://schemas.openxmlformats.org/drawingml/2006/main">
              <a:ext uri="{FF2B5EF4-FFF2-40B4-BE49-F238E27FC236}">
                <a16:creationId xmlns:a16="http://schemas.microsoft.com/office/drawing/2014/main" id="{EA0CDC5A-E78E-4A83-A94D-DDB6E000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06" y="6405306"/>
            <a:ext cx="162148" cy="162129"/>
          </a:xfrm>
          <a:custGeom xmlns:a="http://schemas.openxmlformats.org/drawingml/2006/main">
            <a:pathLst>
              <a:path w="162148" h="162129">
                <a:moveTo>
                  <a:pt x="162148" y="0"/>
                </a:moveTo>
                <a:lnTo>
                  <a:pt x="0" y="162129"/>
                </a:lnTo>
              </a:path>
            </a:pathLst>
          </a:custGeom>
          <a:noFill xmlns:a="http://schemas.openxmlformats.org/drawingml/2006/main"/>
          <a:ln xmlns:a="http://schemas.openxmlformats.org/drawingml/2006/main" w="43779">
            <a:solidFill>
              <a:srgbClr val="AE3639"/>
            </a:solidFill>
            <a:prstDash val="solid"/>
          </a:ln>
        </p:spPr>
      </p:sp>
      <p:sp>
        <p:nvSpPr>
          <p:cNvPr id="154" name="path-134">
            <a:extLst xmlns:a="http://schemas.openxmlformats.org/drawingml/2006/main">
              <a:ext uri="{FF2B5EF4-FFF2-40B4-BE49-F238E27FC236}">
                <a16:creationId xmlns:a16="http://schemas.microsoft.com/office/drawing/2014/main" id="{A2D40EE4-8C1C-4B1A-A9BD-2B294B30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422" y="6409615"/>
            <a:ext cx="81627" cy="81628"/>
          </a:xfrm>
          <a:custGeom xmlns:a="http://schemas.openxmlformats.org/drawingml/2006/main">
            <a:pathLst>
              <a:path w="81627" h="81628">
                <a:moveTo>
                  <a:pt x="0" y="81628"/>
                </a:moveTo>
                <a:lnTo>
                  <a:pt x="553" y="70816"/>
                </a:lnTo>
                <a:lnTo>
                  <a:pt x="2707" y="60005"/>
                </a:lnTo>
                <a:lnTo>
                  <a:pt x="5949" y="50280"/>
                </a:lnTo>
                <a:lnTo>
                  <a:pt x="10811" y="40537"/>
                </a:lnTo>
                <a:lnTo>
                  <a:pt x="16760" y="31899"/>
                </a:lnTo>
                <a:lnTo>
                  <a:pt x="23796" y="23796"/>
                </a:lnTo>
                <a:lnTo>
                  <a:pt x="31900" y="16760"/>
                </a:lnTo>
                <a:lnTo>
                  <a:pt x="40537" y="10811"/>
                </a:lnTo>
                <a:lnTo>
                  <a:pt x="50280" y="5949"/>
                </a:lnTo>
                <a:lnTo>
                  <a:pt x="60005" y="2708"/>
                </a:lnTo>
                <a:lnTo>
                  <a:pt x="70816" y="553"/>
                </a:lnTo>
                <a:lnTo>
                  <a:pt x="816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2B2B2B"/>
            </a:solidFill>
            <a:prstDash val="solid"/>
          </a:ln>
        </p:spPr>
      </p:sp>
      <p:sp>
        <p:nvSpPr>
          <p:cNvPr id="155" name="path-135">
            <a:extLst xmlns:a="http://schemas.openxmlformats.org/drawingml/2006/main">
              <a:ext uri="{FF2B5EF4-FFF2-40B4-BE49-F238E27FC236}">
                <a16:creationId xmlns:a16="http://schemas.microsoft.com/office/drawing/2014/main" id="{0D43359C-CED7-4B04-9E22-7CB47B3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04" y="6490690"/>
            <a:ext cx="81608" cy="81627"/>
          </a:xfrm>
          <a:custGeom xmlns:a="http://schemas.openxmlformats.org/drawingml/2006/main">
            <a:pathLst>
              <a:path w="81608" h="81627">
                <a:moveTo>
                  <a:pt x="81608" y="0"/>
                </a:moveTo>
                <a:lnTo>
                  <a:pt x="80540" y="10278"/>
                </a:lnTo>
                <a:lnTo>
                  <a:pt x="78367" y="21088"/>
                </a:lnTo>
                <a:lnTo>
                  <a:pt x="75125" y="30813"/>
                </a:lnTo>
                <a:lnTo>
                  <a:pt x="70263" y="40537"/>
                </a:lnTo>
                <a:lnTo>
                  <a:pt x="64314" y="49194"/>
                </a:lnTo>
                <a:lnTo>
                  <a:pt x="57297" y="57297"/>
                </a:lnTo>
                <a:lnTo>
                  <a:pt x="49194" y="64333"/>
                </a:lnTo>
                <a:lnTo>
                  <a:pt x="40537" y="70263"/>
                </a:lnTo>
                <a:lnTo>
                  <a:pt x="30813" y="75125"/>
                </a:lnTo>
                <a:lnTo>
                  <a:pt x="21088" y="78386"/>
                </a:lnTo>
                <a:lnTo>
                  <a:pt x="10277" y="80541"/>
                </a:lnTo>
                <a:lnTo>
                  <a:pt x="0" y="81627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2B2B2B"/>
            </a:solidFill>
            <a:prstDash val="solid"/>
          </a:ln>
        </p:spPr>
      </p:sp>
      <p:sp>
        <p:nvSpPr>
          <p:cNvPr id="156" name="path-136">
            <a:extLst xmlns:a="http://schemas.openxmlformats.org/drawingml/2006/main">
              <a:ext uri="{FF2B5EF4-FFF2-40B4-BE49-F238E27FC236}">
                <a16:creationId xmlns:a16="http://schemas.microsoft.com/office/drawing/2014/main" id="{86CE46FF-390B-4B92-AABC-CC5A470F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888" y="6490690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2B2B2B"/>
            </a:solidFill>
            <a:prstDash val="solid"/>
          </a:ln>
        </p:spPr>
      </p:sp>
      <p:sp>
        <p:nvSpPr>
          <p:cNvPr id="157" name="path-137">
            <a:extLst xmlns:a="http://schemas.openxmlformats.org/drawingml/2006/main">
              <a:ext uri="{FF2B5EF4-FFF2-40B4-BE49-F238E27FC236}">
                <a16:creationId xmlns:a16="http://schemas.microsoft.com/office/drawing/2014/main" id="{66335472-C923-4DEE-9E74-A29F75EE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12" y="6490690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2B2B2B"/>
            </a:solidFill>
            <a:prstDash val="solid"/>
          </a:ln>
        </p:spPr>
      </p:sp>
      <p:sp>
        <p:nvSpPr>
          <p:cNvPr id="158" name="path-138">
            <a:extLst xmlns:a="http://schemas.openxmlformats.org/drawingml/2006/main">
              <a:ext uri="{FF2B5EF4-FFF2-40B4-BE49-F238E27FC236}">
                <a16:creationId xmlns:a16="http://schemas.microsoft.com/office/drawing/2014/main" id="{A86311CD-26E1-47C0-B404-E8EB75EB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496" y="6409082"/>
            <a:ext cx="69195" cy="191"/>
          </a:xfrm>
          <a:custGeom xmlns:a="http://schemas.openxmlformats.org/drawingml/2006/main">
            <a:pathLst>
              <a:path w="69195" h="191">
                <a:moveTo>
                  <a:pt x="0" y="0"/>
                </a:moveTo>
                <a:lnTo>
                  <a:pt x="69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2B2B2B"/>
            </a:solidFill>
            <a:prstDash val="solid"/>
          </a:ln>
        </p:spPr>
      </p:sp>
      <p:sp>
        <p:nvSpPr>
          <p:cNvPr id="159" name="path-139">
            <a:extLst xmlns:a="http://schemas.openxmlformats.org/drawingml/2006/main">
              <a:ext uri="{FF2B5EF4-FFF2-40B4-BE49-F238E27FC236}">
                <a16:creationId xmlns:a16="http://schemas.microsoft.com/office/drawing/2014/main" id="{61CF48D4-22E1-4176-B40A-40B32459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03" y="6383131"/>
            <a:ext cx="76746" cy="52435"/>
          </a:xfrm>
          <a:custGeom xmlns:a="http://schemas.openxmlformats.org/drawingml/2006/main">
            <a:pathLst>
              <a:path w="76746" h="52435">
                <a:moveTo>
                  <a:pt x="76746" y="25951"/>
                </a:moveTo>
                <a:lnTo>
                  <a:pt x="0" y="52435"/>
                </a:lnTo>
                <a:lnTo>
                  <a:pt x="0" y="0"/>
                </a:lnTo>
                <a:lnTo>
                  <a:pt x="76746" y="25951"/>
                </a:ln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40">
            <a:extLst xmlns:a="http://schemas.openxmlformats.org/drawingml/2006/main">
              <a:ext uri="{FF2B5EF4-FFF2-40B4-BE49-F238E27FC236}">
                <a16:creationId xmlns:a16="http://schemas.microsoft.com/office/drawing/2014/main" id="{978DD4AD-BC7E-4FD7-A538-185EAED6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496" y="6572316"/>
            <a:ext cx="94059" cy="191"/>
          </a:xfrm>
          <a:custGeom xmlns:a="http://schemas.openxmlformats.org/drawingml/2006/main">
            <a:pathLst>
              <a:path w="94059" h="191">
                <a:moveTo>
                  <a:pt x="0" y="0"/>
                </a:moveTo>
                <a:lnTo>
                  <a:pt x="940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2B2B2B"/>
            </a:solidFill>
            <a:prstDash val="solid"/>
          </a:ln>
        </p:spPr>
      </p:sp>
      <p:sp>
        <p:nvSpPr>
          <p:cNvPr id="161" name="path-141">
            <a:extLst xmlns:a="http://schemas.openxmlformats.org/drawingml/2006/main">
              <a:ext uri="{FF2B5EF4-FFF2-40B4-BE49-F238E27FC236}">
                <a16:creationId xmlns:a16="http://schemas.microsoft.com/office/drawing/2014/main" id="{DE4B163B-930D-4385-919F-871F3A0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158" y="6546366"/>
            <a:ext cx="76765" cy="52435"/>
          </a:xfrm>
          <a:custGeom xmlns:a="http://schemas.openxmlformats.org/drawingml/2006/main">
            <a:pathLst>
              <a:path w="76765" h="52435">
                <a:moveTo>
                  <a:pt x="76765" y="25950"/>
                </a:moveTo>
                <a:lnTo>
                  <a:pt x="0" y="52435"/>
                </a:lnTo>
                <a:lnTo>
                  <a:pt x="0" y="0"/>
                </a:lnTo>
                <a:lnTo>
                  <a:pt x="76765" y="25950"/>
                </a:ln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42">
            <a:extLst xmlns:a="http://schemas.openxmlformats.org/drawingml/2006/main">
              <a:ext uri="{FF2B5EF4-FFF2-40B4-BE49-F238E27FC236}">
                <a16:creationId xmlns:a16="http://schemas.microsoft.com/office/drawing/2014/main" id="{5CF1FB3E-A27F-45EA-BD18-448187B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122" y="6463671"/>
            <a:ext cx="41071" cy="41071"/>
          </a:xfrm>
          <a:custGeom xmlns:a="http://schemas.openxmlformats.org/drawingml/2006/main">
            <a:pathLst>
              <a:path w="41071" h="41071">
                <a:moveTo>
                  <a:pt x="0" y="20536"/>
                </a:moveTo>
                <a:lnTo>
                  <a:pt x="0" y="20536"/>
                </a:lnTo>
                <a:cubicBezTo>
                  <a:pt x="0" y="16761"/>
                  <a:pt x="1087" y="13519"/>
                  <a:pt x="2708" y="10278"/>
                </a:cubicBezTo>
                <a:cubicBezTo>
                  <a:pt x="4328" y="7017"/>
                  <a:pt x="7017" y="4328"/>
                  <a:pt x="10277" y="2708"/>
                </a:cubicBezTo>
                <a:cubicBezTo>
                  <a:pt x="13519" y="1087"/>
                  <a:pt x="16760" y="0"/>
                  <a:pt x="20535" y="0"/>
                </a:cubicBezTo>
                <a:cubicBezTo>
                  <a:pt x="24330" y="0"/>
                  <a:pt x="27571" y="1087"/>
                  <a:pt x="30813" y="2708"/>
                </a:cubicBezTo>
                <a:cubicBezTo>
                  <a:pt x="34054" y="4328"/>
                  <a:pt x="36743" y="7017"/>
                  <a:pt x="38382" y="10278"/>
                </a:cubicBezTo>
                <a:cubicBezTo>
                  <a:pt x="40003" y="13519"/>
                  <a:pt x="41071" y="16761"/>
                  <a:pt x="41071" y="20536"/>
                </a:cubicBezTo>
                <a:cubicBezTo>
                  <a:pt x="41071" y="24330"/>
                  <a:pt x="40003" y="27572"/>
                  <a:pt x="38382" y="30813"/>
                </a:cubicBezTo>
                <a:cubicBezTo>
                  <a:pt x="36743" y="34054"/>
                  <a:pt x="34054" y="36762"/>
                  <a:pt x="30813" y="38383"/>
                </a:cubicBezTo>
                <a:cubicBezTo>
                  <a:pt x="27571" y="40003"/>
                  <a:pt x="24330" y="41071"/>
                  <a:pt x="20535" y="41071"/>
                </a:cubicBezTo>
                <a:cubicBezTo>
                  <a:pt x="16760" y="41071"/>
                  <a:pt x="13519" y="40003"/>
                  <a:pt x="10277" y="38383"/>
                </a:cubicBezTo>
                <a:cubicBezTo>
                  <a:pt x="7017" y="36762"/>
                  <a:pt x="4328" y="34054"/>
                  <a:pt x="2708" y="30813"/>
                </a:cubicBezTo>
                <a:cubicBezTo>
                  <a:pt x="1087" y="27572"/>
                  <a:pt x="0" y="24330"/>
                  <a:pt x="0" y="20536"/>
                </a:cubicBez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43">
            <a:extLst xmlns:a="http://schemas.openxmlformats.org/drawingml/2006/main">
              <a:ext uri="{FF2B5EF4-FFF2-40B4-BE49-F238E27FC236}">
                <a16:creationId xmlns:a16="http://schemas.microsoft.com/office/drawing/2014/main" id="{598C00E1-E90E-4384-BC98-5695299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575" y="6463671"/>
            <a:ext cx="41071" cy="41071"/>
          </a:xfrm>
          <a:custGeom xmlns:a="http://schemas.openxmlformats.org/drawingml/2006/main">
            <a:pathLst>
              <a:path w="41071" h="41071">
                <a:moveTo>
                  <a:pt x="0" y="20536"/>
                </a:moveTo>
                <a:lnTo>
                  <a:pt x="0" y="20536"/>
                </a:lnTo>
                <a:cubicBezTo>
                  <a:pt x="0" y="16761"/>
                  <a:pt x="1087" y="13519"/>
                  <a:pt x="2708" y="10278"/>
                </a:cubicBezTo>
                <a:cubicBezTo>
                  <a:pt x="4328" y="7017"/>
                  <a:pt x="7017" y="4328"/>
                  <a:pt x="10258" y="2708"/>
                </a:cubicBezTo>
                <a:cubicBezTo>
                  <a:pt x="13519" y="1087"/>
                  <a:pt x="16760" y="0"/>
                  <a:pt x="20536" y="0"/>
                </a:cubicBezTo>
                <a:cubicBezTo>
                  <a:pt x="24311" y="0"/>
                  <a:pt x="27571" y="1087"/>
                  <a:pt x="30813" y="2708"/>
                </a:cubicBezTo>
                <a:cubicBezTo>
                  <a:pt x="34054" y="4328"/>
                  <a:pt x="36743" y="7017"/>
                  <a:pt x="38363" y="10278"/>
                </a:cubicBezTo>
                <a:cubicBezTo>
                  <a:pt x="40003" y="13519"/>
                  <a:pt x="41071" y="16761"/>
                  <a:pt x="41071" y="20536"/>
                </a:cubicBezTo>
                <a:cubicBezTo>
                  <a:pt x="41071" y="24330"/>
                  <a:pt x="40003" y="27572"/>
                  <a:pt x="38363" y="30813"/>
                </a:cubicBezTo>
                <a:cubicBezTo>
                  <a:pt x="36743" y="34054"/>
                  <a:pt x="34054" y="36762"/>
                  <a:pt x="30813" y="38383"/>
                </a:cubicBezTo>
                <a:cubicBezTo>
                  <a:pt x="27571" y="40003"/>
                  <a:pt x="24311" y="41071"/>
                  <a:pt x="20536" y="41071"/>
                </a:cubicBezTo>
                <a:cubicBezTo>
                  <a:pt x="16760" y="41071"/>
                  <a:pt x="13519" y="40003"/>
                  <a:pt x="10258" y="38383"/>
                </a:cubicBezTo>
                <a:cubicBezTo>
                  <a:pt x="7017" y="36762"/>
                  <a:pt x="4328" y="34054"/>
                  <a:pt x="2708" y="30813"/>
                </a:cubicBezTo>
                <a:cubicBezTo>
                  <a:pt x="1087" y="27572"/>
                  <a:pt x="0" y="24330"/>
                  <a:pt x="0" y="20536"/>
                </a:cubicBez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44">
            <a:extLst xmlns:a="http://schemas.openxmlformats.org/drawingml/2006/main">
              <a:ext uri="{FF2B5EF4-FFF2-40B4-BE49-F238E27FC236}">
                <a16:creationId xmlns:a16="http://schemas.microsoft.com/office/drawing/2014/main" id="{F11E3FD9-79F7-45EE-BC8A-20798A56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029" y="6463671"/>
            <a:ext cx="41071" cy="41071"/>
          </a:xfrm>
          <a:custGeom xmlns:a="http://schemas.openxmlformats.org/drawingml/2006/main">
            <a:pathLst>
              <a:path w="41071" h="41071">
                <a:moveTo>
                  <a:pt x="0" y="20536"/>
                </a:moveTo>
                <a:lnTo>
                  <a:pt x="0" y="20536"/>
                </a:lnTo>
                <a:cubicBezTo>
                  <a:pt x="0" y="16761"/>
                  <a:pt x="1068" y="13519"/>
                  <a:pt x="2708" y="10278"/>
                </a:cubicBezTo>
                <a:cubicBezTo>
                  <a:pt x="4328" y="7017"/>
                  <a:pt x="7017" y="4328"/>
                  <a:pt x="10258" y="2708"/>
                </a:cubicBezTo>
                <a:cubicBezTo>
                  <a:pt x="13500" y="1087"/>
                  <a:pt x="16760" y="0"/>
                  <a:pt x="20535" y="0"/>
                </a:cubicBezTo>
                <a:cubicBezTo>
                  <a:pt x="24311" y="0"/>
                  <a:pt x="27552" y="1087"/>
                  <a:pt x="30813" y="2708"/>
                </a:cubicBezTo>
                <a:cubicBezTo>
                  <a:pt x="34054" y="4328"/>
                  <a:pt x="36743" y="7017"/>
                  <a:pt x="38363" y="10278"/>
                </a:cubicBezTo>
                <a:cubicBezTo>
                  <a:pt x="39984" y="13519"/>
                  <a:pt x="41071" y="16761"/>
                  <a:pt x="41071" y="20536"/>
                </a:cubicBezTo>
                <a:cubicBezTo>
                  <a:pt x="41071" y="24330"/>
                  <a:pt x="39984" y="27572"/>
                  <a:pt x="38363" y="30813"/>
                </a:cubicBezTo>
                <a:cubicBezTo>
                  <a:pt x="36743" y="34054"/>
                  <a:pt x="34054" y="36762"/>
                  <a:pt x="30813" y="38383"/>
                </a:cubicBezTo>
                <a:cubicBezTo>
                  <a:pt x="27552" y="40003"/>
                  <a:pt x="24311" y="41071"/>
                  <a:pt x="20535" y="41071"/>
                </a:cubicBezTo>
                <a:cubicBezTo>
                  <a:pt x="16760" y="41071"/>
                  <a:pt x="13500" y="40003"/>
                  <a:pt x="10258" y="38383"/>
                </a:cubicBezTo>
                <a:cubicBezTo>
                  <a:pt x="7017" y="36762"/>
                  <a:pt x="4328" y="34054"/>
                  <a:pt x="2708" y="30813"/>
                </a:cubicBezTo>
                <a:cubicBezTo>
                  <a:pt x="1068" y="27572"/>
                  <a:pt x="0" y="24330"/>
                  <a:pt x="0" y="20536"/>
                </a:cubicBez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45">
            <a:extLst xmlns:a="http://schemas.openxmlformats.org/drawingml/2006/main">
              <a:ext uri="{FF2B5EF4-FFF2-40B4-BE49-F238E27FC236}">
                <a16:creationId xmlns:a16="http://schemas.microsoft.com/office/drawing/2014/main" id="{D68C975F-75CD-40B3-A696-8E4EA89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196" y="6345835"/>
            <a:ext cx="457807" cy="250793"/>
          </a:xfrm>
          <a:custGeom xmlns:a="http://schemas.openxmlformats.org/drawingml/2006/main">
            <a:pathLst>
              <a:path w="457807" h="250793">
                <a:moveTo>
                  <a:pt x="0" y="125406"/>
                </a:moveTo>
                <a:lnTo>
                  <a:pt x="25398" y="103249"/>
                </a:lnTo>
                <a:lnTo>
                  <a:pt x="50815" y="82161"/>
                </a:lnTo>
                <a:lnTo>
                  <a:pt x="76213" y="62712"/>
                </a:lnTo>
                <a:lnTo>
                  <a:pt x="101610" y="44332"/>
                </a:lnTo>
                <a:lnTo>
                  <a:pt x="127027" y="29192"/>
                </a:lnTo>
                <a:lnTo>
                  <a:pt x="152425" y="16760"/>
                </a:lnTo>
                <a:lnTo>
                  <a:pt x="177822" y="7036"/>
                </a:lnTo>
                <a:lnTo>
                  <a:pt x="203220" y="1621"/>
                </a:lnTo>
                <a:lnTo>
                  <a:pt x="228637" y="0"/>
                </a:lnTo>
                <a:lnTo>
                  <a:pt x="254034" y="1621"/>
                </a:lnTo>
                <a:lnTo>
                  <a:pt x="279432" y="7036"/>
                </a:lnTo>
                <a:lnTo>
                  <a:pt x="304848" y="16760"/>
                </a:lnTo>
                <a:lnTo>
                  <a:pt x="330247" y="29192"/>
                </a:lnTo>
                <a:lnTo>
                  <a:pt x="355645" y="44332"/>
                </a:lnTo>
                <a:lnTo>
                  <a:pt x="381042" y="62712"/>
                </a:lnTo>
                <a:lnTo>
                  <a:pt x="406459" y="82161"/>
                </a:lnTo>
                <a:lnTo>
                  <a:pt x="431856" y="103249"/>
                </a:lnTo>
                <a:lnTo>
                  <a:pt x="457807" y="125406"/>
                </a:lnTo>
                <a:lnTo>
                  <a:pt x="431856" y="147028"/>
                </a:lnTo>
                <a:lnTo>
                  <a:pt x="406459" y="168098"/>
                </a:lnTo>
                <a:lnTo>
                  <a:pt x="381042" y="188099"/>
                </a:lnTo>
                <a:lnTo>
                  <a:pt x="355645" y="205927"/>
                </a:lnTo>
                <a:lnTo>
                  <a:pt x="330247" y="221067"/>
                </a:lnTo>
                <a:lnTo>
                  <a:pt x="304848" y="233498"/>
                </a:lnTo>
                <a:lnTo>
                  <a:pt x="279432" y="243223"/>
                </a:lnTo>
                <a:lnTo>
                  <a:pt x="254034" y="248638"/>
                </a:lnTo>
                <a:lnTo>
                  <a:pt x="228637" y="250793"/>
                </a:lnTo>
                <a:lnTo>
                  <a:pt x="203220" y="248638"/>
                </a:lnTo>
                <a:lnTo>
                  <a:pt x="177822" y="243223"/>
                </a:lnTo>
                <a:lnTo>
                  <a:pt x="152425" y="233498"/>
                </a:lnTo>
                <a:lnTo>
                  <a:pt x="127027" y="221067"/>
                </a:lnTo>
                <a:lnTo>
                  <a:pt x="101610" y="205927"/>
                </a:lnTo>
                <a:lnTo>
                  <a:pt x="76213" y="188099"/>
                </a:lnTo>
                <a:lnTo>
                  <a:pt x="50815" y="168098"/>
                </a:lnTo>
                <a:lnTo>
                  <a:pt x="25398" y="147028"/>
                </a:lnTo>
                <a:lnTo>
                  <a:pt x="0" y="125406"/>
                </a:lnTo>
              </a:path>
            </a:pathLst>
          </a:custGeom>
          <a:solidFill xmlns:a="http://schemas.openxmlformats.org/drawingml/2006/main">
            <a:srgbClr val="F8ECD4"/>
          </a:solidFill>
          <a:ln xmlns:a="http://schemas.openxmlformats.org/drawingml/2006/main" w="24862">
            <a:solidFill>
              <a:srgbClr val="B28633"/>
            </a:solidFill>
            <a:prstDash val="solid"/>
          </a:ln>
        </p:spPr>
      </p:sp>
      <p:sp>
        <p:nvSpPr>
          <p:cNvPr id="166" name="path-146">
            <a:extLst xmlns:a="http://schemas.openxmlformats.org/drawingml/2006/main">
              <a:ext uri="{FF2B5EF4-FFF2-40B4-BE49-F238E27FC236}">
                <a16:creationId xmlns:a16="http://schemas.microsoft.com/office/drawing/2014/main" id="{73EF02D8-97E7-40BF-B395-89F0916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431" y="6385838"/>
            <a:ext cx="170786" cy="170805"/>
          </a:xfrm>
          <a:custGeom xmlns:a="http://schemas.openxmlformats.org/drawingml/2006/main">
            <a:pathLst>
              <a:path w="170786" h="170805">
                <a:moveTo>
                  <a:pt x="0" y="85402"/>
                </a:moveTo>
                <a:lnTo>
                  <a:pt x="0" y="85402"/>
                </a:lnTo>
                <a:cubicBezTo>
                  <a:pt x="0" y="70263"/>
                  <a:pt x="3775" y="55676"/>
                  <a:pt x="11345" y="42692"/>
                </a:cubicBezTo>
                <a:cubicBezTo>
                  <a:pt x="18914" y="29726"/>
                  <a:pt x="29726" y="18915"/>
                  <a:pt x="42691" y="11345"/>
                </a:cubicBezTo>
                <a:cubicBezTo>
                  <a:pt x="55676" y="3775"/>
                  <a:pt x="70263" y="0"/>
                  <a:pt x="85402" y="0"/>
                </a:cubicBezTo>
                <a:cubicBezTo>
                  <a:pt x="100523" y="0"/>
                  <a:pt x="115128" y="3775"/>
                  <a:pt x="128094" y="11345"/>
                </a:cubicBezTo>
                <a:cubicBezTo>
                  <a:pt x="141060" y="18915"/>
                  <a:pt x="151871" y="29726"/>
                  <a:pt x="159441" y="42692"/>
                </a:cubicBezTo>
                <a:cubicBezTo>
                  <a:pt x="167010" y="55676"/>
                  <a:pt x="170786" y="70263"/>
                  <a:pt x="170786" y="85402"/>
                </a:cubicBezTo>
                <a:cubicBezTo>
                  <a:pt x="170786" y="100541"/>
                  <a:pt x="167010" y="115129"/>
                  <a:pt x="159441" y="128094"/>
                </a:cubicBezTo>
                <a:cubicBezTo>
                  <a:pt x="151871" y="141060"/>
                  <a:pt x="141060" y="151871"/>
                  <a:pt x="128094" y="159441"/>
                </a:cubicBezTo>
                <a:cubicBezTo>
                  <a:pt x="115128" y="167010"/>
                  <a:pt x="100523" y="170805"/>
                  <a:pt x="85402" y="170805"/>
                </a:cubicBezTo>
                <a:cubicBezTo>
                  <a:pt x="70263" y="170805"/>
                  <a:pt x="55676" y="167010"/>
                  <a:pt x="42691" y="159441"/>
                </a:cubicBezTo>
                <a:cubicBezTo>
                  <a:pt x="29726" y="151871"/>
                  <a:pt x="18914" y="141060"/>
                  <a:pt x="11345" y="128094"/>
                </a:cubicBezTo>
                <a:cubicBezTo>
                  <a:pt x="3775" y="115129"/>
                  <a:pt x="0" y="100541"/>
                  <a:pt x="0" y="85402"/>
                </a:cubicBezTo>
              </a:path>
            </a:pathLst>
          </a:custGeom>
          <a:solidFill xmlns:a="http://schemas.openxmlformats.org/drawingml/2006/main">
            <a:srgbClr val="C48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47">
            <a:extLst xmlns:a="http://schemas.openxmlformats.org/drawingml/2006/main">
              <a:ext uri="{FF2B5EF4-FFF2-40B4-BE49-F238E27FC236}">
                <a16:creationId xmlns:a16="http://schemas.microsoft.com/office/drawing/2014/main" id="{C27E8600-14DA-49C1-8284-C16DA74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537" y="6433945"/>
            <a:ext cx="75126" cy="75126"/>
          </a:xfrm>
          <a:custGeom xmlns:a="http://schemas.openxmlformats.org/drawingml/2006/main">
            <a:pathLst>
              <a:path w="75126" h="75126">
                <a:moveTo>
                  <a:pt x="0" y="37296"/>
                </a:moveTo>
                <a:lnTo>
                  <a:pt x="0" y="37296"/>
                </a:lnTo>
                <a:cubicBezTo>
                  <a:pt x="0" y="30813"/>
                  <a:pt x="1621" y="24311"/>
                  <a:pt x="4862" y="18381"/>
                </a:cubicBezTo>
                <a:cubicBezTo>
                  <a:pt x="8104" y="12966"/>
                  <a:pt x="12966" y="8104"/>
                  <a:pt x="18915" y="4862"/>
                </a:cubicBezTo>
                <a:cubicBezTo>
                  <a:pt x="24311" y="1621"/>
                  <a:pt x="30813" y="0"/>
                  <a:pt x="37830" y="0"/>
                </a:cubicBezTo>
                <a:cubicBezTo>
                  <a:pt x="44313" y="0"/>
                  <a:pt x="50796" y="1621"/>
                  <a:pt x="56211" y="4862"/>
                </a:cubicBezTo>
                <a:cubicBezTo>
                  <a:pt x="62160" y="8104"/>
                  <a:pt x="67022" y="12966"/>
                  <a:pt x="70263" y="18381"/>
                </a:cubicBezTo>
                <a:cubicBezTo>
                  <a:pt x="73505" y="24311"/>
                  <a:pt x="75126" y="30813"/>
                  <a:pt x="75126" y="37296"/>
                </a:cubicBezTo>
                <a:cubicBezTo>
                  <a:pt x="75126" y="43779"/>
                  <a:pt x="73505" y="50262"/>
                  <a:pt x="70263" y="56211"/>
                </a:cubicBezTo>
                <a:cubicBezTo>
                  <a:pt x="67022" y="61607"/>
                  <a:pt x="62160" y="66488"/>
                  <a:pt x="56211" y="69729"/>
                </a:cubicBezTo>
                <a:cubicBezTo>
                  <a:pt x="50796" y="72971"/>
                  <a:pt x="44313" y="75126"/>
                  <a:pt x="37830" y="75126"/>
                </a:cubicBezTo>
                <a:cubicBezTo>
                  <a:pt x="30813" y="75126"/>
                  <a:pt x="24311" y="72971"/>
                  <a:pt x="18915" y="69729"/>
                </a:cubicBezTo>
                <a:cubicBezTo>
                  <a:pt x="12966" y="66488"/>
                  <a:pt x="8104" y="61607"/>
                  <a:pt x="4862" y="56211"/>
                </a:cubicBezTo>
                <a:cubicBezTo>
                  <a:pt x="1621" y="50262"/>
                  <a:pt x="0" y="43779"/>
                  <a:pt x="0" y="37296"/>
                </a:cubicBezTo>
              </a:path>
            </a:pathLst>
          </a:custGeom>
          <a:solidFill xmlns:a="http://schemas.openxmlformats.org/drawingml/2006/main">
            <a:srgbClr val="241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48">
            <a:extLst xmlns:a="http://schemas.openxmlformats.org/drawingml/2006/main">
              <a:ext uri="{FF2B5EF4-FFF2-40B4-BE49-F238E27FC236}">
                <a16:creationId xmlns:a16="http://schemas.microsoft.com/office/drawing/2014/main" id="{C68217F2-ED53-43EC-A699-0A9D1503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046" y="6404754"/>
            <a:ext cx="265913" cy="265931"/>
          </a:xfrm>
          <a:custGeom xmlns:a="http://schemas.openxmlformats.org/drawingml/2006/main">
            <a:pathLst>
              <a:path w="265913" h="265931">
                <a:moveTo>
                  <a:pt x="0" y="132956"/>
                </a:moveTo>
                <a:lnTo>
                  <a:pt x="0" y="132956"/>
                </a:lnTo>
                <a:cubicBezTo>
                  <a:pt x="0" y="109732"/>
                  <a:pt x="5949" y="86489"/>
                  <a:pt x="17828" y="66487"/>
                </a:cubicBezTo>
                <a:cubicBezTo>
                  <a:pt x="29726" y="46486"/>
                  <a:pt x="46486" y="29726"/>
                  <a:pt x="66468" y="17847"/>
                </a:cubicBezTo>
                <a:cubicBezTo>
                  <a:pt x="86470" y="5948"/>
                  <a:pt x="109713" y="0"/>
                  <a:pt x="132956" y="0"/>
                </a:cubicBezTo>
                <a:cubicBezTo>
                  <a:pt x="156199" y="0"/>
                  <a:pt x="179442" y="5948"/>
                  <a:pt x="199444" y="17847"/>
                </a:cubicBezTo>
                <a:cubicBezTo>
                  <a:pt x="219446" y="29726"/>
                  <a:pt x="236187" y="46486"/>
                  <a:pt x="248085" y="66487"/>
                </a:cubicBezTo>
                <a:cubicBezTo>
                  <a:pt x="259964" y="86489"/>
                  <a:pt x="265913" y="109732"/>
                  <a:pt x="265913" y="132956"/>
                </a:cubicBezTo>
                <a:cubicBezTo>
                  <a:pt x="265913" y="156199"/>
                  <a:pt x="259964" y="179442"/>
                  <a:pt x="248085" y="199444"/>
                </a:cubicBezTo>
                <a:cubicBezTo>
                  <a:pt x="236187" y="219445"/>
                  <a:pt x="219446" y="236206"/>
                  <a:pt x="199444" y="248085"/>
                </a:cubicBezTo>
                <a:cubicBezTo>
                  <a:pt x="179442" y="259983"/>
                  <a:pt x="156199" y="265931"/>
                  <a:pt x="132956" y="265931"/>
                </a:cubicBezTo>
                <a:cubicBezTo>
                  <a:pt x="109713" y="265931"/>
                  <a:pt x="86470" y="259983"/>
                  <a:pt x="66468" y="248085"/>
                </a:cubicBezTo>
                <a:cubicBezTo>
                  <a:pt x="46486" y="236206"/>
                  <a:pt x="29726" y="219445"/>
                  <a:pt x="17828" y="199444"/>
                </a:cubicBezTo>
                <a:cubicBezTo>
                  <a:pt x="5949" y="179442"/>
                  <a:pt x="0" y="156199"/>
                  <a:pt x="0" y="132956"/>
                </a:cubicBezTo>
              </a:path>
            </a:pathLst>
          </a:custGeom>
          <a:solidFill xmlns:a="http://schemas.openxmlformats.org/drawingml/2006/main">
            <a:srgbClr val="8A1F2A"/>
          </a:solidFill>
          <a:ln xmlns:a="http://schemas.openxmlformats.org/drawingml/2006/main" w="13512">
            <a:solidFill>
              <a:srgbClr val="8A1F2A"/>
            </a:solidFill>
            <a:prstDash val="solid"/>
          </a:ln>
        </p:spPr>
      </p:sp>
      <p:sp>
        <p:nvSpPr>
          <p:cNvPr id="169" name="path-149">
            <a:extLst xmlns:a="http://schemas.openxmlformats.org/drawingml/2006/main">
              <a:ext uri="{FF2B5EF4-FFF2-40B4-BE49-F238E27FC236}">
                <a16:creationId xmlns:a16="http://schemas.microsoft.com/office/drawing/2014/main" id="{330DCBC9-F9B2-420E-A11B-0629B8B2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444" y="6430151"/>
            <a:ext cx="216739" cy="216739"/>
          </a:xfrm>
          <a:custGeom xmlns:a="http://schemas.openxmlformats.org/drawingml/2006/main">
            <a:pathLst>
              <a:path w="216739" h="216739">
                <a:moveTo>
                  <a:pt x="0" y="108112"/>
                </a:moveTo>
                <a:lnTo>
                  <a:pt x="0" y="108112"/>
                </a:lnTo>
                <a:cubicBezTo>
                  <a:pt x="0" y="89197"/>
                  <a:pt x="4862" y="70282"/>
                  <a:pt x="14587" y="54056"/>
                </a:cubicBezTo>
                <a:cubicBezTo>
                  <a:pt x="23777" y="37296"/>
                  <a:pt x="37830" y="23796"/>
                  <a:pt x="54056" y="14052"/>
                </a:cubicBezTo>
                <a:cubicBezTo>
                  <a:pt x="70816" y="4881"/>
                  <a:pt x="89178" y="0"/>
                  <a:pt x="108646" y="0"/>
                </a:cubicBezTo>
                <a:cubicBezTo>
                  <a:pt x="127561" y="0"/>
                  <a:pt x="145941" y="4881"/>
                  <a:pt x="162682" y="14052"/>
                </a:cubicBezTo>
                <a:cubicBezTo>
                  <a:pt x="178908" y="23796"/>
                  <a:pt x="192962" y="37296"/>
                  <a:pt x="202152" y="54056"/>
                </a:cubicBezTo>
                <a:cubicBezTo>
                  <a:pt x="211876" y="70282"/>
                  <a:pt x="216739" y="89197"/>
                  <a:pt x="216739" y="108112"/>
                </a:cubicBezTo>
                <a:cubicBezTo>
                  <a:pt x="216739" y="127026"/>
                  <a:pt x="211876" y="145941"/>
                  <a:pt x="202152" y="162148"/>
                </a:cubicBezTo>
                <a:cubicBezTo>
                  <a:pt x="192962" y="178908"/>
                  <a:pt x="178908" y="192427"/>
                  <a:pt x="162682" y="202152"/>
                </a:cubicBezTo>
                <a:cubicBezTo>
                  <a:pt x="145941" y="211342"/>
                  <a:pt x="127561" y="216739"/>
                  <a:pt x="108646" y="216739"/>
                </a:cubicBezTo>
                <a:cubicBezTo>
                  <a:pt x="89178" y="216739"/>
                  <a:pt x="70816" y="211342"/>
                  <a:pt x="54056" y="202152"/>
                </a:cubicBezTo>
                <a:cubicBezTo>
                  <a:pt x="37830" y="192427"/>
                  <a:pt x="23777" y="178908"/>
                  <a:pt x="14587" y="162148"/>
                </a:cubicBezTo>
                <a:cubicBezTo>
                  <a:pt x="4862" y="145941"/>
                  <a:pt x="0" y="127026"/>
                  <a:pt x="0" y="10811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8A1F2A"/>
            </a:solidFill>
            <a:prstDash val="solid"/>
          </a:ln>
        </p:spPr>
      </p:sp>
      <p:sp>
        <p:nvSpPr>
          <p:cNvPr id="170" name="path-150">
            <a:extLst xmlns:a="http://schemas.openxmlformats.org/drawingml/2006/main">
              <a:ext uri="{FF2B5EF4-FFF2-40B4-BE49-F238E27FC236}">
                <a16:creationId xmlns:a16="http://schemas.microsoft.com/office/drawing/2014/main" id="{311CF426-576A-49BB-947B-F6DC0B9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220" y="6453947"/>
            <a:ext cx="167564" cy="167544"/>
          </a:xfrm>
          <a:custGeom xmlns:a="http://schemas.openxmlformats.org/drawingml/2006/main">
            <a:pathLst>
              <a:path w="167564" h="167544">
                <a:moveTo>
                  <a:pt x="0" y="83762"/>
                </a:moveTo>
                <a:lnTo>
                  <a:pt x="0" y="83762"/>
                </a:lnTo>
                <a:cubicBezTo>
                  <a:pt x="0" y="69175"/>
                  <a:pt x="3795" y="54589"/>
                  <a:pt x="11364" y="42157"/>
                </a:cubicBezTo>
                <a:cubicBezTo>
                  <a:pt x="18381" y="29173"/>
                  <a:pt x="29192" y="18361"/>
                  <a:pt x="41624" y="11345"/>
                </a:cubicBezTo>
                <a:cubicBezTo>
                  <a:pt x="54590" y="3775"/>
                  <a:pt x="69195" y="0"/>
                  <a:pt x="83781" y="0"/>
                </a:cubicBezTo>
                <a:cubicBezTo>
                  <a:pt x="98368" y="0"/>
                  <a:pt x="112974" y="3775"/>
                  <a:pt x="125406" y="11345"/>
                </a:cubicBezTo>
                <a:cubicBezTo>
                  <a:pt x="138372" y="18361"/>
                  <a:pt x="149182" y="29173"/>
                  <a:pt x="156199" y="42157"/>
                </a:cubicBezTo>
                <a:cubicBezTo>
                  <a:pt x="163769" y="54589"/>
                  <a:pt x="167564" y="69175"/>
                  <a:pt x="167564" y="83762"/>
                </a:cubicBezTo>
                <a:cubicBezTo>
                  <a:pt x="167564" y="98368"/>
                  <a:pt x="163769" y="112955"/>
                  <a:pt x="156199" y="125921"/>
                </a:cubicBezTo>
                <a:cubicBezTo>
                  <a:pt x="149182" y="138352"/>
                  <a:pt x="138372" y="149163"/>
                  <a:pt x="125406" y="156199"/>
                </a:cubicBezTo>
                <a:cubicBezTo>
                  <a:pt x="112974" y="163769"/>
                  <a:pt x="98368" y="167544"/>
                  <a:pt x="83781" y="167544"/>
                </a:cubicBezTo>
                <a:cubicBezTo>
                  <a:pt x="69195" y="167544"/>
                  <a:pt x="54590" y="163769"/>
                  <a:pt x="41624" y="156199"/>
                </a:cubicBezTo>
                <a:cubicBezTo>
                  <a:pt x="29192" y="149163"/>
                  <a:pt x="18381" y="138352"/>
                  <a:pt x="11364" y="125921"/>
                </a:cubicBezTo>
                <a:cubicBezTo>
                  <a:pt x="3795" y="112955"/>
                  <a:pt x="0" y="98368"/>
                  <a:pt x="0" y="83762"/>
                </a:cubicBezTo>
              </a:path>
            </a:pathLst>
          </a:custGeom>
          <a:solidFill xmlns:a="http://schemas.openxmlformats.org/drawingml/2006/main">
            <a:srgbClr val="B43838"/>
          </a:solidFill>
          <a:ln xmlns:a="http://schemas.openxmlformats.org/drawingml/2006/main" w="13512">
            <a:solidFill>
              <a:srgbClr val="8A1F2A"/>
            </a:solidFill>
            <a:prstDash val="solid"/>
          </a:ln>
        </p:spPr>
      </p:sp>
      <p:sp>
        <p:nvSpPr>
          <p:cNvPr id="171" name="path-151">
            <a:extLst xmlns:a="http://schemas.openxmlformats.org/drawingml/2006/main">
              <a:ext uri="{FF2B5EF4-FFF2-40B4-BE49-F238E27FC236}">
                <a16:creationId xmlns:a16="http://schemas.microsoft.com/office/drawing/2014/main" id="{F8F2782B-E94F-4D9B-AFBA-FD030900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637" y="6478811"/>
            <a:ext cx="118370" cy="118370"/>
          </a:xfrm>
          <a:custGeom xmlns:a="http://schemas.openxmlformats.org/drawingml/2006/main">
            <a:pathLst>
              <a:path w="118370" h="118370">
                <a:moveTo>
                  <a:pt x="0" y="58899"/>
                </a:moveTo>
                <a:lnTo>
                  <a:pt x="0" y="58899"/>
                </a:lnTo>
                <a:cubicBezTo>
                  <a:pt x="0" y="48640"/>
                  <a:pt x="2688" y="38363"/>
                  <a:pt x="8104" y="29173"/>
                </a:cubicBezTo>
                <a:cubicBezTo>
                  <a:pt x="12966" y="20535"/>
                  <a:pt x="20536" y="12965"/>
                  <a:pt x="29726" y="7569"/>
                </a:cubicBezTo>
                <a:cubicBezTo>
                  <a:pt x="38363" y="2688"/>
                  <a:pt x="48641" y="0"/>
                  <a:pt x="59452" y="0"/>
                </a:cubicBezTo>
                <a:cubicBezTo>
                  <a:pt x="69710" y="0"/>
                  <a:pt x="79988" y="2688"/>
                  <a:pt x="88625" y="7569"/>
                </a:cubicBezTo>
                <a:cubicBezTo>
                  <a:pt x="97815" y="12965"/>
                  <a:pt x="105385" y="20535"/>
                  <a:pt x="110247" y="29173"/>
                </a:cubicBezTo>
                <a:cubicBezTo>
                  <a:pt x="115663" y="38363"/>
                  <a:pt x="118370" y="48640"/>
                  <a:pt x="118370" y="58899"/>
                </a:cubicBezTo>
                <a:cubicBezTo>
                  <a:pt x="118370" y="69176"/>
                  <a:pt x="115663" y="79454"/>
                  <a:pt x="110247" y="88624"/>
                </a:cubicBezTo>
                <a:cubicBezTo>
                  <a:pt x="105385" y="97281"/>
                  <a:pt x="97815" y="104851"/>
                  <a:pt x="88625" y="110247"/>
                </a:cubicBezTo>
                <a:cubicBezTo>
                  <a:pt x="79988" y="115109"/>
                  <a:pt x="69710" y="118370"/>
                  <a:pt x="59452" y="118370"/>
                </a:cubicBezTo>
                <a:cubicBezTo>
                  <a:pt x="48641" y="118370"/>
                  <a:pt x="38363" y="115109"/>
                  <a:pt x="29726" y="110247"/>
                </a:cubicBezTo>
                <a:cubicBezTo>
                  <a:pt x="20536" y="104851"/>
                  <a:pt x="12966" y="97281"/>
                  <a:pt x="8104" y="88624"/>
                </a:cubicBezTo>
                <a:cubicBezTo>
                  <a:pt x="2688" y="79454"/>
                  <a:pt x="0" y="69176"/>
                  <a:pt x="0" y="5889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8A1F2A"/>
            </a:solidFill>
            <a:prstDash val="solid"/>
          </a:ln>
        </p:spPr>
      </p:sp>
      <p:sp>
        <p:nvSpPr>
          <p:cNvPr id="172" name="path-152">
            <a:extLst xmlns:a="http://schemas.openxmlformats.org/drawingml/2006/main">
              <a:ext uri="{FF2B5EF4-FFF2-40B4-BE49-F238E27FC236}">
                <a16:creationId xmlns:a16="http://schemas.microsoft.com/office/drawing/2014/main" id="{4582D91E-CE64-4D7D-8D70-73A75E83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414" y="6503122"/>
            <a:ext cx="69177" cy="69195"/>
          </a:xfrm>
          <a:custGeom xmlns:a="http://schemas.openxmlformats.org/drawingml/2006/main">
            <a:pathLst>
              <a:path w="69177" h="69195">
                <a:moveTo>
                  <a:pt x="0" y="34588"/>
                </a:moveTo>
                <a:lnTo>
                  <a:pt x="0" y="34588"/>
                </a:lnTo>
                <a:cubicBezTo>
                  <a:pt x="0" y="28658"/>
                  <a:pt x="1621" y="22709"/>
                  <a:pt x="4862" y="17294"/>
                </a:cubicBezTo>
                <a:cubicBezTo>
                  <a:pt x="7570" y="11898"/>
                  <a:pt x="11898" y="7570"/>
                  <a:pt x="17294" y="4862"/>
                </a:cubicBezTo>
                <a:cubicBezTo>
                  <a:pt x="22690" y="1621"/>
                  <a:pt x="28639" y="0"/>
                  <a:pt x="34588" y="0"/>
                </a:cubicBezTo>
                <a:cubicBezTo>
                  <a:pt x="40537" y="0"/>
                  <a:pt x="46486" y="1621"/>
                  <a:pt x="51882" y="4862"/>
                </a:cubicBezTo>
                <a:cubicBezTo>
                  <a:pt x="57297" y="7570"/>
                  <a:pt x="61606" y="11898"/>
                  <a:pt x="64314" y="17294"/>
                </a:cubicBezTo>
                <a:cubicBezTo>
                  <a:pt x="67555" y="22709"/>
                  <a:pt x="69177" y="28658"/>
                  <a:pt x="69177" y="34588"/>
                </a:cubicBezTo>
                <a:cubicBezTo>
                  <a:pt x="69177" y="40537"/>
                  <a:pt x="67555" y="46486"/>
                  <a:pt x="64314" y="51901"/>
                </a:cubicBezTo>
                <a:cubicBezTo>
                  <a:pt x="61606" y="57297"/>
                  <a:pt x="57297" y="61625"/>
                  <a:pt x="51882" y="64314"/>
                </a:cubicBezTo>
                <a:cubicBezTo>
                  <a:pt x="46486" y="67574"/>
                  <a:pt x="40537" y="69195"/>
                  <a:pt x="34588" y="69195"/>
                </a:cubicBezTo>
                <a:cubicBezTo>
                  <a:pt x="28639" y="69195"/>
                  <a:pt x="22690" y="67574"/>
                  <a:pt x="17294" y="64314"/>
                </a:cubicBezTo>
                <a:cubicBezTo>
                  <a:pt x="11898" y="61625"/>
                  <a:pt x="7570" y="57297"/>
                  <a:pt x="4862" y="51901"/>
                </a:cubicBezTo>
                <a:cubicBezTo>
                  <a:pt x="1621" y="46486"/>
                  <a:pt x="0" y="40537"/>
                  <a:pt x="0" y="34588"/>
                </a:cubicBezTo>
              </a:path>
            </a:pathLst>
          </a:custGeom>
          <a:solidFill xmlns:a="http://schemas.openxmlformats.org/drawingml/2006/main">
            <a:srgbClr val="D26C5A"/>
          </a:solidFill>
          <a:ln xmlns:a="http://schemas.openxmlformats.org/drawingml/2006/main" w="13512">
            <a:solidFill>
              <a:srgbClr val="8A1F2A"/>
            </a:solidFill>
            <a:prstDash val="solid"/>
          </a:ln>
        </p:spPr>
      </p:sp>
      <p:sp>
        <p:nvSpPr>
          <p:cNvPr id="173" name="path-153">
            <a:extLst xmlns:a="http://schemas.openxmlformats.org/drawingml/2006/main">
              <a:ext uri="{FF2B5EF4-FFF2-40B4-BE49-F238E27FC236}">
                <a16:creationId xmlns:a16="http://schemas.microsoft.com/office/drawing/2014/main" id="{CF2C27D3-3DF4-4FB8-9DAD-EFA71B9A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002" y="6389080"/>
            <a:ext cx="149183" cy="148630"/>
          </a:xfrm>
          <a:custGeom xmlns:a="http://schemas.openxmlformats.org/drawingml/2006/main">
            <a:pathLst>
              <a:path w="149183" h="148630">
                <a:moveTo>
                  <a:pt x="149183" y="0"/>
                </a:moveTo>
                <a:lnTo>
                  <a:pt x="0" y="148630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8A1F2A"/>
            </a:solidFill>
            <a:prstDash val="solid"/>
          </a:ln>
        </p:spPr>
      </p:sp>
      <p:sp>
        <p:nvSpPr>
          <p:cNvPr id="174" name="path-154">
            <a:extLst xmlns:a="http://schemas.openxmlformats.org/drawingml/2006/main">
              <a:ext uri="{FF2B5EF4-FFF2-40B4-BE49-F238E27FC236}">
                <a16:creationId xmlns:a16="http://schemas.microsoft.com/office/drawing/2014/main" id="{453CC870-F831-4BA4-B794-CB5C87A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597" y="6410168"/>
            <a:ext cx="23777" cy="39984"/>
          </a:xfrm>
          <a:custGeom xmlns:a="http://schemas.openxmlformats.org/drawingml/2006/main">
            <a:pathLst>
              <a:path w="23777" h="39984">
                <a:moveTo>
                  <a:pt x="0" y="0"/>
                </a:moveTo>
                <a:lnTo>
                  <a:pt x="23777" y="39984"/>
                </a:lnTo>
              </a:path>
            </a:pathLst>
          </a:custGeom>
          <a:noFill xmlns:a="http://schemas.openxmlformats.org/drawingml/2006/main"/>
          <a:ln xmlns:a="http://schemas.openxmlformats.org/drawingml/2006/main" w="22700">
            <a:solidFill>
              <a:srgbClr val="8A1F2A"/>
            </a:solidFill>
            <a:prstDash val="solid"/>
          </a:ln>
        </p:spPr>
      </p:sp>
      <p:sp>
        <p:nvSpPr>
          <p:cNvPr id="175" name="path-155">
            <a:extLst xmlns:a="http://schemas.openxmlformats.org/drawingml/2006/main">
              <a:ext uri="{FF2B5EF4-FFF2-40B4-BE49-F238E27FC236}">
                <a16:creationId xmlns:a16="http://schemas.microsoft.com/office/drawing/2014/main" id="{4E0C99E5-1FA9-4497-A275-77AEEED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405" y="6439341"/>
            <a:ext cx="23777" cy="40003"/>
          </a:xfrm>
          <a:custGeom xmlns:a="http://schemas.openxmlformats.org/drawingml/2006/main">
            <a:pathLst>
              <a:path w="23777" h="40003">
                <a:moveTo>
                  <a:pt x="0" y="0"/>
                </a:moveTo>
                <a:lnTo>
                  <a:pt x="23777" y="40003"/>
                </a:lnTo>
              </a:path>
            </a:pathLst>
          </a:custGeom>
          <a:noFill xmlns:a="http://schemas.openxmlformats.org/drawingml/2006/main"/>
          <a:ln xmlns:a="http://schemas.openxmlformats.org/drawingml/2006/main" w="22700">
            <a:solidFill>
              <a:srgbClr val="8A1F2A"/>
            </a:solidFill>
            <a:prstDash val="solid"/>
          </a:ln>
        </p:spPr>
      </p:sp>
      <p:sp>
        <p:nvSpPr>
          <p:cNvPr id="176" name="path-156">
            <a:extLst xmlns:a="http://schemas.openxmlformats.org/drawingml/2006/main">
              <a:ext uri="{FF2B5EF4-FFF2-40B4-BE49-F238E27FC236}">
                <a16:creationId xmlns:a16="http://schemas.microsoft.com/office/drawing/2014/main" id="{1B11DCC3-4D94-47CC-A452-1F6A5E63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83" y="6739861"/>
            <a:ext cx="191" cy="253481"/>
          </a:xfrm>
          <a:custGeom xmlns:a="http://schemas.openxmlformats.org/drawingml/2006/main">
            <a:pathLst>
              <a:path w="191" h="253481">
                <a:moveTo>
                  <a:pt x="0" y="0"/>
                </a:moveTo>
                <a:lnTo>
                  <a:pt x="0" y="253481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AE3639"/>
            </a:solidFill>
            <a:prstDash val="solid"/>
          </a:ln>
        </p:spPr>
      </p:sp>
      <p:sp>
        <p:nvSpPr>
          <p:cNvPr id="177" name="path-157">
            <a:extLst xmlns:a="http://schemas.openxmlformats.org/drawingml/2006/main">
              <a:ext uri="{FF2B5EF4-FFF2-40B4-BE49-F238E27FC236}">
                <a16:creationId xmlns:a16="http://schemas.microsoft.com/office/drawing/2014/main" id="{76A47ADD-4094-4533-98A8-916663C0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54" y="6988480"/>
            <a:ext cx="75659" cy="75678"/>
          </a:xfrm>
          <a:custGeom xmlns:a="http://schemas.openxmlformats.org/drawingml/2006/main">
            <a:pathLst>
              <a:path w="75659" h="75678">
                <a:moveTo>
                  <a:pt x="37830" y="75678"/>
                </a:moveTo>
                <a:lnTo>
                  <a:pt x="0" y="0"/>
                </a:lnTo>
                <a:lnTo>
                  <a:pt x="75659" y="0"/>
                </a:lnTo>
                <a:lnTo>
                  <a:pt x="37830" y="75678"/>
                </a:lnTo>
              </a:path>
            </a:pathLst>
          </a:custGeom>
          <a:solidFill xmlns:a="http://schemas.openxmlformats.org/drawingml/2006/main">
            <a:srgbClr val="AE36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58">
            <a:extLst xmlns:a="http://schemas.openxmlformats.org/drawingml/2006/main">
              <a:ext uri="{FF2B5EF4-FFF2-40B4-BE49-F238E27FC236}">
                <a16:creationId xmlns:a16="http://schemas.microsoft.com/office/drawing/2014/main" id="{A9EC1225-A250-44A0-BACA-3D588356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56" y="7063625"/>
            <a:ext cx="823708" cy="502653"/>
          </a:xfrm>
          <a:custGeom xmlns:a="http://schemas.openxmlformats.org/drawingml/2006/main">
            <a:pathLst>
              <a:path w="823708" h="502653">
                <a:moveTo>
                  <a:pt x="534" y="80521"/>
                </a:moveTo>
                <a:lnTo>
                  <a:pt x="534" y="80521"/>
                </a:lnTo>
                <a:cubicBezTo>
                  <a:pt x="534" y="66469"/>
                  <a:pt x="4309" y="52416"/>
                  <a:pt x="11345" y="40537"/>
                </a:cubicBezTo>
                <a:cubicBezTo>
                  <a:pt x="18362" y="28104"/>
                  <a:pt x="28639" y="17828"/>
                  <a:pt x="40537" y="10791"/>
                </a:cubicBezTo>
                <a:cubicBezTo>
                  <a:pt x="52969" y="3775"/>
                  <a:pt x="67022" y="0"/>
                  <a:pt x="81074" y="0"/>
                </a:cubicBezTo>
                <a:lnTo>
                  <a:pt x="743168" y="533"/>
                </a:lnTo>
                <a:cubicBezTo>
                  <a:pt x="757221" y="533"/>
                  <a:pt x="771273" y="4309"/>
                  <a:pt x="783171" y="11345"/>
                </a:cubicBezTo>
                <a:cubicBezTo>
                  <a:pt x="795603" y="18361"/>
                  <a:pt x="805861" y="28639"/>
                  <a:pt x="812897" y="40537"/>
                </a:cubicBezTo>
                <a:cubicBezTo>
                  <a:pt x="819914" y="52950"/>
                  <a:pt x="823708" y="67002"/>
                  <a:pt x="823708" y="81054"/>
                </a:cubicBezTo>
                <a:lnTo>
                  <a:pt x="823708" y="422112"/>
                </a:lnTo>
                <a:cubicBezTo>
                  <a:pt x="823708" y="436164"/>
                  <a:pt x="819914" y="450218"/>
                  <a:pt x="812897" y="462116"/>
                </a:cubicBezTo>
                <a:cubicBezTo>
                  <a:pt x="805861" y="474547"/>
                  <a:pt x="795603" y="484805"/>
                  <a:pt x="783705" y="491842"/>
                </a:cubicBezTo>
                <a:cubicBezTo>
                  <a:pt x="771273" y="498859"/>
                  <a:pt x="757221" y="502653"/>
                  <a:pt x="743168" y="502653"/>
                </a:cubicBezTo>
                <a:lnTo>
                  <a:pt x="80521" y="502653"/>
                </a:lnTo>
                <a:cubicBezTo>
                  <a:pt x="66469" y="502653"/>
                  <a:pt x="52416" y="498859"/>
                  <a:pt x="40537" y="491842"/>
                </a:cubicBezTo>
                <a:cubicBezTo>
                  <a:pt x="28105" y="484805"/>
                  <a:pt x="17828" y="474547"/>
                  <a:pt x="10811" y="462649"/>
                </a:cubicBezTo>
                <a:cubicBezTo>
                  <a:pt x="3775" y="450218"/>
                  <a:pt x="0" y="436164"/>
                  <a:pt x="0" y="422112"/>
                </a:cubicBezTo>
                <a:lnTo>
                  <a:pt x="534" y="80521"/>
                </a:lnTo>
              </a:path>
            </a:pathLst>
          </a:custGeom>
          <a:solidFill xmlns:a="http://schemas.openxmlformats.org/drawingml/2006/main">
            <a:srgbClr val="FCF3F2"/>
          </a:solidFill>
          <a:ln xmlns:a="http://schemas.openxmlformats.org/drawingml/2006/main" w="22700">
            <a:solidFill>
              <a:srgbClr val="AE3639"/>
            </a:solidFill>
            <a:prstDash val="dash"/>
          </a:ln>
        </p:spPr>
      </p:sp>
      <p:sp>
        <p:nvSpPr>
          <p:cNvPr id="179" name="text-159 Repair">
            <a:extLst xmlns:a="http://schemas.openxmlformats.org/drawingml/2006/main">
              <a:ext uri="{FF2B5EF4-FFF2-40B4-BE49-F238E27FC236}">
                <a16:creationId xmlns:a16="http://schemas.microsoft.com/office/drawing/2014/main" id="{A0E6F02D-A9D7-4AC0-9304-223873B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017" y="7223665"/>
            <a:ext cx="519323" cy="220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pPr>
            <a:r>
              <a:rPr sz="1242" b="1" i="0">
                <a:solidFill>
                  <a:srgbClr val="AE3639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80" name="path-160">
            <a:extLst xmlns:a="http://schemas.openxmlformats.org/drawingml/2006/main">
              <a:ext uri="{FF2B5EF4-FFF2-40B4-BE49-F238E27FC236}">
                <a16:creationId xmlns:a16="http://schemas.microsoft.com/office/drawing/2014/main" id="{E39F39BA-CE4B-4057-95E2-61C75AAF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146" y="6733379"/>
            <a:ext cx="191" cy="253480"/>
          </a:xfrm>
          <a:custGeom xmlns:a="http://schemas.openxmlformats.org/drawingml/2006/main">
            <a:pathLst>
              <a:path w="191" h="253480">
                <a:moveTo>
                  <a:pt x="0" y="0"/>
                </a:moveTo>
                <a:lnTo>
                  <a:pt x="0" y="253480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C16628"/>
            </a:solidFill>
            <a:prstDash val="solid"/>
          </a:ln>
        </p:spPr>
      </p:sp>
      <p:sp>
        <p:nvSpPr>
          <p:cNvPr id="181" name="path-161">
            <a:extLst xmlns:a="http://schemas.openxmlformats.org/drawingml/2006/main">
              <a:ext uri="{FF2B5EF4-FFF2-40B4-BE49-F238E27FC236}">
                <a16:creationId xmlns:a16="http://schemas.microsoft.com/office/drawing/2014/main" id="{7889E800-1958-48AC-9612-E5B2055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298" y="6981997"/>
            <a:ext cx="75678" cy="75678"/>
          </a:xfrm>
          <a:custGeom xmlns:a="http://schemas.openxmlformats.org/drawingml/2006/main">
            <a:pathLst>
              <a:path w="75678" h="75678">
                <a:moveTo>
                  <a:pt x="37849" y="75678"/>
                </a:moveTo>
                <a:lnTo>
                  <a:pt x="0" y="0"/>
                </a:lnTo>
                <a:lnTo>
                  <a:pt x="75678" y="0"/>
                </a:lnTo>
                <a:lnTo>
                  <a:pt x="37849" y="75678"/>
                </a:lnTo>
              </a:path>
            </a:pathLst>
          </a:custGeom>
          <a:solidFill xmlns:a="http://schemas.openxmlformats.org/drawingml/2006/main">
            <a:srgbClr val="C16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62">
            <a:extLst xmlns:a="http://schemas.openxmlformats.org/drawingml/2006/main">
              <a:ext uri="{FF2B5EF4-FFF2-40B4-BE49-F238E27FC236}">
                <a16:creationId xmlns:a16="http://schemas.microsoft.com/office/drawing/2014/main" id="{EFF70F76-A71D-4A21-A49D-4B650970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54" y="7076037"/>
            <a:ext cx="1230166" cy="502672"/>
          </a:xfrm>
          <a:custGeom xmlns:a="http://schemas.openxmlformats.org/drawingml/2006/main">
            <a:pathLst>
              <a:path w="1230166" h="502672">
                <a:moveTo>
                  <a:pt x="553" y="80540"/>
                </a:moveTo>
                <a:lnTo>
                  <a:pt x="553" y="80540"/>
                </a:lnTo>
                <a:cubicBezTo>
                  <a:pt x="553" y="66488"/>
                  <a:pt x="4328" y="52436"/>
                  <a:pt x="11364" y="40538"/>
                </a:cubicBezTo>
                <a:cubicBezTo>
                  <a:pt x="18381" y="28125"/>
                  <a:pt x="28658" y="17847"/>
                  <a:pt x="40537" y="10812"/>
                </a:cubicBezTo>
                <a:cubicBezTo>
                  <a:pt x="52969" y="3795"/>
                  <a:pt x="67022" y="0"/>
                  <a:pt x="81074" y="0"/>
                </a:cubicBezTo>
                <a:lnTo>
                  <a:pt x="1149626" y="554"/>
                </a:lnTo>
                <a:cubicBezTo>
                  <a:pt x="1163679" y="554"/>
                  <a:pt x="1177731" y="4328"/>
                  <a:pt x="1189629" y="11365"/>
                </a:cubicBezTo>
                <a:cubicBezTo>
                  <a:pt x="1202061" y="18382"/>
                  <a:pt x="1212319" y="28659"/>
                  <a:pt x="1219355" y="40538"/>
                </a:cubicBezTo>
                <a:cubicBezTo>
                  <a:pt x="1226372" y="52969"/>
                  <a:pt x="1230166" y="67023"/>
                  <a:pt x="1230166" y="81075"/>
                </a:cubicBezTo>
                <a:lnTo>
                  <a:pt x="1230166" y="422132"/>
                </a:lnTo>
                <a:cubicBezTo>
                  <a:pt x="1230166" y="436185"/>
                  <a:pt x="1226372" y="450237"/>
                  <a:pt x="1219355" y="462135"/>
                </a:cubicBezTo>
                <a:cubicBezTo>
                  <a:pt x="1212319" y="474568"/>
                  <a:pt x="1202061" y="484825"/>
                  <a:pt x="1190163" y="491861"/>
                </a:cubicBezTo>
                <a:cubicBezTo>
                  <a:pt x="1177731" y="498878"/>
                  <a:pt x="1163679" y="502672"/>
                  <a:pt x="1149626" y="502672"/>
                </a:cubicBezTo>
                <a:lnTo>
                  <a:pt x="80540" y="502672"/>
                </a:lnTo>
                <a:cubicBezTo>
                  <a:pt x="66488" y="502672"/>
                  <a:pt x="52435" y="498878"/>
                  <a:pt x="40537" y="491861"/>
                </a:cubicBezTo>
                <a:cubicBezTo>
                  <a:pt x="28105" y="484825"/>
                  <a:pt x="17847" y="474568"/>
                  <a:pt x="10811" y="462670"/>
                </a:cubicBezTo>
                <a:cubicBezTo>
                  <a:pt x="3794" y="450237"/>
                  <a:pt x="0" y="436185"/>
                  <a:pt x="0" y="422132"/>
                </a:cubicBezTo>
                <a:lnTo>
                  <a:pt x="553" y="80540"/>
                </a:lnTo>
              </a:path>
            </a:pathLst>
          </a:custGeom>
          <a:solidFill xmlns:a="http://schemas.openxmlformats.org/drawingml/2006/main">
            <a:srgbClr val="FDF5EC"/>
          </a:solidFill>
          <a:ln xmlns:a="http://schemas.openxmlformats.org/drawingml/2006/main" w="22700">
            <a:solidFill>
              <a:srgbClr val="C16628"/>
            </a:solidFill>
            <a:prstDash val="dash"/>
          </a:ln>
        </p:spPr>
      </p:sp>
      <p:sp>
        <p:nvSpPr>
          <p:cNvPr id="183" name="text-163 Retain">
            <a:extLst xmlns:a="http://schemas.openxmlformats.org/drawingml/2006/main">
              <a:ext uri="{FF2B5EF4-FFF2-40B4-BE49-F238E27FC236}">
                <a16:creationId xmlns:a16="http://schemas.microsoft.com/office/drawing/2014/main" id="{07D0B0E7-9332-4E4D-9736-A906832C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636" y="7148133"/>
            <a:ext cx="469562" cy="203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3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3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143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184" name="text-163 with">
            <a:extLst xmlns:a="http://schemas.openxmlformats.org/drawingml/2006/main">
              <a:ext uri="{FF2B5EF4-FFF2-40B4-BE49-F238E27FC236}">
                <a16:creationId xmlns:a16="http://schemas.microsoft.com/office/drawing/2014/main" id="{8A3A496A-4486-480B-8777-CFE85CFB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489" y="7136740"/>
            <a:ext cx="341096" cy="219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3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3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233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85" name="text-164 Failure">
            <a:extLst xmlns:a="http://schemas.openxmlformats.org/drawingml/2006/main">
              <a:ext uri="{FF2B5EF4-FFF2-40B4-BE49-F238E27FC236}">
                <a16:creationId xmlns:a16="http://schemas.microsoft.com/office/drawing/2014/main" id="{D7A333E3-879D-44D6-BFE6-43C4C347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185" y="7363753"/>
            <a:ext cx="492670" cy="19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122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86" name="text-164 Label">
            <a:extLst xmlns:a="http://schemas.openxmlformats.org/drawingml/2006/main">
              <a:ext uri="{FF2B5EF4-FFF2-40B4-BE49-F238E27FC236}">
                <a16:creationId xmlns:a16="http://schemas.microsoft.com/office/drawing/2014/main" id="{8D617872-06AF-40B2-8AD9-3E25667C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2829" y="7365330"/>
            <a:ext cx="393232" cy="19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0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0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110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87" name="path-165">
            <a:extLst xmlns:a="http://schemas.openxmlformats.org/drawingml/2006/main">
              <a:ext uri="{FF2B5EF4-FFF2-40B4-BE49-F238E27FC236}">
                <a16:creationId xmlns:a16="http://schemas.microsoft.com/office/drawing/2014/main" id="{FFB39F69-B800-4835-B7F6-AB6E4E1C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89" y="6739861"/>
            <a:ext cx="191" cy="253481"/>
          </a:xfrm>
          <a:custGeom xmlns:a="http://schemas.openxmlformats.org/drawingml/2006/main">
            <a:pathLst>
              <a:path w="191" h="253481">
                <a:moveTo>
                  <a:pt x="0" y="0"/>
                </a:moveTo>
                <a:lnTo>
                  <a:pt x="0" y="253481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B08B20"/>
            </a:solidFill>
            <a:prstDash val="solid"/>
          </a:ln>
        </p:spPr>
      </p:sp>
      <p:sp>
        <p:nvSpPr>
          <p:cNvPr id="188" name="path-166">
            <a:extLst xmlns:a="http://schemas.openxmlformats.org/drawingml/2006/main">
              <a:ext uri="{FF2B5EF4-FFF2-40B4-BE49-F238E27FC236}">
                <a16:creationId xmlns:a16="http://schemas.microsoft.com/office/drawing/2014/main" id="{04728A0D-8352-49C9-A1B3-42889D8B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159" y="6988480"/>
            <a:ext cx="75659" cy="75678"/>
          </a:xfrm>
          <a:custGeom xmlns:a="http://schemas.openxmlformats.org/drawingml/2006/main">
            <a:pathLst>
              <a:path w="75659" h="75678">
                <a:moveTo>
                  <a:pt x="37830" y="75678"/>
                </a:moveTo>
                <a:lnTo>
                  <a:pt x="0" y="0"/>
                </a:lnTo>
                <a:lnTo>
                  <a:pt x="75659" y="0"/>
                </a:lnTo>
                <a:lnTo>
                  <a:pt x="37830" y="75678"/>
                </a:lnTo>
              </a:path>
            </a:pathLst>
          </a:custGeom>
          <a:solidFill xmlns:a="http://schemas.openxmlformats.org/drawingml/2006/main">
            <a:srgbClr val="B08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67">
            <a:extLst xmlns:a="http://schemas.openxmlformats.org/drawingml/2006/main">
              <a:ext uri="{FF2B5EF4-FFF2-40B4-BE49-F238E27FC236}">
                <a16:creationId xmlns:a16="http://schemas.microsoft.com/office/drawing/2014/main" id="{D4501C1B-0EFC-4EE0-8033-094F11D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418" y="7069554"/>
            <a:ext cx="1630123" cy="502672"/>
          </a:xfrm>
          <a:custGeom xmlns:a="http://schemas.openxmlformats.org/drawingml/2006/main">
            <a:pathLst>
              <a:path w="1630123" h="502672">
                <a:moveTo>
                  <a:pt x="534" y="80540"/>
                </a:moveTo>
                <a:lnTo>
                  <a:pt x="534" y="80540"/>
                </a:lnTo>
                <a:cubicBezTo>
                  <a:pt x="534" y="66487"/>
                  <a:pt x="4328" y="52435"/>
                  <a:pt x="11345" y="40537"/>
                </a:cubicBezTo>
                <a:cubicBezTo>
                  <a:pt x="18381" y="28105"/>
                  <a:pt x="28639" y="17847"/>
                  <a:pt x="40537" y="10811"/>
                </a:cubicBezTo>
                <a:cubicBezTo>
                  <a:pt x="52969" y="3794"/>
                  <a:pt x="67022" y="0"/>
                  <a:pt x="81074" y="0"/>
                </a:cubicBezTo>
                <a:lnTo>
                  <a:pt x="1549582" y="553"/>
                </a:lnTo>
                <a:cubicBezTo>
                  <a:pt x="1563635" y="553"/>
                  <a:pt x="1577688" y="4328"/>
                  <a:pt x="1589585" y="11365"/>
                </a:cubicBezTo>
                <a:cubicBezTo>
                  <a:pt x="1602018" y="18381"/>
                  <a:pt x="1612295" y="28658"/>
                  <a:pt x="1619312" y="40537"/>
                </a:cubicBezTo>
                <a:cubicBezTo>
                  <a:pt x="1626347" y="52969"/>
                  <a:pt x="1630123" y="67022"/>
                  <a:pt x="1630123" y="81074"/>
                </a:cubicBezTo>
                <a:lnTo>
                  <a:pt x="1630123" y="422132"/>
                </a:lnTo>
                <a:cubicBezTo>
                  <a:pt x="1630123" y="436185"/>
                  <a:pt x="1626347" y="450237"/>
                  <a:pt x="1619312" y="462135"/>
                </a:cubicBezTo>
                <a:cubicBezTo>
                  <a:pt x="1612295" y="474567"/>
                  <a:pt x="1602018" y="484825"/>
                  <a:pt x="1590120" y="491861"/>
                </a:cubicBezTo>
                <a:cubicBezTo>
                  <a:pt x="1577688" y="498878"/>
                  <a:pt x="1563635" y="502672"/>
                  <a:pt x="1549582" y="502672"/>
                </a:cubicBezTo>
                <a:lnTo>
                  <a:pt x="80540" y="502672"/>
                </a:lnTo>
                <a:cubicBezTo>
                  <a:pt x="66488" y="502672"/>
                  <a:pt x="52435" y="498878"/>
                  <a:pt x="40537" y="491861"/>
                </a:cubicBezTo>
                <a:cubicBezTo>
                  <a:pt x="28105" y="484825"/>
                  <a:pt x="17847" y="474567"/>
                  <a:pt x="10811" y="462668"/>
                </a:cubicBezTo>
                <a:cubicBezTo>
                  <a:pt x="3794" y="450237"/>
                  <a:pt x="0" y="436185"/>
                  <a:pt x="0" y="422132"/>
                </a:cubicBezTo>
                <a:lnTo>
                  <a:pt x="534" y="80540"/>
                </a:lnTo>
              </a:path>
            </a:pathLst>
          </a:custGeom>
          <a:solidFill xmlns:a="http://schemas.openxmlformats.org/drawingml/2006/main">
            <a:srgbClr val="FDFAEB"/>
          </a:solidFill>
          <a:ln xmlns:a="http://schemas.openxmlformats.org/drawingml/2006/main" w="22700">
            <a:solidFill>
              <a:srgbClr val="B08B20"/>
            </a:solidFill>
            <a:prstDash val="dash"/>
          </a:ln>
        </p:spPr>
      </p:sp>
      <p:sp>
        <p:nvSpPr>
          <p:cNvPr id="190" name="text-168 Robustness">
            <a:extLst xmlns:a="http://schemas.openxmlformats.org/drawingml/2006/main">
              <a:ext uri="{FF2B5EF4-FFF2-40B4-BE49-F238E27FC236}">
                <a16:creationId xmlns:a16="http://schemas.microsoft.com/office/drawing/2014/main" id="{F5567999-9227-4104-A796-367B046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3475" y="7174348"/>
            <a:ext cx="724212" cy="171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7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7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67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191" name="text-168 Diagnostics">
            <a:extLst xmlns:a="http://schemas.openxmlformats.org/drawingml/2006/main">
              <a:ext uri="{FF2B5EF4-FFF2-40B4-BE49-F238E27FC236}">
                <a16:creationId xmlns:a16="http://schemas.microsoft.com/office/drawing/2014/main" id="{5811E190-A954-439D-A38B-F370E1FD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9044" y="7173664"/>
            <a:ext cx="721364" cy="172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72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192" name="text-168 /">
            <a:extLst xmlns:a="http://schemas.openxmlformats.org/drawingml/2006/main">
              <a:ext uri="{FF2B5EF4-FFF2-40B4-BE49-F238E27FC236}">
                <a16:creationId xmlns:a16="http://schemas.microsoft.com/office/drawing/2014/main" id="{84217DBF-12C8-4993-A448-079B5061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641" y="7148474"/>
            <a:ext cx="90618" cy="208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1170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93" name="text-169 Reacquire">
            <a:extLst xmlns:a="http://schemas.openxmlformats.org/drawingml/2006/main">
              <a:ext uri="{FF2B5EF4-FFF2-40B4-BE49-F238E27FC236}">
                <a16:creationId xmlns:a16="http://schemas.microsoft.com/office/drawing/2014/main" id="{6C9780DC-16B0-4F7B-9735-8D16363F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917" y="7358842"/>
            <a:ext cx="636001" cy="177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9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9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99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Reacquire</a:t>
            </a:r>
          </a:p>
        </p:txBody>
      </p:sp>
      <p:sp>
        <p:nvSpPr>
          <p:cNvPr id="194" name="text-169 /">
            <a:extLst xmlns:a="http://schemas.openxmlformats.org/drawingml/2006/main">
              <a:ext uri="{FF2B5EF4-FFF2-40B4-BE49-F238E27FC236}">
                <a16:creationId xmlns:a16="http://schemas.microsoft.com/office/drawing/2014/main" id="{09FA99D6-301A-41A9-A1D9-C8DB6C45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9307" y="7337107"/>
            <a:ext cx="90618" cy="208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0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1170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95" name="text-169 Exclude">
            <a:extLst xmlns:a="http://schemas.openxmlformats.org/drawingml/2006/main">
              <a:ext uri="{FF2B5EF4-FFF2-40B4-BE49-F238E27FC236}">
                <a16:creationId xmlns:a16="http://schemas.microsoft.com/office/drawing/2014/main" id="{7AE955E9-454F-421C-9AD9-84FB85C9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6957" y="7363127"/>
            <a:ext cx="491950" cy="171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5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5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65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Exclude</a:t>
            </a:r>
          </a:p>
        </p:txBody>
      </p:sp>
      <p:sp>
        <p:nvSpPr>
          <p:cNvPr id="196" name="path-170">
            <a:extLst xmlns:a="http://schemas.openxmlformats.org/drawingml/2006/main">
              <a:ext uri="{FF2B5EF4-FFF2-40B4-BE49-F238E27FC236}">
                <a16:creationId xmlns:a16="http://schemas.microsoft.com/office/drawing/2014/main" id="{4867A8FD-3A7B-4663-A7E1-B7B03B06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83" y="7565725"/>
            <a:ext cx="191" cy="307556"/>
          </a:xfrm>
          <a:custGeom xmlns:a="http://schemas.openxmlformats.org/drawingml/2006/main">
            <a:pathLst>
              <a:path w="191" h="307556">
                <a:moveTo>
                  <a:pt x="0" y="0"/>
                </a:moveTo>
                <a:lnTo>
                  <a:pt x="0" y="307556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AE3639"/>
            </a:solidFill>
            <a:prstDash val="solid"/>
          </a:ln>
        </p:spPr>
      </p:sp>
      <p:sp>
        <p:nvSpPr>
          <p:cNvPr id="197" name="path-171">
            <a:extLst xmlns:a="http://schemas.openxmlformats.org/drawingml/2006/main">
              <a:ext uri="{FF2B5EF4-FFF2-40B4-BE49-F238E27FC236}">
                <a16:creationId xmlns:a16="http://schemas.microsoft.com/office/drawing/2014/main" id="{90482AA5-B516-463B-B9B9-ED4376EE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54" y="7868399"/>
            <a:ext cx="75659" cy="75678"/>
          </a:xfrm>
          <a:custGeom xmlns:a="http://schemas.openxmlformats.org/drawingml/2006/main">
            <a:pathLst>
              <a:path w="75659" h="75678">
                <a:moveTo>
                  <a:pt x="37830" y="75678"/>
                </a:moveTo>
                <a:lnTo>
                  <a:pt x="0" y="0"/>
                </a:lnTo>
                <a:lnTo>
                  <a:pt x="75659" y="0"/>
                </a:lnTo>
                <a:lnTo>
                  <a:pt x="37830" y="75678"/>
                </a:lnTo>
              </a:path>
            </a:pathLst>
          </a:custGeom>
          <a:solidFill xmlns:a="http://schemas.openxmlformats.org/drawingml/2006/main">
            <a:srgbClr val="AE36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72">
            <a:extLst xmlns:a="http://schemas.openxmlformats.org/drawingml/2006/main">
              <a:ext uri="{FF2B5EF4-FFF2-40B4-BE49-F238E27FC236}">
                <a16:creationId xmlns:a16="http://schemas.microsoft.com/office/drawing/2014/main" id="{D36D9AAE-B364-43DC-8F6B-6016939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715" y="7571139"/>
            <a:ext cx="191" cy="307537"/>
          </a:xfrm>
          <a:custGeom xmlns:a="http://schemas.openxmlformats.org/drawingml/2006/main">
            <a:pathLst>
              <a:path w="191" h="307537">
                <a:moveTo>
                  <a:pt x="0" y="0"/>
                </a:moveTo>
                <a:lnTo>
                  <a:pt x="0" y="307537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C16628"/>
            </a:solidFill>
            <a:prstDash val="solid"/>
          </a:ln>
        </p:spPr>
      </p:sp>
      <p:sp>
        <p:nvSpPr>
          <p:cNvPr id="199" name="path-173">
            <a:extLst xmlns:a="http://schemas.openxmlformats.org/drawingml/2006/main">
              <a:ext uri="{FF2B5EF4-FFF2-40B4-BE49-F238E27FC236}">
                <a16:creationId xmlns:a16="http://schemas.microsoft.com/office/drawing/2014/main" id="{4A1103D9-7DEB-4D1C-83D3-57D3E14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866" y="7873814"/>
            <a:ext cx="75678" cy="75659"/>
          </a:xfrm>
          <a:custGeom xmlns:a="http://schemas.openxmlformats.org/drawingml/2006/main">
            <a:pathLst>
              <a:path w="75678" h="75659">
                <a:moveTo>
                  <a:pt x="37849" y="75659"/>
                </a:moveTo>
                <a:lnTo>
                  <a:pt x="0" y="0"/>
                </a:lnTo>
                <a:lnTo>
                  <a:pt x="75678" y="0"/>
                </a:lnTo>
                <a:lnTo>
                  <a:pt x="37849" y="75659"/>
                </a:lnTo>
              </a:path>
            </a:pathLst>
          </a:custGeom>
          <a:solidFill xmlns:a="http://schemas.openxmlformats.org/drawingml/2006/main">
            <a:srgbClr val="C16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74">
            <a:extLst xmlns:a="http://schemas.openxmlformats.org/drawingml/2006/main">
              <a:ext uri="{FF2B5EF4-FFF2-40B4-BE49-F238E27FC236}">
                <a16:creationId xmlns:a16="http://schemas.microsoft.com/office/drawing/2014/main" id="{C9DD4C51-8C30-43D8-A42C-4B0F5F44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521" y="6733379"/>
            <a:ext cx="191" cy="1114485"/>
          </a:xfrm>
          <a:custGeom xmlns:a="http://schemas.openxmlformats.org/drawingml/2006/main">
            <a:pathLst>
              <a:path w="191" h="1114485">
                <a:moveTo>
                  <a:pt x="0" y="0"/>
                </a:moveTo>
                <a:lnTo>
                  <a:pt x="0" y="1114485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111111"/>
            </a:solidFill>
            <a:prstDash val="solid"/>
          </a:ln>
        </p:spPr>
      </p:sp>
      <p:sp>
        <p:nvSpPr>
          <p:cNvPr id="201" name="path-175">
            <a:extLst xmlns:a="http://schemas.openxmlformats.org/drawingml/2006/main">
              <a:ext uri="{FF2B5EF4-FFF2-40B4-BE49-F238E27FC236}">
                <a16:creationId xmlns:a16="http://schemas.microsoft.com/office/drawing/2014/main" id="{77C1C7BB-C048-423C-A15B-FA5BA828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776" y="7840293"/>
            <a:ext cx="113489" cy="113509"/>
          </a:xfrm>
          <a:custGeom xmlns:a="http://schemas.openxmlformats.org/drawingml/2006/main">
            <a:pathLst>
              <a:path w="113489" h="113509">
                <a:moveTo>
                  <a:pt x="56745" y="113509"/>
                </a:moveTo>
                <a:lnTo>
                  <a:pt x="0" y="0"/>
                </a:lnTo>
                <a:lnTo>
                  <a:pt x="113489" y="0"/>
                </a:lnTo>
                <a:lnTo>
                  <a:pt x="56745" y="113509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76">
            <a:extLst xmlns:a="http://schemas.openxmlformats.org/drawingml/2006/main">
              <a:ext uri="{FF2B5EF4-FFF2-40B4-BE49-F238E27FC236}">
                <a16:creationId xmlns:a16="http://schemas.microsoft.com/office/drawing/2014/main" id="{EA3ED2DE-95F6-43DB-A402-3A015F6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55" y="7958664"/>
            <a:ext cx="4584986" cy="856142"/>
          </a:xfrm>
          <a:custGeom xmlns:a="http://schemas.openxmlformats.org/drawingml/2006/main">
            <a:pathLst>
              <a:path w="4584986" h="856142">
                <a:moveTo>
                  <a:pt x="0" y="136751"/>
                </a:moveTo>
                <a:lnTo>
                  <a:pt x="0" y="136751"/>
                </a:lnTo>
                <a:cubicBezTo>
                  <a:pt x="0" y="112974"/>
                  <a:pt x="6483" y="89178"/>
                  <a:pt x="18362" y="68109"/>
                </a:cubicBezTo>
                <a:cubicBezTo>
                  <a:pt x="30260" y="47573"/>
                  <a:pt x="47554" y="30279"/>
                  <a:pt x="68642" y="18381"/>
                </a:cubicBezTo>
                <a:cubicBezTo>
                  <a:pt x="89178" y="5949"/>
                  <a:pt x="112955" y="0"/>
                  <a:pt x="136732" y="0"/>
                </a:cubicBezTo>
                <a:lnTo>
                  <a:pt x="4447701" y="0"/>
                </a:lnTo>
                <a:cubicBezTo>
                  <a:pt x="4471478" y="0"/>
                  <a:pt x="4495255" y="6484"/>
                  <a:pt x="4516344" y="18381"/>
                </a:cubicBezTo>
                <a:cubicBezTo>
                  <a:pt x="4536879" y="30279"/>
                  <a:pt x="4554173" y="47573"/>
                  <a:pt x="4566052" y="68642"/>
                </a:cubicBezTo>
                <a:cubicBezTo>
                  <a:pt x="4578484" y="89178"/>
                  <a:pt x="4584433" y="112974"/>
                  <a:pt x="4584433" y="136751"/>
                </a:cubicBezTo>
                <a:lnTo>
                  <a:pt x="4584986" y="718858"/>
                </a:lnTo>
                <a:cubicBezTo>
                  <a:pt x="4584986" y="742635"/>
                  <a:pt x="4578484" y="766431"/>
                  <a:pt x="4566605" y="787500"/>
                </a:cubicBezTo>
                <a:cubicBezTo>
                  <a:pt x="4554707" y="808036"/>
                  <a:pt x="4537413" y="825330"/>
                  <a:pt x="4516344" y="837227"/>
                </a:cubicBezTo>
                <a:cubicBezTo>
                  <a:pt x="4495789" y="849660"/>
                  <a:pt x="4472012" y="855609"/>
                  <a:pt x="4448235" y="855609"/>
                </a:cubicBezTo>
                <a:lnTo>
                  <a:pt x="136732" y="856142"/>
                </a:lnTo>
                <a:cubicBezTo>
                  <a:pt x="112955" y="856142"/>
                  <a:pt x="89178" y="849660"/>
                  <a:pt x="68089" y="837761"/>
                </a:cubicBezTo>
                <a:cubicBezTo>
                  <a:pt x="47554" y="825883"/>
                  <a:pt x="30260" y="808588"/>
                  <a:pt x="18362" y="787500"/>
                </a:cubicBezTo>
                <a:cubicBezTo>
                  <a:pt x="5930" y="766964"/>
                  <a:pt x="0" y="743187"/>
                  <a:pt x="0" y="719391"/>
                </a:cubicBezTo>
                <a:lnTo>
                  <a:pt x="0" y="1367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862">
            <a:solidFill>
              <a:srgbClr val="6B8FC4"/>
            </a:solidFill>
            <a:prstDash val="solid"/>
          </a:ln>
        </p:spPr>
      </p:sp>
      <p:sp>
        <p:nvSpPr>
          <p:cNvPr id="203" name="text-177 Human">
            <a:extLst xmlns:a="http://schemas.openxmlformats.org/drawingml/2006/main">
              <a:ext uri="{FF2B5EF4-FFF2-40B4-BE49-F238E27FC236}">
                <a16:creationId xmlns:a16="http://schemas.microsoft.com/office/drawing/2014/main" id="{480EC638-1BBD-42C0-B635-12FBE235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09" y="7992907"/>
            <a:ext cx="815247" cy="319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04" name="text-177 +">
            <a:extLst xmlns:a="http://schemas.openxmlformats.org/drawingml/2006/main">
              <a:ext uri="{FF2B5EF4-FFF2-40B4-BE49-F238E27FC236}">
                <a16:creationId xmlns:a16="http://schemas.microsoft.com/office/drawing/2014/main" id="{56D0405D-109B-4147-ACC8-7C455616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975" y="7992753"/>
            <a:ext cx="174668" cy="320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5" name="text-177 Stronger-Model">
            <a:extLst xmlns:a="http://schemas.openxmlformats.org/drawingml/2006/main">
              <a:ext uri="{FF2B5EF4-FFF2-40B4-BE49-F238E27FC236}">
                <a16:creationId xmlns:a16="http://schemas.microsoft.com/office/drawing/2014/main" id="{2AD45864-25D8-4498-9743-B98856A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831" y="7992896"/>
            <a:ext cx="1728878" cy="319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Stronger-Model</a:t>
            </a:r>
          </a:p>
        </p:txBody>
      </p:sp>
      <p:sp>
        <p:nvSpPr>
          <p:cNvPr id="206" name="text-177 Review">
            <a:extLst xmlns:a="http://schemas.openxmlformats.org/drawingml/2006/main">
              <a:ext uri="{FF2B5EF4-FFF2-40B4-BE49-F238E27FC236}">
                <a16:creationId xmlns:a16="http://schemas.microsoft.com/office/drawing/2014/main" id="{119AE297-735E-4206-A905-03387BE6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2729" y="7992909"/>
            <a:ext cx="828276" cy="319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07" name="path-178">
            <a:extLst xmlns:a="http://schemas.openxmlformats.org/drawingml/2006/main">
              <a:ext uri="{FF2B5EF4-FFF2-40B4-BE49-F238E27FC236}">
                <a16:creationId xmlns:a16="http://schemas.microsoft.com/office/drawing/2014/main" id="{FEB73C36-A6DC-40E9-8684-6C336DC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12" y="8321343"/>
            <a:ext cx="168631" cy="168632"/>
          </a:xfrm>
          <a:custGeom xmlns:a="http://schemas.openxmlformats.org/drawingml/2006/main">
            <a:pathLst>
              <a:path w="168631" h="168632">
                <a:moveTo>
                  <a:pt x="0" y="84316"/>
                </a:moveTo>
                <a:lnTo>
                  <a:pt x="0" y="84316"/>
                </a:lnTo>
                <a:cubicBezTo>
                  <a:pt x="0" y="69710"/>
                  <a:pt x="3775" y="55123"/>
                  <a:pt x="11345" y="42157"/>
                </a:cubicBezTo>
                <a:cubicBezTo>
                  <a:pt x="18915" y="29173"/>
                  <a:pt x="29173" y="18915"/>
                  <a:pt x="42158" y="11345"/>
                </a:cubicBezTo>
                <a:cubicBezTo>
                  <a:pt x="55124" y="3776"/>
                  <a:pt x="69710" y="0"/>
                  <a:pt x="84316" y="0"/>
                </a:cubicBezTo>
                <a:cubicBezTo>
                  <a:pt x="98903" y="0"/>
                  <a:pt x="113489" y="3776"/>
                  <a:pt x="126474" y="11345"/>
                </a:cubicBezTo>
                <a:cubicBezTo>
                  <a:pt x="139439" y="18915"/>
                  <a:pt x="149698" y="29173"/>
                  <a:pt x="157267" y="42157"/>
                </a:cubicBezTo>
                <a:cubicBezTo>
                  <a:pt x="164837" y="55123"/>
                  <a:pt x="168631" y="69710"/>
                  <a:pt x="168631" y="84316"/>
                </a:cubicBezTo>
                <a:cubicBezTo>
                  <a:pt x="168631" y="98903"/>
                  <a:pt x="164837" y="113489"/>
                  <a:pt x="157267" y="126473"/>
                </a:cubicBezTo>
                <a:cubicBezTo>
                  <a:pt x="149698" y="139439"/>
                  <a:pt x="139439" y="149717"/>
                  <a:pt x="126474" y="157287"/>
                </a:cubicBezTo>
                <a:cubicBezTo>
                  <a:pt x="113489" y="164837"/>
                  <a:pt x="98903" y="168632"/>
                  <a:pt x="84316" y="168632"/>
                </a:cubicBezTo>
                <a:cubicBezTo>
                  <a:pt x="69710" y="168632"/>
                  <a:pt x="55124" y="164837"/>
                  <a:pt x="42158" y="157287"/>
                </a:cubicBezTo>
                <a:cubicBezTo>
                  <a:pt x="29173" y="149717"/>
                  <a:pt x="18915" y="139439"/>
                  <a:pt x="11345" y="126473"/>
                </a:cubicBezTo>
                <a:cubicBezTo>
                  <a:pt x="3775" y="113489"/>
                  <a:pt x="0" y="98903"/>
                  <a:pt x="0" y="84316"/>
                </a:cubicBezTo>
              </a:path>
            </a:pathLst>
          </a:custGeom>
          <a:solidFill xmlns:a="http://schemas.openxmlformats.org/drawingml/2006/main">
            <a:srgbClr val="86A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179">
            <a:extLst xmlns:a="http://schemas.openxmlformats.org/drawingml/2006/main">
              <a:ext uri="{FF2B5EF4-FFF2-40B4-BE49-F238E27FC236}">
                <a16:creationId xmlns:a16="http://schemas.microsoft.com/office/drawing/2014/main" id="{C9149AAB-0274-4DDC-95B6-436586D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731" y="8525096"/>
            <a:ext cx="345366" cy="180530"/>
          </a:xfrm>
          <a:custGeom xmlns:a="http://schemas.openxmlformats.org/drawingml/2006/main">
            <a:pathLst>
              <a:path w="345366" h="180530">
                <a:moveTo>
                  <a:pt x="81074" y="0"/>
                </a:moveTo>
                <a:lnTo>
                  <a:pt x="263758" y="0"/>
                </a:lnTo>
                <a:cubicBezTo>
                  <a:pt x="277811" y="0"/>
                  <a:pt x="291863" y="3795"/>
                  <a:pt x="304295" y="10811"/>
                </a:cubicBezTo>
                <a:cubicBezTo>
                  <a:pt x="316727" y="17847"/>
                  <a:pt x="326985" y="28105"/>
                  <a:pt x="334021" y="40537"/>
                </a:cubicBezTo>
                <a:cubicBezTo>
                  <a:pt x="341038" y="52969"/>
                  <a:pt x="344833" y="67022"/>
                  <a:pt x="344833" y="81075"/>
                </a:cubicBezTo>
                <a:lnTo>
                  <a:pt x="345366" y="180530"/>
                </a:lnTo>
                <a:lnTo>
                  <a:pt x="0" y="180530"/>
                </a:lnTo>
                <a:lnTo>
                  <a:pt x="0" y="81075"/>
                </a:lnTo>
                <a:cubicBezTo>
                  <a:pt x="0" y="67022"/>
                  <a:pt x="3775" y="52969"/>
                  <a:pt x="10811" y="40537"/>
                </a:cubicBezTo>
                <a:cubicBezTo>
                  <a:pt x="17828" y="28105"/>
                  <a:pt x="28105" y="17847"/>
                  <a:pt x="40537" y="10811"/>
                </a:cubicBezTo>
                <a:cubicBezTo>
                  <a:pt x="52969" y="3795"/>
                  <a:pt x="67022" y="0"/>
                  <a:pt x="81074" y="0"/>
                </a:cubicBezTo>
              </a:path>
            </a:pathLst>
          </a:custGeom>
          <a:solidFill xmlns:a="http://schemas.openxmlformats.org/drawingml/2006/main">
            <a:srgbClr val="86A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text-180 +">
            <a:extLst xmlns:a="http://schemas.openxmlformats.org/drawingml/2006/main">
              <a:ext uri="{FF2B5EF4-FFF2-40B4-BE49-F238E27FC236}">
                <a16:creationId xmlns:a16="http://schemas.microsoft.com/office/drawing/2014/main" id="{DD0A1320-870D-4631-A2C0-B19BDCF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549" y="8351071"/>
            <a:ext cx="198613" cy="363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7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7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047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0" name="path-181">
            <a:extLst xmlns:a="http://schemas.openxmlformats.org/drawingml/2006/main">
              <a:ext uri="{FF2B5EF4-FFF2-40B4-BE49-F238E27FC236}">
                <a16:creationId xmlns:a16="http://schemas.microsoft.com/office/drawing/2014/main" id="{397AB93E-AB73-41E5-B6DC-23132B88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472" y="8306737"/>
            <a:ext cx="49727" cy="49728"/>
          </a:xfrm>
          <a:custGeom xmlns:a="http://schemas.openxmlformats.org/drawingml/2006/main">
            <a:pathLst>
              <a:path w="49727" h="49728">
                <a:moveTo>
                  <a:pt x="0" y="24864"/>
                </a:moveTo>
                <a:lnTo>
                  <a:pt x="0" y="24864"/>
                </a:lnTo>
                <a:cubicBezTo>
                  <a:pt x="0" y="20555"/>
                  <a:pt x="1068" y="16227"/>
                  <a:pt x="3241" y="12433"/>
                </a:cubicBezTo>
                <a:cubicBezTo>
                  <a:pt x="5396" y="8657"/>
                  <a:pt x="8637" y="5416"/>
                  <a:pt x="12432" y="3242"/>
                </a:cubicBezTo>
                <a:cubicBezTo>
                  <a:pt x="16207" y="1087"/>
                  <a:pt x="20535" y="0"/>
                  <a:pt x="24864" y="0"/>
                </a:cubicBezTo>
                <a:cubicBezTo>
                  <a:pt x="29173" y="0"/>
                  <a:pt x="33501" y="1087"/>
                  <a:pt x="37296" y="3242"/>
                </a:cubicBezTo>
                <a:cubicBezTo>
                  <a:pt x="41071" y="5416"/>
                  <a:pt x="44312" y="8657"/>
                  <a:pt x="46467" y="12433"/>
                </a:cubicBezTo>
                <a:cubicBezTo>
                  <a:pt x="48640" y="16227"/>
                  <a:pt x="49727" y="20555"/>
                  <a:pt x="49727" y="24864"/>
                </a:cubicBezTo>
                <a:cubicBezTo>
                  <a:pt x="49727" y="29193"/>
                  <a:pt x="48640" y="33521"/>
                  <a:pt x="46467" y="37297"/>
                </a:cubicBezTo>
                <a:cubicBezTo>
                  <a:pt x="44312" y="41091"/>
                  <a:pt x="41071" y="44332"/>
                  <a:pt x="37296" y="46487"/>
                </a:cubicBezTo>
                <a:cubicBezTo>
                  <a:pt x="33501" y="48660"/>
                  <a:pt x="29173" y="49728"/>
                  <a:pt x="24864" y="49728"/>
                </a:cubicBezTo>
                <a:cubicBezTo>
                  <a:pt x="20535" y="49728"/>
                  <a:pt x="16207" y="48660"/>
                  <a:pt x="12432" y="46487"/>
                </a:cubicBezTo>
                <a:cubicBezTo>
                  <a:pt x="8637" y="44332"/>
                  <a:pt x="5396" y="41091"/>
                  <a:pt x="3241" y="37297"/>
                </a:cubicBezTo>
                <a:cubicBezTo>
                  <a:pt x="1068" y="33521"/>
                  <a:pt x="0" y="29193"/>
                  <a:pt x="0" y="24864"/>
                </a:cubicBezTo>
              </a:path>
            </a:pathLst>
          </a:custGeom>
          <a:solidFill xmlns:a="http://schemas.openxmlformats.org/drawingml/2006/main">
            <a:srgbClr val="5C72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82">
            <a:extLst xmlns:a="http://schemas.openxmlformats.org/drawingml/2006/main">
              <a:ext uri="{FF2B5EF4-FFF2-40B4-BE49-F238E27FC236}">
                <a16:creationId xmlns:a16="http://schemas.microsoft.com/office/drawing/2014/main" id="{1A6A879F-31E6-48DC-B2B1-4EC0FCE4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869" y="8348361"/>
            <a:ext cx="191" cy="49728"/>
          </a:xfrm>
          <a:custGeom xmlns:a="http://schemas.openxmlformats.org/drawingml/2006/main">
            <a:pathLst>
              <a:path w="191" h="49728">
                <a:moveTo>
                  <a:pt x="0" y="0"/>
                </a:moveTo>
                <a:lnTo>
                  <a:pt x="0" y="49728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5C728A"/>
            </a:solidFill>
            <a:prstDash val="solid"/>
          </a:ln>
        </p:spPr>
      </p:sp>
      <p:sp>
        <p:nvSpPr>
          <p:cNvPr id="212" name="path-183">
            <a:extLst xmlns:a="http://schemas.openxmlformats.org/drawingml/2006/main">
              <a:ext uri="{FF2B5EF4-FFF2-40B4-BE49-F238E27FC236}">
                <a16:creationId xmlns:a16="http://schemas.microsoft.com/office/drawing/2014/main" id="{3771F95A-A135-4DDB-8DF1-2083637D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392" y="8388899"/>
            <a:ext cx="331333" cy="190787"/>
          </a:xfrm>
          <a:custGeom xmlns:a="http://schemas.openxmlformats.org/drawingml/2006/main">
            <a:pathLst>
              <a:path w="331333" h="190787">
                <a:moveTo>
                  <a:pt x="553" y="57297"/>
                </a:moveTo>
                <a:lnTo>
                  <a:pt x="553" y="57297"/>
                </a:lnTo>
                <a:cubicBezTo>
                  <a:pt x="553" y="47019"/>
                  <a:pt x="3242" y="37296"/>
                  <a:pt x="8104" y="28639"/>
                </a:cubicBezTo>
                <a:cubicBezTo>
                  <a:pt x="12985" y="20001"/>
                  <a:pt x="20536" y="12965"/>
                  <a:pt x="29192" y="8103"/>
                </a:cubicBezTo>
                <a:cubicBezTo>
                  <a:pt x="37830" y="2707"/>
                  <a:pt x="47573" y="0"/>
                  <a:pt x="57831" y="0"/>
                </a:cubicBezTo>
                <a:lnTo>
                  <a:pt x="274036" y="533"/>
                </a:lnTo>
                <a:cubicBezTo>
                  <a:pt x="284294" y="533"/>
                  <a:pt x="294037" y="3241"/>
                  <a:pt x="302675" y="8103"/>
                </a:cubicBezTo>
                <a:cubicBezTo>
                  <a:pt x="311331" y="12965"/>
                  <a:pt x="318348" y="20536"/>
                  <a:pt x="323210" y="29191"/>
                </a:cubicBezTo>
                <a:cubicBezTo>
                  <a:pt x="328625" y="37829"/>
                  <a:pt x="331333" y="47573"/>
                  <a:pt x="331333" y="57830"/>
                </a:cubicBezTo>
                <a:lnTo>
                  <a:pt x="331333" y="133509"/>
                </a:lnTo>
                <a:cubicBezTo>
                  <a:pt x="331333" y="143767"/>
                  <a:pt x="328625" y="153492"/>
                  <a:pt x="323764" y="162148"/>
                </a:cubicBezTo>
                <a:cubicBezTo>
                  <a:pt x="318901" y="170804"/>
                  <a:pt x="311331" y="177821"/>
                  <a:pt x="302675" y="182683"/>
                </a:cubicBezTo>
                <a:cubicBezTo>
                  <a:pt x="294037" y="188099"/>
                  <a:pt x="284294" y="190787"/>
                  <a:pt x="274036" y="190787"/>
                </a:cubicBezTo>
                <a:lnTo>
                  <a:pt x="57297" y="190787"/>
                </a:lnTo>
                <a:cubicBezTo>
                  <a:pt x="47020" y="190787"/>
                  <a:pt x="37296" y="188099"/>
                  <a:pt x="28658" y="183217"/>
                </a:cubicBezTo>
                <a:cubicBezTo>
                  <a:pt x="20002" y="178356"/>
                  <a:pt x="12985" y="170804"/>
                  <a:pt x="8104" y="162148"/>
                </a:cubicBezTo>
                <a:cubicBezTo>
                  <a:pt x="2708" y="153492"/>
                  <a:pt x="0" y="143767"/>
                  <a:pt x="0" y="133509"/>
                </a:cubicBezTo>
                <a:lnTo>
                  <a:pt x="553" y="57297"/>
                </a:lnTo>
              </a:path>
            </a:pathLst>
          </a:custGeom>
          <a:solidFill xmlns:a="http://schemas.openxmlformats.org/drawingml/2006/main">
            <a:srgbClr val="CBD6E2"/>
          </a:solidFill>
          <a:ln xmlns:a="http://schemas.openxmlformats.org/drawingml/2006/main" w="18917">
            <a:solidFill>
              <a:srgbClr val="5C728A"/>
            </a:solidFill>
            <a:prstDash val="solid"/>
          </a:ln>
        </p:spPr>
      </p:sp>
      <p:sp>
        <p:nvSpPr>
          <p:cNvPr id="213" name="path-184">
            <a:extLst xmlns:a="http://schemas.openxmlformats.org/drawingml/2006/main">
              <a:ext uri="{FF2B5EF4-FFF2-40B4-BE49-F238E27FC236}">
                <a16:creationId xmlns:a16="http://schemas.microsoft.com/office/drawing/2014/main" id="{A4FCFAF8-92F4-4ADF-99A9-324DD80C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967" y="8442955"/>
            <a:ext cx="53503" cy="53503"/>
          </a:xfrm>
          <a:custGeom xmlns:a="http://schemas.openxmlformats.org/drawingml/2006/main">
            <a:pathLst>
              <a:path w="53503" h="53503">
                <a:moveTo>
                  <a:pt x="0" y="27018"/>
                </a:moveTo>
                <a:lnTo>
                  <a:pt x="0" y="27018"/>
                </a:lnTo>
                <a:cubicBezTo>
                  <a:pt x="0" y="22156"/>
                  <a:pt x="1068" y="17828"/>
                  <a:pt x="3775" y="13499"/>
                </a:cubicBezTo>
                <a:cubicBezTo>
                  <a:pt x="5930" y="9724"/>
                  <a:pt x="9171" y="5930"/>
                  <a:pt x="13499" y="3775"/>
                </a:cubicBezTo>
                <a:cubicBezTo>
                  <a:pt x="17294" y="1621"/>
                  <a:pt x="22156" y="0"/>
                  <a:pt x="26484" y="0"/>
                </a:cubicBezTo>
                <a:cubicBezTo>
                  <a:pt x="31347" y="0"/>
                  <a:pt x="36209" y="1621"/>
                  <a:pt x="39984" y="3775"/>
                </a:cubicBezTo>
                <a:cubicBezTo>
                  <a:pt x="44312" y="5930"/>
                  <a:pt x="47554" y="9724"/>
                  <a:pt x="49708" y="13499"/>
                </a:cubicBezTo>
                <a:cubicBezTo>
                  <a:pt x="52416" y="17828"/>
                  <a:pt x="53503" y="22156"/>
                  <a:pt x="53503" y="27018"/>
                </a:cubicBezTo>
                <a:cubicBezTo>
                  <a:pt x="53503" y="31881"/>
                  <a:pt x="52416" y="36208"/>
                  <a:pt x="49708" y="40537"/>
                </a:cubicBezTo>
                <a:cubicBezTo>
                  <a:pt x="47554" y="44313"/>
                  <a:pt x="44312" y="48106"/>
                  <a:pt x="39984" y="50262"/>
                </a:cubicBezTo>
                <a:cubicBezTo>
                  <a:pt x="36209" y="52416"/>
                  <a:pt x="31347" y="53503"/>
                  <a:pt x="26484" y="53503"/>
                </a:cubicBezTo>
                <a:cubicBezTo>
                  <a:pt x="22156" y="53503"/>
                  <a:pt x="17294" y="52416"/>
                  <a:pt x="13499" y="50262"/>
                </a:cubicBezTo>
                <a:cubicBezTo>
                  <a:pt x="9171" y="48106"/>
                  <a:pt x="5930" y="44313"/>
                  <a:pt x="3775" y="40537"/>
                </a:cubicBezTo>
                <a:cubicBezTo>
                  <a:pt x="1068" y="36208"/>
                  <a:pt x="0" y="31881"/>
                  <a:pt x="0" y="27018"/>
                </a:cubicBezTo>
              </a:path>
            </a:pathLst>
          </a:custGeom>
          <a:solidFill xmlns:a="http://schemas.openxmlformats.org/drawingml/2006/main">
            <a:srgbClr val="5C72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185">
            <a:extLst xmlns:a="http://schemas.openxmlformats.org/drawingml/2006/main">
              <a:ext uri="{FF2B5EF4-FFF2-40B4-BE49-F238E27FC236}">
                <a16:creationId xmlns:a16="http://schemas.microsoft.com/office/drawing/2014/main" id="{7D0A5180-6935-430A-B559-C9B1DCC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493" y="8442955"/>
            <a:ext cx="53503" cy="53503"/>
          </a:xfrm>
          <a:custGeom xmlns:a="http://schemas.openxmlformats.org/drawingml/2006/main">
            <a:pathLst>
              <a:path w="53503" h="53503">
                <a:moveTo>
                  <a:pt x="0" y="27018"/>
                </a:moveTo>
                <a:lnTo>
                  <a:pt x="0" y="27018"/>
                </a:lnTo>
                <a:cubicBezTo>
                  <a:pt x="0" y="22156"/>
                  <a:pt x="1068" y="17828"/>
                  <a:pt x="3775" y="13499"/>
                </a:cubicBezTo>
                <a:cubicBezTo>
                  <a:pt x="5930" y="9724"/>
                  <a:pt x="9190" y="5930"/>
                  <a:pt x="13500" y="3775"/>
                </a:cubicBezTo>
                <a:cubicBezTo>
                  <a:pt x="17294" y="1621"/>
                  <a:pt x="22156" y="0"/>
                  <a:pt x="27018" y="0"/>
                </a:cubicBezTo>
                <a:cubicBezTo>
                  <a:pt x="31347" y="0"/>
                  <a:pt x="36209" y="1621"/>
                  <a:pt x="39984" y="3775"/>
                </a:cubicBezTo>
                <a:cubicBezTo>
                  <a:pt x="44313" y="5930"/>
                  <a:pt x="47554" y="9724"/>
                  <a:pt x="49728" y="13499"/>
                </a:cubicBezTo>
                <a:cubicBezTo>
                  <a:pt x="52416" y="17828"/>
                  <a:pt x="53503" y="22156"/>
                  <a:pt x="53503" y="27018"/>
                </a:cubicBezTo>
                <a:cubicBezTo>
                  <a:pt x="53503" y="31881"/>
                  <a:pt x="52416" y="36208"/>
                  <a:pt x="49728" y="40537"/>
                </a:cubicBezTo>
                <a:cubicBezTo>
                  <a:pt x="47554" y="44313"/>
                  <a:pt x="44313" y="48106"/>
                  <a:pt x="39984" y="50262"/>
                </a:cubicBezTo>
                <a:cubicBezTo>
                  <a:pt x="36209" y="52416"/>
                  <a:pt x="31347" y="53503"/>
                  <a:pt x="27018" y="53503"/>
                </a:cubicBezTo>
                <a:cubicBezTo>
                  <a:pt x="22156" y="53503"/>
                  <a:pt x="17294" y="52416"/>
                  <a:pt x="13500" y="50262"/>
                </a:cubicBezTo>
                <a:cubicBezTo>
                  <a:pt x="9190" y="48106"/>
                  <a:pt x="5930" y="44313"/>
                  <a:pt x="3775" y="40537"/>
                </a:cubicBezTo>
                <a:cubicBezTo>
                  <a:pt x="1068" y="36208"/>
                  <a:pt x="0" y="31881"/>
                  <a:pt x="0" y="27018"/>
                </a:cubicBezTo>
              </a:path>
            </a:pathLst>
          </a:custGeom>
          <a:solidFill xmlns:a="http://schemas.openxmlformats.org/drawingml/2006/main">
            <a:srgbClr val="5C72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186">
            <a:extLst xmlns:a="http://schemas.openxmlformats.org/drawingml/2006/main">
              <a:ext uri="{FF2B5EF4-FFF2-40B4-BE49-F238E27FC236}">
                <a16:creationId xmlns:a16="http://schemas.microsoft.com/office/drawing/2014/main" id="{DD24AA45-77FD-4EF2-B190-38277330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141" y="8534288"/>
            <a:ext cx="98902" cy="191"/>
          </a:xfrm>
          <a:custGeom xmlns:a="http://schemas.openxmlformats.org/drawingml/2006/main">
            <a:pathLst>
              <a:path w="98902" h="191">
                <a:moveTo>
                  <a:pt x="0" y="0"/>
                </a:moveTo>
                <a:lnTo>
                  <a:pt x="98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5C728A"/>
            </a:solidFill>
            <a:prstDash val="solid"/>
          </a:ln>
        </p:spPr>
      </p:sp>
      <p:sp>
        <p:nvSpPr>
          <p:cNvPr id="216" name="path-187">
            <a:extLst xmlns:a="http://schemas.openxmlformats.org/drawingml/2006/main">
              <a:ext uri="{FF2B5EF4-FFF2-40B4-BE49-F238E27FC236}">
                <a16:creationId xmlns:a16="http://schemas.microsoft.com/office/drawing/2014/main" id="{8AA3E718-46D8-4CEB-BC9B-78BB88FF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103" y="8595913"/>
            <a:ext cx="247532" cy="98901"/>
          </a:xfrm>
          <a:custGeom xmlns:a="http://schemas.openxmlformats.org/drawingml/2006/main">
            <a:pathLst>
              <a:path w="247532" h="98901">
                <a:moveTo>
                  <a:pt x="123766" y="98901"/>
                </a:moveTo>
                <a:lnTo>
                  <a:pt x="0" y="98901"/>
                </a:lnTo>
                <a:lnTo>
                  <a:pt x="0" y="0"/>
                </a:lnTo>
                <a:lnTo>
                  <a:pt x="247532" y="0"/>
                </a:lnTo>
                <a:lnTo>
                  <a:pt x="247532" y="98901"/>
                </a:lnTo>
                <a:lnTo>
                  <a:pt x="123766" y="98901"/>
                </a:lnTo>
              </a:path>
            </a:pathLst>
          </a:custGeom>
          <a:solidFill xmlns:a="http://schemas.openxmlformats.org/drawingml/2006/main">
            <a:srgbClr val="CBD6E2"/>
          </a:solidFill>
          <a:ln xmlns:a="http://schemas.openxmlformats.org/drawingml/2006/main" w="18917">
            <a:solidFill>
              <a:srgbClr val="5C728A"/>
            </a:solidFill>
            <a:prstDash val="solid"/>
          </a:ln>
        </p:spPr>
      </p:sp>
      <p:sp>
        <p:nvSpPr>
          <p:cNvPr id="217" name="path-188">
            <a:extLst xmlns:a="http://schemas.openxmlformats.org/drawingml/2006/main">
              <a:ext uri="{FF2B5EF4-FFF2-40B4-BE49-F238E27FC236}">
                <a16:creationId xmlns:a16="http://schemas.microsoft.com/office/drawing/2014/main" id="{FF8416DE-90C3-48F5-98BB-96B0D589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127" y="8353777"/>
            <a:ext cx="310778" cy="370763"/>
          </a:xfrm>
          <a:custGeom xmlns:a="http://schemas.openxmlformats.org/drawingml/2006/main">
            <a:pathLst>
              <a:path w="310778" h="370763">
                <a:moveTo>
                  <a:pt x="0" y="30794"/>
                </a:moveTo>
                <a:lnTo>
                  <a:pt x="0" y="30794"/>
                </a:lnTo>
                <a:cubicBezTo>
                  <a:pt x="0" y="25397"/>
                  <a:pt x="1621" y="19983"/>
                  <a:pt x="4328" y="15120"/>
                </a:cubicBezTo>
                <a:cubicBezTo>
                  <a:pt x="7017" y="10791"/>
                  <a:pt x="10811" y="6482"/>
                  <a:pt x="15673" y="3775"/>
                </a:cubicBezTo>
                <a:cubicBezTo>
                  <a:pt x="20001" y="1068"/>
                  <a:pt x="25397" y="0"/>
                  <a:pt x="31347" y="0"/>
                </a:cubicBezTo>
                <a:lnTo>
                  <a:pt x="279432" y="0"/>
                </a:lnTo>
                <a:cubicBezTo>
                  <a:pt x="284827" y="0"/>
                  <a:pt x="290242" y="1621"/>
                  <a:pt x="295104" y="4309"/>
                </a:cubicBezTo>
                <a:cubicBezTo>
                  <a:pt x="299433" y="7017"/>
                  <a:pt x="303761" y="10791"/>
                  <a:pt x="306450" y="15673"/>
                </a:cubicBezTo>
                <a:cubicBezTo>
                  <a:pt x="309158" y="19983"/>
                  <a:pt x="310778" y="25397"/>
                  <a:pt x="310778" y="31347"/>
                </a:cubicBezTo>
                <a:lnTo>
                  <a:pt x="310778" y="339417"/>
                </a:lnTo>
                <a:cubicBezTo>
                  <a:pt x="310778" y="344833"/>
                  <a:pt x="309158" y="350229"/>
                  <a:pt x="306450" y="355091"/>
                </a:cubicBezTo>
                <a:cubicBezTo>
                  <a:pt x="303761" y="359419"/>
                  <a:pt x="299967" y="363748"/>
                  <a:pt x="295104" y="366436"/>
                </a:cubicBezTo>
                <a:cubicBezTo>
                  <a:pt x="290776" y="369143"/>
                  <a:pt x="285381" y="370763"/>
                  <a:pt x="279965" y="370763"/>
                </a:cubicBezTo>
                <a:lnTo>
                  <a:pt x="30813" y="370763"/>
                </a:lnTo>
                <a:cubicBezTo>
                  <a:pt x="25397" y="370763"/>
                  <a:pt x="20001" y="369143"/>
                  <a:pt x="15139" y="366436"/>
                </a:cubicBezTo>
                <a:cubicBezTo>
                  <a:pt x="10811" y="363748"/>
                  <a:pt x="6482" y="359952"/>
                  <a:pt x="3775" y="355091"/>
                </a:cubicBezTo>
                <a:cubicBezTo>
                  <a:pt x="1086" y="350762"/>
                  <a:pt x="0" y="345366"/>
                  <a:pt x="0" y="339951"/>
                </a:cubicBezTo>
                <a:lnTo>
                  <a:pt x="0" y="3079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2B2B2B"/>
            </a:solidFill>
            <a:prstDash val="solid"/>
          </a:ln>
        </p:spPr>
      </p:sp>
      <p:sp>
        <p:nvSpPr>
          <p:cNvPr id="218" name="path-189">
            <a:extLst xmlns:a="http://schemas.openxmlformats.org/drawingml/2006/main">
              <a:ext uri="{FF2B5EF4-FFF2-40B4-BE49-F238E27FC236}">
                <a16:creationId xmlns:a16="http://schemas.microsoft.com/office/drawing/2014/main" id="{998DF8C0-2702-4C72-A282-B2F7137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150" y="8325652"/>
            <a:ext cx="136198" cy="51349"/>
          </a:xfrm>
          <a:custGeom xmlns:a="http://schemas.openxmlformats.org/drawingml/2006/main">
            <a:pathLst>
              <a:path w="136198" h="51349">
                <a:moveTo>
                  <a:pt x="68089" y="51349"/>
                </a:moveTo>
                <a:lnTo>
                  <a:pt x="0" y="51349"/>
                </a:lnTo>
                <a:lnTo>
                  <a:pt x="0" y="0"/>
                </a:lnTo>
                <a:lnTo>
                  <a:pt x="136198" y="0"/>
                </a:lnTo>
                <a:lnTo>
                  <a:pt x="136198" y="51349"/>
                </a:lnTo>
                <a:lnTo>
                  <a:pt x="68089" y="51349"/>
                </a:lnTo>
              </a:path>
            </a:pathLst>
          </a:custGeom>
          <a:solidFill xmlns:a="http://schemas.openxmlformats.org/drawingml/2006/main">
            <a:srgbClr val="C9D5E2"/>
          </a:solidFill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219" name="path-190">
            <a:extLst xmlns:a="http://schemas.openxmlformats.org/drawingml/2006/main">
              <a:ext uri="{FF2B5EF4-FFF2-40B4-BE49-F238E27FC236}">
                <a16:creationId xmlns:a16="http://schemas.microsoft.com/office/drawing/2014/main" id="{5D07079B-36F9-47FD-8447-7DE72449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11" y="8445643"/>
            <a:ext cx="51348" cy="51348"/>
          </a:xfrm>
          <a:custGeom xmlns:a="http://schemas.openxmlformats.org/drawingml/2006/main">
            <a:pathLst>
              <a:path w="51348" h="51348">
                <a:moveTo>
                  <a:pt x="25950" y="51348"/>
                </a:moveTo>
                <a:lnTo>
                  <a:pt x="0" y="51348"/>
                </a:lnTo>
                <a:lnTo>
                  <a:pt x="0" y="0"/>
                </a:lnTo>
                <a:lnTo>
                  <a:pt x="51348" y="0"/>
                </a:lnTo>
                <a:lnTo>
                  <a:pt x="51348" y="51348"/>
                </a:lnTo>
                <a:lnTo>
                  <a:pt x="25950" y="513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220" name="path-191">
            <a:extLst xmlns:a="http://schemas.openxmlformats.org/drawingml/2006/main">
              <a:ext uri="{FF2B5EF4-FFF2-40B4-BE49-F238E27FC236}">
                <a16:creationId xmlns:a16="http://schemas.microsoft.com/office/drawing/2014/main" id="{7B3F8151-C3D4-43CB-AB30-12775A86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09" y="8474302"/>
            <a:ext cx="11898" cy="12966"/>
          </a:xfrm>
          <a:custGeom xmlns:a="http://schemas.openxmlformats.org/drawingml/2006/main">
            <a:pathLst>
              <a:path w="11898" h="12966">
                <a:moveTo>
                  <a:pt x="0" y="0"/>
                </a:moveTo>
                <a:lnTo>
                  <a:pt x="11898" y="12966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221" name="path-192">
            <a:extLst xmlns:a="http://schemas.openxmlformats.org/drawingml/2006/main">
              <a:ext uri="{FF2B5EF4-FFF2-40B4-BE49-F238E27FC236}">
                <a16:creationId xmlns:a16="http://schemas.microsoft.com/office/drawing/2014/main" id="{70AB8598-9AB2-4E66-A756-A3D3EC15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908" y="8457007"/>
            <a:ext cx="18914" cy="30260"/>
          </a:xfrm>
          <a:custGeom xmlns:a="http://schemas.openxmlformats.org/drawingml/2006/main">
            <a:pathLst>
              <a:path w="18914" h="30260">
                <a:moveTo>
                  <a:pt x="0" y="30260"/>
                </a:moveTo>
                <a:lnTo>
                  <a:pt x="18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222" name="path-193">
            <a:extLst xmlns:a="http://schemas.openxmlformats.org/drawingml/2006/main">
              <a:ext uri="{FF2B5EF4-FFF2-40B4-BE49-F238E27FC236}">
                <a16:creationId xmlns:a16="http://schemas.microsoft.com/office/drawing/2014/main" id="{06117C33-228F-4634-B90A-20BFABD7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427" y="8471594"/>
            <a:ext cx="149182" cy="191"/>
          </a:xfrm>
          <a:custGeom xmlns:a="http://schemas.openxmlformats.org/drawingml/2006/main">
            <a:pathLst>
              <a:path w="149182" h="191">
                <a:moveTo>
                  <a:pt x="0" y="0"/>
                </a:moveTo>
                <a:lnTo>
                  <a:pt x="149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223" name="path-194">
            <a:extLst xmlns:a="http://schemas.openxmlformats.org/drawingml/2006/main">
              <a:ext uri="{FF2B5EF4-FFF2-40B4-BE49-F238E27FC236}">
                <a16:creationId xmlns:a16="http://schemas.microsoft.com/office/drawing/2014/main" id="{FA0A9A78-2B57-4881-90AC-134D273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11" y="8528892"/>
            <a:ext cx="51348" cy="51348"/>
          </a:xfrm>
          <a:custGeom xmlns:a="http://schemas.openxmlformats.org/drawingml/2006/main">
            <a:pathLst>
              <a:path w="51348" h="51348">
                <a:moveTo>
                  <a:pt x="25950" y="51348"/>
                </a:moveTo>
                <a:lnTo>
                  <a:pt x="0" y="51348"/>
                </a:lnTo>
                <a:lnTo>
                  <a:pt x="0" y="0"/>
                </a:lnTo>
                <a:lnTo>
                  <a:pt x="51348" y="0"/>
                </a:lnTo>
                <a:lnTo>
                  <a:pt x="51348" y="51348"/>
                </a:lnTo>
                <a:lnTo>
                  <a:pt x="25950" y="513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224" name="path-195">
            <a:extLst xmlns:a="http://schemas.openxmlformats.org/drawingml/2006/main">
              <a:ext uri="{FF2B5EF4-FFF2-40B4-BE49-F238E27FC236}">
                <a16:creationId xmlns:a16="http://schemas.microsoft.com/office/drawing/2014/main" id="{D2841EE3-45A3-4341-8493-B95791FA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09" y="8558065"/>
            <a:ext cx="11898" cy="12984"/>
          </a:xfrm>
          <a:custGeom xmlns:a="http://schemas.openxmlformats.org/drawingml/2006/main">
            <a:pathLst>
              <a:path w="11898" h="12984">
                <a:moveTo>
                  <a:pt x="0" y="0"/>
                </a:moveTo>
                <a:lnTo>
                  <a:pt x="11898" y="12984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225" name="path-196">
            <a:extLst xmlns:a="http://schemas.openxmlformats.org/drawingml/2006/main">
              <a:ext uri="{FF2B5EF4-FFF2-40B4-BE49-F238E27FC236}">
                <a16:creationId xmlns:a16="http://schemas.microsoft.com/office/drawing/2014/main" id="{2F6036BC-6039-4EC4-807D-060CED4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908" y="8540770"/>
            <a:ext cx="18914" cy="30279"/>
          </a:xfrm>
          <a:custGeom xmlns:a="http://schemas.openxmlformats.org/drawingml/2006/main">
            <a:pathLst>
              <a:path w="18914" h="30279">
                <a:moveTo>
                  <a:pt x="0" y="30279"/>
                </a:moveTo>
                <a:lnTo>
                  <a:pt x="18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226" name="path-197">
            <a:extLst xmlns:a="http://schemas.openxmlformats.org/drawingml/2006/main">
              <a:ext uri="{FF2B5EF4-FFF2-40B4-BE49-F238E27FC236}">
                <a16:creationId xmlns:a16="http://schemas.microsoft.com/office/drawing/2014/main" id="{BC199F96-B374-46CD-AD77-D1744AC7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427" y="8555376"/>
            <a:ext cx="149182" cy="191"/>
          </a:xfrm>
          <a:custGeom xmlns:a="http://schemas.openxmlformats.org/drawingml/2006/main">
            <a:pathLst>
              <a:path w="149182" h="191">
                <a:moveTo>
                  <a:pt x="0" y="0"/>
                </a:moveTo>
                <a:lnTo>
                  <a:pt x="149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227" name="path-198">
            <a:extLst xmlns:a="http://schemas.openxmlformats.org/drawingml/2006/main">
              <a:ext uri="{FF2B5EF4-FFF2-40B4-BE49-F238E27FC236}">
                <a16:creationId xmlns:a16="http://schemas.microsoft.com/office/drawing/2014/main" id="{529F48D8-F76C-44D8-B5A5-1D8B88C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111" y="8612654"/>
            <a:ext cx="51348" cy="51349"/>
          </a:xfrm>
          <a:custGeom xmlns:a="http://schemas.openxmlformats.org/drawingml/2006/main">
            <a:pathLst>
              <a:path w="51348" h="51349">
                <a:moveTo>
                  <a:pt x="25950" y="51349"/>
                </a:moveTo>
                <a:lnTo>
                  <a:pt x="0" y="51349"/>
                </a:lnTo>
                <a:lnTo>
                  <a:pt x="0" y="0"/>
                </a:lnTo>
                <a:lnTo>
                  <a:pt x="51348" y="0"/>
                </a:lnTo>
                <a:lnTo>
                  <a:pt x="51348" y="51349"/>
                </a:lnTo>
                <a:lnTo>
                  <a:pt x="25950" y="513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228" name="path-199">
            <a:extLst xmlns:a="http://schemas.openxmlformats.org/drawingml/2006/main">
              <a:ext uri="{FF2B5EF4-FFF2-40B4-BE49-F238E27FC236}">
                <a16:creationId xmlns:a16="http://schemas.microsoft.com/office/drawing/2014/main" id="{1D9DAC74-9149-494D-B8F1-6ED0C086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09" y="8641846"/>
            <a:ext cx="11898" cy="12431"/>
          </a:xfrm>
          <a:custGeom xmlns:a="http://schemas.openxmlformats.org/drawingml/2006/main">
            <a:pathLst>
              <a:path w="11898" h="12431">
                <a:moveTo>
                  <a:pt x="0" y="0"/>
                </a:moveTo>
                <a:lnTo>
                  <a:pt x="11898" y="12431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229" name="path-200">
            <a:extLst xmlns:a="http://schemas.openxmlformats.org/drawingml/2006/main">
              <a:ext uri="{FF2B5EF4-FFF2-40B4-BE49-F238E27FC236}">
                <a16:creationId xmlns:a16="http://schemas.microsoft.com/office/drawing/2014/main" id="{44D37B91-2E27-485D-8CC2-D9DFC0A7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908" y="8624552"/>
            <a:ext cx="18914" cy="29726"/>
          </a:xfrm>
          <a:custGeom xmlns:a="http://schemas.openxmlformats.org/drawingml/2006/main">
            <a:pathLst>
              <a:path w="18914" h="29726">
                <a:moveTo>
                  <a:pt x="0" y="29726"/>
                </a:moveTo>
                <a:lnTo>
                  <a:pt x="18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230" name="path-201">
            <a:extLst xmlns:a="http://schemas.openxmlformats.org/drawingml/2006/main">
              <a:ext uri="{FF2B5EF4-FFF2-40B4-BE49-F238E27FC236}">
                <a16:creationId xmlns:a16="http://schemas.microsoft.com/office/drawing/2014/main" id="{1A590749-8B88-4182-96F6-DD8C8480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427" y="8639138"/>
            <a:ext cx="149182" cy="191"/>
          </a:xfrm>
          <a:custGeom xmlns:a="http://schemas.openxmlformats.org/drawingml/2006/main">
            <a:pathLst>
              <a:path w="149182" h="191">
                <a:moveTo>
                  <a:pt x="0" y="0"/>
                </a:moveTo>
                <a:lnTo>
                  <a:pt x="149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231" name="path-202">
            <a:extLst xmlns:a="http://schemas.openxmlformats.org/drawingml/2006/main">
              <a:ext uri="{FF2B5EF4-FFF2-40B4-BE49-F238E27FC236}">
                <a16:creationId xmlns:a16="http://schemas.microsoft.com/office/drawing/2014/main" id="{291F8CF1-F6A9-4762-8AA3-BAB49F8A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4" y="8311066"/>
            <a:ext cx="308071" cy="308090"/>
          </a:xfrm>
          <a:custGeom xmlns:a="http://schemas.openxmlformats.org/drawingml/2006/main">
            <a:pathLst>
              <a:path w="308071" h="308090">
                <a:moveTo>
                  <a:pt x="0" y="154045"/>
                </a:moveTo>
                <a:lnTo>
                  <a:pt x="0" y="154045"/>
                </a:lnTo>
                <a:cubicBezTo>
                  <a:pt x="0" y="127027"/>
                  <a:pt x="7017" y="100543"/>
                  <a:pt x="20536" y="77299"/>
                </a:cubicBezTo>
                <a:cubicBezTo>
                  <a:pt x="34054" y="53503"/>
                  <a:pt x="53503" y="34054"/>
                  <a:pt x="77280" y="20536"/>
                </a:cubicBezTo>
                <a:cubicBezTo>
                  <a:pt x="100523" y="7036"/>
                  <a:pt x="127008" y="0"/>
                  <a:pt x="154026" y="0"/>
                </a:cubicBezTo>
                <a:cubicBezTo>
                  <a:pt x="181064" y="0"/>
                  <a:pt x="207548" y="7036"/>
                  <a:pt x="231325" y="20536"/>
                </a:cubicBezTo>
                <a:cubicBezTo>
                  <a:pt x="254569" y="34054"/>
                  <a:pt x="274017" y="53503"/>
                  <a:pt x="287536" y="77299"/>
                </a:cubicBezTo>
                <a:cubicBezTo>
                  <a:pt x="301055" y="100543"/>
                  <a:pt x="308071" y="127027"/>
                  <a:pt x="308071" y="154045"/>
                </a:cubicBezTo>
                <a:cubicBezTo>
                  <a:pt x="308071" y="181064"/>
                  <a:pt x="301055" y="207548"/>
                  <a:pt x="287536" y="231325"/>
                </a:cubicBezTo>
                <a:cubicBezTo>
                  <a:pt x="274017" y="254567"/>
                  <a:pt x="254569" y="274036"/>
                  <a:pt x="231325" y="287536"/>
                </a:cubicBezTo>
                <a:cubicBezTo>
                  <a:pt x="207548" y="301055"/>
                  <a:pt x="181064" y="308090"/>
                  <a:pt x="154026" y="308090"/>
                </a:cubicBezTo>
                <a:cubicBezTo>
                  <a:pt x="127008" y="308090"/>
                  <a:pt x="100523" y="301055"/>
                  <a:pt x="77280" y="287536"/>
                </a:cubicBezTo>
                <a:cubicBezTo>
                  <a:pt x="53503" y="274036"/>
                  <a:pt x="34054" y="254567"/>
                  <a:pt x="20536" y="231325"/>
                </a:cubicBezTo>
                <a:cubicBezTo>
                  <a:pt x="7017" y="207548"/>
                  <a:pt x="0" y="181064"/>
                  <a:pt x="0" y="1540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6212">
            <a:solidFill>
              <a:srgbClr val="1F1F1F"/>
            </a:solidFill>
            <a:prstDash val="solid"/>
          </a:ln>
        </p:spPr>
      </p:sp>
      <p:sp>
        <p:nvSpPr>
          <p:cNvPr id="232" name="path-203">
            <a:extLst xmlns:a="http://schemas.openxmlformats.org/drawingml/2006/main">
              <a:ext uri="{FF2B5EF4-FFF2-40B4-BE49-F238E27FC236}">
                <a16:creationId xmlns:a16="http://schemas.microsoft.com/office/drawing/2014/main" id="{D98ADD1C-7E4B-4721-9B12-F7E69D17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485" y="8572670"/>
            <a:ext cx="162682" cy="162683"/>
          </a:xfrm>
          <a:custGeom xmlns:a="http://schemas.openxmlformats.org/drawingml/2006/main">
            <a:pathLst>
              <a:path w="162682" h="162683">
                <a:moveTo>
                  <a:pt x="0" y="0"/>
                </a:moveTo>
                <a:lnTo>
                  <a:pt x="162682" y="162683"/>
                </a:lnTo>
              </a:path>
            </a:pathLst>
          </a:custGeom>
          <a:noFill xmlns:a="http://schemas.openxmlformats.org/drawingml/2006/main"/>
          <a:ln xmlns:a="http://schemas.openxmlformats.org/drawingml/2006/main" w="47562">
            <a:solidFill>
              <a:srgbClr val="1F1F1F"/>
            </a:solidFill>
            <a:prstDash val="solid"/>
          </a:ln>
        </p:spPr>
      </p:sp>
      <p:sp>
        <p:nvSpPr>
          <p:cNvPr id="233" name="path-204">
            <a:extLst xmlns:a="http://schemas.openxmlformats.org/drawingml/2006/main">
              <a:ext uri="{FF2B5EF4-FFF2-40B4-BE49-F238E27FC236}">
                <a16:creationId xmlns:a16="http://schemas.microsoft.com/office/drawing/2014/main" id="{C178294F-7012-4309-85AB-B0DC760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822" y="8844532"/>
            <a:ext cx="191" cy="130269"/>
          </a:xfrm>
          <a:custGeom xmlns:a="http://schemas.openxmlformats.org/drawingml/2006/main">
            <a:pathLst>
              <a:path w="191" h="130269">
                <a:moveTo>
                  <a:pt x="0" y="0"/>
                </a:moveTo>
                <a:lnTo>
                  <a:pt x="0" y="130269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111111"/>
            </a:solidFill>
            <a:prstDash val="solid"/>
          </a:ln>
        </p:spPr>
      </p:sp>
      <p:sp>
        <p:nvSpPr>
          <p:cNvPr id="234" name="path-205">
            <a:extLst xmlns:a="http://schemas.openxmlformats.org/drawingml/2006/main">
              <a:ext uri="{FF2B5EF4-FFF2-40B4-BE49-F238E27FC236}">
                <a16:creationId xmlns:a16="http://schemas.microsoft.com/office/drawing/2014/main" id="{B656CF30-0576-4110-8672-59C6FFB2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059" y="8967230"/>
            <a:ext cx="113507" cy="113488"/>
          </a:xfrm>
          <a:custGeom xmlns:a="http://schemas.openxmlformats.org/drawingml/2006/main">
            <a:pathLst>
              <a:path w="113507" h="113488">
                <a:moveTo>
                  <a:pt x="56763" y="113488"/>
                </a:moveTo>
                <a:lnTo>
                  <a:pt x="0" y="0"/>
                </a:lnTo>
                <a:lnTo>
                  <a:pt x="113507" y="0"/>
                </a:lnTo>
                <a:lnTo>
                  <a:pt x="56763" y="113488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06">
            <a:extLst xmlns:a="http://schemas.openxmlformats.org/drawingml/2006/main">
              <a:ext uri="{FF2B5EF4-FFF2-40B4-BE49-F238E27FC236}">
                <a16:creationId xmlns:a16="http://schemas.microsoft.com/office/drawing/2014/main" id="{ED3F70AB-AC43-4CA7-8557-75F5A42B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48" y="9109911"/>
            <a:ext cx="4487704" cy="383749"/>
          </a:xfrm>
          <a:custGeom xmlns:a="http://schemas.openxmlformats.org/drawingml/2006/main">
            <a:pathLst>
              <a:path w="4487704" h="383749">
                <a:moveTo>
                  <a:pt x="0" y="161061"/>
                </a:moveTo>
                <a:lnTo>
                  <a:pt x="0" y="161061"/>
                </a:lnTo>
                <a:cubicBezTo>
                  <a:pt x="0" y="132956"/>
                  <a:pt x="7570" y="104850"/>
                  <a:pt x="21622" y="80540"/>
                </a:cubicBezTo>
                <a:cubicBezTo>
                  <a:pt x="35675" y="56211"/>
                  <a:pt x="56210" y="35675"/>
                  <a:pt x="80540" y="21622"/>
                </a:cubicBezTo>
                <a:cubicBezTo>
                  <a:pt x="104870" y="7570"/>
                  <a:pt x="132975" y="0"/>
                  <a:pt x="161081" y="0"/>
                </a:cubicBezTo>
                <a:lnTo>
                  <a:pt x="4326090" y="0"/>
                </a:lnTo>
                <a:cubicBezTo>
                  <a:pt x="4354195" y="0"/>
                  <a:pt x="4382300" y="7570"/>
                  <a:pt x="4406631" y="21622"/>
                </a:cubicBezTo>
                <a:cubicBezTo>
                  <a:pt x="4430960" y="35675"/>
                  <a:pt x="4451496" y="56211"/>
                  <a:pt x="4465548" y="80540"/>
                </a:cubicBezTo>
                <a:cubicBezTo>
                  <a:pt x="4479601" y="104850"/>
                  <a:pt x="4487171" y="132956"/>
                  <a:pt x="4487171" y="161061"/>
                </a:cubicBezTo>
                <a:lnTo>
                  <a:pt x="4487704" y="222153"/>
                </a:lnTo>
                <a:cubicBezTo>
                  <a:pt x="4487704" y="250258"/>
                  <a:pt x="4480135" y="278364"/>
                  <a:pt x="4466083" y="302674"/>
                </a:cubicBezTo>
                <a:cubicBezTo>
                  <a:pt x="4452029" y="327005"/>
                  <a:pt x="4431494" y="347539"/>
                  <a:pt x="4407164" y="361592"/>
                </a:cubicBezTo>
                <a:cubicBezTo>
                  <a:pt x="4382853" y="375645"/>
                  <a:pt x="4354748" y="383214"/>
                  <a:pt x="4326643" y="383214"/>
                </a:cubicBezTo>
                <a:lnTo>
                  <a:pt x="161081" y="383749"/>
                </a:lnTo>
                <a:cubicBezTo>
                  <a:pt x="132975" y="383749"/>
                  <a:pt x="104870" y="376179"/>
                  <a:pt x="80540" y="362126"/>
                </a:cubicBezTo>
                <a:cubicBezTo>
                  <a:pt x="56210" y="348074"/>
                  <a:pt x="35675" y="327538"/>
                  <a:pt x="21622" y="303228"/>
                </a:cubicBezTo>
                <a:cubicBezTo>
                  <a:pt x="7570" y="278897"/>
                  <a:pt x="0" y="250792"/>
                  <a:pt x="0" y="222686"/>
                </a:cubicBezTo>
                <a:lnTo>
                  <a:pt x="0" y="161061"/>
                </a:lnTo>
              </a:path>
            </a:pathLst>
          </a:custGeom>
          <a:solidFill xmlns:a="http://schemas.openxmlformats.org/drawingml/2006/main">
            <a:srgbClr val="ECF3FB"/>
          </a:solidFill>
          <a:ln xmlns:a="http://schemas.openxmlformats.org/drawingml/2006/main" w="22700">
            <a:solidFill>
              <a:srgbClr val="1F4E99"/>
            </a:solidFill>
            <a:prstDash val="solid"/>
          </a:ln>
        </p:spPr>
      </p:sp>
      <p:sp>
        <p:nvSpPr>
          <p:cNvPr id="236" name="text-207 Verified,">
            <a:extLst xmlns:a="http://schemas.openxmlformats.org/drawingml/2006/main">
              <a:ext uri="{FF2B5EF4-FFF2-40B4-BE49-F238E27FC236}">
                <a16:creationId xmlns:a16="http://schemas.microsoft.com/office/drawing/2014/main" id="{E002B876-43D5-4040-9E0D-B5E9C25D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393" y="9178160"/>
            <a:ext cx="808542" cy="27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6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Verified,</a:t>
            </a:r>
          </a:p>
        </p:txBody>
      </p:sp>
      <p:sp>
        <p:nvSpPr>
          <p:cNvPr id="237" name="text-207 Observable,">
            <a:extLst xmlns:a="http://schemas.openxmlformats.org/drawingml/2006/main">
              <a:ext uri="{FF2B5EF4-FFF2-40B4-BE49-F238E27FC236}">
                <a16:creationId xmlns:a16="http://schemas.microsoft.com/office/drawing/2014/main" id="{F5454E89-3C00-41B4-9711-07D5080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1535" y="9178021"/>
            <a:ext cx="1173744" cy="278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Observable,</a:t>
            </a:r>
          </a:p>
        </p:txBody>
      </p:sp>
      <p:sp>
        <p:nvSpPr>
          <p:cNvPr id="238" name="text-207 Learnable">
            <a:extLst xmlns:a="http://schemas.openxmlformats.org/drawingml/2006/main">
              <a:ext uri="{FF2B5EF4-FFF2-40B4-BE49-F238E27FC236}">
                <a16:creationId xmlns:a16="http://schemas.microsoft.com/office/drawing/2014/main" id="{5241DA8D-0EA9-4D0E-BA2B-1101FC6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854" y="9178053"/>
            <a:ext cx="974650" cy="2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Learnable</a:t>
            </a:r>
          </a:p>
        </p:txBody>
      </p:sp>
      <p:sp>
        <p:nvSpPr>
          <p:cNvPr id="239" name="text-207 Failure">
            <a:extLst xmlns:a="http://schemas.openxmlformats.org/drawingml/2006/main">
              <a:ext uri="{FF2B5EF4-FFF2-40B4-BE49-F238E27FC236}">
                <a16:creationId xmlns:a16="http://schemas.microsoft.com/office/drawing/2014/main" id="{1E6B91F3-5B99-47AB-B2CF-AE23697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9022" y="9178170"/>
            <a:ext cx="687012" cy="278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6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240" name="path-208">
            <a:extLst xmlns:a="http://schemas.openxmlformats.org/drawingml/2006/main">
              <a:ext uri="{FF2B5EF4-FFF2-40B4-BE49-F238E27FC236}">
                <a16:creationId xmlns:a16="http://schemas.microsoft.com/office/drawing/2014/main" id="{B66B11C2-F14D-47A3-939F-A1540D72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822" y="9523939"/>
            <a:ext cx="191" cy="130249"/>
          </a:xfrm>
          <a:custGeom xmlns:a="http://schemas.openxmlformats.org/drawingml/2006/main">
            <a:pathLst>
              <a:path w="191" h="130249">
                <a:moveTo>
                  <a:pt x="0" y="0"/>
                </a:moveTo>
                <a:lnTo>
                  <a:pt x="0" y="130249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111111"/>
            </a:solidFill>
            <a:prstDash val="solid"/>
          </a:ln>
        </p:spPr>
      </p:sp>
      <p:sp>
        <p:nvSpPr>
          <p:cNvPr id="241" name="path-209">
            <a:extLst xmlns:a="http://schemas.openxmlformats.org/drawingml/2006/main">
              <a:ext uri="{FF2B5EF4-FFF2-40B4-BE49-F238E27FC236}">
                <a16:creationId xmlns:a16="http://schemas.microsoft.com/office/drawing/2014/main" id="{1A3EF3A4-AD89-4FE0-A934-628EC2E3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059" y="9646618"/>
            <a:ext cx="113507" cy="113507"/>
          </a:xfrm>
          <a:custGeom xmlns:a="http://schemas.openxmlformats.org/drawingml/2006/main">
            <a:pathLst>
              <a:path w="113507" h="113507">
                <a:moveTo>
                  <a:pt x="56763" y="113507"/>
                </a:moveTo>
                <a:lnTo>
                  <a:pt x="0" y="0"/>
                </a:lnTo>
                <a:lnTo>
                  <a:pt x="113507" y="0"/>
                </a:lnTo>
                <a:lnTo>
                  <a:pt x="56763" y="113507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10">
            <a:extLst xmlns:a="http://schemas.openxmlformats.org/drawingml/2006/main">
              <a:ext uri="{FF2B5EF4-FFF2-40B4-BE49-F238E27FC236}">
                <a16:creationId xmlns:a16="http://schemas.microsoft.com/office/drawing/2014/main" id="{B283041B-432A-4957-B438-D4C537C9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30" y="9789318"/>
            <a:ext cx="4015312" cy="383749"/>
          </a:xfrm>
          <a:custGeom xmlns:a="http://schemas.openxmlformats.org/drawingml/2006/main">
            <a:pathLst>
              <a:path w="4015312" h="383749">
                <a:moveTo>
                  <a:pt x="0" y="130248"/>
                </a:moveTo>
                <a:lnTo>
                  <a:pt x="0" y="130248"/>
                </a:lnTo>
                <a:cubicBezTo>
                  <a:pt x="0" y="107558"/>
                  <a:pt x="5949" y="84849"/>
                  <a:pt x="17294" y="64848"/>
                </a:cubicBezTo>
                <a:cubicBezTo>
                  <a:pt x="29192" y="45399"/>
                  <a:pt x="45400" y="28639"/>
                  <a:pt x="65401" y="17293"/>
                </a:cubicBezTo>
                <a:cubicBezTo>
                  <a:pt x="84869" y="5949"/>
                  <a:pt x="107559" y="0"/>
                  <a:pt x="130268" y="0"/>
                </a:cubicBezTo>
                <a:lnTo>
                  <a:pt x="3884510" y="0"/>
                </a:lnTo>
                <a:cubicBezTo>
                  <a:pt x="3907219" y="0"/>
                  <a:pt x="3929909" y="5949"/>
                  <a:pt x="3949911" y="17293"/>
                </a:cubicBezTo>
                <a:cubicBezTo>
                  <a:pt x="3969379" y="29173"/>
                  <a:pt x="3986119" y="45399"/>
                  <a:pt x="3997484" y="65401"/>
                </a:cubicBezTo>
                <a:cubicBezTo>
                  <a:pt x="4008828" y="84849"/>
                  <a:pt x="4014777" y="107558"/>
                  <a:pt x="4014777" y="130248"/>
                </a:cubicBezTo>
                <a:lnTo>
                  <a:pt x="4015312" y="252947"/>
                </a:lnTo>
                <a:cubicBezTo>
                  <a:pt x="4015312" y="275636"/>
                  <a:pt x="4009363" y="298345"/>
                  <a:pt x="3998017" y="318348"/>
                </a:cubicBezTo>
                <a:cubicBezTo>
                  <a:pt x="3986119" y="337796"/>
                  <a:pt x="3969912" y="354556"/>
                  <a:pt x="3949911" y="365902"/>
                </a:cubicBezTo>
                <a:cubicBezTo>
                  <a:pt x="3930462" y="377265"/>
                  <a:pt x="3907753" y="383196"/>
                  <a:pt x="3885063" y="383196"/>
                </a:cubicBezTo>
                <a:lnTo>
                  <a:pt x="130268" y="383749"/>
                </a:lnTo>
                <a:cubicBezTo>
                  <a:pt x="107559" y="383749"/>
                  <a:pt x="84869" y="377800"/>
                  <a:pt x="64867" y="366454"/>
                </a:cubicBezTo>
                <a:cubicBezTo>
                  <a:pt x="45400" y="354556"/>
                  <a:pt x="28658" y="338349"/>
                  <a:pt x="17294" y="318348"/>
                </a:cubicBezTo>
                <a:cubicBezTo>
                  <a:pt x="5949" y="298880"/>
                  <a:pt x="0" y="276190"/>
                  <a:pt x="0" y="253480"/>
                </a:cubicBezTo>
                <a:lnTo>
                  <a:pt x="0" y="1302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484">
            <a:solidFill>
              <a:srgbClr val="6B8FC4"/>
            </a:solidFill>
            <a:prstDash val="solid"/>
          </a:ln>
        </p:spPr>
      </p:sp>
      <p:sp>
        <p:nvSpPr>
          <p:cNvPr id="243" name="path-211">
            <a:extLst xmlns:a="http://schemas.openxmlformats.org/drawingml/2006/main">
              <a:ext uri="{FF2B5EF4-FFF2-40B4-BE49-F238E27FC236}">
                <a16:creationId xmlns:a16="http://schemas.microsoft.com/office/drawing/2014/main" id="{C57AACD3-4331-485B-8047-D319EB5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65" y="9833631"/>
            <a:ext cx="218359" cy="295104"/>
          </a:xfrm>
          <a:custGeom xmlns:a="http://schemas.openxmlformats.org/drawingml/2006/main">
            <a:pathLst>
              <a:path w="218359" h="295104">
                <a:moveTo>
                  <a:pt x="0" y="0"/>
                </a:moveTo>
                <a:lnTo>
                  <a:pt x="218359" y="0"/>
                </a:lnTo>
                <a:lnTo>
                  <a:pt x="218359" y="295104"/>
                </a:lnTo>
                <a:lnTo>
                  <a:pt x="108646" y="212410"/>
                </a:lnTo>
                <a:lnTo>
                  <a:pt x="0" y="29510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862">
            <a:solidFill>
              <a:srgbClr val="223E6C"/>
            </a:solidFill>
            <a:prstDash val="solid"/>
          </a:ln>
        </p:spPr>
      </p:sp>
      <p:sp>
        <p:nvSpPr>
          <p:cNvPr id="244" name="path-212">
            <a:extLst xmlns:a="http://schemas.openxmlformats.org/drawingml/2006/main">
              <a:ext uri="{FF2B5EF4-FFF2-40B4-BE49-F238E27FC236}">
                <a16:creationId xmlns:a16="http://schemas.microsoft.com/office/drawing/2014/main" id="{626C1C5C-38B4-4471-BFF2-E2D76E8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34" y="9940102"/>
            <a:ext cx="113508" cy="191"/>
          </a:xfrm>
          <a:custGeom xmlns:a="http://schemas.openxmlformats.org/drawingml/2006/main">
            <a:pathLst>
              <a:path w="113508" h="191">
                <a:moveTo>
                  <a:pt x="0" y="0"/>
                </a:moveTo>
                <a:lnTo>
                  <a:pt x="113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223E6C"/>
            </a:solidFill>
            <a:prstDash val="solid"/>
          </a:ln>
        </p:spPr>
      </p:sp>
      <p:sp>
        <p:nvSpPr>
          <p:cNvPr id="245" name="text-213 Verified">
            <a:extLst xmlns:a="http://schemas.openxmlformats.org/drawingml/2006/main">
              <a:ext uri="{FF2B5EF4-FFF2-40B4-BE49-F238E27FC236}">
                <a16:creationId xmlns:a16="http://schemas.microsoft.com/office/drawing/2014/main" id="{DFB4E5E5-922D-4900-9B61-0DE1CA99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517" y="9832260"/>
            <a:ext cx="902826" cy="33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46" name="text-213 Hard">
            <a:extLst xmlns:a="http://schemas.openxmlformats.org/drawingml/2006/main">
              <a:ext uri="{FF2B5EF4-FFF2-40B4-BE49-F238E27FC236}">
                <a16:creationId xmlns:a16="http://schemas.microsoft.com/office/drawing/2014/main" id="{3218144E-6D1B-40FB-91FA-EAA1EAA9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309" y="9832062"/>
            <a:ext cx="585605" cy="3336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876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47" name="text-213 Examples">
            <a:extLst xmlns:a="http://schemas.openxmlformats.org/drawingml/2006/main">
              <a:ext uri="{FF2B5EF4-FFF2-40B4-BE49-F238E27FC236}">
                <a16:creationId xmlns:a16="http://schemas.microsoft.com/office/drawing/2014/main" id="{4F4B35A9-BB01-4C88-AE0F-846CA61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9605" y="9832195"/>
            <a:ext cx="1154622" cy="333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248" name="path-214">
            <a:extLst xmlns:a="http://schemas.openxmlformats.org/drawingml/2006/main">
              <a:ext uri="{FF2B5EF4-FFF2-40B4-BE49-F238E27FC236}">
                <a16:creationId xmlns:a16="http://schemas.microsoft.com/office/drawing/2014/main" id="{2CF61EA4-A9AC-490E-AD72-35A9ABE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659" y="1788420"/>
            <a:ext cx="2892703" cy="7085304"/>
          </a:xfrm>
          <a:custGeom xmlns:a="http://schemas.openxmlformats.org/drawingml/2006/main">
            <a:pathLst>
              <a:path w="2892703" h="7085304">
                <a:moveTo>
                  <a:pt x="1446352" y="7085304"/>
                </a:moveTo>
                <a:lnTo>
                  <a:pt x="0" y="7085304"/>
                </a:lnTo>
                <a:lnTo>
                  <a:pt x="0" y="0"/>
                </a:lnTo>
                <a:lnTo>
                  <a:pt x="2892703" y="0"/>
                </a:lnTo>
                <a:lnTo>
                  <a:pt x="2892703" y="7085304"/>
                </a:lnTo>
                <a:lnTo>
                  <a:pt x="1446352" y="7085304"/>
                </a:lnTo>
              </a:path>
            </a:pathLst>
          </a:custGeom>
          <a:solidFill xmlns:a="http://schemas.openxmlformats.org/drawingml/2006/main">
            <a:srgbClr val="E9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15">
            <a:extLst xmlns:a="http://schemas.openxmlformats.org/drawingml/2006/main">
              <a:ext uri="{FF2B5EF4-FFF2-40B4-BE49-F238E27FC236}">
                <a16:creationId xmlns:a16="http://schemas.microsoft.com/office/drawing/2014/main" id="{921786E5-B7F8-4C07-B48F-16D9557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659" y="8873724"/>
            <a:ext cx="2893256" cy="221600"/>
          </a:xfrm>
          <a:custGeom xmlns:a="http://schemas.openxmlformats.org/drawingml/2006/main">
            <a:pathLst>
              <a:path w="2893256" h="221600">
                <a:moveTo>
                  <a:pt x="0" y="0"/>
                </a:moveTo>
                <a:lnTo>
                  <a:pt x="4328" y="17293"/>
                </a:lnTo>
                <a:lnTo>
                  <a:pt x="17293" y="34588"/>
                </a:lnTo>
                <a:lnTo>
                  <a:pt x="39451" y="51348"/>
                </a:lnTo>
                <a:lnTo>
                  <a:pt x="70263" y="68089"/>
                </a:lnTo>
                <a:lnTo>
                  <a:pt x="109732" y="84315"/>
                </a:lnTo>
                <a:lnTo>
                  <a:pt x="157287" y="100522"/>
                </a:lnTo>
                <a:lnTo>
                  <a:pt x="212963" y="115663"/>
                </a:lnTo>
                <a:lnTo>
                  <a:pt x="276190" y="129715"/>
                </a:lnTo>
                <a:lnTo>
                  <a:pt x="346453" y="143767"/>
                </a:lnTo>
                <a:lnTo>
                  <a:pt x="423198" y="156199"/>
                </a:lnTo>
                <a:lnTo>
                  <a:pt x="506981" y="168098"/>
                </a:lnTo>
                <a:lnTo>
                  <a:pt x="596159" y="178889"/>
                </a:lnTo>
                <a:lnTo>
                  <a:pt x="690752" y="188633"/>
                </a:lnTo>
                <a:lnTo>
                  <a:pt x="789654" y="197271"/>
                </a:lnTo>
                <a:lnTo>
                  <a:pt x="892903" y="204306"/>
                </a:lnTo>
                <a:lnTo>
                  <a:pt x="999375" y="210255"/>
                </a:lnTo>
                <a:lnTo>
                  <a:pt x="1108554" y="215117"/>
                </a:lnTo>
                <a:lnTo>
                  <a:pt x="1219890" y="218359"/>
                </a:lnTo>
                <a:lnTo>
                  <a:pt x="1332862" y="220513"/>
                </a:lnTo>
                <a:lnTo>
                  <a:pt x="1446352" y="221600"/>
                </a:lnTo>
                <a:lnTo>
                  <a:pt x="1559859" y="220513"/>
                </a:lnTo>
                <a:lnTo>
                  <a:pt x="1672815" y="218359"/>
                </a:lnTo>
                <a:lnTo>
                  <a:pt x="1784167" y="215117"/>
                </a:lnTo>
                <a:lnTo>
                  <a:pt x="1893346" y="210255"/>
                </a:lnTo>
                <a:lnTo>
                  <a:pt x="1999819" y="204306"/>
                </a:lnTo>
                <a:lnTo>
                  <a:pt x="2103050" y="197271"/>
                </a:lnTo>
                <a:lnTo>
                  <a:pt x="2201970" y="188633"/>
                </a:lnTo>
                <a:lnTo>
                  <a:pt x="2296545" y="178889"/>
                </a:lnTo>
                <a:lnTo>
                  <a:pt x="2385722" y="168098"/>
                </a:lnTo>
                <a:lnTo>
                  <a:pt x="2469504" y="156199"/>
                </a:lnTo>
                <a:lnTo>
                  <a:pt x="2546250" y="143767"/>
                </a:lnTo>
                <a:lnTo>
                  <a:pt x="2616513" y="129715"/>
                </a:lnTo>
                <a:lnTo>
                  <a:pt x="2679760" y="115663"/>
                </a:lnTo>
                <a:lnTo>
                  <a:pt x="2735436" y="100522"/>
                </a:lnTo>
                <a:lnTo>
                  <a:pt x="2782990" y="84315"/>
                </a:lnTo>
                <a:lnTo>
                  <a:pt x="2822441" y="68089"/>
                </a:lnTo>
                <a:lnTo>
                  <a:pt x="2853254" y="51348"/>
                </a:lnTo>
                <a:lnTo>
                  <a:pt x="2875409" y="34588"/>
                </a:lnTo>
                <a:lnTo>
                  <a:pt x="2888394" y="17293"/>
                </a:lnTo>
                <a:lnTo>
                  <a:pt x="289325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16">
            <a:extLst xmlns:a="http://schemas.openxmlformats.org/drawingml/2006/main">
              <a:ext uri="{FF2B5EF4-FFF2-40B4-BE49-F238E27FC236}">
                <a16:creationId xmlns:a16="http://schemas.microsoft.com/office/drawing/2014/main" id="{2AA37C38-B217-41C9-8D76-E323E62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659" y="1600340"/>
            <a:ext cx="191" cy="7296626"/>
          </a:xfrm>
          <a:custGeom xmlns:a="http://schemas.openxmlformats.org/drawingml/2006/main">
            <a:pathLst>
              <a:path w="191" h="7296626">
                <a:moveTo>
                  <a:pt x="0" y="0"/>
                </a:moveTo>
                <a:lnTo>
                  <a:pt x="0" y="7296626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1F5C6B"/>
            </a:solidFill>
            <a:prstDash val="solid"/>
          </a:ln>
        </p:spPr>
      </p:sp>
      <p:sp>
        <p:nvSpPr>
          <p:cNvPr id="251" name="path-217">
            <a:extLst xmlns:a="http://schemas.openxmlformats.org/drawingml/2006/main">
              <a:ext uri="{FF2B5EF4-FFF2-40B4-BE49-F238E27FC236}">
                <a16:creationId xmlns:a16="http://schemas.microsoft.com/office/drawing/2014/main" id="{DD070A1E-8CCD-4F99-B098-BAE5BD5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916" y="1640324"/>
            <a:ext cx="191" cy="7242590"/>
          </a:xfrm>
          <a:custGeom xmlns:a="http://schemas.openxmlformats.org/drawingml/2006/main">
            <a:pathLst>
              <a:path w="191" h="7242590">
                <a:moveTo>
                  <a:pt x="0" y="0"/>
                </a:moveTo>
                <a:lnTo>
                  <a:pt x="0" y="7242590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1F5C6B"/>
            </a:solidFill>
            <a:prstDash val="solid"/>
          </a:ln>
        </p:spPr>
      </p:sp>
      <p:sp>
        <p:nvSpPr>
          <p:cNvPr id="252" name="path-218">
            <a:extLst xmlns:a="http://schemas.openxmlformats.org/drawingml/2006/main">
              <a:ext uri="{FF2B5EF4-FFF2-40B4-BE49-F238E27FC236}">
                <a16:creationId xmlns:a16="http://schemas.microsoft.com/office/drawing/2014/main" id="{6B70832E-872A-4B90-A320-1774E82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659" y="8873724"/>
            <a:ext cx="2893256" cy="221600"/>
          </a:xfrm>
          <a:custGeom xmlns:a="http://schemas.openxmlformats.org/drawingml/2006/main">
            <a:pathLst>
              <a:path w="2893256" h="221600">
                <a:moveTo>
                  <a:pt x="0" y="0"/>
                </a:moveTo>
                <a:lnTo>
                  <a:pt x="4328" y="17293"/>
                </a:lnTo>
                <a:lnTo>
                  <a:pt x="17293" y="34588"/>
                </a:lnTo>
                <a:lnTo>
                  <a:pt x="39451" y="51348"/>
                </a:lnTo>
                <a:lnTo>
                  <a:pt x="70263" y="68089"/>
                </a:lnTo>
                <a:lnTo>
                  <a:pt x="109732" y="84315"/>
                </a:lnTo>
                <a:lnTo>
                  <a:pt x="157287" y="100522"/>
                </a:lnTo>
                <a:lnTo>
                  <a:pt x="212963" y="115663"/>
                </a:lnTo>
                <a:lnTo>
                  <a:pt x="276190" y="129715"/>
                </a:lnTo>
                <a:lnTo>
                  <a:pt x="346453" y="143767"/>
                </a:lnTo>
                <a:lnTo>
                  <a:pt x="423198" y="156199"/>
                </a:lnTo>
                <a:lnTo>
                  <a:pt x="506981" y="168098"/>
                </a:lnTo>
                <a:lnTo>
                  <a:pt x="596159" y="178889"/>
                </a:lnTo>
                <a:lnTo>
                  <a:pt x="690752" y="188633"/>
                </a:lnTo>
                <a:lnTo>
                  <a:pt x="789654" y="197271"/>
                </a:lnTo>
                <a:lnTo>
                  <a:pt x="892903" y="204306"/>
                </a:lnTo>
                <a:lnTo>
                  <a:pt x="999375" y="210255"/>
                </a:lnTo>
                <a:lnTo>
                  <a:pt x="1108554" y="215117"/>
                </a:lnTo>
                <a:lnTo>
                  <a:pt x="1219890" y="218359"/>
                </a:lnTo>
                <a:lnTo>
                  <a:pt x="1332862" y="220513"/>
                </a:lnTo>
                <a:lnTo>
                  <a:pt x="1446352" y="221600"/>
                </a:lnTo>
                <a:lnTo>
                  <a:pt x="1559859" y="220513"/>
                </a:lnTo>
                <a:lnTo>
                  <a:pt x="1672815" y="218359"/>
                </a:lnTo>
                <a:lnTo>
                  <a:pt x="1784167" y="215117"/>
                </a:lnTo>
                <a:lnTo>
                  <a:pt x="1893346" y="210255"/>
                </a:lnTo>
                <a:lnTo>
                  <a:pt x="1999819" y="204306"/>
                </a:lnTo>
                <a:lnTo>
                  <a:pt x="2103050" y="197271"/>
                </a:lnTo>
                <a:lnTo>
                  <a:pt x="2201970" y="188633"/>
                </a:lnTo>
                <a:lnTo>
                  <a:pt x="2296545" y="178889"/>
                </a:lnTo>
                <a:lnTo>
                  <a:pt x="2385722" y="168098"/>
                </a:lnTo>
                <a:lnTo>
                  <a:pt x="2469504" y="156199"/>
                </a:lnTo>
                <a:lnTo>
                  <a:pt x="2546250" y="143767"/>
                </a:lnTo>
                <a:lnTo>
                  <a:pt x="2616513" y="129715"/>
                </a:lnTo>
                <a:lnTo>
                  <a:pt x="2679760" y="115663"/>
                </a:lnTo>
                <a:lnTo>
                  <a:pt x="2735436" y="100522"/>
                </a:lnTo>
                <a:lnTo>
                  <a:pt x="2782990" y="84315"/>
                </a:lnTo>
                <a:lnTo>
                  <a:pt x="2822441" y="68089"/>
                </a:lnTo>
                <a:lnTo>
                  <a:pt x="2853254" y="51348"/>
                </a:lnTo>
                <a:lnTo>
                  <a:pt x="2875409" y="34588"/>
                </a:lnTo>
                <a:lnTo>
                  <a:pt x="2888394" y="17293"/>
                </a:lnTo>
                <a:lnTo>
                  <a:pt x="28932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1F5C6B"/>
            </a:solidFill>
            <a:prstDash val="solid"/>
          </a:ln>
        </p:spPr>
      </p:sp>
      <p:sp>
        <p:nvSpPr>
          <p:cNvPr id="253" name="path-219">
            <a:extLst xmlns:a="http://schemas.openxmlformats.org/drawingml/2006/main">
              <a:ext uri="{FF2B5EF4-FFF2-40B4-BE49-F238E27FC236}">
                <a16:creationId xmlns:a16="http://schemas.microsoft.com/office/drawing/2014/main" id="{CC0B136B-AD44-4DC6-9BF8-5C91245D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659" y="1254421"/>
            <a:ext cx="2893256" cy="755600"/>
          </a:xfrm>
          <a:custGeom xmlns:a="http://schemas.openxmlformats.org/drawingml/2006/main">
            <a:pathLst>
              <a:path w="2893256" h="755600">
                <a:moveTo>
                  <a:pt x="0" y="377800"/>
                </a:moveTo>
                <a:lnTo>
                  <a:pt x="0" y="377800"/>
                </a:lnTo>
                <a:cubicBezTo>
                  <a:pt x="0" y="311312"/>
                  <a:pt x="67022" y="246464"/>
                  <a:pt x="194048" y="189167"/>
                </a:cubicBezTo>
                <a:cubicBezTo>
                  <a:pt x="320521" y="131336"/>
                  <a:pt x="503205" y="83781"/>
                  <a:pt x="723185" y="50796"/>
                </a:cubicBezTo>
                <a:cubicBezTo>
                  <a:pt x="943165" y="17294"/>
                  <a:pt x="1192870" y="0"/>
                  <a:pt x="1446352" y="0"/>
                </a:cubicBezTo>
                <a:cubicBezTo>
                  <a:pt x="1700386" y="0"/>
                  <a:pt x="1950092" y="17294"/>
                  <a:pt x="2170071" y="50796"/>
                </a:cubicBezTo>
                <a:cubicBezTo>
                  <a:pt x="2390051" y="83781"/>
                  <a:pt x="2572735" y="131336"/>
                  <a:pt x="2699208" y="188633"/>
                </a:cubicBezTo>
                <a:cubicBezTo>
                  <a:pt x="2826235" y="246464"/>
                  <a:pt x="2893256" y="311312"/>
                  <a:pt x="2893256" y="377800"/>
                </a:cubicBezTo>
                <a:cubicBezTo>
                  <a:pt x="2893256" y="444288"/>
                  <a:pt x="2826235" y="509136"/>
                  <a:pt x="2699208" y="566967"/>
                </a:cubicBezTo>
                <a:cubicBezTo>
                  <a:pt x="2572735" y="624264"/>
                  <a:pt x="2390051" y="671818"/>
                  <a:pt x="2170071" y="704804"/>
                </a:cubicBezTo>
                <a:cubicBezTo>
                  <a:pt x="1950092" y="738306"/>
                  <a:pt x="1700386" y="755600"/>
                  <a:pt x="1446352" y="755600"/>
                </a:cubicBezTo>
                <a:cubicBezTo>
                  <a:pt x="1192870" y="755600"/>
                  <a:pt x="943165" y="738306"/>
                  <a:pt x="723185" y="704804"/>
                </a:cubicBezTo>
                <a:cubicBezTo>
                  <a:pt x="503205" y="671818"/>
                  <a:pt x="320521" y="624264"/>
                  <a:pt x="194048" y="566967"/>
                </a:cubicBezTo>
                <a:cubicBezTo>
                  <a:pt x="67022" y="509136"/>
                  <a:pt x="0" y="444288"/>
                  <a:pt x="0" y="377800"/>
                </a:cubicBezTo>
              </a:path>
            </a:pathLst>
          </a:custGeom>
          <a:solidFill xmlns:a="http://schemas.openxmlformats.org/drawingml/2006/main">
            <a:srgbClr val="E1ECF7"/>
          </a:solidFill>
          <a:ln xmlns:a="http://schemas.openxmlformats.org/drawingml/2006/main" w="34591">
            <a:solidFill>
              <a:srgbClr val="1F5C6B"/>
            </a:solidFill>
            <a:prstDash val="solid"/>
          </a:ln>
        </p:spPr>
      </p:sp>
      <p:sp>
        <p:nvSpPr>
          <p:cNvPr id="254" name="path-220">
            <a:extLst xmlns:a="http://schemas.openxmlformats.org/drawingml/2006/main">
              <a:ext uri="{FF2B5EF4-FFF2-40B4-BE49-F238E27FC236}">
                <a16:creationId xmlns:a16="http://schemas.microsoft.com/office/drawing/2014/main" id="{DA6EAC10-595B-44C0-857C-762108EF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03" y="1266852"/>
            <a:ext cx="424820" cy="240515"/>
          </a:xfrm>
          <a:custGeom xmlns:a="http://schemas.openxmlformats.org/drawingml/2006/main">
            <a:pathLst>
              <a:path w="424820" h="240515">
                <a:moveTo>
                  <a:pt x="0" y="240515"/>
                </a:moveTo>
                <a:lnTo>
                  <a:pt x="8104" y="231325"/>
                </a:lnTo>
                <a:lnTo>
                  <a:pt x="16207" y="222135"/>
                </a:lnTo>
                <a:lnTo>
                  <a:pt x="25950" y="213497"/>
                </a:lnTo>
                <a:lnTo>
                  <a:pt x="36208" y="203754"/>
                </a:lnTo>
                <a:lnTo>
                  <a:pt x="47020" y="194563"/>
                </a:lnTo>
                <a:lnTo>
                  <a:pt x="58917" y="185926"/>
                </a:lnTo>
                <a:lnTo>
                  <a:pt x="71350" y="176201"/>
                </a:lnTo>
                <a:lnTo>
                  <a:pt x="84315" y="166458"/>
                </a:lnTo>
                <a:lnTo>
                  <a:pt x="98368" y="157287"/>
                </a:lnTo>
                <a:lnTo>
                  <a:pt x="112955" y="148096"/>
                </a:lnTo>
                <a:lnTo>
                  <a:pt x="128094" y="138353"/>
                </a:lnTo>
                <a:lnTo>
                  <a:pt x="143768" y="129182"/>
                </a:lnTo>
                <a:lnTo>
                  <a:pt x="159993" y="119990"/>
                </a:lnTo>
                <a:lnTo>
                  <a:pt x="177288" y="110247"/>
                </a:lnTo>
                <a:lnTo>
                  <a:pt x="195116" y="100523"/>
                </a:lnTo>
                <a:lnTo>
                  <a:pt x="212943" y="90799"/>
                </a:lnTo>
                <a:lnTo>
                  <a:pt x="231878" y="81608"/>
                </a:lnTo>
                <a:lnTo>
                  <a:pt x="251326" y="72418"/>
                </a:lnTo>
                <a:lnTo>
                  <a:pt x="271327" y="63228"/>
                </a:lnTo>
                <a:lnTo>
                  <a:pt x="291863" y="54037"/>
                </a:lnTo>
                <a:lnTo>
                  <a:pt x="312399" y="44865"/>
                </a:lnTo>
                <a:lnTo>
                  <a:pt x="334555" y="35122"/>
                </a:lnTo>
                <a:lnTo>
                  <a:pt x="356177" y="26485"/>
                </a:lnTo>
                <a:lnTo>
                  <a:pt x="378334" y="17294"/>
                </a:lnTo>
                <a:lnTo>
                  <a:pt x="401577" y="8638"/>
                </a:lnTo>
                <a:lnTo>
                  <a:pt x="424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1F1F1F"/>
            </a:solidFill>
            <a:prstDash val="dash"/>
          </a:ln>
        </p:spPr>
      </p:sp>
      <p:sp>
        <p:nvSpPr>
          <p:cNvPr id="255" name="path-221">
            <a:extLst xmlns:a="http://schemas.openxmlformats.org/drawingml/2006/main">
              <a:ext uri="{FF2B5EF4-FFF2-40B4-BE49-F238E27FC236}">
                <a16:creationId xmlns:a16="http://schemas.microsoft.com/office/drawing/2014/main" id="{1A6EFA60-1DA8-402E-A944-F6A3272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978" y="1272802"/>
            <a:ext cx="398335" cy="228617"/>
          </a:xfrm>
          <a:custGeom xmlns:a="http://schemas.openxmlformats.org/drawingml/2006/main">
            <a:pathLst>
              <a:path w="398335" h="228617">
                <a:moveTo>
                  <a:pt x="0" y="0"/>
                </a:moveTo>
                <a:lnTo>
                  <a:pt x="21623" y="8104"/>
                </a:lnTo>
                <a:lnTo>
                  <a:pt x="43226" y="16208"/>
                </a:lnTo>
                <a:lnTo>
                  <a:pt x="63780" y="25398"/>
                </a:lnTo>
                <a:lnTo>
                  <a:pt x="84849" y="34036"/>
                </a:lnTo>
                <a:lnTo>
                  <a:pt x="104852" y="42692"/>
                </a:lnTo>
                <a:lnTo>
                  <a:pt x="124300" y="51329"/>
                </a:lnTo>
                <a:lnTo>
                  <a:pt x="143235" y="59986"/>
                </a:lnTo>
                <a:lnTo>
                  <a:pt x="162150" y="69176"/>
                </a:lnTo>
                <a:lnTo>
                  <a:pt x="180511" y="77814"/>
                </a:lnTo>
                <a:lnTo>
                  <a:pt x="197825" y="87004"/>
                </a:lnTo>
                <a:lnTo>
                  <a:pt x="215652" y="95661"/>
                </a:lnTo>
                <a:lnTo>
                  <a:pt x="231325" y="105386"/>
                </a:lnTo>
                <a:lnTo>
                  <a:pt x="247532" y="114041"/>
                </a:lnTo>
                <a:lnTo>
                  <a:pt x="263206" y="123233"/>
                </a:lnTo>
                <a:lnTo>
                  <a:pt x="277812" y="131870"/>
                </a:lnTo>
                <a:lnTo>
                  <a:pt x="291864" y="141061"/>
                </a:lnTo>
                <a:lnTo>
                  <a:pt x="305916" y="150251"/>
                </a:lnTo>
                <a:lnTo>
                  <a:pt x="318882" y="158888"/>
                </a:lnTo>
                <a:lnTo>
                  <a:pt x="331315" y="167545"/>
                </a:lnTo>
                <a:lnTo>
                  <a:pt x="342659" y="176736"/>
                </a:lnTo>
                <a:lnTo>
                  <a:pt x="353470" y="185373"/>
                </a:lnTo>
                <a:lnTo>
                  <a:pt x="363748" y="194563"/>
                </a:lnTo>
                <a:lnTo>
                  <a:pt x="373472" y="202686"/>
                </a:lnTo>
                <a:lnTo>
                  <a:pt x="382128" y="211857"/>
                </a:lnTo>
                <a:lnTo>
                  <a:pt x="390232" y="219980"/>
                </a:lnTo>
                <a:lnTo>
                  <a:pt x="398335" y="228617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1F1F1F"/>
            </a:solidFill>
            <a:prstDash val="dash"/>
          </a:ln>
        </p:spPr>
      </p:sp>
      <p:sp>
        <p:nvSpPr>
          <p:cNvPr id="256" name="text-222 Fixed">
            <a:extLst xmlns:a="http://schemas.openxmlformats.org/drawingml/2006/main">
              <a:ext uri="{FF2B5EF4-FFF2-40B4-BE49-F238E27FC236}">
                <a16:creationId xmlns:a16="http://schemas.microsoft.com/office/drawing/2014/main" id="{9DC30171-A029-4066-AEF9-B96503F1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8085" y="917349"/>
            <a:ext cx="554438" cy="278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6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257" name="text-222 Target-Token">
            <a:extLst xmlns:a="http://schemas.openxmlformats.org/drawingml/2006/main">
              <a:ext uri="{FF2B5EF4-FFF2-40B4-BE49-F238E27FC236}">
                <a16:creationId xmlns:a16="http://schemas.microsoft.com/office/drawing/2014/main" id="{5860AA54-CEDD-41BE-B5B0-9BD8109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2528" y="917168"/>
            <a:ext cx="1265185" cy="278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Target-Token</a:t>
            </a:r>
          </a:p>
        </p:txBody>
      </p:sp>
      <p:sp>
        <p:nvSpPr>
          <p:cNvPr id="258" name="text-222 Budget">
            <a:extLst xmlns:a="http://schemas.openxmlformats.org/drawingml/2006/main">
              <a:ext uri="{FF2B5EF4-FFF2-40B4-BE49-F238E27FC236}">
                <a16:creationId xmlns:a16="http://schemas.microsoft.com/office/drawing/2014/main" id="{7E3C6E74-10DA-4924-8A6C-43AE0482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7090" y="917174"/>
            <a:ext cx="720329" cy="278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59" name="path-223">
            <a:extLst xmlns:a="http://schemas.openxmlformats.org/drawingml/2006/main">
              <a:ext uri="{FF2B5EF4-FFF2-40B4-BE49-F238E27FC236}">
                <a16:creationId xmlns:a16="http://schemas.microsoft.com/office/drawing/2014/main" id="{9188536C-00B3-452A-BF95-E506F0AB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076" y="1304149"/>
            <a:ext cx="132422" cy="108092"/>
          </a:xfrm>
          <a:custGeom xmlns:a="http://schemas.openxmlformats.org/drawingml/2006/main">
            <a:pathLst>
              <a:path w="132422" h="108092">
                <a:moveTo>
                  <a:pt x="0" y="108092"/>
                </a:moveTo>
                <a:lnTo>
                  <a:pt x="535" y="92419"/>
                </a:lnTo>
                <a:lnTo>
                  <a:pt x="2155" y="77280"/>
                </a:lnTo>
                <a:lnTo>
                  <a:pt x="5949" y="62693"/>
                </a:lnTo>
                <a:lnTo>
                  <a:pt x="10278" y="49174"/>
                </a:lnTo>
                <a:lnTo>
                  <a:pt x="15674" y="37296"/>
                </a:lnTo>
                <a:lnTo>
                  <a:pt x="22710" y="25931"/>
                </a:lnTo>
                <a:lnTo>
                  <a:pt x="30260" y="16741"/>
                </a:lnTo>
                <a:lnTo>
                  <a:pt x="38383" y="9724"/>
                </a:lnTo>
                <a:lnTo>
                  <a:pt x="47020" y="4309"/>
                </a:lnTo>
                <a:lnTo>
                  <a:pt x="56745" y="1068"/>
                </a:lnTo>
                <a:lnTo>
                  <a:pt x="65935" y="0"/>
                </a:lnTo>
                <a:lnTo>
                  <a:pt x="75126" y="1068"/>
                </a:lnTo>
                <a:lnTo>
                  <a:pt x="84851" y="4309"/>
                </a:lnTo>
                <a:lnTo>
                  <a:pt x="93508" y="9724"/>
                </a:lnTo>
                <a:lnTo>
                  <a:pt x="101610" y="16741"/>
                </a:lnTo>
                <a:lnTo>
                  <a:pt x="109180" y="25931"/>
                </a:lnTo>
                <a:lnTo>
                  <a:pt x="116215" y="37296"/>
                </a:lnTo>
                <a:lnTo>
                  <a:pt x="121612" y="49174"/>
                </a:lnTo>
                <a:lnTo>
                  <a:pt x="125940" y="62693"/>
                </a:lnTo>
                <a:lnTo>
                  <a:pt x="129716" y="77280"/>
                </a:lnTo>
                <a:lnTo>
                  <a:pt x="131336" y="92419"/>
                </a:lnTo>
                <a:lnTo>
                  <a:pt x="132422" y="108092"/>
                </a:lnTo>
              </a:path>
            </a:pathLst>
          </a:custGeom>
          <a:noFill xmlns:a="http://schemas.openxmlformats.org/drawingml/2006/main"/>
          <a:ln xmlns:a="http://schemas.openxmlformats.org/drawingml/2006/main" w="36753">
            <a:solidFill>
              <a:srgbClr val="111111"/>
            </a:solidFill>
            <a:prstDash val="solid"/>
          </a:ln>
        </p:spPr>
      </p:sp>
      <p:sp>
        <p:nvSpPr>
          <p:cNvPr id="260" name="path-224">
            <a:extLst xmlns:a="http://schemas.openxmlformats.org/drawingml/2006/main">
              <a:ext uri="{FF2B5EF4-FFF2-40B4-BE49-F238E27FC236}">
                <a16:creationId xmlns:a16="http://schemas.microsoft.com/office/drawing/2014/main" id="{E718D2D2-576C-4234-8C58-39CF9A0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95" y="1383602"/>
            <a:ext cx="236187" cy="162148"/>
          </a:xfrm>
          <a:custGeom xmlns:a="http://schemas.openxmlformats.org/drawingml/2006/main">
            <a:pathLst>
              <a:path w="236187" h="1621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1" y="21069"/>
                  <a:pt x="4327" y="16207"/>
                </a:cubicBezTo>
                <a:cubicBezTo>
                  <a:pt x="7016" y="11345"/>
                  <a:pt x="11344" y="7016"/>
                  <a:pt x="16207" y="4308"/>
                </a:cubicBezTo>
                <a:cubicBezTo>
                  <a:pt x="21069" y="1621"/>
                  <a:pt x="26484" y="0"/>
                  <a:pt x="32433" y="0"/>
                </a:cubicBezTo>
                <a:lnTo>
                  <a:pt x="203753" y="0"/>
                </a:lnTo>
                <a:cubicBezTo>
                  <a:pt x="209702" y="0"/>
                  <a:pt x="215117" y="1621"/>
                  <a:pt x="219979" y="4308"/>
                </a:cubicBezTo>
                <a:cubicBezTo>
                  <a:pt x="224842" y="7016"/>
                  <a:pt x="229170" y="11345"/>
                  <a:pt x="231858" y="16207"/>
                </a:cubicBezTo>
                <a:cubicBezTo>
                  <a:pt x="234566" y="21069"/>
                  <a:pt x="236187" y="26484"/>
                  <a:pt x="236187" y="32414"/>
                </a:cubicBezTo>
                <a:lnTo>
                  <a:pt x="236187" y="129715"/>
                </a:lnTo>
                <a:cubicBezTo>
                  <a:pt x="236187" y="135664"/>
                  <a:pt x="234566" y="141060"/>
                  <a:pt x="231858" y="145922"/>
                </a:cubicBezTo>
                <a:cubicBezTo>
                  <a:pt x="229170" y="150784"/>
                  <a:pt x="224842" y="155113"/>
                  <a:pt x="219979" y="157820"/>
                </a:cubicBezTo>
                <a:cubicBezTo>
                  <a:pt x="215117" y="160528"/>
                  <a:pt x="209702" y="162148"/>
                  <a:pt x="203753" y="162148"/>
                </a:cubicBezTo>
                <a:lnTo>
                  <a:pt x="32433" y="162148"/>
                </a:lnTo>
                <a:cubicBezTo>
                  <a:pt x="26484" y="162148"/>
                  <a:pt x="21069" y="160528"/>
                  <a:pt x="16207" y="157820"/>
                </a:cubicBezTo>
                <a:cubicBezTo>
                  <a:pt x="11344" y="155113"/>
                  <a:pt x="7016" y="150784"/>
                  <a:pt x="4327" y="145922"/>
                </a:cubicBezTo>
                <a:cubicBezTo>
                  <a:pt x="1621" y="141060"/>
                  <a:pt x="0" y="135664"/>
                  <a:pt x="0" y="129715"/>
                </a:cubicBezTo>
                <a:lnTo>
                  <a:pt x="0" y="32414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25">
            <a:extLst xmlns:a="http://schemas.openxmlformats.org/drawingml/2006/main">
              <a:ext uri="{FF2B5EF4-FFF2-40B4-BE49-F238E27FC236}">
                <a16:creationId xmlns:a16="http://schemas.microsoft.com/office/drawing/2014/main" id="{D529585C-71A4-42B1-B4E3-8B4E0B88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768" y="1426828"/>
            <a:ext cx="47040" cy="47020"/>
          </a:xfrm>
          <a:custGeom xmlns:a="http://schemas.openxmlformats.org/drawingml/2006/main">
            <a:pathLst>
              <a:path w="47040" h="47020">
                <a:moveTo>
                  <a:pt x="0" y="23243"/>
                </a:moveTo>
                <a:lnTo>
                  <a:pt x="0" y="23243"/>
                </a:lnTo>
                <a:cubicBezTo>
                  <a:pt x="0" y="18915"/>
                  <a:pt x="1087" y="15140"/>
                  <a:pt x="3242" y="11364"/>
                </a:cubicBezTo>
                <a:cubicBezTo>
                  <a:pt x="5416" y="8122"/>
                  <a:pt x="8124" y="4862"/>
                  <a:pt x="11898" y="2708"/>
                </a:cubicBezTo>
                <a:cubicBezTo>
                  <a:pt x="15141" y="1087"/>
                  <a:pt x="19468" y="0"/>
                  <a:pt x="23796" y="0"/>
                </a:cubicBezTo>
                <a:cubicBezTo>
                  <a:pt x="27572" y="0"/>
                  <a:pt x="31900" y="1087"/>
                  <a:pt x="35142" y="2708"/>
                </a:cubicBezTo>
                <a:cubicBezTo>
                  <a:pt x="38917" y="4862"/>
                  <a:pt x="41624" y="8122"/>
                  <a:pt x="43779" y="11364"/>
                </a:cubicBezTo>
                <a:cubicBezTo>
                  <a:pt x="45953" y="15140"/>
                  <a:pt x="47040" y="18915"/>
                  <a:pt x="47040" y="23243"/>
                </a:cubicBezTo>
                <a:cubicBezTo>
                  <a:pt x="47040" y="27571"/>
                  <a:pt x="45953" y="31347"/>
                  <a:pt x="43779" y="35141"/>
                </a:cubicBezTo>
                <a:cubicBezTo>
                  <a:pt x="41624" y="38383"/>
                  <a:pt x="38917" y="41623"/>
                  <a:pt x="35142" y="43779"/>
                </a:cubicBezTo>
                <a:cubicBezTo>
                  <a:pt x="31900" y="45400"/>
                  <a:pt x="27572" y="47020"/>
                  <a:pt x="23796" y="47020"/>
                </a:cubicBezTo>
                <a:cubicBezTo>
                  <a:pt x="19468" y="47020"/>
                  <a:pt x="15141" y="45400"/>
                  <a:pt x="11898" y="43779"/>
                </a:cubicBezTo>
                <a:cubicBezTo>
                  <a:pt x="8124" y="41623"/>
                  <a:pt x="5416" y="38383"/>
                  <a:pt x="3242" y="35141"/>
                </a:cubicBezTo>
                <a:cubicBezTo>
                  <a:pt x="1087" y="31347"/>
                  <a:pt x="0" y="27571"/>
                  <a:pt x="0" y="2324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26">
            <a:extLst xmlns:a="http://schemas.openxmlformats.org/drawingml/2006/main">
              <a:ext uri="{FF2B5EF4-FFF2-40B4-BE49-F238E27FC236}">
                <a16:creationId xmlns:a16="http://schemas.microsoft.com/office/drawing/2014/main" id="{1FB66FC6-57EA-4926-9E94-8F9FDD04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753" y="1444675"/>
            <a:ext cx="20536" cy="37296"/>
          </a:xfrm>
          <a:custGeom xmlns:a="http://schemas.openxmlformats.org/drawingml/2006/main">
            <a:pathLst>
              <a:path w="20536" h="37296">
                <a:moveTo>
                  <a:pt x="10258" y="37296"/>
                </a:moveTo>
                <a:lnTo>
                  <a:pt x="0" y="37296"/>
                </a:lnTo>
                <a:lnTo>
                  <a:pt x="0" y="0"/>
                </a:lnTo>
                <a:lnTo>
                  <a:pt x="20536" y="0"/>
                </a:lnTo>
                <a:lnTo>
                  <a:pt x="20536" y="37296"/>
                </a:lnTo>
                <a:lnTo>
                  <a:pt x="10258" y="372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27 Stage">
            <a:extLst xmlns:a="http://schemas.openxmlformats.org/drawingml/2006/main">
              <a:ext uri="{FF2B5EF4-FFF2-40B4-BE49-F238E27FC236}">
                <a16:creationId xmlns:a16="http://schemas.microsoft.com/office/drawing/2014/main" id="{77D64392-2056-4A25-BB0E-0B6060E0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8885" y="1575604"/>
            <a:ext cx="663283" cy="319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264" name="text-227 II">
            <a:extLst xmlns:a="http://schemas.openxmlformats.org/drawingml/2006/main">
              <a:ext uri="{FF2B5EF4-FFF2-40B4-BE49-F238E27FC236}">
                <a16:creationId xmlns:a16="http://schemas.microsoft.com/office/drawing/2014/main" id="{10C97EF3-E79F-46EF-BD62-D1D6C439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4337" y="1575421"/>
            <a:ext cx="168245" cy="32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1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1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801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265" name="text-227 Training">
            <a:extLst xmlns:a="http://schemas.openxmlformats.org/drawingml/2006/main">
              <a:ext uri="{FF2B5EF4-FFF2-40B4-BE49-F238E27FC236}">
                <a16:creationId xmlns:a16="http://schemas.microsoft.com/office/drawing/2014/main" id="{A17140C4-C827-4507-A515-BFF0DDB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4561" y="1575617"/>
            <a:ext cx="929570" cy="319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799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266" name="text-227 Pool">
            <a:extLst xmlns:a="http://schemas.openxmlformats.org/drawingml/2006/main">
              <a:ext uri="{FF2B5EF4-FFF2-40B4-BE49-F238E27FC236}">
                <a16:creationId xmlns:a16="http://schemas.microsoft.com/office/drawing/2014/main" id="{2BC77765-0D08-4AF7-B9E9-58F8A0BB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45" y="1575721"/>
            <a:ext cx="535837" cy="319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8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8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798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267" name="path-228">
            <a:extLst xmlns:a="http://schemas.openxmlformats.org/drawingml/2006/main">
              <a:ext uri="{FF2B5EF4-FFF2-40B4-BE49-F238E27FC236}">
                <a16:creationId xmlns:a16="http://schemas.microsoft.com/office/drawing/2014/main" id="{2FA95DCC-16E6-45B1-AECE-ECC12DFA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534" y="2703480"/>
            <a:ext cx="2509507" cy="1534996"/>
          </a:xfrm>
          <a:custGeom xmlns:a="http://schemas.openxmlformats.org/drawingml/2006/main">
            <a:pathLst>
              <a:path w="2509507" h="1534996">
                <a:moveTo>
                  <a:pt x="0" y="153493"/>
                </a:moveTo>
                <a:lnTo>
                  <a:pt x="0" y="153493"/>
                </a:lnTo>
                <a:cubicBezTo>
                  <a:pt x="0" y="126473"/>
                  <a:pt x="7035" y="99989"/>
                  <a:pt x="20536" y="76746"/>
                </a:cubicBezTo>
                <a:cubicBezTo>
                  <a:pt x="34054" y="53503"/>
                  <a:pt x="53503" y="34036"/>
                  <a:pt x="76746" y="20536"/>
                </a:cubicBezTo>
                <a:cubicBezTo>
                  <a:pt x="99989" y="7017"/>
                  <a:pt x="126473" y="0"/>
                  <a:pt x="153511" y="0"/>
                </a:cubicBezTo>
                <a:lnTo>
                  <a:pt x="2355997" y="0"/>
                </a:lnTo>
                <a:cubicBezTo>
                  <a:pt x="2383034" y="0"/>
                  <a:pt x="2409519" y="7017"/>
                  <a:pt x="2432762" y="20536"/>
                </a:cubicBezTo>
                <a:cubicBezTo>
                  <a:pt x="2455985" y="34036"/>
                  <a:pt x="2475453" y="53503"/>
                  <a:pt x="2488973" y="76746"/>
                </a:cubicBezTo>
                <a:cubicBezTo>
                  <a:pt x="2502471" y="99989"/>
                  <a:pt x="2509507" y="126473"/>
                  <a:pt x="2509507" y="153493"/>
                </a:cubicBezTo>
                <a:lnTo>
                  <a:pt x="2509507" y="1381485"/>
                </a:lnTo>
                <a:cubicBezTo>
                  <a:pt x="2509507" y="1408523"/>
                  <a:pt x="2502471" y="1434988"/>
                  <a:pt x="2488973" y="1458231"/>
                </a:cubicBezTo>
                <a:cubicBezTo>
                  <a:pt x="2475453" y="1481475"/>
                  <a:pt x="2455985" y="1500942"/>
                  <a:pt x="2432762" y="1514442"/>
                </a:cubicBezTo>
                <a:cubicBezTo>
                  <a:pt x="2409519" y="1527960"/>
                  <a:pt x="2383034" y="1534996"/>
                  <a:pt x="2355997" y="1534996"/>
                </a:cubicBezTo>
                <a:lnTo>
                  <a:pt x="153511" y="1534996"/>
                </a:lnTo>
                <a:cubicBezTo>
                  <a:pt x="126473" y="1534996"/>
                  <a:pt x="99989" y="1527960"/>
                  <a:pt x="76746" y="1514442"/>
                </a:cubicBezTo>
                <a:cubicBezTo>
                  <a:pt x="53503" y="1500942"/>
                  <a:pt x="34054" y="1481475"/>
                  <a:pt x="20536" y="1458231"/>
                </a:cubicBezTo>
                <a:cubicBezTo>
                  <a:pt x="7035" y="1434988"/>
                  <a:pt x="0" y="1408523"/>
                  <a:pt x="0" y="1381485"/>
                </a:cubicBezTo>
                <a:lnTo>
                  <a:pt x="0" y="153493"/>
                </a:lnTo>
              </a:path>
            </a:pathLst>
          </a:custGeom>
          <a:solidFill xmlns:a="http://schemas.openxmlformats.org/drawingml/2006/main">
            <a:srgbClr val="E8EFFA"/>
          </a:solidFill>
          <a:ln xmlns:a="http://schemas.openxmlformats.org/drawingml/2006/main" w="24862">
            <a:solidFill>
              <a:srgbClr val="9CB8DC"/>
            </a:solidFill>
            <a:prstDash val="solid"/>
          </a:ln>
        </p:spPr>
      </p:sp>
      <p:sp>
        <p:nvSpPr>
          <p:cNvPr id="268" name="path-229">
            <a:extLst xmlns:a="http://schemas.openxmlformats.org/drawingml/2006/main">
              <a:ext uri="{FF2B5EF4-FFF2-40B4-BE49-F238E27FC236}">
                <a16:creationId xmlns:a16="http://schemas.microsoft.com/office/drawing/2014/main" id="{6D5287B9-1766-445B-90BD-243868E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38" y="2895888"/>
            <a:ext cx="401577" cy="502119"/>
          </a:xfrm>
          <a:custGeom xmlns:a="http://schemas.openxmlformats.org/drawingml/2006/main">
            <a:pathLst>
              <a:path w="401577" h="502119">
                <a:moveTo>
                  <a:pt x="0" y="49728"/>
                </a:moveTo>
                <a:lnTo>
                  <a:pt x="48087" y="0"/>
                </a:lnTo>
                <a:lnTo>
                  <a:pt x="352936" y="0"/>
                </a:lnTo>
                <a:lnTo>
                  <a:pt x="401577" y="49728"/>
                </a:lnTo>
                <a:lnTo>
                  <a:pt x="401577" y="200531"/>
                </a:lnTo>
                <a:lnTo>
                  <a:pt x="389145" y="290777"/>
                </a:lnTo>
                <a:lnTo>
                  <a:pt x="344833" y="381595"/>
                </a:lnTo>
                <a:lnTo>
                  <a:pt x="248618" y="471841"/>
                </a:lnTo>
                <a:lnTo>
                  <a:pt x="200512" y="502119"/>
                </a:lnTo>
                <a:lnTo>
                  <a:pt x="152405" y="471841"/>
                </a:lnTo>
                <a:lnTo>
                  <a:pt x="56211" y="381595"/>
                </a:lnTo>
                <a:lnTo>
                  <a:pt x="11879" y="290777"/>
                </a:lnTo>
                <a:lnTo>
                  <a:pt x="0" y="200531"/>
                </a:lnTo>
                <a:lnTo>
                  <a:pt x="0" y="49728"/>
                </a:lnTo>
              </a:path>
            </a:pathLst>
          </a:custGeom>
          <a:solidFill xmlns:a="http://schemas.openxmlformats.org/drawingml/2006/main">
            <a:srgbClr val="2B5190"/>
          </a:solidFill>
          <a:ln xmlns:a="http://schemas.openxmlformats.org/drawingml/2006/main" w="17295">
            <a:solidFill>
              <a:srgbClr val="5B86C4"/>
            </a:solidFill>
            <a:prstDash val="solid"/>
          </a:ln>
        </p:spPr>
      </p:sp>
      <p:sp>
        <p:nvSpPr>
          <p:cNvPr id="269" name="path-230">
            <a:extLst xmlns:a="http://schemas.openxmlformats.org/drawingml/2006/main">
              <a:ext uri="{FF2B5EF4-FFF2-40B4-BE49-F238E27FC236}">
                <a16:creationId xmlns:a16="http://schemas.microsoft.com/office/drawing/2014/main" id="{6A2A9B74-EAA2-419E-904D-C7DA307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331" y="3106678"/>
            <a:ext cx="64314" cy="79988"/>
          </a:xfrm>
          <a:custGeom xmlns:a="http://schemas.openxmlformats.org/drawingml/2006/main">
            <a:pathLst>
              <a:path w="64314" h="79988">
                <a:moveTo>
                  <a:pt x="0" y="0"/>
                </a:moveTo>
                <a:lnTo>
                  <a:pt x="64314" y="79988"/>
                </a:lnTo>
              </a:path>
            </a:pathLst>
          </a:custGeom>
          <a:noFill xmlns:a="http://schemas.openxmlformats.org/drawingml/2006/main"/>
          <a:ln xmlns:a="http://schemas.openxmlformats.org/drawingml/2006/main" w="64858">
            <a:solidFill>
              <a:srgbClr val="FFFFFF"/>
            </a:solidFill>
            <a:prstDash val="solid"/>
          </a:ln>
        </p:spPr>
      </p:sp>
      <p:sp>
        <p:nvSpPr>
          <p:cNvPr id="270" name="path-231">
            <a:extLst xmlns:a="http://schemas.openxmlformats.org/drawingml/2006/main">
              <a:ext uri="{FF2B5EF4-FFF2-40B4-BE49-F238E27FC236}">
                <a16:creationId xmlns:a16="http://schemas.microsoft.com/office/drawing/2014/main" id="{5540740B-8DB6-410E-947A-3F81C95C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44" y="3021276"/>
            <a:ext cx="120524" cy="165390"/>
          </a:xfrm>
          <a:custGeom xmlns:a="http://schemas.openxmlformats.org/drawingml/2006/main">
            <a:pathLst>
              <a:path w="120524" h="165390">
                <a:moveTo>
                  <a:pt x="0" y="165390"/>
                </a:moveTo>
                <a:lnTo>
                  <a:pt x="1205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858">
            <a:solidFill>
              <a:srgbClr val="FFFFFF"/>
            </a:solidFill>
            <a:prstDash val="solid"/>
          </a:ln>
        </p:spPr>
      </p:sp>
      <p:sp>
        <p:nvSpPr>
          <p:cNvPr id="271" name="text-232 Verified">
            <a:extLst xmlns:a="http://schemas.openxmlformats.org/drawingml/2006/main">
              <a:ext uri="{FF2B5EF4-FFF2-40B4-BE49-F238E27FC236}">
                <a16:creationId xmlns:a16="http://schemas.microsoft.com/office/drawing/2014/main" id="{A8E59266-6ED9-415E-A21C-FF61F4AE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4778" y="3545603"/>
            <a:ext cx="831875" cy="30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1B3C76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72" name="text-232 Hard">
            <a:extLst xmlns:a="http://schemas.openxmlformats.org/drawingml/2006/main">
              <a:ext uri="{FF2B5EF4-FFF2-40B4-BE49-F238E27FC236}">
                <a16:creationId xmlns:a16="http://schemas.microsoft.com/office/drawing/2014/main" id="{6144000B-B147-417A-B53D-F853CA85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8641" y="3545512"/>
            <a:ext cx="539371" cy="307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1B3C76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73" name="text-233 Examples">
            <a:extLst xmlns:a="http://schemas.openxmlformats.org/drawingml/2006/main">
              <a:ext uri="{FF2B5EF4-FFF2-40B4-BE49-F238E27FC236}">
                <a16:creationId xmlns:a16="http://schemas.microsoft.com/office/drawing/2014/main" id="{E448C0A5-0FA6-45BF-89C0-C10A18F9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9634" y="3824429"/>
            <a:ext cx="1063912" cy="307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1B3C76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274" name="path-234">
            <a:extLst xmlns:a="http://schemas.openxmlformats.org/drawingml/2006/main">
              <a:ext uri="{FF2B5EF4-FFF2-40B4-BE49-F238E27FC236}">
                <a16:creationId xmlns:a16="http://schemas.microsoft.com/office/drawing/2014/main" id="{AEA4EA98-A44F-458E-9F11-B9DF556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534" y="4563307"/>
            <a:ext cx="2509507" cy="1534996"/>
          </a:xfrm>
          <a:custGeom xmlns:a="http://schemas.openxmlformats.org/drawingml/2006/main">
            <a:pathLst>
              <a:path w="2509507" h="1534996">
                <a:moveTo>
                  <a:pt x="0" y="153492"/>
                </a:moveTo>
                <a:lnTo>
                  <a:pt x="0" y="153492"/>
                </a:lnTo>
                <a:cubicBezTo>
                  <a:pt x="0" y="126473"/>
                  <a:pt x="7035" y="99989"/>
                  <a:pt x="20536" y="76746"/>
                </a:cubicBezTo>
                <a:cubicBezTo>
                  <a:pt x="34054" y="53503"/>
                  <a:pt x="53503" y="34054"/>
                  <a:pt x="76746" y="20536"/>
                </a:cubicBezTo>
                <a:cubicBezTo>
                  <a:pt x="99989" y="7017"/>
                  <a:pt x="126473" y="0"/>
                  <a:pt x="153511" y="0"/>
                </a:cubicBezTo>
                <a:lnTo>
                  <a:pt x="2355997" y="0"/>
                </a:lnTo>
                <a:cubicBezTo>
                  <a:pt x="2383034" y="0"/>
                  <a:pt x="2409519" y="7017"/>
                  <a:pt x="2432762" y="20536"/>
                </a:cubicBezTo>
                <a:cubicBezTo>
                  <a:pt x="2455985" y="34054"/>
                  <a:pt x="2475453" y="53503"/>
                  <a:pt x="2488973" y="76746"/>
                </a:cubicBezTo>
                <a:cubicBezTo>
                  <a:pt x="2502471" y="99989"/>
                  <a:pt x="2509507" y="126473"/>
                  <a:pt x="2509507" y="153492"/>
                </a:cubicBezTo>
                <a:lnTo>
                  <a:pt x="2509507" y="1381485"/>
                </a:lnTo>
                <a:cubicBezTo>
                  <a:pt x="2509507" y="1408522"/>
                  <a:pt x="2502471" y="1435007"/>
                  <a:pt x="2488973" y="1458250"/>
                </a:cubicBezTo>
                <a:cubicBezTo>
                  <a:pt x="2475453" y="1481474"/>
                  <a:pt x="2455985" y="1500942"/>
                  <a:pt x="2432762" y="1514461"/>
                </a:cubicBezTo>
                <a:cubicBezTo>
                  <a:pt x="2409519" y="1527960"/>
                  <a:pt x="2383034" y="1534996"/>
                  <a:pt x="2355997" y="1534996"/>
                </a:cubicBezTo>
                <a:lnTo>
                  <a:pt x="153511" y="1534996"/>
                </a:lnTo>
                <a:cubicBezTo>
                  <a:pt x="126473" y="1534996"/>
                  <a:pt x="99989" y="1527960"/>
                  <a:pt x="76746" y="1514461"/>
                </a:cubicBezTo>
                <a:cubicBezTo>
                  <a:pt x="53503" y="1500942"/>
                  <a:pt x="34054" y="1481474"/>
                  <a:pt x="20536" y="1458250"/>
                </a:cubicBezTo>
                <a:cubicBezTo>
                  <a:pt x="7035" y="1435007"/>
                  <a:pt x="0" y="1408522"/>
                  <a:pt x="0" y="1381485"/>
                </a:cubicBezTo>
                <a:lnTo>
                  <a:pt x="0" y="153492"/>
                </a:lnTo>
              </a:path>
            </a:pathLst>
          </a:custGeom>
          <a:solidFill xmlns:a="http://schemas.openxmlformats.org/drawingml/2006/main">
            <a:srgbClr val="ECF5EA"/>
          </a:solidFill>
          <a:ln xmlns:a="http://schemas.openxmlformats.org/drawingml/2006/main" w="24862">
            <a:solidFill>
              <a:srgbClr val="A6C8A4"/>
            </a:solidFill>
            <a:prstDash val="solid"/>
          </a:ln>
        </p:spPr>
      </p:sp>
      <p:sp>
        <p:nvSpPr>
          <p:cNvPr id="275" name="path-235">
            <a:extLst xmlns:a="http://schemas.openxmlformats.org/drawingml/2006/main">
              <a:ext uri="{FF2B5EF4-FFF2-40B4-BE49-F238E27FC236}">
                <a16:creationId xmlns:a16="http://schemas.microsoft.com/office/drawing/2014/main" id="{CB6079F8-6B55-49D9-A7E8-0B2F60A3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38" y="4755715"/>
            <a:ext cx="502100" cy="502119"/>
          </a:xfrm>
          <a:custGeom xmlns:a="http://schemas.openxmlformats.org/drawingml/2006/main">
            <a:pathLst>
              <a:path w="502100" h="502119">
                <a:moveTo>
                  <a:pt x="0" y="250792"/>
                </a:moveTo>
                <a:lnTo>
                  <a:pt x="0" y="250792"/>
                </a:lnTo>
                <a:cubicBezTo>
                  <a:pt x="0" y="206462"/>
                  <a:pt x="11345" y="163236"/>
                  <a:pt x="33502" y="125406"/>
                </a:cubicBezTo>
                <a:cubicBezTo>
                  <a:pt x="55658" y="87023"/>
                  <a:pt x="87557" y="55123"/>
                  <a:pt x="125387" y="33520"/>
                </a:cubicBezTo>
                <a:cubicBezTo>
                  <a:pt x="163769" y="11345"/>
                  <a:pt x="206996" y="0"/>
                  <a:pt x="251326" y="0"/>
                </a:cubicBezTo>
                <a:cubicBezTo>
                  <a:pt x="295105" y="0"/>
                  <a:pt x="338331" y="11345"/>
                  <a:pt x="376714" y="33520"/>
                </a:cubicBezTo>
                <a:cubicBezTo>
                  <a:pt x="414543" y="55123"/>
                  <a:pt x="446442" y="87023"/>
                  <a:pt x="468598" y="125406"/>
                </a:cubicBezTo>
                <a:cubicBezTo>
                  <a:pt x="490754" y="163236"/>
                  <a:pt x="502100" y="206462"/>
                  <a:pt x="502100" y="250792"/>
                </a:cubicBezTo>
                <a:cubicBezTo>
                  <a:pt x="502100" y="295105"/>
                  <a:pt x="490754" y="338350"/>
                  <a:pt x="468598" y="376180"/>
                </a:cubicBezTo>
                <a:cubicBezTo>
                  <a:pt x="446442" y="414562"/>
                  <a:pt x="414543" y="446442"/>
                  <a:pt x="376714" y="468065"/>
                </a:cubicBezTo>
                <a:cubicBezTo>
                  <a:pt x="338331" y="490221"/>
                  <a:pt x="295105" y="502119"/>
                  <a:pt x="251326" y="502119"/>
                </a:cubicBezTo>
                <a:cubicBezTo>
                  <a:pt x="206996" y="502119"/>
                  <a:pt x="163769" y="490221"/>
                  <a:pt x="125387" y="468065"/>
                </a:cubicBezTo>
                <a:cubicBezTo>
                  <a:pt x="87557" y="446442"/>
                  <a:pt x="55658" y="414562"/>
                  <a:pt x="33502" y="376180"/>
                </a:cubicBezTo>
                <a:cubicBezTo>
                  <a:pt x="11345" y="338350"/>
                  <a:pt x="0" y="295105"/>
                  <a:pt x="0" y="250792"/>
                </a:cubicBezTo>
              </a:path>
            </a:pathLst>
          </a:custGeom>
          <a:solidFill xmlns:a="http://schemas.openxmlformats.org/drawingml/2006/main">
            <a:srgbClr val="2C6340"/>
          </a:solidFill>
          <a:ln xmlns:a="http://schemas.openxmlformats.org/drawingml/2006/main" w="13512">
            <a:solidFill>
              <a:srgbClr val="2C6340"/>
            </a:solidFill>
            <a:prstDash val="solid"/>
          </a:ln>
        </p:spPr>
      </p:sp>
      <p:sp>
        <p:nvSpPr>
          <p:cNvPr id="276" name="path-236">
            <a:extLst xmlns:a="http://schemas.openxmlformats.org/drawingml/2006/main">
              <a:ext uri="{FF2B5EF4-FFF2-40B4-BE49-F238E27FC236}">
                <a16:creationId xmlns:a16="http://schemas.microsoft.com/office/drawing/2014/main" id="{797ED477-796F-42EE-9D8D-B428A42B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704" y="4801668"/>
            <a:ext cx="409167" cy="409147"/>
          </a:xfrm>
          <a:custGeom xmlns:a="http://schemas.openxmlformats.org/drawingml/2006/main">
            <a:pathLst>
              <a:path w="409167" h="409147">
                <a:moveTo>
                  <a:pt x="0" y="204840"/>
                </a:moveTo>
                <a:lnTo>
                  <a:pt x="0" y="204840"/>
                </a:lnTo>
                <a:cubicBezTo>
                  <a:pt x="0" y="169165"/>
                  <a:pt x="9191" y="133490"/>
                  <a:pt x="27572" y="102678"/>
                </a:cubicBezTo>
                <a:cubicBezTo>
                  <a:pt x="45400" y="71331"/>
                  <a:pt x="71350" y="45399"/>
                  <a:pt x="102163" y="27553"/>
                </a:cubicBezTo>
                <a:cubicBezTo>
                  <a:pt x="133510" y="9725"/>
                  <a:pt x="168632" y="0"/>
                  <a:pt x="204860" y="0"/>
                </a:cubicBezTo>
                <a:cubicBezTo>
                  <a:pt x="240535" y="0"/>
                  <a:pt x="275657" y="9725"/>
                  <a:pt x="307004" y="27553"/>
                </a:cubicBezTo>
                <a:cubicBezTo>
                  <a:pt x="337817" y="45399"/>
                  <a:pt x="363767" y="71331"/>
                  <a:pt x="381595" y="102678"/>
                </a:cubicBezTo>
                <a:cubicBezTo>
                  <a:pt x="399975" y="133490"/>
                  <a:pt x="409167" y="169165"/>
                  <a:pt x="409167" y="204840"/>
                </a:cubicBezTo>
                <a:cubicBezTo>
                  <a:pt x="409167" y="240515"/>
                  <a:pt x="399975" y="276190"/>
                  <a:pt x="381595" y="306984"/>
                </a:cubicBezTo>
                <a:cubicBezTo>
                  <a:pt x="363767" y="338330"/>
                  <a:pt x="337817" y="364281"/>
                  <a:pt x="307004" y="382128"/>
                </a:cubicBezTo>
                <a:cubicBezTo>
                  <a:pt x="275657" y="399956"/>
                  <a:pt x="240535" y="409147"/>
                  <a:pt x="204860" y="409147"/>
                </a:cubicBezTo>
                <a:cubicBezTo>
                  <a:pt x="168632" y="409147"/>
                  <a:pt x="133510" y="399956"/>
                  <a:pt x="102163" y="382128"/>
                </a:cubicBezTo>
                <a:cubicBezTo>
                  <a:pt x="71350" y="364281"/>
                  <a:pt x="45400" y="338330"/>
                  <a:pt x="27572" y="306984"/>
                </a:cubicBezTo>
                <a:cubicBezTo>
                  <a:pt x="9191" y="276190"/>
                  <a:pt x="0" y="240515"/>
                  <a:pt x="0" y="20484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C6340"/>
            </a:solidFill>
            <a:prstDash val="solid"/>
          </a:ln>
        </p:spPr>
      </p:sp>
      <p:sp>
        <p:nvSpPr>
          <p:cNvPr id="277" name="path-237">
            <a:extLst xmlns:a="http://schemas.openxmlformats.org/drawingml/2006/main">
              <a:ext uri="{FF2B5EF4-FFF2-40B4-BE49-F238E27FC236}">
                <a16:creationId xmlns:a16="http://schemas.microsoft.com/office/drawing/2014/main" id="{627ACA7C-46E3-4777-8167-BC0B33EC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191" y="4848688"/>
            <a:ext cx="316193" cy="316174"/>
          </a:xfrm>
          <a:custGeom xmlns:a="http://schemas.openxmlformats.org/drawingml/2006/main">
            <a:pathLst>
              <a:path w="316193" h="316174">
                <a:moveTo>
                  <a:pt x="0" y="157820"/>
                </a:moveTo>
                <a:lnTo>
                  <a:pt x="0" y="157820"/>
                </a:lnTo>
                <a:cubicBezTo>
                  <a:pt x="0" y="130249"/>
                  <a:pt x="7570" y="102697"/>
                  <a:pt x="21088" y="78901"/>
                </a:cubicBezTo>
                <a:cubicBezTo>
                  <a:pt x="35140" y="54590"/>
                  <a:pt x="55123" y="34588"/>
                  <a:pt x="78920" y="21070"/>
                </a:cubicBezTo>
                <a:cubicBezTo>
                  <a:pt x="103230" y="7017"/>
                  <a:pt x="130267" y="0"/>
                  <a:pt x="158373" y="0"/>
                </a:cubicBezTo>
                <a:cubicBezTo>
                  <a:pt x="185925" y="0"/>
                  <a:pt x="212963" y="7017"/>
                  <a:pt x="237273" y="21070"/>
                </a:cubicBezTo>
                <a:cubicBezTo>
                  <a:pt x="261050" y="34588"/>
                  <a:pt x="281052" y="54590"/>
                  <a:pt x="295104" y="78901"/>
                </a:cubicBezTo>
                <a:cubicBezTo>
                  <a:pt x="308623" y="102697"/>
                  <a:pt x="316193" y="130249"/>
                  <a:pt x="316193" y="157820"/>
                </a:cubicBezTo>
                <a:cubicBezTo>
                  <a:pt x="316193" y="185392"/>
                  <a:pt x="308623" y="212944"/>
                  <a:pt x="295104" y="236721"/>
                </a:cubicBezTo>
                <a:cubicBezTo>
                  <a:pt x="281052" y="261050"/>
                  <a:pt x="261050" y="281052"/>
                  <a:pt x="237273" y="294572"/>
                </a:cubicBezTo>
                <a:cubicBezTo>
                  <a:pt x="212963" y="308624"/>
                  <a:pt x="185925" y="316174"/>
                  <a:pt x="158373" y="316174"/>
                </a:cubicBezTo>
                <a:cubicBezTo>
                  <a:pt x="130267" y="316174"/>
                  <a:pt x="103230" y="308624"/>
                  <a:pt x="78920" y="294572"/>
                </a:cubicBezTo>
                <a:cubicBezTo>
                  <a:pt x="55123" y="281052"/>
                  <a:pt x="35140" y="261050"/>
                  <a:pt x="21088" y="236721"/>
                </a:cubicBezTo>
                <a:cubicBezTo>
                  <a:pt x="7570" y="212944"/>
                  <a:pt x="0" y="185392"/>
                  <a:pt x="0" y="157820"/>
                </a:cubicBezTo>
              </a:path>
            </a:pathLst>
          </a:custGeom>
          <a:solidFill xmlns:a="http://schemas.openxmlformats.org/drawingml/2006/main">
            <a:srgbClr val="4C9262"/>
          </a:solidFill>
          <a:ln xmlns:a="http://schemas.openxmlformats.org/drawingml/2006/main" w="13512">
            <a:solidFill>
              <a:srgbClr val="2C6340"/>
            </a:solidFill>
            <a:prstDash val="solid"/>
          </a:ln>
        </p:spPr>
      </p:sp>
      <p:sp>
        <p:nvSpPr>
          <p:cNvPr id="278" name="path-238">
            <a:extLst xmlns:a="http://schemas.openxmlformats.org/drawingml/2006/main">
              <a:ext uri="{FF2B5EF4-FFF2-40B4-BE49-F238E27FC236}">
                <a16:creationId xmlns:a16="http://schemas.microsoft.com/office/drawing/2014/main" id="{C6D1BE0F-E2E8-455B-9BBC-4795703A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677" y="4895174"/>
            <a:ext cx="223221" cy="223221"/>
          </a:xfrm>
          <a:custGeom xmlns:a="http://schemas.openxmlformats.org/drawingml/2006/main">
            <a:pathLst>
              <a:path w="223221" h="223221">
                <a:moveTo>
                  <a:pt x="0" y="111333"/>
                </a:moveTo>
                <a:lnTo>
                  <a:pt x="0" y="111333"/>
                </a:lnTo>
                <a:cubicBezTo>
                  <a:pt x="0" y="91866"/>
                  <a:pt x="5396" y="72417"/>
                  <a:pt x="15139" y="55657"/>
                </a:cubicBezTo>
                <a:cubicBezTo>
                  <a:pt x="24864" y="38363"/>
                  <a:pt x="38916" y="24310"/>
                  <a:pt x="55676" y="14587"/>
                </a:cubicBezTo>
                <a:cubicBezTo>
                  <a:pt x="72971" y="4862"/>
                  <a:pt x="91886" y="0"/>
                  <a:pt x="111887" y="0"/>
                </a:cubicBezTo>
                <a:cubicBezTo>
                  <a:pt x="131335" y="0"/>
                  <a:pt x="150250" y="4862"/>
                  <a:pt x="167545" y="14587"/>
                </a:cubicBezTo>
                <a:cubicBezTo>
                  <a:pt x="184305" y="24310"/>
                  <a:pt x="198357" y="38363"/>
                  <a:pt x="208082" y="55657"/>
                </a:cubicBezTo>
                <a:cubicBezTo>
                  <a:pt x="217825" y="72417"/>
                  <a:pt x="223221" y="91866"/>
                  <a:pt x="223221" y="111333"/>
                </a:cubicBezTo>
                <a:cubicBezTo>
                  <a:pt x="223221" y="130783"/>
                  <a:pt x="217825" y="150250"/>
                  <a:pt x="208082" y="167010"/>
                </a:cubicBezTo>
                <a:cubicBezTo>
                  <a:pt x="198357" y="184305"/>
                  <a:pt x="184305" y="198357"/>
                  <a:pt x="167545" y="208082"/>
                </a:cubicBezTo>
                <a:cubicBezTo>
                  <a:pt x="150250" y="217806"/>
                  <a:pt x="131335" y="223221"/>
                  <a:pt x="111887" y="223221"/>
                </a:cubicBezTo>
                <a:cubicBezTo>
                  <a:pt x="91886" y="223221"/>
                  <a:pt x="72971" y="217806"/>
                  <a:pt x="55676" y="208082"/>
                </a:cubicBezTo>
                <a:cubicBezTo>
                  <a:pt x="38916" y="198357"/>
                  <a:pt x="24864" y="184305"/>
                  <a:pt x="15139" y="167010"/>
                </a:cubicBezTo>
                <a:cubicBezTo>
                  <a:pt x="5396" y="150250"/>
                  <a:pt x="0" y="130783"/>
                  <a:pt x="0" y="1113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C6340"/>
            </a:solidFill>
            <a:prstDash val="solid"/>
          </a:ln>
        </p:spPr>
      </p:sp>
      <p:sp>
        <p:nvSpPr>
          <p:cNvPr id="279" name="path-239">
            <a:extLst xmlns:a="http://schemas.openxmlformats.org/drawingml/2006/main">
              <a:ext uri="{FF2B5EF4-FFF2-40B4-BE49-F238E27FC236}">
                <a16:creationId xmlns:a16="http://schemas.microsoft.com/office/drawing/2014/main" id="{FF599628-642A-4510-85CF-A9F179A5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163" y="4941641"/>
            <a:ext cx="130249" cy="130268"/>
          </a:xfrm>
          <a:custGeom xmlns:a="http://schemas.openxmlformats.org/drawingml/2006/main">
            <a:pathLst>
              <a:path w="130249" h="130268">
                <a:moveTo>
                  <a:pt x="0" y="64866"/>
                </a:moveTo>
                <a:lnTo>
                  <a:pt x="0" y="64866"/>
                </a:lnTo>
                <a:cubicBezTo>
                  <a:pt x="0" y="53522"/>
                  <a:pt x="3241" y="42158"/>
                  <a:pt x="8638" y="32433"/>
                </a:cubicBezTo>
                <a:cubicBezTo>
                  <a:pt x="14587" y="22175"/>
                  <a:pt x="22691" y="14053"/>
                  <a:pt x="32434" y="8656"/>
                </a:cubicBezTo>
                <a:cubicBezTo>
                  <a:pt x="42692" y="2707"/>
                  <a:pt x="53503" y="0"/>
                  <a:pt x="65401" y="0"/>
                </a:cubicBezTo>
                <a:cubicBezTo>
                  <a:pt x="76746" y="0"/>
                  <a:pt x="87557" y="2707"/>
                  <a:pt x="97815" y="8656"/>
                </a:cubicBezTo>
                <a:cubicBezTo>
                  <a:pt x="107560" y="14053"/>
                  <a:pt x="115663" y="22175"/>
                  <a:pt x="121612" y="32433"/>
                </a:cubicBezTo>
                <a:cubicBezTo>
                  <a:pt x="127008" y="42158"/>
                  <a:pt x="130249" y="53522"/>
                  <a:pt x="130249" y="64866"/>
                </a:cubicBezTo>
                <a:cubicBezTo>
                  <a:pt x="130249" y="76212"/>
                  <a:pt x="127008" y="87557"/>
                  <a:pt x="121612" y="97300"/>
                </a:cubicBezTo>
                <a:cubicBezTo>
                  <a:pt x="115663" y="107558"/>
                  <a:pt x="107560" y="115662"/>
                  <a:pt x="97815" y="121078"/>
                </a:cubicBezTo>
                <a:cubicBezTo>
                  <a:pt x="87557" y="127026"/>
                  <a:pt x="76746" y="130268"/>
                  <a:pt x="65401" y="130268"/>
                </a:cubicBezTo>
                <a:cubicBezTo>
                  <a:pt x="53503" y="130268"/>
                  <a:pt x="42692" y="127026"/>
                  <a:pt x="32434" y="121078"/>
                </a:cubicBezTo>
                <a:cubicBezTo>
                  <a:pt x="22691" y="115662"/>
                  <a:pt x="14587" y="107558"/>
                  <a:pt x="8638" y="97300"/>
                </a:cubicBezTo>
                <a:cubicBezTo>
                  <a:pt x="3241" y="87557"/>
                  <a:pt x="0" y="76212"/>
                  <a:pt x="0" y="64866"/>
                </a:cubicBezTo>
              </a:path>
            </a:pathLst>
          </a:custGeom>
          <a:solidFill xmlns:a="http://schemas.openxmlformats.org/drawingml/2006/main">
            <a:srgbClr val="74B28A"/>
          </a:solidFill>
          <a:ln xmlns:a="http://schemas.openxmlformats.org/drawingml/2006/main" w="13512">
            <a:solidFill>
              <a:srgbClr val="2C6340"/>
            </a:solidFill>
            <a:prstDash val="solid"/>
          </a:ln>
        </p:spPr>
      </p:sp>
      <p:sp>
        <p:nvSpPr>
          <p:cNvPr id="280" name="path-240">
            <a:extLst xmlns:a="http://schemas.openxmlformats.org/drawingml/2006/main">
              <a:ext uri="{FF2B5EF4-FFF2-40B4-BE49-F238E27FC236}">
                <a16:creationId xmlns:a16="http://schemas.microsoft.com/office/drawing/2014/main" id="{0AD1A06A-E2E2-413C-BDF0-1072ACA3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011" y="4725455"/>
            <a:ext cx="281052" cy="281052"/>
          </a:xfrm>
          <a:custGeom xmlns:a="http://schemas.openxmlformats.org/drawingml/2006/main">
            <a:pathLst>
              <a:path w="281052" h="281052">
                <a:moveTo>
                  <a:pt x="281052" y="0"/>
                </a:moveTo>
                <a:lnTo>
                  <a:pt x="0" y="281052"/>
                </a:lnTo>
              </a:path>
            </a:pathLst>
          </a:custGeom>
          <a:noFill xmlns:a="http://schemas.openxmlformats.org/drawingml/2006/main"/>
          <a:ln xmlns:a="http://schemas.openxmlformats.org/drawingml/2006/main" w="48643">
            <a:solidFill>
              <a:srgbClr val="2C6340"/>
            </a:solidFill>
            <a:prstDash val="solid"/>
          </a:ln>
        </p:spPr>
      </p:sp>
      <p:sp>
        <p:nvSpPr>
          <p:cNvPr id="281" name="path-241">
            <a:extLst xmlns:a="http://schemas.openxmlformats.org/drawingml/2006/main">
              <a:ext uri="{FF2B5EF4-FFF2-40B4-BE49-F238E27FC236}">
                <a16:creationId xmlns:a16="http://schemas.microsoft.com/office/drawing/2014/main" id="{FDCFFFD4-4EB5-4DC2-8D06-BD4BB41E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682" y="4765440"/>
            <a:ext cx="45400" cy="75678"/>
          </a:xfrm>
          <a:custGeom xmlns:a="http://schemas.openxmlformats.org/drawingml/2006/main">
            <a:pathLst>
              <a:path w="45400" h="75678">
                <a:moveTo>
                  <a:pt x="0" y="0"/>
                </a:moveTo>
                <a:lnTo>
                  <a:pt x="45400" y="75678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2C6340"/>
            </a:solidFill>
            <a:prstDash val="solid"/>
          </a:ln>
        </p:spPr>
      </p:sp>
      <p:sp>
        <p:nvSpPr>
          <p:cNvPr id="282" name="path-242">
            <a:extLst xmlns:a="http://schemas.openxmlformats.org/drawingml/2006/main">
              <a:ext uri="{FF2B5EF4-FFF2-40B4-BE49-F238E27FC236}">
                <a16:creationId xmlns:a16="http://schemas.microsoft.com/office/drawing/2014/main" id="{5260F3CF-4983-4427-8B64-84F89E93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539" y="4821116"/>
            <a:ext cx="45400" cy="75125"/>
          </a:xfrm>
          <a:custGeom xmlns:a="http://schemas.openxmlformats.org/drawingml/2006/main">
            <a:pathLst>
              <a:path w="45400" h="75125">
                <a:moveTo>
                  <a:pt x="0" y="0"/>
                </a:moveTo>
                <a:lnTo>
                  <a:pt x="45400" y="75125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2C6340"/>
            </a:solidFill>
            <a:prstDash val="solid"/>
          </a:ln>
        </p:spPr>
      </p:sp>
      <p:sp>
        <p:nvSpPr>
          <p:cNvPr id="283" name="text-243 Targeted">
            <a:extLst xmlns:a="http://schemas.openxmlformats.org/drawingml/2006/main">
              <a:ext uri="{FF2B5EF4-FFF2-40B4-BE49-F238E27FC236}">
                <a16:creationId xmlns:a16="http://schemas.microsoft.com/office/drawing/2014/main" id="{467629A7-6350-4955-8C19-21F0FB6B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7498" y="5405903"/>
            <a:ext cx="949731" cy="307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Targeted</a:t>
            </a:r>
          </a:p>
        </p:txBody>
      </p:sp>
      <p:sp>
        <p:nvSpPr>
          <p:cNvPr id="284" name="text-243 Refill">
            <a:extLst xmlns:a="http://schemas.openxmlformats.org/drawingml/2006/main">
              <a:ext uri="{FF2B5EF4-FFF2-40B4-BE49-F238E27FC236}">
                <a16:creationId xmlns:a16="http://schemas.microsoft.com/office/drawing/2014/main" id="{31ACF576-1327-4930-8AC7-1438A28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9204" y="5405867"/>
            <a:ext cx="576020" cy="307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Refill</a:t>
            </a:r>
          </a:p>
        </p:txBody>
      </p:sp>
      <p:sp>
        <p:nvSpPr>
          <p:cNvPr id="285" name="path-244">
            <a:extLst xmlns:a="http://schemas.openxmlformats.org/drawingml/2006/main">
              <a:ext uri="{FF2B5EF4-FFF2-40B4-BE49-F238E27FC236}">
                <a16:creationId xmlns:a16="http://schemas.microsoft.com/office/drawing/2014/main" id="{6405C6B0-FD4D-4E49-A031-494236A9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534" y="6423668"/>
            <a:ext cx="2509507" cy="1534996"/>
          </a:xfrm>
          <a:custGeom xmlns:a="http://schemas.openxmlformats.org/drawingml/2006/main">
            <a:pathLst>
              <a:path w="2509507" h="1534996">
                <a:moveTo>
                  <a:pt x="0" y="153511"/>
                </a:moveTo>
                <a:lnTo>
                  <a:pt x="0" y="153511"/>
                </a:lnTo>
                <a:cubicBezTo>
                  <a:pt x="0" y="126473"/>
                  <a:pt x="7035" y="99989"/>
                  <a:pt x="20536" y="76765"/>
                </a:cubicBezTo>
                <a:cubicBezTo>
                  <a:pt x="34054" y="53522"/>
                  <a:pt x="53503" y="34054"/>
                  <a:pt x="76746" y="20535"/>
                </a:cubicBezTo>
                <a:cubicBezTo>
                  <a:pt x="99989" y="7036"/>
                  <a:pt x="126473" y="0"/>
                  <a:pt x="153511" y="0"/>
                </a:cubicBezTo>
                <a:lnTo>
                  <a:pt x="2355997" y="0"/>
                </a:lnTo>
                <a:cubicBezTo>
                  <a:pt x="2383034" y="0"/>
                  <a:pt x="2409519" y="7036"/>
                  <a:pt x="2432762" y="20535"/>
                </a:cubicBezTo>
                <a:cubicBezTo>
                  <a:pt x="2455985" y="34054"/>
                  <a:pt x="2475453" y="53522"/>
                  <a:pt x="2488973" y="76765"/>
                </a:cubicBezTo>
                <a:cubicBezTo>
                  <a:pt x="2502471" y="99989"/>
                  <a:pt x="2509507" y="126473"/>
                  <a:pt x="2509507" y="153511"/>
                </a:cubicBezTo>
                <a:lnTo>
                  <a:pt x="2509507" y="1381504"/>
                </a:lnTo>
                <a:cubicBezTo>
                  <a:pt x="2509507" y="1408522"/>
                  <a:pt x="2502471" y="1435007"/>
                  <a:pt x="2488973" y="1458249"/>
                </a:cubicBezTo>
                <a:cubicBezTo>
                  <a:pt x="2475453" y="1481493"/>
                  <a:pt x="2455985" y="1500941"/>
                  <a:pt x="2432762" y="1514460"/>
                </a:cubicBezTo>
                <a:cubicBezTo>
                  <a:pt x="2409519" y="1527979"/>
                  <a:pt x="2383034" y="1534996"/>
                  <a:pt x="2355997" y="1534996"/>
                </a:cubicBezTo>
                <a:lnTo>
                  <a:pt x="153511" y="1534996"/>
                </a:lnTo>
                <a:cubicBezTo>
                  <a:pt x="126473" y="1534996"/>
                  <a:pt x="99989" y="1527979"/>
                  <a:pt x="76746" y="1514460"/>
                </a:cubicBezTo>
                <a:cubicBezTo>
                  <a:pt x="53503" y="1500941"/>
                  <a:pt x="34054" y="1481493"/>
                  <a:pt x="20536" y="1458249"/>
                </a:cubicBezTo>
                <a:cubicBezTo>
                  <a:pt x="7035" y="1435007"/>
                  <a:pt x="0" y="1408522"/>
                  <a:pt x="0" y="1381504"/>
                </a:cubicBezTo>
                <a:lnTo>
                  <a:pt x="0" y="153511"/>
                </a:lnTo>
              </a:path>
            </a:pathLst>
          </a:custGeom>
          <a:solidFill xmlns:a="http://schemas.openxmlformats.org/drawingml/2006/main">
            <a:srgbClr val="FDF2E2"/>
          </a:solidFill>
          <a:ln xmlns:a="http://schemas.openxmlformats.org/drawingml/2006/main" w="24862">
            <a:solidFill>
              <a:srgbClr val="E3BE8C"/>
            </a:solidFill>
            <a:prstDash val="solid"/>
          </a:ln>
        </p:spPr>
      </p:sp>
      <p:sp>
        <p:nvSpPr>
          <p:cNvPr id="286" name="path-245">
            <a:extLst xmlns:a="http://schemas.openxmlformats.org/drawingml/2006/main">
              <a:ext uri="{FF2B5EF4-FFF2-40B4-BE49-F238E27FC236}">
                <a16:creationId xmlns:a16="http://schemas.microsoft.com/office/drawing/2014/main" id="{57CC93D5-47CF-490C-AD3F-93E38955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619" y="6689600"/>
            <a:ext cx="128113" cy="353470"/>
          </a:xfrm>
          <a:custGeom xmlns:a="http://schemas.openxmlformats.org/drawingml/2006/main">
            <a:pathLst>
              <a:path w="128113" h="353470">
                <a:moveTo>
                  <a:pt x="128113" y="353470"/>
                </a:moveTo>
                <a:lnTo>
                  <a:pt x="105939" y="344833"/>
                </a:lnTo>
                <a:lnTo>
                  <a:pt x="85956" y="333488"/>
                </a:lnTo>
                <a:lnTo>
                  <a:pt x="67022" y="319435"/>
                </a:lnTo>
                <a:lnTo>
                  <a:pt x="49728" y="303743"/>
                </a:lnTo>
                <a:lnTo>
                  <a:pt x="35142" y="285915"/>
                </a:lnTo>
                <a:lnTo>
                  <a:pt x="22710" y="265913"/>
                </a:lnTo>
                <a:lnTo>
                  <a:pt x="12985" y="244844"/>
                </a:lnTo>
                <a:lnTo>
                  <a:pt x="5416" y="222688"/>
                </a:lnTo>
                <a:lnTo>
                  <a:pt x="1087" y="199979"/>
                </a:lnTo>
                <a:lnTo>
                  <a:pt x="0" y="176202"/>
                </a:lnTo>
                <a:lnTo>
                  <a:pt x="1087" y="152958"/>
                </a:lnTo>
                <a:lnTo>
                  <a:pt x="5416" y="130249"/>
                </a:lnTo>
                <a:lnTo>
                  <a:pt x="12985" y="108093"/>
                </a:lnTo>
                <a:lnTo>
                  <a:pt x="22710" y="87023"/>
                </a:lnTo>
                <a:lnTo>
                  <a:pt x="35142" y="67022"/>
                </a:lnTo>
                <a:lnTo>
                  <a:pt x="49728" y="49175"/>
                </a:lnTo>
                <a:lnTo>
                  <a:pt x="67022" y="33502"/>
                </a:lnTo>
                <a:lnTo>
                  <a:pt x="85956" y="19449"/>
                </a:lnTo>
                <a:lnTo>
                  <a:pt x="105939" y="8104"/>
                </a:lnTo>
                <a:lnTo>
                  <a:pt x="1281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344">
            <a:solidFill>
              <a:srgbClr val="A56214"/>
            </a:solidFill>
            <a:prstDash val="solid"/>
          </a:ln>
        </p:spPr>
      </p:sp>
      <p:sp>
        <p:nvSpPr>
          <p:cNvPr id="287" name="path-246">
            <a:extLst xmlns:a="http://schemas.openxmlformats.org/drawingml/2006/main">
              <a:ext uri="{FF2B5EF4-FFF2-40B4-BE49-F238E27FC236}">
                <a16:creationId xmlns:a16="http://schemas.microsoft.com/office/drawing/2014/main" id="{5A99E9B9-2C94-4FAD-8A8B-9D600B0F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867" y="6662029"/>
            <a:ext cx="125940" cy="77298"/>
          </a:xfrm>
          <a:custGeom xmlns:a="http://schemas.openxmlformats.org/drawingml/2006/main">
            <a:pathLst>
              <a:path w="125940" h="77298">
                <a:moveTo>
                  <a:pt x="125940" y="1621"/>
                </a:moveTo>
                <a:lnTo>
                  <a:pt x="24864" y="77298"/>
                </a:lnTo>
                <a:lnTo>
                  <a:pt x="0" y="0"/>
                </a:lnTo>
                <a:lnTo>
                  <a:pt x="125940" y="1621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47">
            <a:extLst xmlns:a="http://schemas.openxmlformats.org/drawingml/2006/main">
              <a:ext uri="{FF2B5EF4-FFF2-40B4-BE49-F238E27FC236}">
                <a16:creationId xmlns:a16="http://schemas.microsoft.com/office/drawing/2014/main" id="{7BA039E6-89D4-4FD7-B062-F4F540B2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842" y="6689600"/>
            <a:ext cx="128094" cy="353470"/>
          </a:xfrm>
          <a:custGeom xmlns:a="http://schemas.openxmlformats.org/drawingml/2006/main">
            <a:pathLst>
              <a:path w="128094" h="353470">
                <a:moveTo>
                  <a:pt x="0" y="0"/>
                </a:moveTo>
                <a:lnTo>
                  <a:pt x="21622" y="8104"/>
                </a:lnTo>
                <a:lnTo>
                  <a:pt x="41624" y="19449"/>
                </a:lnTo>
                <a:lnTo>
                  <a:pt x="60539" y="33502"/>
                </a:lnTo>
                <a:lnTo>
                  <a:pt x="77832" y="49175"/>
                </a:lnTo>
                <a:lnTo>
                  <a:pt x="92438" y="67022"/>
                </a:lnTo>
                <a:lnTo>
                  <a:pt x="104870" y="87023"/>
                </a:lnTo>
                <a:lnTo>
                  <a:pt x="114595" y="108093"/>
                </a:lnTo>
                <a:lnTo>
                  <a:pt x="122164" y="130249"/>
                </a:lnTo>
                <a:lnTo>
                  <a:pt x="126473" y="152958"/>
                </a:lnTo>
                <a:lnTo>
                  <a:pt x="128094" y="176202"/>
                </a:lnTo>
                <a:lnTo>
                  <a:pt x="126473" y="199979"/>
                </a:lnTo>
                <a:lnTo>
                  <a:pt x="122164" y="222688"/>
                </a:lnTo>
                <a:lnTo>
                  <a:pt x="114595" y="244844"/>
                </a:lnTo>
                <a:lnTo>
                  <a:pt x="104870" y="265913"/>
                </a:lnTo>
                <a:lnTo>
                  <a:pt x="92438" y="285915"/>
                </a:lnTo>
                <a:lnTo>
                  <a:pt x="77832" y="303743"/>
                </a:lnTo>
                <a:lnTo>
                  <a:pt x="60539" y="319435"/>
                </a:lnTo>
                <a:lnTo>
                  <a:pt x="41624" y="333488"/>
                </a:lnTo>
                <a:lnTo>
                  <a:pt x="21622" y="344833"/>
                </a:lnTo>
                <a:lnTo>
                  <a:pt x="0" y="353470"/>
                </a:lnTo>
              </a:path>
            </a:pathLst>
          </a:custGeom>
          <a:noFill xmlns:a="http://schemas.openxmlformats.org/drawingml/2006/main"/>
          <a:ln xmlns:a="http://schemas.openxmlformats.org/drawingml/2006/main" w="71344">
            <a:solidFill>
              <a:srgbClr val="A56214"/>
            </a:solidFill>
            <a:prstDash val="solid"/>
          </a:ln>
        </p:spPr>
      </p:sp>
      <p:sp>
        <p:nvSpPr>
          <p:cNvPr id="289" name="path-248">
            <a:extLst xmlns:a="http://schemas.openxmlformats.org/drawingml/2006/main">
              <a:ext uri="{FF2B5EF4-FFF2-40B4-BE49-F238E27FC236}">
                <a16:creationId xmlns:a16="http://schemas.microsoft.com/office/drawing/2014/main" id="{AAF8AA8C-A4C9-4D1C-B210-28FD3FD9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768" y="6994429"/>
            <a:ext cx="125940" cy="77299"/>
          </a:xfrm>
          <a:custGeom xmlns:a="http://schemas.openxmlformats.org/drawingml/2006/main">
            <a:pathLst>
              <a:path w="125940" h="77299">
                <a:moveTo>
                  <a:pt x="0" y="75126"/>
                </a:moveTo>
                <a:lnTo>
                  <a:pt x="100543" y="0"/>
                </a:lnTo>
                <a:lnTo>
                  <a:pt x="125940" y="77299"/>
                </a:lnTo>
                <a:lnTo>
                  <a:pt x="0" y="75126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49">
            <a:extLst xmlns:a="http://schemas.openxmlformats.org/drawingml/2006/main">
              <a:ext uri="{FF2B5EF4-FFF2-40B4-BE49-F238E27FC236}">
                <a16:creationId xmlns:a16="http://schemas.microsoft.com/office/drawing/2014/main" id="{70D7A291-04C7-4298-9A26-5C9EC98A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627" y="6780933"/>
            <a:ext cx="170786" cy="170805"/>
          </a:xfrm>
          <a:custGeom xmlns:a="http://schemas.openxmlformats.org/drawingml/2006/main">
            <a:pathLst>
              <a:path w="170786" h="170805">
                <a:moveTo>
                  <a:pt x="0" y="85402"/>
                </a:moveTo>
                <a:lnTo>
                  <a:pt x="0" y="85402"/>
                </a:lnTo>
                <a:cubicBezTo>
                  <a:pt x="0" y="70263"/>
                  <a:pt x="3776" y="55676"/>
                  <a:pt x="11345" y="42710"/>
                </a:cubicBezTo>
                <a:cubicBezTo>
                  <a:pt x="18915" y="29726"/>
                  <a:pt x="29726" y="18914"/>
                  <a:pt x="42692" y="11364"/>
                </a:cubicBezTo>
                <a:cubicBezTo>
                  <a:pt x="55658" y="3794"/>
                  <a:pt x="70264" y="0"/>
                  <a:pt x="85384" y="0"/>
                </a:cubicBezTo>
                <a:cubicBezTo>
                  <a:pt x="100523" y="0"/>
                  <a:pt x="115110" y="3794"/>
                  <a:pt x="128095" y="11364"/>
                </a:cubicBezTo>
                <a:cubicBezTo>
                  <a:pt x="141060" y="18914"/>
                  <a:pt x="151871" y="29726"/>
                  <a:pt x="159442" y="42710"/>
                </a:cubicBezTo>
                <a:cubicBezTo>
                  <a:pt x="167011" y="55676"/>
                  <a:pt x="170786" y="70263"/>
                  <a:pt x="170786" y="85402"/>
                </a:cubicBezTo>
                <a:cubicBezTo>
                  <a:pt x="170786" y="100541"/>
                  <a:pt x="167011" y="115128"/>
                  <a:pt x="159442" y="128094"/>
                </a:cubicBezTo>
                <a:cubicBezTo>
                  <a:pt x="151871" y="141079"/>
                  <a:pt x="141060" y="151890"/>
                  <a:pt x="128095" y="159460"/>
                </a:cubicBezTo>
                <a:cubicBezTo>
                  <a:pt x="115110" y="167010"/>
                  <a:pt x="100523" y="170805"/>
                  <a:pt x="85384" y="170805"/>
                </a:cubicBezTo>
                <a:cubicBezTo>
                  <a:pt x="70264" y="170805"/>
                  <a:pt x="55658" y="167010"/>
                  <a:pt x="42692" y="159460"/>
                </a:cubicBezTo>
                <a:cubicBezTo>
                  <a:pt x="29726" y="151890"/>
                  <a:pt x="18915" y="141079"/>
                  <a:pt x="11345" y="128094"/>
                </a:cubicBezTo>
                <a:cubicBezTo>
                  <a:pt x="3776" y="115128"/>
                  <a:pt x="0" y="100541"/>
                  <a:pt x="0" y="85402"/>
                </a:cubicBezTo>
              </a:path>
            </a:pathLst>
          </a:custGeom>
          <a:solidFill xmlns:a="http://schemas.openxmlformats.org/drawingml/2006/main">
            <a:srgbClr val="F0C0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text-250 Residual-Aware">
            <a:extLst xmlns:a="http://schemas.openxmlformats.org/drawingml/2006/main">
              <a:ext uri="{FF2B5EF4-FFF2-40B4-BE49-F238E27FC236}">
                <a16:creationId xmlns:a16="http://schemas.microsoft.com/office/drawing/2014/main" id="{09210BA7-03D8-4C62-A9DD-824D3383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476" y="7265685"/>
            <a:ext cx="1681880" cy="30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Residual-Aware</a:t>
            </a:r>
          </a:p>
        </p:txBody>
      </p:sp>
      <p:sp>
        <p:nvSpPr>
          <p:cNvPr id="292" name="text-251 Replay">
            <a:extLst xmlns:a="http://schemas.openxmlformats.org/drawingml/2006/main">
              <a:ext uri="{FF2B5EF4-FFF2-40B4-BE49-F238E27FC236}">
                <a16:creationId xmlns:a16="http://schemas.microsoft.com/office/drawing/2014/main" id="{7C214B4D-537D-4FB4-AC1B-4873CC5C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2059" y="7544669"/>
            <a:ext cx="758874" cy="307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728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293" name="path-252">
            <a:extLst xmlns:a="http://schemas.openxmlformats.org/drawingml/2006/main">
              <a:ext uri="{FF2B5EF4-FFF2-40B4-BE49-F238E27FC236}">
                <a16:creationId xmlns:a16="http://schemas.microsoft.com/office/drawing/2014/main" id="{0C4BB0EF-2878-49FD-BB14-3D92A90A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838" y="121002"/>
            <a:ext cx="9476976" cy="5048741"/>
          </a:xfrm>
          <a:custGeom xmlns:a="http://schemas.openxmlformats.org/drawingml/2006/main">
            <a:pathLst>
              <a:path w="9476976" h="5048741">
                <a:moveTo>
                  <a:pt x="0" y="151337"/>
                </a:moveTo>
                <a:lnTo>
                  <a:pt x="0" y="151337"/>
                </a:lnTo>
                <a:cubicBezTo>
                  <a:pt x="0" y="124853"/>
                  <a:pt x="7036" y="98368"/>
                  <a:pt x="20555" y="75677"/>
                </a:cubicBezTo>
                <a:cubicBezTo>
                  <a:pt x="33521" y="52435"/>
                  <a:pt x="52969" y="33520"/>
                  <a:pt x="75678" y="20001"/>
                </a:cubicBezTo>
                <a:cubicBezTo>
                  <a:pt x="98922" y="7036"/>
                  <a:pt x="124853" y="0"/>
                  <a:pt x="151338" y="0"/>
                </a:cubicBezTo>
                <a:lnTo>
                  <a:pt x="9325103" y="0"/>
                </a:lnTo>
                <a:cubicBezTo>
                  <a:pt x="9351590" y="0"/>
                  <a:pt x="9378072" y="7036"/>
                  <a:pt x="9400763" y="20536"/>
                </a:cubicBezTo>
                <a:cubicBezTo>
                  <a:pt x="9424007" y="33520"/>
                  <a:pt x="9442921" y="52969"/>
                  <a:pt x="9456441" y="75677"/>
                </a:cubicBezTo>
                <a:cubicBezTo>
                  <a:pt x="9469405" y="98921"/>
                  <a:pt x="9476441" y="124853"/>
                  <a:pt x="9476441" y="151337"/>
                </a:cubicBezTo>
                <a:lnTo>
                  <a:pt x="9476976" y="4896851"/>
                </a:lnTo>
                <a:cubicBezTo>
                  <a:pt x="9476976" y="4923336"/>
                  <a:pt x="9469958" y="4949820"/>
                  <a:pt x="9456441" y="4972530"/>
                </a:cubicBezTo>
                <a:cubicBezTo>
                  <a:pt x="9443473" y="4995773"/>
                  <a:pt x="9424007" y="5014688"/>
                  <a:pt x="9401316" y="5028187"/>
                </a:cubicBezTo>
                <a:cubicBezTo>
                  <a:pt x="9378072" y="5041172"/>
                  <a:pt x="9352121" y="5048189"/>
                  <a:pt x="9325639" y="5048189"/>
                </a:cubicBezTo>
                <a:lnTo>
                  <a:pt x="151338" y="5048741"/>
                </a:lnTo>
                <a:cubicBezTo>
                  <a:pt x="124853" y="5048741"/>
                  <a:pt x="98387" y="5041706"/>
                  <a:pt x="75678" y="5028187"/>
                </a:cubicBezTo>
                <a:cubicBezTo>
                  <a:pt x="52436" y="5015221"/>
                  <a:pt x="33521" y="4995773"/>
                  <a:pt x="20002" y="4973063"/>
                </a:cubicBezTo>
                <a:cubicBezTo>
                  <a:pt x="7036" y="4949820"/>
                  <a:pt x="0" y="4923889"/>
                  <a:pt x="0" y="4897404"/>
                </a:cubicBezTo>
                <a:lnTo>
                  <a:pt x="0" y="1513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374">
            <a:solidFill>
              <a:srgbClr val="3A7D44"/>
            </a:solidFill>
            <a:prstDash val="solid"/>
          </a:ln>
        </p:spPr>
      </p:sp>
      <p:sp>
        <p:nvSpPr>
          <p:cNvPr id="294" name="text-253 2.">
            <a:extLst xmlns:a="http://schemas.openxmlformats.org/drawingml/2006/main">
              <a:ext uri="{FF2B5EF4-FFF2-40B4-BE49-F238E27FC236}">
                <a16:creationId xmlns:a16="http://schemas.microsoft.com/office/drawing/2014/main" id="{8EA24CBC-DE09-43D6-8B8D-94D583F7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2816" y="148703"/>
            <a:ext cx="299034" cy="412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323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295" name="text-253 Unsupervised">
            <a:extLst xmlns:a="http://schemas.openxmlformats.org/drawingml/2006/main">
              <a:ext uri="{FF2B5EF4-FFF2-40B4-BE49-F238E27FC236}">
                <a16:creationId xmlns:a16="http://schemas.microsoft.com/office/drawing/2014/main" id="{D9D9B35D-9847-4AE9-BCB5-C68457BF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0406" y="148405"/>
            <a:ext cx="2005333" cy="413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Unsupervised</a:t>
            </a:r>
          </a:p>
        </p:txBody>
      </p:sp>
      <p:sp>
        <p:nvSpPr>
          <p:cNvPr id="296" name="text-253 Clustering">
            <a:extLst xmlns:a="http://schemas.openxmlformats.org/drawingml/2006/main">
              <a:ext uri="{FF2B5EF4-FFF2-40B4-BE49-F238E27FC236}">
                <a16:creationId xmlns:a16="http://schemas.microsoft.com/office/drawing/2014/main" id="{11E5A6E2-0A32-4731-9FAC-29AECE92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3943" y="148405"/>
            <a:ext cx="1512766" cy="413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297" name="text-253 &amp;">
            <a:extLst xmlns:a="http://schemas.openxmlformats.org/drawingml/2006/main">
              <a:ext uri="{FF2B5EF4-FFF2-40B4-BE49-F238E27FC236}">
                <a16:creationId xmlns:a16="http://schemas.microsoft.com/office/drawing/2014/main" id="{0BFF6A1C-B0ED-47FD-A283-5978D669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4915" y="147939"/>
            <a:ext cx="266747" cy="41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329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298" name="text-253 Long-Tail">
            <a:extLst xmlns:a="http://schemas.openxmlformats.org/drawingml/2006/main">
              <a:ext uri="{FF2B5EF4-FFF2-40B4-BE49-F238E27FC236}">
                <a16:creationId xmlns:a16="http://schemas.microsoft.com/office/drawing/2014/main" id="{AA557871-FA95-4F67-9B98-C463733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9981" y="148407"/>
            <a:ext cx="1359318" cy="41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Long-Tail</a:t>
            </a:r>
          </a:p>
        </p:txBody>
      </p:sp>
      <p:sp>
        <p:nvSpPr>
          <p:cNvPr id="299" name="text-253 Diagnosis">
            <a:extLst xmlns:a="http://schemas.openxmlformats.org/drawingml/2006/main">
              <a:ext uri="{FF2B5EF4-FFF2-40B4-BE49-F238E27FC236}">
                <a16:creationId xmlns:a16="http://schemas.microsoft.com/office/drawing/2014/main" id="{600F5CE5-A2A0-435D-80EE-2305D3F6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17506" y="148466"/>
            <a:ext cx="1463473" cy="413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300" name="path-254">
            <a:extLst xmlns:a="http://schemas.openxmlformats.org/drawingml/2006/main">
              <a:ext uri="{FF2B5EF4-FFF2-40B4-BE49-F238E27FC236}">
                <a16:creationId xmlns:a16="http://schemas.microsoft.com/office/drawing/2014/main" id="{60BB4BB5-70E5-4C70-999C-23A93A4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592" y="665831"/>
            <a:ext cx="1151781" cy="1712799"/>
          </a:xfrm>
          <a:custGeom xmlns:a="http://schemas.openxmlformats.org/drawingml/2006/main">
            <a:pathLst>
              <a:path w="1151781" h="1712799">
                <a:moveTo>
                  <a:pt x="535" y="138353"/>
                </a:moveTo>
                <a:lnTo>
                  <a:pt x="535" y="138353"/>
                </a:lnTo>
                <a:cubicBezTo>
                  <a:pt x="535" y="114042"/>
                  <a:pt x="7017" y="90246"/>
                  <a:pt x="18915" y="69177"/>
                </a:cubicBezTo>
                <a:cubicBezTo>
                  <a:pt x="31347" y="48088"/>
                  <a:pt x="48641" y="30794"/>
                  <a:pt x="69710" y="18915"/>
                </a:cubicBezTo>
                <a:cubicBezTo>
                  <a:pt x="90798" y="6483"/>
                  <a:pt x="114575" y="0"/>
                  <a:pt x="138905" y="0"/>
                </a:cubicBezTo>
                <a:lnTo>
                  <a:pt x="1013409" y="535"/>
                </a:lnTo>
                <a:cubicBezTo>
                  <a:pt x="1037739" y="535"/>
                  <a:pt x="1061516" y="7017"/>
                  <a:pt x="1082605" y="18915"/>
                </a:cubicBezTo>
                <a:cubicBezTo>
                  <a:pt x="1103674" y="31347"/>
                  <a:pt x="1120969" y="48641"/>
                  <a:pt x="1132866" y="69711"/>
                </a:cubicBezTo>
                <a:cubicBezTo>
                  <a:pt x="1145297" y="90798"/>
                  <a:pt x="1151781" y="114576"/>
                  <a:pt x="1151781" y="138905"/>
                </a:cubicBezTo>
                <a:lnTo>
                  <a:pt x="1151781" y="1574446"/>
                </a:lnTo>
                <a:cubicBezTo>
                  <a:pt x="1151781" y="1598758"/>
                  <a:pt x="1145297" y="1622553"/>
                  <a:pt x="1133400" y="1643623"/>
                </a:cubicBezTo>
                <a:cubicBezTo>
                  <a:pt x="1120969" y="1664711"/>
                  <a:pt x="1103674" y="1682005"/>
                  <a:pt x="1082605" y="1693884"/>
                </a:cubicBezTo>
                <a:cubicBezTo>
                  <a:pt x="1061516" y="1706316"/>
                  <a:pt x="1037739" y="1712799"/>
                  <a:pt x="1013409" y="1712799"/>
                </a:cubicBezTo>
                <a:lnTo>
                  <a:pt x="138352" y="1712799"/>
                </a:lnTo>
                <a:cubicBezTo>
                  <a:pt x="114042" y="1712799"/>
                  <a:pt x="90265" y="1706316"/>
                  <a:pt x="69177" y="1694437"/>
                </a:cubicBezTo>
                <a:cubicBezTo>
                  <a:pt x="48106" y="1682005"/>
                  <a:pt x="30794" y="1664711"/>
                  <a:pt x="18915" y="1643623"/>
                </a:cubicBezTo>
                <a:cubicBezTo>
                  <a:pt x="6482" y="1622553"/>
                  <a:pt x="0" y="1598758"/>
                  <a:pt x="0" y="1574446"/>
                </a:cubicBezTo>
                <a:lnTo>
                  <a:pt x="535" y="1383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1079">
            <a:solidFill>
              <a:srgbClr val="7AAE85"/>
            </a:solidFill>
            <a:prstDash val="solid"/>
          </a:ln>
        </p:spPr>
      </p:sp>
      <p:sp>
        <p:nvSpPr>
          <p:cNvPr id="301" name="text-255 Training">
            <a:extLst xmlns:a="http://schemas.openxmlformats.org/drawingml/2006/main">
              <a:ext uri="{FF2B5EF4-FFF2-40B4-BE49-F238E27FC236}">
                <a16:creationId xmlns:a16="http://schemas.microsoft.com/office/drawing/2014/main" id="{EBF1E32F-B9E8-4E27-B553-76FF89E4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0730" y="778531"/>
            <a:ext cx="658186" cy="226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02" name="text-256 Documents">
            <a:extLst xmlns:a="http://schemas.openxmlformats.org/drawingml/2006/main">
              <a:ext uri="{FF2B5EF4-FFF2-40B4-BE49-F238E27FC236}">
                <a16:creationId xmlns:a16="http://schemas.microsoft.com/office/drawing/2014/main" id="{6C962DD2-E5B7-4A21-9B9C-3E62C97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7221" y="1013626"/>
            <a:ext cx="925167" cy="230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9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303" name="path-257">
            <a:extLst xmlns:a="http://schemas.openxmlformats.org/drawingml/2006/main">
              <a:ext uri="{FF2B5EF4-FFF2-40B4-BE49-F238E27FC236}">
                <a16:creationId xmlns:a16="http://schemas.microsoft.com/office/drawing/2014/main" id="{13A5D22D-D17A-4C74-9E2A-9F4A3C86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549" y="1316027"/>
            <a:ext cx="299433" cy="383749"/>
          </a:xfrm>
          <a:custGeom xmlns:a="http://schemas.openxmlformats.org/drawingml/2006/main">
            <a:pathLst>
              <a:path w="299433" h="383749">
                <a:moveTo>
                  <a:pt x="0" y="0"/>
                </a:moveTo>
                <a:lnTo>
                  <a:pt x="209169" y="0"/>
                </a:lnTo>
                <a:lnTo>
                  <a:pt x="299433" y="89731"/>
                </a:lnTo>
                <a:lnTo>
                  <a:pt x="299433" y="383749"/>
                </a:lnTo>
                <a:lnTo>
                  <a:pt x="0" y="38374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304" name="path-258">
            <a:extLst xmlns:a="http://schemas.openxmlformats.org/drawingml/2006/main">
              <a:ext uri="{FF2B5EF4-FFF2-40B4-BE49-F238E27FC236}">
                <a16:creationId xmlns:a16="http://schemas.microsoft.com/office/drawing/2014/main" id="{D7148BC8-B4B3-41C2-BCFB-C49A50F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804" y="1316027"/>
            <a:ext cx="191" cy="89731"/>
          </a:xfrm>
          <a:custGeom xmlns:a="http://schemas.openxmlformats.org/drawingml/2006/main">
            <a:pathLst>
              <a:path w="191" h="89731">
                <a:moveTo>
                  <a:pt x="0" y="0"/>
                </a:moveTo>
                <a:lnTo>
                  <a:pt x="0" y="89731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305" name="path-259">
            <a:extLst xmlns:a="http://schemas.openxmlformats.org/drawingml/2006/main">
              <a:ext uri="{FF2B5EF4-FFF2-40B4-BE49-F238E27FC236}">
                <a16:creationId xmlns:a16="http://schemas.microsoft.com/office/drawing/2014/main" id="{C9EA95E2-BB84-4B63-B08C-E3B56817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804" y="1405758"/>
            <a:ext cx="89712" cy="191"/>
          </a:xfrm>
          <a:custGeom xmlns:a="http://schemas.openxmlformats.org/drawingml/2006/main">
            <a:pathLst>
              <a:path w="89712" h="191">
                <a:moveTo>
                  <a:pt x="0" y="0"/>
                </a:moveTo>
                <a:lnTo>
                  <a:pt x="89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306" name="path-260">
            <a:extLst xmlns:a="http://schemas.openxmlformats.org/drawingml/2006/main">
              <a:ext uri="{FF2B5EF4-FFF2-40B4-BE49-F238E27FC236}">
                <a16:creationId xmlns:a16="http://schemas.microsoft.com/office/drawing/2014/main" id="{09F46E17-BBEF-41E3-80C4-7DF805E6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897" y="1469538"/>
            <a:ext cx="197823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07" name="path-261">
            <a:extLst xmlns:a="http://schemas.openxmlformats.org/drawingml/2006/main">
              <a:ext uri="{FF2B5EF4-FFF2-40B4-BE49-F238E27FC236}">
                <a16:creationId xmlns:a16="http://schemas.microsoft.com/office/drawing/2014/main" id="{713DD109-280B-4A00-898F-1F1E1C3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897" y="1534939"/>
            <a:ext cx="197823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08" name="path-262">
            <a:extLst xmlns:a="http://schemas.openxmlformats.org/drawingml/2006/main">
              <a:ext uri="{FF2B5EF4-FFF2-40B4-BE49-F238E27FC236}">
                <a16:creationId xmlns:a16="http://schemas.microsoft.com/office/drawing/2014/main" id="{C2F08987-5865-4ABB-A1AF-A9E85D2C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897" y="1600340"/>
            <a:ext cx="197823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09" name="path-263">
            <a:extLst xmlns:a="http://schemas.openxmlformats.org/drawingml/2006/main">
              <a:ext uri="{FF2B5EF4-FFF2-40B4-BE49-F238E27FC236}">
                <a16:creationId xmlns:a16="http://schemas.microsoft.com/office/drawing/2014/main" id="{2F6F0E52-CBF5-4630-8E33-BA5DAC90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062" y="1316027"/>
            <a:ext cx="299433" cy="383749"/>
          </a:xfrm>
          <a:custGeom xmlns:a="http://schemas.openxmlformats.org/drawingml/2006/main">
            <a:pathLst>
              <a:path w="299433" h="383749">
                <a:moveTo>
                  <a:pt x="0" y="0"/>
                </a:moveTo>
                <a:lnTo>
                  <a:pt x="209187" y="0"/>
                </a:lnTo>
                <a:lnTo>
                  <a:pt x="299433" y="89731"/>
                </a:lnTo>
                <a:lnTo>
                  <a:pt x="299433" y="383749"/>
                </a:lnTo>
                <a:lnTo>
                  <a:pt x="0" y="38374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310" name="path-264">
            <a:extLst xmlns:a="http://schemas.openxmlformats.org/drawingml/2006/main">
              <a:ext uri="{FF2B5EF4-FFF2-40B4-BE49-F238E27FC236}">
                <a16:creationId xmlns:a16="http://schemas.microsoft.com/office/drawing/2014/main" id="{2B2D5133-E69E-4C5B-AB50-26E2BB8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784" y="1316027"/>
            <a:ext cx="191" cy="89731"/>
          </a:xfrm>
          <a:custGeom xmlns:a="http://schemas.openxmlformats.org/drawingml/2006/main">
            <a:pathLst>
              <a:path w="191" h="89731">
                <a:moveTo>
                  <a:pt x="0" y="0"/>
                </a:moveTo>
                <a:lnTo>
                  <a:pt x="0" y="89731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311" name="path-265">
            <a:extLst xmlns:a="http://schemas.openxmlformats.org/drawingml/2006/main">
              <a:ext uri="{FF2B5EF4-FFF2-40B4-BE49-F238E27FC236}">
                <a16:creationId xmlns:a16="http://schemas.microsoft.com/office/drawing/2014/main" id="{167AE6FF-15A9-4BB5-9A20-20B5E3E0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784" y="1405758"/>
            <a:ext cx="89711" cy="191"/>
          </a:xfrm>
          <a:custGeom xmlns:a="http://schemas.openxmlformats.org/drawingml/2006/main">
            <a:pathLst>
              <a:path w="89711" h="191">
                <a:moveTo>
                  <a:pt x="0" y="0"/>
                </a:moveTo>
                <a:lnTo>
                  <a:pt x="897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312" name="path-266">
            <a:extLst xmlns:a="http://schemas.openxmlformats.org/drawingml/2006/main">
              <a:ext uri="{FF2B5EF4-FFF2-40B4-BE49-F238E27FC236}">
                <a16:creationId xmlns:a16="http://schemas.microsoft.com/office/drawing/2014/main" id="{91CD7D9D-C9D8-4D35-8257-CA030A97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877" y="1469538"/>
            <a:ext cx="197823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13" name="path-267">
            <a:extLst xmlns:a="http://schemas.openxmlformats.org/drawingml/2006/main">
              <a:ext uri="{FF2B5EF4-FFF2-40B4-BE49-F238E27FC236}">
                <a16:creationId xmlns:a16="http://schemas.microsoft.com/office/drawing/2014/main" id="{3B8D260E-1105-4728-8D4F-9029DDC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877" y="1534939"/>
            <a:ext cx="197823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14" name="path-268">
            <a:extLst xmlns:a="http://schemas.openxmlformats.org/drawingml/2006/main">
              <a:ext uri="{FF2B5EF4-FFF2-40B4-BE49-F238E27FC236}">
                <a16:creationId xmlns:a16="http://schemas.microsoft.com/office/drawing/2014/main" id="{829193AF-15A2-4F08-9C1E-8C462D63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877" y="1600340"/>
            <a:ext cx="197823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315" name="text-269 •">
            <a:extLst xmlns:a="http://schemas.openxmlformats.org/drawingml/2006/main">
              <a:ext uri="{FF2B5EF4-FFF2-40B4-BE49-F238E27FC236}">
                <a16:creationId xmlns:a16="http://schemas.microsoft.com/office/drawing/2014/main" id="{34F9F4B7-3D3D-438C-82C3-C67A0692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7462" y="1925285"/>
            <a:ext cx="121388" cy="32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804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6" name="text-269 •">
            <a:extLst xmlns:a="http://schemas.openxmlformats.org/drawingml/2006/main">
              <a:ext uri="{FF2B5EF4-FFF2-40B4-BE49-F238E27FC236}">
                <a16:creationId xmlns:a16="http://schemas.microsoft.com/office/drawing/2014/main" id="{3135B046-0041-4CBA-B39C-1AE38A9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4643" y="1925285"/>
            <a:ext cx="121388" cy="32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804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7" name="text-269 •">
            <a:extLst xmlns:a="http://schemas.openxmlformats.org/drawingml/2006/main">
              <a:ext uri="{FF2B5EF4-FFF2-40B4-BE49-F238E27FC236}">
                <a16:creationId xmlns:a16="http://schemas.microsoft.com/office/drawing/2014/main" id="{913463CF-AF84-4927-BE48-4D16B9D7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1824" y="1925285"/>
            <a:ext cx="121388" cy="32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804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8" name="path-270">
            <a:extLst xmlns:a="http://schemas.openxmlformats.org/drawingml/2006/main">
              <a:ext uri="{FF2B5EF4-FFF2-40B4-BE49-F238E27FC236}">
                <a16:creationId xmlns:a16="http://schemas.microsoft.com/office/drawing/2014/main" id="{928BD567-3681-46A7-8175-0D5BA5F1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73" y="1566820"/>
            <a:ext cx="236188" cy="191"/>
          </a:xfrm>
          <a:custGeom xmlns:a="http://schemas.openxmlformats.org/drawingml/2006/main">
            <a:pathLst>
              <a:path w="236188" h="191">
                <a:moveTo>
                  <a:pt x="0" y="0"/>
                </a:moveTo>
                <a:lnTo>
                  <a:pt x="236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19" name="path-271">
            <a:extLst xmlns:a="http://schemas.openxmlformats.org/drawingml/2006/main">
              <a:ext uri="{FF2B5EF4-FFF2-40B4-BE49-F238E27FC236}">
                <a16:creationId xmlns:a16="http://schemas.microsoft.com/office/drawing/2014/main" id="{D609873C-1EFB-4556-87E4-10E9169C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561" y="1138758"/>
            <a:ext cx="191" cy="428062"/>
          </a:xfrm>
          <a:custGeom xmlns:a="http://schemas.openxmlformats.org/drawingml/2006/main">
            <a:pathLst>
              <a:path w="191" h="428062">
                <a:moveTo>
                  <a:pt x="0" y="4280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20" name="path-272">
            <a:extLst xmlns:a="http://schemas.openxmlformats.org/drawingml/2006/main">
              <a:ext uri="{FF2B5EF4-FFF2-40B4-BE49-F238E27FC236}">
                <a16:creationId xmlns:a16="http://schemas.microsoft.com/office/drawing/2014/main" id="{595DC826-AE23-4459-954F-752C07A1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561" y="1138758"/>
            <a:ext cx="135129" cy="191"/>
          </a:xfrm>
          <a:custGeom xmlns:a="http://schemas.openxmlformats.org/drawingml/2006/main">
            <a:pathLst>
              <a:path w="135129" h="191">
                <a:moveTo>
                  <a:pt x="0" y="0"/>
                </a:moveTo>
                <a:lnTo>
                  <a:pt x="13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21" name="path-273">
            <a:extLst xmlns:a="http://schemas.openxmlformats.org/drawingml/2006/main">
              <a:ext uri="{FF2B5EF4-FFF2-40B4-BE49-F238E27FC236}">
                <a16:creationId xmlns:a16="http://schemas.microsoft.com/office/drawing/2014/main" id="{4390BF95-F520-4893-BC26-7B240F9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828" y="1100376"/>
            <a:ext cx="76746" cy="76746"/>
          </a:xfrm>
          <a:custGeom xmlns:a="http://schemas.openxmlformats.org/drawingml/2006/main">
            <a:pathLst>
              <a:path w="76746" h="76746">
                <a:moveTo>
                  <a:pt x="76746" y="38382"/>
                </a:moveTo>
                <a:lnTo>
                  <a:pt x="0" y="76746"/>
                </a:lnTo>
                <a:lnTo>
                  <a:pt x="0" y="0"/>
                </a:lnTo>
                <a:lnTo>
                  <a:pt x="76746" y="3838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74">
            <a:extLst xmlns:a="http://schemas.openxmlformats.org/drawingml/2006/main">
              <a:ext uri="{FF2B5EF4-FFF2-40B4-BE49-F238E27FC236}">
                <a16:creationId xmlns:a16="http://schemas.microsoft.com/office/drawing/2014/main" id="{FEFC9663-2F19-4205-9E17-1A85D47D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561" y="1566820"/>
            <a:ext cx="191" cy="428613"/>
          </a:xfrm>
          <a:custGeom xmlns:a="http://schemas.openxmlformats.org/drawingml/2006/main">
            <a:pathLst>
              <a:path w="191" h="428613">
                <a:moveTo>
                  <a:pt x="0" y="0"/>
                </a:moveTo>
                <a:lnTo>
                  <a:pt x="0" y="428613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23" name="path-275">
            <a:extLst xmlns:a="http://schemas.openxmlformats.org/drawingml/2006/main">
              <a:ext uri="{FF2B5EF4-FFF2-40B4-BE49-F238E27FC236}">
                <a16:creationId xmlns:a16="http://schemas.microsoft.com/office/drawing/2014/main" id="{EB6CD894-DA2A-44F3-A199-9852679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561" y="1995434"/>
            <a:ext cx="135129" cy="191"/>
          </a:xfrm>
          <a:custGeom xmlns:a="http://schemas.openxmlformats.org/drawingml/2006/main">
            <a:pathLst>
              <a:path w="135129" h="191">
                <a:moveTo>
                  <a:pt x="0" y="0"/>
                </a:moveTo>
                <a:lnTo>
                  <a:pt x="13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24" name="path-276">
            <a:extLst xmlns:a="http://schemas.openxmlformats.org/drawingml/2006/main">
              <a:ext uri="{FF2B5EF4-FFF2-40B4-BE49-F238E27FC236}">
                <a16:creationId xmlns:a16="http://schemas.microsoft.com/office/drawing/2014/main" id="{AAC464AB-2EE5-4ABF-822E-33B296C4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828" y="1957051"/>
            <a:ext cx="76746" cy="76746"/>
          </a:xfrm>
          <a:custGeom xmlns:a="http://schemas.openxmlformats.org/drawingml/2006/main">
            <a:pathLst>
              <a:path w="76746" h="76746">
                <a:moveTo>
                  <a:pt x="76746" y="38382"/>
                </a:moveTo>
                <a:lnTo>
                  <a:pt x="0" y="76746"/>
                </a:lnTo>
                <a:lnTo>
                  <a:pt x="0" y="0"/>
                </a:lnTo>
                <a:lnTo>
                  <a:pt x="76746" y="3838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277">
            <a:extLst xmlns:a="http://schemas.openxmlformats.org/drawingml/2006/main">
              <a:ext uri="{FF2B5EF4-FFF2-40B4-BE49-F238E27FC236}">
                <a16:creationId xmlns:a16="http://schemas.microsoft.com/office/drawing/2014/main" id="{7BD377F6-1769-4732-A718-E236BEA9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492" y="755009"/>
            <a:ext cx="1534996" cy="767499"/>
          </a:xfrm>
          <a:custGeom xmlns:a="http://schemas.openxmlformats.org/drawingml/2006/main">
            <a:pathLst>
              <a:path w="1534996" h="767499">
                <a:moveTo>
                  <a:pt x="0" y="122680"/>
                </a:moveTo>
                <a:lnTo>
                  <a:pt x="0" y="122680"/>
                </a:lnTo>
                <a:cubicBezTo>
                  <a:pt x="0" y="101057"/>
                  <a:pt x="5396" y="79988"/>
                  <a:pt x="16207" y="61073"/>
                </a:cubicBezTo>
                <a:cubicBezTo>
                  <a:pt x="27018" y="42693"/>
                  <a:pt x="42692" y="27019"/>
                  <a:pt x="61607" y="16208"/>
                </a:cubicBezTo>
                <a:cubicBezTo>
                  <a:pt x="79988" y="5397"/>
                  <a:pt x="101076" y="0"/>
                  <a:pt x="122698" y="0"/>
                </a:cubicBezTo>
                <a:lnTo>
                  <a:pt x="1411764" y="0"/>
                </a:lnTo>
                <a:cubicBezTo>
                  <a:pt x="1433387" y="0"/>
                  <a:pt x="1454456" y="5397"/>
                  <a:pt x="1473371" y="16208"/>
                </a:cubicBezTo>
                <a:cubicBezTo>
                  <a:pt x="1491752" y="27019"/>
                  <a:pt x="1507425" y="42693"/>
                  <a:pt x="1518235" y="61607"/>
                </a:cubicBezTo>
                <a:cubicBezTo>
                  <a:pt x="1529047" y="79988"/>
                  <a:pt x="1534443" y="101057"/>
                  <a:pt x="1534443" y="122680"/>
                </a:cubicBezTo>
                <a:lnTo>
                  <a:pt x="1534996" y="644266"/>
                </a:lnTo>
                <a:cubicBezTo>
                  <a:pt x="1534996" y="665889"/>
                  <a:pt x="1529582" y="686958"/>
                  <a:pt x="1518770" y="705873"/>
                </a:cubicBezTo>
                <a:cubicBezTo>
                  <a:pt x="1507978" y="724253"/>
                  <a:pt x="1492286" y="739927"/>
                  <a:pt x="1473371" y="750738"/>
                </a:cubicBezTo>
                <a:cubicBezTo>
                  <a:pt x="1455009" y="761549"/>
                  <a:pt x="1433920" y="766945"/>
                  <a:pt x="1412299" y="766945"/>
                </a:cubicBezTo>
                <a:lnTo>
                  <a:pt x="122698" y="767499"/>
                </a:lnTo>
                <a:cubicBezTo>
                  <a:pt x="101076" y="767499"/>
                  <a:pt x="79988" y="762084"/>
                  <a:pt x="61072" y="751272"/>
                </a:cubicBezTo>
                <a:cubicBezTo>
                  <a:pt x="42692" y="740461"/>
                  <a:pt x="27018" y="724787"/>
                  <a:pt x="16207" y="705873"/>
                </a:cubicBezTo>
                <a:cubicBezTo>
                  <a:pt x="5396" y="687492"/>
                  <a:pt x="0" y="666423"/>
                  <a:pt x="0" y="644800"/>
                </a:cubicBezTo>
                <a:lnTo>
                  <a:pt x="0" y="12268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7AAE85"/>
            </a:solidFill>
            <a:prstDash val="solid"/>
          </a:ln>
        </p:spPr>
      </p:sp>
      <p:sp>
        <p:nvSpPr>
          <p:cNvPr id="326" name="text-278 SigLIP2">
            <a:extLst xmlns:a="http://schemas.openxmlformats.org/drawingml/2006/main">
              <a:ext uri="{FF2B5EF4-FFF2-40B4-BE49-F238E27FC236}">
                <a16:creationId xmlns:a16="http://schemas.microsoft.com/office/drawing/2014/main" id="{6DC02E0A-6C94-4918-9C92-07201C6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5997" y="842225"/>
            <a:ext cx="560649" cy="204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SigLIP2</a:t>
            </a:r>
          </a:p>
        </p:txBody>
      </p:sp>
      <p:sp>
        <p:nvSpPr>
          <p:cNvPr id="327" name="text-279 Visual">
            <a:extLst xmlns:a="http://schemas.openxmlformats.org/drawingml/2006/main">
              <a:ext uri="{FF2B5EF4-FFF2-40B4-BE49-F238E27FC236}">
                <a16:creationId xmlns:a16="http://schemas.microsoft.com/office/drawing/2014/main" id="{F2304F49-564C-420E-A5C3-2789C045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5997" y="1059585"/>
            <a:ext cx="487884" cy="219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328" name="text-280 Features">
            <a:extLst xmlns:a="http://schemas.openxmlformats.org/drawingml/2006/main">
              <a:ext uri="{FF2B5EF4-FFF2-40B4-BE49-F238E27FC236}">
                <a16:creationId xmlns:a16="http://schemas.microsoft.com/office/drawing/2014/main" id="{CED9696D-78C6-4093-BFBA-7F3CCAC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5997" y="1288777"/>
            <a:ext cx="680217" cy="21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2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329" name="path-281">
            <a:extLst xmlns:a="http://schemas.openxmlformats.org/drawingml/2006/main">
              <a:ext uri="{FF2B5EF4-FFF2-40B4-BE49-F238E27FC236}">
                <a16:creationId xmlns:a16="http://schemas.microsoft.com/office/drawing/2014/main" id="{8B65748F-05E7-4CD8-98F4-8BCB3C2E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6178" y="873380"/>
            <a:ext cx="207014" cy="58899"/>
          </a:xfrm>
          <a:custGeom xmlns:a="http://schemas.openxmlformats.org/drawingml/2006/main">
            <a:pathLst>
              <a:path w="207014" h="58899">
                <a:moveTo>
                  <a:pt x="0" y="58899"/>
                </a:moveTo>
                <a:lnTo>
                  <a:pt x="207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4E8B5C"/>
            </a:solidFill>
            <a:prstDash val="solid"/>
          </a:ln>
        </p:spPr>
      </p:sp>
      <p:sp>
        <p:nvSpPr>
          <p:cNvPr id="330" name="path-282">
            <a:extLst xmlns:a="http://schemas.openxmlformats.org/drawingml/2006/main">
              <a:ext uri="{FF2B5EF4-FFF2-40B4-BE49-F238E27FC236}">
                <a16:creationId xmlns:a16="http://schemas.microsoft.com/office/drawing/2014/main" id="{78BE2941-79AB-4187-B636-810A991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4548" y="873380"/>
            <a:ext cx="88643" cy="206461"/>
          </a:xfrm>
          <a:custGeom xmlns:a="http://schemas.openxmlformats.org/drawingml/2006/main">
            <a:pathLst>
              <a:path w="88643" h="206461">
                <a:moveTo>
                  <a:pt x="88643" y="0"/>
                </a:moveTo>
                <a:lnTo>
                  <a:pt x="0" y="206461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4E8B5C"/>
            </a:solidFill>
            <a:prstDash val="solid"/>
          </a:ln>
        </p:spPr>
      </p:sp>
      <p:sp>
        <p:nvSpPr>
          <p:cNvPr id="331" name="path-283">
            <a:extLst xmlns:a="http://schemas.openxmlformats.org/drawingml/2006/main">
              <a:ext uri="{FF2B5EF4-FFF2-40B4-BE49-F238E27FC236}">
                <a16:creationId xmlns:a16="http://schemas.microsoft.com/office/drawing/2014/main" id="{B5C810FD-B9E7-40BA-9315-E9251A90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4548" y="1079840"/>
            <a:ext cx="177287" cy="74038"/>
          </a:xfrm>
          <a:custGeom xmlns:a="http://schemas.openxmlformats.org/drawingml/2006/main">
            <a:pathLst>
              <a:path w="177287" h="74038">
                <a:moveTo>
                  <a:pt x="0" y="0"/>
                </a:moveTo>
                <a:lnTo>
                  <a:pt x="177287" y="74038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4E8B5C"/>
            </a:solidFill>
            <a:prstDash val="solid"/>
          </a:ln>
        </p:spPr>
      </p:sp>
      <p:sp>
        <p:nvSpPr>
          <p:cNvPr id="332" name="path-284">
            <a:extLst xmlns:a="http://schemas.openxmlformats.org/drawingml/2006/main">
              <a:ext uri="{FF2B5EF4-FFF2-40B4-BE49-F238E27FC236}">
                <a16:creationId xmlns:a16="http://schemas.microsoft.com/office/drawing/2014/main" id="{73B56E5F-908C-45CB-8D1E-0D41ADEE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7004" y="1153879"/>
            <a:ext cx="324830" cy="103250"/>
          </a:xfrm>
          <a:custGeom xmlns:a="http://schemas.openxmlformats.org/drawingml/2006/main">
            <a:pathLst>
              <a:path w="324830" h="103250">
                <a:moveTo>
                  <a:pt x="324830" y="0"/>
                </a:moveTo>
                <a:lnTo>
                  <a:pt x="0" y="103250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4E8B5C"/>
            </a:solidFill>
            <a:prstDash val="solid"/>
          </a:ln>
        </p:spPr>
      </p:sp>
      <p:sp>
        <p:nvSpPr>
          <p:cNvPr id="333" name="path-285">
            <a:extLst xmlns:a="http://schemas.openxmlformats.org/drawingml/2006/main">
              <a:ext uri="{FF2B5EF4-FFF2-40B4-BE49-F238E27FC236}">
                <a16:creationId xmlns:a16="http://schemas.microsoft.com/office/drawing/2014/main" id="{52B4C234-52A4-4768-BE27-1CE9E96A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7004" y="1020923"/>
            <a:ext cx="265380" cy="236206"/>
          </a:xfrm>
          <a:custGeom xmlns:a="http://schemas.openxmlformats.org/drawingml/2006/main">
            <a:pathLst>
              <a:path w="265380" h="236206">
                <a:moveTo>
                  <a:pt x="0" y="236206"/>
                </a:moveTo>
                <a:lnTo>
                  <a:pt x="265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4E8B5C"/>
            </a:solidFill>
            <a:prstDash val="solid"/>
          </a:ln>
        </p:spPr>
      </p:sp>
      <p:sp>
        <p:nvSpPr>
          <p:cNvPr id="334" name="path-286">
            <a:extLst xmlns:a="http://schemas.openxmlformats.org/drawingml/2006/main">
              <a:ext uri="{FF2B5EF4-FFF2-40B4-BE49-F238E27FC236}">
                <a16:creationId xmlns:a16="http://schemas.microsoft.com/office/drawing/2014/main" id="{7D3F7F8A-9C17-45BD-9015-7A305BE3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743" y="899311"/>
            <a:ext cx="64868" cy="64867"/>
          </a:xfrm>
          <a:custGeom xmlns:a="http://schemas.openxmlformats.org/drawingml/2006/main">
            <a:pathLst>
              <a:path w="64868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41" y="21088"/>
                  <a:pt x="4330" y="16227"/>
                </a:cubicBezTo>
                <a:cubicBezTo>
                  <a:pt x="7036" y="11345"/>
                  <a:pt x="11365" y="7036"/>
                  <a:pt x="16227" y="4328"/>
                </a:cubicBezTo>
                <a:cubicBezTo>
                  <a:pt x="21090" y="1621"/>
                  <a:pt x="26486" y="0"/>
                  <a:pt x="32435" y="0"/>
                </a:cubicBezTo>
                <a:cubicBezTo>
                  <a:pt x="38383" y="0"/>
                  <a:pt x="43799" y="1621"/>
                  <a:pt x="48660" y="4328"/>
                </a:cubicBezTo>
                <a:cubicBezTo>
                  <a:pt x="53522" y="7036"/>
                  <a:pt x="57852" y="11345"/>
                  <a:pt x="60540" y="16227"/>
                </a:cubicBezTo>
                <a:cubicBezTo>
                  <a:pt x="63247" y="21088"/>
                  <a:pt x="64868" y="26485"/>
                  <a:pt x="64868" y="32434"/>
                </a:cubicBezTo>
                <a:cubicBezTo>
                  <a:pt x="64868" y="38382"/>
                  <a:pt x="63247" y="43779"/>
                  <a:pt x="60540" y="48641"/>
                </a:cubicBezTo>
                <a:cubicBezTo>
                  <a:pt x="57852" y="53503"/>
                  <a:pt x="53522" y="57831"/>
                  <a:pt x="48660" y="60539"/>
                </a:cubicBezTo>
                <a:cubicBezTo>
                  <a:pt x="43799" y="63246"/>
                  <a:pt x="38383" y="64867"/>
                  <a:pt x="32435" y="64867"/>
                </a:cubicBezTo>
                <a:cubicBezTo>
                  <a:pt x="26486" y="64867"/>
                  <a:pt x="21090" y="63246"/>
                  <a:pt x="16227" y="60539"/>
                </a:cubicBezTo>
                <a:cubicBezTo>
                  <a:pt x="11365" y="57831"/>
                  <a:pt x="7036" y="53503"/>
                  <a:pt x="4330" y="48641"/>
                </a:cubicBezTo>
                <a:cubicBezTo>
                  <a:pt x="164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350">
            <a:solidFill>
              <a:srgbClr val="2E6B45"/>
            </a:solidFill>
            <a:prstDash val="solid"/>
          </a:ln>
        </p:spPr>
      </p:sp>
      <p:sp>
        <p:nvSpPr>
          <p:cNvPr id="335" name="path-287">
            <a:extLst xmlns:a="http://schemas.openxmlformats.org/drawingml/2006/main">
              <a:ext uri="{FF2B5EF4-FFF2-40B4-BE49-F238E27FC236}">
                <a16:creationId xmlns:a16="http://schemas.microsoft.com/office/drawing/2014/main" id="{9AFAA42B-61DC-49B3-BD32-491D8A4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224" y="840393"/>
            <a:ext cx="64847" cy="64867"/>
          </a:xfrm>
          <a:custGeom xmlns:a="http://schemas.openxmlformats.org/drawingml/2006/main">
            <a:pathLst>
              <a:path w="64847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8"/>
                  <a:pt x="4327" y="16227"/>
                </a:cubicBezTo>
                <a:cubicBezTo>
                  <a:pt x="7016" y="11364"/>
                  <a:pt x="11344" y="7036"/>
                  <a:pt x="16206" y="4328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2" y="0"/>
                  <a:pt x="43777" y="1621"/>
                  <a:pt x="48640" y="4328"/>
                </a:cubicBezTo>
                <a:cubicBezTo>
                  <a:pt x="53502" y="7036"/>
                  <a:pt x="57831" y="11364"/>
                  <a:pt x="60538" y="16227"/>
                </a:cubicBezTo>
                <a:cubicBezTo>
                  <a:pt x="63226" y="21088"/>
                  <a:pt x="64847" y="26485"/>
                  <a:pt x="64847" y="32434"/>
                </a:cubicBezTo>
                <a:cubicBezTo>
                  <a:pt x="64847" y="38382"/>
                  <a:pt x="63226" y="43779"/>
                  <a:pt x="60538" y="48660"/>
                </a:cubicBezTo>
                <a:cubicBezTo>
                  <a:pt x="57831" y="53522"/>
                  <a:pt x="53502" y="57831"/>
                  <a:pt x="48640" y="60539"/>
                </a:cubicBezTo>
                <a:cubicBezTo>
                  <a:pt x="43777" y="63246"/>
                  <a:pt x="38362" y="64867"/>
                  <a:pt x="32433" y="64867"/>
                </a:cubicBezTo>
                <a:cubicBezTo>
                  <a:pt x="26484" y="64867"/>
                  <a:pt x="21069" y="63246"/>
                  <a:pt x="16206" y="60539"/>
                </a:cubicBezTo>
                <a:cubicBezTo>
                  <a:pt x="11344" y="57831"/>
                  <a:pt x="7016" y="53522"/>
                  <a:pt x="4327" y="48660"/>
                </a:cubicBezTo>
                <a:cubicBezTo>
                  <a:pt x="1619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350">
            <a:solidFill>
              <a:srgbClr val="2E6B45"/>
            </a:solidFill>
            <a:prstDash val="solid"/>
          </a:ln>
        </p:spPr>
      </p:sp>
      <p:sp>
        <p:nvSpPr>
          <p:cNvPr id="336" name="path-288">
            <a:extLst xmlns:a="http://schemas.openxmlformats.org/drawingml/2006/main">
              <a:ext uri="{FF2B5EF4-FFF2-40B4-BE49-F238E27FC236}">
                <a16:creationId xmlns:a16="http://schemas.microsoft.com/office/drawing/2014/main" id="{BB3579AC-DF36-434E-AAF4-A6C970B8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580" y="1047407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9"/>
                  <a:pt x="4328" y="16227"/>
                </a:cubicBezTo>
                <a:cubicBezTo>
                  <a:pt x="7035" y="11345"/>
                  <a:pt x="11344" y="7036"/>
                  <a:pt x="16207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03" y="7036"/>
                  <a:pt x="57831" y="11345"/>
                  <a:pt x="60539" y="16227"/>
                </a:cubicBezTo>
                <a:cubicBezTo>
                  <a:pt x="63246" y="21089"/>
                  <a:pt x="64866" y="26485"/>
                  <a:pt x="64866" y="32434"/>
                </a:cubicBezTo>
                <a:cubicBezTo>
                  <a:pt x="64866" y="38382"/>
                  <a:pt x="63246" y="43779"/>
                  <a:pt x="60539" y="48641"/>
                </a:cubicBezTo>
                <a:cubicBezTo>
                  <a:pt x="57831" y="53503"/>
                  <a:pt x="53503" y="57831"/>
                  <a:pt x="48640" y="60539"/>
                </a:cubicBezTo>
                <a:cubicBezTo>
                  <a:pt x="43778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07" y="60539"/>
                </a:cubicBezTo>
                <a:cubicBezTo>
                  <a:pt x="11344" y="57831"/>
                  <a:pt x="7035" y="53503"/>
                  <a:pt x="4328" y="48641"/>
                </a:cubicBezTo>
                <a:cubicBezTo>
                  <a:pt x="162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350">
            <a:solidFill>
              <a:srgbClr val="2E6B45"/>
            </a:solidFill>
            <a:prstDash val="solid"/>
          </a:ln>
        </p:spPr>
      </p:sp>
      <p:sp>
        <p:nvSpPr>
          <p:cNvPr id="337" name="path-289">
            <a:extLst xmlns:a="http://schemas.openxmlformats.org/drawingml/2006/main">
              <a:ext uri="{FF2B5EF4-FFF2-40B4-BE49-F238E27FC236}">
                <a16:creationId xmlns:a16="http://schemas.microsoft.com/office/drawing/2014/main" id="{B125FD7F-B816-4178-BBAA-44CB1CDF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868" y="1120911"/>
            <a:ext cx="64848" cy="64868"/>
          </a:xfrm>
          <a:custGeom xmlns:a="http://schemas.openxmlformats.org/drawingml/2006/main">
            <a:pathLst>
              <a:path w="64848" h="6486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9"/>
                  <a:pt x="4309" y="16227"/>
                </a:cubicBezTo>
                <a:cubicBezTo>
                  <a:pt x="7017" y="11364"/>
                  <a:pt x="11345" y="7036"/>
                  <a:pt x="16207" y="4328"/>
                </a:cubicBezTo>
                <a:cubicBezTo>
                  <a:pt x="21069" y="1621"/>
                  <a:pt x="26484" y="0"/>
                  <a:pt x="32414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4" y="7036"/>
                  <a:pt x="57831" y="11364"/>
                  <a:pt x="60520" y="16227"/>
                </a:cubicBezTo>
                <a:cubicBezTo>
                  <a:pt x="63226" y="21089"/>
                  <a:pt x="64848" y="26485"/>
                  <a:pt x="64848" y="32433"/>
                </a:cubicBezTo>
                <a:cubicBezTo>
                  <a:pt x="64848" y="38383"/>
                  <a:pt x="63226" y="43779"/>
                  <a:pt x="60520" y="48641"/>
                </a:cubicBezTo>
                <a:cubicBezTo>
                  <a:pt x="57831" y="53522"/>
                  <a:pt x="53504" y="57831"/>
                  <a:pt x="48641" y="60539"/>
                </a:cubicBezTo>
                <a:cubicBezTo>
                  <a:pt x="43779" y="63247"/>
                  <a:pt x="38363" y="64868"/>
                  <a:pt x="32414" y="64868"/>
                </a:cubicBezTo>
                <a:cubicBezTo>
                  <a:pt x="26484" y="64868"/>
                  <a:pt x="21069" y="63247"/>
                  <a:pt x="16207" y="60539"/>
                </a:cubicBezTo>
                <a:cubicBezTo>
                  <a:pt x="11345" y="57831"/>
                  <a:pt x="7017" y="53522"/>
                  <a:pt x="4309" y="48641"/>
                </a:cubicBezTo>
                <a:cubicBezTo>
                  <a:pt x="1621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350">
            <a:solidFill>
              <a:srgbClr val="2E6B45"/>
            </a:solidFill>
            <a:prstDash val="solid"/>
          </a:ln>
        </p:spPr>
      </p:sp>
      <p:sp>
        <p:nvSpPr>
          <p:cNvPr id="338" name="path-290">
            <a:extLst xmlns:a="http://schemas.openxmlformats.org/drawingml/2006/main">
              <a:ext uri="{FF2B5EF4-FFF2-40B4-BE49-F238E27FC236}">
                <a16:creationId xmlns:a16="http://schemas.microsoft.com/office/drawing/2014/main" id="{6F548B01-2AA7-4F4F-A388-8BFAD93E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018" y="1224142"/>
            <a:ext cx="64866" cy="64868"/>
          </a:xfrm>
          <a:custGeom xmlns:a="http://schemas.openxmlformats.org/drawingml/2006/main">
            <a:pathLst>
              <a:path w="64866" h="6486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88"/>
                  <a:pt x="4328" y="16227"/>
                </a:cubicBezTo>
                <a:cubicBezTo>
                  <a:pt x="7036" y="11364"/>
                  <a:pt x="11364" y="7036"/>
                  <a:pt x="16227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3" y="0"/>
                  <a:pt x="43779" y="1621"/>
                  <a:pt x="48659" y="4328"/>
                </a:cubicBezTo>
                <a:cubicBezTo>
                  <a:pt x="53522" y="7036"/>
                  <a:pt x="57849" y="11364"/>
                  <a:pt x="60538" y="16227"/>
                </a:cubicBezTo>
                <a:cubicBezTo>
                  <a:pt x="63247" y="21088"/>
                  <a:pt x="64866" y="26485"/>
                  <a:pt x="64866" y="32433"/>
                </a:cubicBezTo>
                <a:cubicBezTo>
                  <a:pt x="64866" y="38383"/>
                  <a:pt x="63247" y="43779"/>
                  <a:pt x="60538" y="48660"/>
                </a:cubicBezTo>
                <a:cubicBezTo>
                  <a:pt x="57849" y="53522"/>
                  <a:pt x="53522" y="57831"/>
                  <a:pt x="48659" y="60539"/>
                </a:cubicBezTo>
                <a:cubicBezTo>
                  <a:pt x="43779" y="63247"/>
                  <a:pt x="38383" y="64868"/>
                  <a:pt x="32433" y="64868"/>
                </a:cubicBezTo>
                <a:cubicBezTo>
                  <a:pt x="26484" y="64868"/>
                  <a:pt x="21088" y="63247"/>
                  <a:pt x="16227" y="60539"/>
                </a:cubicBezTo>
                <a:cubicBezTo>
                  <a:pt x="11364" y="57831"/>
                  <a:pt x="7036" y="53522"/>
                  <a:pt x="4328" y="48660"/>
                </a:cubicBezTo>
                <a:cubicBezTo>
                  <a:pt x="1619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350">
            <a:solidFill>
              <a:srgbClr val="2E6B45"/>
            </a:solidFill>
            <a:prstDash val="solid"/>
          </a:ln>
        </p:spPr>
      </p:sp>
      <p:sp>
        <p:nvSpPr>
          <p:cNvPr id="339" name="path-291">
            <a:extLst xmlns:a="http://schemas.openxmlformats.org/drawingml/2006/main">
              <a:ext uri="{FF2B5EF4-FFF2-40B4-BE49-F238E27FC236}">
                <a16:creationId xmlns:a16="http://schemas.microsoft.com/office/drawing/2014/main" id="{7C69D8D1-E67D-42EA-903F-0F1D93E2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949" y="987955"/>
            <a:ext cx="64848" cy="64868"/>
          </a:xfrm>
          <a:custGeom xmlns:a="http://schemas.openxmlformats.org/drawingml/2006/main">
            <a:pathLst>
              <a:path w="6484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30" y="16208"/>
                </a:cubicBezTo>
                <a:cubicBezTo>
                  <a:pt x="7018" y="11345"/>
                  <a:pt x="11345" y="7036"/>
                  <a:pt x="16208" y="4328"/>
                </a:cubicBezTo>
                <a:cubicBezTo>
                  <a:pt x="21070" y="1621"/>
                  <a:pt x="26485" y="0"/>
                  <a:pt x="32435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4" y="7036"/>
                  <a:pt x="57831" y="11345"/>
                  <a:pt x="60539" y="16208"/>
                </a:cubicBezTo>
                <a:cubicBezTo>
                  <a:pt x="63228" y="21088"/>
                  <a:pt x="64848" y="26485"/>
                  <a:pt x="64848" y="32434"/>
                </a:cubicBezTo>
                <a:cubicBezTo>
                  <a:pt x="64848" y="38383"/>
                  <a:pt x="63228" y="43779"/>
                  <a:pt x="60539" y="48641"/>
                </a:cubicBezTo>
                <a:cubicBezTo>
                  <a:pt x="57831" y="53503"/>
                  <a:pt x="53504" y="57831"/>
                  <a:pt x="48641" y="60539"/>
                </a:cubicBezTo>
                <a:cubicBezTo>
                  <a:pt x="43779" y="63246"/>
                  <a:pt x="38363" y="64868"/>
                  <a:pt x="32435" y="64868"/>
                </a:cubicBezTo>
                <a:cubicBezTo>
                  <a:pt x="26485" y="64868"/>
                  <a:pt x="21070" y="63246"/>
                  <a:pt x="16208" y="60539"/>
                </a:cubicBezTo>
                <a:cubicBezTo>
                  <a:pt x="11345" y="57831"/>
                  <a:pt x="7018" y="53503"/>
                  <a:pt x="4330" y="48641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350">
            <a:solidFill>
              <a:srgbClr val="2E6B45"/>
            </a:solidFill>
            <a:prstDash val="solid"/>
          </a:ln>
        </p:spPr>
      </p:sp>
      <p:sp>
        <p:nvSpPr>
          <p:cNvPr id="340" name="path-292">
            <a:extLst xmlns:a="http://schemas.openxmlformats.org/drawingml/2006/main">
              <a:ext uri="{FF2B5EF4-FFF2-40B4-BE49-F238E27FC236}">
                <a16:creationId xmlns:a16="http://schemas.microsoft.com/office/drawing/2014/main" id="{19C6CE72-C424-4B25-9B5D-CDC4910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959" y="1610598"/>
            <a:ext cx="1535530" cy="768032"/>
          </a:xfrm>
          <a:custGeom xmlns:a="http://schemas.openxmlformats.org/drawingml/2006/main">
            <a:pathLst>
              <a:path w="1535530" h="768032">
                <a:moveTo>
                  <a:pt x="533" y="138372"/>
                </a:moveTo>
                <a:lnTo>
                  <a:pt x="533" y="138372"/>
                </a:lnTo>
                <a:cubicBezTo>
                  <a:pt x="533" y="114041"/>
                  <a:pt x="7017" y="90265"/>
                  <a:pt x="18914" y="69176"/>
                </a:cubicBezTo>
                <a:cubicBezTo>
                  <a:pt x="31347" y="48107"/>
                  <a:pt x="48640" y="30813"/>
                  <a:pt x="69709" y="18915"/>
                </a:cubicBezTo>
                <a:cubicBezTo>
                  <a:pt x="90798" y="6483"/>
                  <a:pt x="114575" y="0"/>
                  <a:pt x="138905" y="0"/>
                </a:cubicBezTo>
                <a:lnTo>
                  <a:pt x="1397158" y="534"/>
                </a:lnTo>
                <a:cubicBezTo>
                  <a:pt x="1421488" y="534"/>
                  <a:pt x="1445264" y="7036"/>
                  <a:pt x="1466333" y="18915"/>
                </a:cubicBezTo>
                <a:cubicBezTo>
                  <a:pt x="1487423" y="31347"/>
                  <a:pt x="1504716" y="48641"/>
                  <a:pt x="1516614" y="69729"/>
                </a:cubicBezTo>
                <a:cubicBezTo>
                  <a:pt x="1529046" y="90798"/>
                  <a:pt x="1535530" y="114595"/>
                  <a:pt x="1535530" y="138905"/>
                </a:cubicBezTo>
                <a:lnTo>
                  <a:pt x="1535530" y="629679"/>
                </a:lnTo>
                <a:cubicBezTo>
                  <a:pt x="1535530" y="653991"/>
                  <a:pt x="1529046" y="677786"/>
                  <a:pt x="1517149" y="698856"/>
                </a:cubicBezTo>
                <a:cubicBezTo>
                  <a:pt x="1504716" y="719944"/>
                  <a:pt x="1487423" y="737238"/>
                  <a:pt x="1466333" y="749117"/>
                </a:cubicBezTo>
                <a:cubicBezTo>
                  <a:pt x="1445264" y="761549"/>
                  <a:pt x="1421488" y="768032"/>
                  <a:pt x="1397158" y="768032"/>
                </a:cubicBezTo>
                <a:lnTo>
                  <a:pt x="138352" y="768032"/>
                </a:lnTo>
                <a:cubicBezTo>
                  <a:pt x="114041" y="768032"/>
                  <a:pt x="90246" y="761549"/>
                  <a:pt x="69177" y="749670"/>
                </a:cubicBezTo>
                <a:cubicBezTo>
                  <a:pt x="48087" y="737238"/>
                  <a:pt x="30794" y="719944"/>
                  <a:pt x="18914" y="698856"/>
                </a:cubicBezTo>
                <a:cubicBezTo>
                  <a:pt x="6482" y="677786"/>
                  <a:pt x="0" y="653991"/>
                  <a:pt x="0" y="629679"/>
                </a:cubicBezTo>
                <a:lnTo>
                  <a:pt x="533" y="1383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7AAE85"/>
            </a:solidFill>
            <a:prstDash val="solid"/>
          </a:ln>
        </p:spPr>
      </p:sp>
      <p:sp>
        <p:nvSpPr>
          <p:cNvPr id="341" name="text-293 Structural">
            <a:extLst xmlns:a="http://schemas.openxmlformats.org/drawingml/2006/main">
              <a:ext uri="{FF2B5EF4-FFF2-40B4-BE49-F238E27FC236}">
                <a16:creationId xmlns:a16="http://schemas.microsoft.com/office/drawing/2014/main" id="{020CA3AE-0D73-421D-89CB-F6782700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6531" y="1815593"/>
            <a:ext cx="775755" cy="22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Structural</a:t>
            </a:r>
          </a:p>
        </p:txBody>
      </p:sp>
      <p:sp>
        <p:nvSpPr>
          <p:cNvPr id="342" name="text-294 Features">
            <a:extLst xmlns:a="http://schemas.openxmlformats.org/drawingml/2006/main">
              <a:ext uri="{FF2B5EF4-FFF2-40B4-BE49-F238E27FC236}">
                <a16:creationId xmlns:a16="http://schemas.microsoft.com/office/drawing/2014/main" id="{95C5A412-03C1-4800-9924-B0D08BD0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6531" y="2045998"/>
            <a:ext cx="680217" cy="21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2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343" name="path-295">
            <a:extLst xmlns:a="http://schemas.openxmlformats.org/drawingml/2006/main">
              <a:ext uri="{FF2B5EF4-FFF2-40B4-BE49-F238E27FC236}">
                <a16:creationId xmlns:a16="http://schemas.microsoft.com/office/drawing/2014/main" id="{E9BD175E-DE5F-4BF3-ADB2-07922261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896" y="1788420"/>
            <a:ext cx="103230" cy="103230"/>
          </a:xfrm>
          <a:custGeom xmlns:a="http://schemas.openxmlformats.org/drawingml/2006/main">
            <a:pathLst>
              <a:path w="103230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0" y="0"/>
                </a:lnTo>
                <a:lnTo>
                  <a:pt x="103230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344" name="path-296">
            <a:extLst xmlns:a="http://schemas.openxmlformats.org/drawingml/2006/main">
              <a:ext uri="{FF2B5EF4-FFF2-40B4-BE49-F238E27FC236}">
                <a16:creationId xmlns:a16="http://schemas.microsoft.com/office/drawing/2014/main" id="{5106CDA2-5B60-48D9-9C1B-A65FF742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7778" y="1892203"/>
            <a:ext cx="191" cy="95661"/>
          </a:xfrm>
          <a:custGeom xmlns:a="http://schemas.openxmlformats.org/drawingml/2006/main">
            <a:pathLst>
              <a:path w="191" h="95661">
                <a:moveTo>
                  <a:pt x="0" y="0"/>
                </a:moveTo>
                <a:lnTo>
                  <a:pt x="0" y="95661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345" name="path-297">
            <a:extLst xmlns:a="http://schemas.openxmlformats.org/drawingml/2006/main">
              <a:ext uri="{FF2B5EF4-FFF2-40B4-BE49-F238E27FC236}">
                <a16:creationId xmlns:a16="http://schemas.microsoft.com/office/drawing/2014/main" id="{7356AB47-3B3E-4682-8221-50F4C319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805" y="1987865"/>
            <a:ext cx="279965" cy="191"/>
          </a:xfrm>
          <a:custGeom xmlns:a="http://schemas.openxmlformats.org/drawingml/2006/main">
            <a:pathLst>
              <a:path w="279965" h="191">
                <a:moveTo>
                  <a:pt x="0" y="0"/>
                </a:moveTo>
                <a:lnTo>
                  <a:pt x="279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346" name="path-298">
            <a:extLst xmlns:a="http://schemas.openxmlformats.org/drawingml/2006/main">
              <a:ext uri="{FF2B5EF4-FFF2-40B4-BE49-F238E27FC236}">
                <a16:creationId xmlns:a16="http://schemas.microsoft.com/office/drawing/2014/main" id="{B543E645-752A-4A2D-8032-FF6DCA9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369" y="2068405"/>
            <a:ext cx="103231" cy="103230"/>
          </a:xfrm>
          <a:custGeom xmlns:a="http://schemas.openxmlformats.org/drawingml/2006/main">
            <a:pathLst>
              <a:path w="103231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1" y="0"/>
                </a:lnTo>
                <a:lnTo>
                  <a:pt x="103231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347" name="path-299">
            <a:extLst xmlns:a="http://schemas.openxmlformats.org/drawingml/2006/main">
              <a:ext uri="{FF2B5EF4-FFF2-40B4-BE49-F238E27FC236}">
                <a16:creationId xmlns:a16="http://schemas.microsoft.com/office/drawing/2014/main" id="{8344441B-9CD3-4832-B268-E9C0DA7A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805" y="1987865"/>
            <a:ext cx="191" cy="81074"/>
          </a:xfrm>
          <a:custGeom xmlns:a="http://schemas.openxmlformats.org/drawingml/2006/main">
            <a:pathLst>
              <a:path w="191" h="81074">
                <a:moveTo>
                  <a:pt x="0" y="0"/>
                </a:moveTo>
                <a:lnTo>
                  <a:pt x="0" y="81074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348" name="path-300">
            <a:extLst xmlns:a="http://schemas.openxmlformats.org/drawingml/2006/main">
              <a:ext uri="{FF2B5EF4-FFF2-40B4-BE49-F238E27FC236}">
                <a16:creationId xmlns:a16="http://schemas.microsoft.com/office/drawing/2014/main" id="{F976DA8E-4D80-464E-BFC8-9147362D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896" y="2068405"/>
            <a:ext cx="103230" cy="103230"/>
          </a:xfrm>
          <a:custGeom xmlns:a="http://schemas.openxmlformats.org/drawingml/2006/main">
            <a:pathLst>
              <a:path w="103230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0" y="0"/>
                </a:lnTo>
                <a:lnTo>
                  <a:pt x="103230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349" name="path-301">
            <a:extLst xmlns:a="http://schemas.openxmlformats.org/drawingml/2006/main">
              <a:ext uri="{FF2B5EF4-FFF2-40B4-BE49-F238E27FC236}">
                <a16:creationId xmlns:a16="http://schemas.microsoft.com/office/drawing/2014/main" id="{C7ECE82B-BB64-48A9-BD26-EA05D0A1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7778" y="1987865"/>
            <a:ext cx="191" cy="81074"/>
          </a:xfrm>
          <a:custGeom xmlns:a="http://schemas.openxmlformats.org/drawingml/2006/main">
            <a:pathLst>
              <a:path w="191" h="81074">
                <a:moveTo>
                  <a:pt x="0" y="0"/>
                </a:moveTo>
                <a:lnTo>
                  <a:pt x="0" y="81074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350" name="path-302">
            <a:extLst xmlns:a="http://schemas.openxmlformats.org/drawingml/2006/main">
              <a:ext uri="{FF2B5EF4-FFF2-40B4-BE49-F238E27FC236}">
                <a16:creationId xmlns:a16="http://schemas.microsoft.com/office/drawing/2014/main" id="{6A25F7D6-2504-4246-8ECC-45E91EFD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5888" y="2068405"/>
            <a:ext cx="103230" cy="103230"/>
          </a:xfrm>
          <a:custGeom xmlns:a="http://schemas.openxmlformats.org/drawingml/2006/main">
            <a:pathLst>
              <a:path w="103230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0" y="0"/>
                </a:lnTo>
                <a:lnTo>
                  <a:pt x="103230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351" name="path-303">
            <a:extLst xmlns:a="http://schemas.openxmlformats.org/drawingml/2006/main">
              <a:ext uri="{FF2B5EF4-FFF2-40B4-BE49-F238E27FC236}">
                <a16:creationId xmlns:a16="http://schemas.microsoft.com/office/drawing/2014/main" id="{6FEEA6D1-99C6-4F31-8270-81E662D8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770" y="1987865"/>
            <a:ext cx="191" cy="81074"/>
          </a:xfrm>
          <a:custGeom xmlns:a="http://schemas.openxmlformats.org/drawingml/2006/main">
            <a:pathLst>
              <a:path w="191" h="81074">
                <a:moveTo>
                  <a:pt x="0" y="0"/>
                </a:moveTo>
                <a:lnTo>
                  <a:pt x="0" y="81074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352" name="path-304">
            <a:extLst xmlns:a="http://schemas.openxmlformats.org/drawingml/2006/main">
              <a:ext uri="{FF2B5EF4-FFF2-40B4-BE49-F238E27FC236}">
                <a16:creationId xmlns:a16="http://schemas.microsoft.com/office/drawing/2014/main" id="{E01CFD8F-34D5-45E1-925C-FAC98424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023" y="1138758"/>
            <a:ext cx="176734" cy="191"/>
          </a:xfrm>
          <a:custGeom xmlns:a="http://schemas.openxmlformats.org/drawingml/2006/main">
            <a:pathLst>
              <a:path w="176734" h="191">
                <a:moveTo>
                  <a:pt x="0" y="0"/>
                </a:moveTo>
                <a:lnTo>
                  <a:pt x="176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53" name="path-305">
            <a:extLst xmlns:a="http://schemas.openxmlformats.org/drawingml/2006/main">
              <a:ext uri="{FF2B5EF4-FFF2-40B4-BE49-F238E27FC236}">
                <a16:creationId xmlns:a16="http://schemas.microsoft.com/office/drawing/2014/main" id="{1C0082E5-D6A2-4445-A5E1-6DF72AD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023" y="1995434"/>
            <a:ext cx="176734" cy="191"/>
          </a:xfrm>
          <a:custGeom xmlns:a="http://schemas.openxmlformats.org/drawingml/2006/main">
            <a:pathLst>
              <a:path w="176734" h="191">
                <a:moveTo>
                  <a:pt x="0" y="0"/>
                </a:moveTo>
                <a:lnTo>
                  <a:pt x="176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54" name="path-306">
            <a:extLst xmlns:a="http://schemas.openxmlformats.org/drawingml/2006/main">
              <a:ext uri="{FF2B5EF4-FFF2-40B4-BE49-F238E27FC236}">
                <a16:creationId xmlns:a16="http://schemas.microsoft.com/office/drawing/2014/main" id="{64D52E7B-4676-480A-8C07-E28072A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757" y="1138758"/>
            <a:ext cx="191" cy="856675"/>
          </a:xfrm>
          <a:custGeom xmlns:a="http://schemas.openxmlformats.org/drawingml/2006/main">
            <a:pathLst>
              <a:path w="191" h="856675">
                <a:moveTo>
                  <a:pt x="0" y="0"/>
                </a:moveTo>
                <a:lnTo>
                  <a:pt x="0" y="856675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55" name="path-307">
            <a:extLst xmlns:a="http://schemas.openxmlformats.org/drawingml/2006/main">
              <a:ext uri="{FF2B5EF4-FFF2-40B4-BE49-F238E27FC236}">
                <a16:creationId xmlns:a16="http://schemas.microsoft.com/office/drawing/2014/main" id="{32836407-7614-4BDB-9121-F6867DAA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757" y="1566820"/>
            <a:ext cx="194049" cy="191"/>
          </a:xfrm>
          <a:custGeom xmlns:a="http://schemas.openxmlformats.org/drawingml/2006/main">
            <a:pathLst>
              <a:path w="194049" h="191">
                <a:moveTo>
                  <a:pt x="0" y="0"/>
                </a:moveTo>
                <a:lnTo>
                  <a:pt x="1940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356" name="path-308">
            <a:extLst xmlns:a="http://schemas.openxmlformats.org/drawingml/2006/main">
              <a:ext uri="{FF2B5EF4-FFF2-40B4-BE49-F238E27FC236}">
                <a16:creationId xmlns:a16="http://schemas.microsoft.com/office/drawing/2014/main" id="{D6D2A8E7-5CE4-45B3-BFB9-A3F973C4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3943" y="1528437"/>
            <a:ext cx="76746" cy="76765"/>
          </a:xfrm>
          <a:custGeom xmlns:a="http://schemas.openxmlformats.org/drawingml/2006/main">
            <a:pathLst>
              <a:path w="76746" h="76765">
                <a:moveTo>
                  <a:pt x="76746" y="38383"/>
                </a:moveTo>
                <a:lnTo>
                  <a:pt x="0" y="76765"/>
                </a:lnTo>
                <a:lnTo>
                  <a:pt x="0" y="0"/>
                </a:lnTo>
                <a:lnTo>
                  <a:pt x="76746" y="3838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09">
            <a:extLst xmlns:a="http://schemas.openxmlformats.org/drawingml/2006/main">
              <a:ext uri="{FF2B5EF4-FFF2-40B4-BE49-F238E27FC236}">
                <a16:creationId xmlns:a16="http://schemas.microsoft.com/office/drawing/2014/main" id="{03A98669-70A6-47FE-A0A3-0D9A622A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141" y="666366"/>
            <a:ext cx="5432470" cy="1800908"/>
          </a:xfrm>
          <a:custGeom xmlns:a="http://schemas.openxmlformats.org/drawingml/2006/main">
            <a:pathLst>
              <a:path w="5432470" h="1800908">
                <a:moveTo>
                  <a:pt x="0" y="125939"/>
                </a:moveTo>
                <a:lnTo>
                  <a:pt x="0" y="125939"/>
                </a:lnTo>
                <a:cubicBezTo>
                  <a:pt x="0" y="103764"/>
                  <a:pt x="5949" y="82161"/>
                  <a:pt x="16760" y="62693"/>
                </a:cubicBezTo>
                <a:cubicBezTo>
                  <a:pt x="28105" y="43778"/>
                  <a:pt x="43779" y="27571"/>
                  <a:pt x="63247" y="16760"/>
                </a:cubicBezTo>
                <a:cubicBezTo>
                  <a:pt x="82162" y="5948"/>
                  <a:pt x="103784" y="0"/>
                  <a:pt x="125940" y="0"/>
                </a:cubicBezTo>
                <a:lnTo>
                  <a:pt x="5305998" y="0"/>
                </a:lnTo>
                <a:cubicBezTo>
                  <a:pt x="5328153" y="0"/>
                  <a:pt x="5349777" y="5948"/>
                  <a:pt x="5369244" y="16760"/>
                </a:cubicBezTo>
                <a:cubicBezTo>
                  <a:pt x="5388158" y="28105"/>
                  <a:pt x="5404366" y="43778"/>
                  <a:pt x="5415178" y="63226"/>
                </a:cubicBezTo>
                <a:cubicBezTo>
                  <a:pt x="5425988" y="82161"/>
                  <a:pt x="5431937" y="103764"/>
                  <a:pt x="5431937" y="125939"/>
                </a:cubicBezTo>
                <a:lnTo>
                  <a:pt x="5432470" y="1674435"/>
                </a:lnTo>
                <a:cubicBezTo>
                  <a:pt x="5432470" y="1696591"/>
                  <a:pt x="5426521" y="1718214"/>
                  <a:pt x="5415731" y="1737681"/>
                </a:cubicBezTo>
                <a:cubicBezTo>
                  <a:pt x="5404366" y="1756597"/>
                  <a:pt x="5388693" y="1772803"/>
                  <a:pt x="5369244" y="1783615"/>
                </a:cubicBezTo>
                <a:cubicBezTo>
                  <a:pt x="5350330" y="1794425"/>
                  <a:pt x="5328708" y="1800375"/>
                  <a:pt x="5306551" y="1800375"/>
                </a:cubicBezTo>
                <a:lnTo>
                  <a:pt x="125940" y="1800908"/>
                </a:lnTo>
                <a:cubicBezTo>
                  <a:pt x="103784" y="1800908"/>
                  <a:pt x="82162" y="1794959"/>
                  <a:pt x="62693" y="1784167"/>
                </a:cubicBezTo>
                <a:cubicBezTo>
                  <a:pt x="43779" y="1772803"/>
                  <a:pt x="27571" y="1757130"/>
                  <a:pt x="16760" y="1737681"/>
                </a:cubicBezTo>
                <a:cubicBezTo>
                  <a:pt x="5949" y="1718766"/>
                  <a:pt x="0" y="1697144"/>
                  <a:pt x="0" y="1674988"/>
                </a:cubicBezTo>
                <a:lnTo>
                  <a:pt x="0" y="125939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2700">
            <a:solidFill>
              <a:srgbClr val="7AAE85"/>
            </a:solidFill>
            <a:prstDash val="solid"/>
          </a:ln>
        </p:spPr>
      </p:sp>
      <p:sp>
        <p:nvSpPr>
          <p:cNvPr id="358" name="text-310 Unsupervised">
            <a:extLst xmlns:a="http://schemas.openxmlformats.org/drawingml/2006/main">
              <a:ext uri="{FF2B5EF4-FFF2-40B4-BE49-F238E27FC236}">
                <a16:creationId xmlns:a16="http://schemas.microsoft.com/office/drawing/2014/main" id="{3CFA9088-AA03-4BD5-AC34-795CFCFA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287" y="712584"/>
            <a:ext cx="1426406" cy="29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3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Unsupervised</a:t>
            </a:r>
          </a:p>
        </p:txBody>
      </p:sp>
      <p:sp>
        <p:nvSpPr>
          <p:cNvPr id="359" name="text-310 Visual–Structural">
            <a:extLst xmlns:a="http://schemas.openxmlformats.org/drawingml/2006/main">
              <a:ext uri="{FF2B5EF4-FFF2-40B4-BE49-F238E27FC236}">
                <a16:creationId xmlns:a16="http://schemas.microsoft.com/office/drawing/2014/main" id="{F6086050-B058-4124-A268-8402DE56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83230" y="712416"/>
            <a:ext cx="1762378" cy="29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5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Visual–Structural</a:t>
            </a:r>
          </a:p>
        </p:txBody>
      </p:sp>
      <p:sp>
        <p:nvSpPr>
          <p:cNvPr id="360" name="text-310 Clusters">
            <a:extLst xmlns:a="http://schemas.openxmlformats.org/drawingml/2006/main">
              <a:ext uri="{FF2B5EF4-FFF2-40B4-BE49-F238E27FC236}">
                <a16:creationId xmlns:a16="http://schemas.microsoft.com/office/drawing/2014/main" id="{BC81F0EB-3AAA-44E5-8586-06B101A1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5697" y="712540"/>
            <a:ext cx="878110" cy="29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4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4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4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361" name="path-311">
            <a:extLst xmlns:a="http://schemas.openxmlformats.org/drawingml/2006/main">
              <a:ext uri="{FF2B5EF4-FFF2-40B4-BE49-F238E27FC236}">
                <a16:creationId xmlns:a16="http://schemas.microsoft.com/office/drawing/2014/main" id="{FA2CBC55-9706-4D4B-9F9B-DE9030C9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4438" y="1153879"/>
            <a:ext cx="1298790" cy="885334"/>
          </a:xfrm>
          <a:custGeom xmlns:a="http://schemas.openxmlformats.org/drawingml/2006/main">
            <a:pathLst>
              <a:path w="1298790" h="885334">
                <a:moveTo>
                  <a:pt x="0" y="442667"/>
                </a:moveTo>
                <a:lnTo>
                  <a:pt x="0" y="442667"/>
                </a:lnTo>
                <a:cubicBezTo>
                  <a:pt x="0" y="364834"/>
                  <a:pt x="30259" y="288622"/>
                  <a:pt x="87023" y="221066"/>
                </a:cubicBezTo>
                <a:cubicBezTo>
                  <a:pt x="143768" y="154045"/>
                  <a:pt x="225929" y="97835"/>
                  <a:pt x="324831" y="58918"/>
                </a:cubicBezTo>
                <a:cubicBezTo>
                  <a:pt x="423200" y="20002"/>
                  <a:pt x="535621" y="0"/>
                  <a:pt x="649663" y="0"/>
                </a:cubicBezTo>
                <a:cubicBezTo>
                  <a:pt x="763170" y="0"/>
                  <a:pt x="875592" y="20002"/>
                  <a:pt x="973960" y="58918"/>
                </a:cubicBezTo>
                <a:cubicBezTo>
                  <a:pt x="1072881" y="97835"/>
                  <a:pt x="1155022" y="154045"/>
                  <a:pt x="1211785" y="221066"/>
                </a:cubicBezTo>
                <a:cubicBezTo>
                  <a:pt x="1268531" y="288622"/>
                  <a:pt x="1298790" y="364834"/>
                  <a:pt x="1298790" y="442667"/>
                </a:cubicBezTo>
                <a:cubicBezTo>
                  <a:pt x="1298790" y="520500"/>
                  <a:pt x="1268531" y="596712"/>
                  <a:pt x="1211785" y="664268"/>
                </a:cubicBezTo>
                <a:cubicBezTo>
                  <a:pt x="1155022" y="731289"/>
                  <a:pt x="1072881" y="787499"/>
                  <a:pt x="973960" y="826416"/>
                </a:cubicBezTo>
                <a:cubicBezTo>
                  <a:pt x="875592" y="865332"/>
                  <a:pt x="763170" y="885334"/>
                  <a:pt x="649663" y="885334"/>
                </a:cubicBezTo>
                <a:cubicBezTo>
                  <a:pt x="535621" y="885334"/>
                  <a:pt x="423200" y="865332"/>
                  <a:pt x="324831" y="826416"/>
                </a:cubicBezTo>
                <a:cubicBezTo>
                  <a:pt x="225929" y="787499"/>
                  <a:pt x="143768" y="731289"/>
                  <a:pt x="87023" y="664268"/>
                </a:cubicBezTo>
                <a:cubicBezTo>
                  <a:pt x="30259" y="596712"/>
                  <a:pt x="0" y="520500"/>
                  <a:pt x="0" y="44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3A7D44"/>
            </a:solidFill>
            <a:prstDash val="dash"/>
          </a:ln>
        </p:spPr>
      </p:sp>
      <p:sp>
        <p:nvSpPr>
          <p:cNvPr id="362" name="path-312">
            <a:extLst xmlns:a="http://schemas.openxmlformats.org/drawingml/2006/main">
              <a:ext uri="{FF2B5EF4-FFF2-40B4-BE49-F238E27FC236}">
                <a16:creationId xmlns:a16="http://schemas.microsoft.com/office/drawing/2014/main" id="{4F41FAB1-1FFA-43DE-8A50-1B7E145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2515" y="1254421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69"/>
                  <a:pt x="4309" y="16207"/>
                </a:cubicBezTo>
                <a:cubicBezTo>
                  <a:pt x="7017" y="11345"/>
                  <a:pt x="11345" y="7016"/>
                  <a:pt x="16207" y="4328"/>
                </a:cubicBezTo>
                <a:cubicBezTo>
                  <a:pt x="21070" y="1621"/>
                  <a:pt x="26485" y="0"/>
                  <a:pt x="32414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3" y="7016"/>
                  <a:pt x="57831" y="11345"/>
                  <a:pt x="60520" y="16207"/>
                </a:cubicBezTo>
                <a:cubicBezTo>
                  <a:pt x="63228" y="21069"/>
                  <a:pt x="64848" y="26484"/>
                  <a:pt x="64848" y="32433"/>
                </a:cubicBezTo>
                <a:cubicBezTo>
                  <a:pt x="64848" y="38363"/>
                  <a:pt x="63228" y="43779"/>
                  <a:pt x="60520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9" y="63227"/>
                  <a:pt x="38363" y="64848"/>
                  <a:pt x="32414" y="64848"/>
                </a:cubicBezTo>
                <a:cubicBezTo>
                  <a:pt x="26485" y="64848"/>
                  <a:pt x="21070" y="63227"/>
                  <a:pt x="16207" y="60539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13">
            <a:extLst xmlns:a="http://schemas.openxmlformats.org/drawingml/2006/main">
              <a:ext uri="{FF2B5EF4-FFF2-40B4-BE49-F238E27FC236}">
                <a16:creationId xmlns:a16="http://schemas.microsoft.com/office/drawing/2014/main" id="{C86CC351-287F-4A74-9E98-4D640CEA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619" y="1444675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69"/>
                  <a:pt x="4327" y="16207"/>
                </a:cubicBezTo>
                <a:cubicBezTo>
                  <a:pt x="7036" y="11345"/>
                  <a:pt x="11344" y="7016"/>
                  <a:pt x="16206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7" y="1621"/>
                  <a:pt x="48640" y="4328"/>
                </a:cubicBezTo>
                <a:cubicBezTo>
                  <a:pt x="53502" y="7016"/>
                  <a:pt x="57830" y="11345"/>
                  <a:pt x="60538" y="16207"/>
                </a:cubicBezTo>
                <a:cubicBezTo>
                  <a:pt x="63246" y="21069"/>
                  <a:pt x="64866" y="26485"/>
                  <a:pt x="64866" y="32433"/>
                </a:cubicBezTo>
                <a:cubicBezTo>
                  <a:pt x="64866" y="38363"/>
                  <a:pt x="63246" y="43779"/>
                  <a:pt x="60538" y="48640"/>
                </a:cubicBezTo>
                <a:cubicBezTo>
                  <a:pt x="57830" y="53503"/>
                  <a:pt x="53502" y="57831"/>
                  <a:pt x="48640" y="60539"/>
                </a:cubicBezTo>
                <a:cubicBezTo>
                  <a:pt x="43777" y="63227"/>
                  <a:pt x="38382" y="64848"/>
                  <a:pt x="32433" y="64848"/>
                </a:cubicBezTo>
                <a:cubicBezTo>
                  <a:pt x="26484" y="64848"/>
                  <a:pt x="21088" y="63227"/>
                  <a:pt x="16206" y="60539"/>
                </a:cubicBezTo>
                <a:cubicBezTo>
                  <a:pt x="11344" y="57831"/>
                  <a:pt x="7036" y="53503"/>
                  <a:pt x="4327" y="48640"/>
                </a:cubicBezTo>
                <a:cubicBezTo>
                  <a:pt x="1619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14">
            <a:extLst xmlns:a="http://schemas.openxmlformats.org/drawingml/2006/main">
              <a:ext uri="{FF2B5EF4-FFF2-40B4-BE49-F238E27FC236}">
                <a16:creationId xmlns:a16="http://schemas.microsoft.com/office/drawing/2014/main" id="{7720ED97-EA66-4607-8311-233C7F23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130" y="1570595"/>
            <a:ext cx="64868" cy="64866"/>
          </a:xfrm>
          <a:custGeom xmlns:a="http://schemas.openxmlformats.org/drawingml/2006/main">
            <a:pathLst>
              <a:path w="64868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88"/>
                  <a:pt x="4328" y="16226"/>
                </a:cubicBezTo>
                <a:cubicBezTo>
                  <a:pt x="7035" y="11364"/>
                  <a:pt x="11365" y="7036"/>
                  <a:pt x="16225" y="4328"/>
                </a:cubicBezTo>
                <a:cubicBezTo>
                  <a:pt x="21088" y="1640"/>
                  <a:pt x="26485" y="0"/>
                  <a:pt x="32434" y="0"/>
                </a:cubicBezTo>
                <a:cubicBezTo>
                  <a:pt x="38383" y="0"/>
                  <a:pt x="43778" y="1640"/>
                  <a:pt x="48641" y="4328"/>
                </a:cubicBezTo>
                <a:cubicBezTo>
                  <a:pt x="53522" y="7036"/>
                  <a:pt x="57831" y="11364"/>
                  <a:pt x="60539" y="16226"/>
                </a:cubicBezTo>
                <a:cubicBezTo>
                  <a:pt x="63246" y="21088"/>
                  <a:pt x="64868" y="26484"/>
                  <a:pt x="64868" y="32433"/>
                </a:cubicBezTo>
                <a:cubicBezTo>
                  <a:pt x="64868" y="38382"/>
                  <a:pt x="63246" y="43797"/>
                  <a:pt x="60539" y="48660"/>
                </a:cubicBezTo>
                <a:cubicBezTo>
                  <a:pt x="57831" y="53522"/>
                  <a:pt x="53522" y="57850"/>
                  <a:pt x="48641" y="60539"/>
                </a:cubicBezTo>
                <a:cubicBezTo>
                  <a:pt x="43778" y="63246"/>
                  <a:pt x="38383" y="64866"/>
                  <a:pt x="32434" y="64866"/>
                </a:cubicBezTo>
                <a:cubicBezTo>
                  <a:pt x="26485" y="64866"/>
                  <a:pt x="21088" y="63246"/>
                  <a:pt x="16225" y="60539"/>
                </a:cubicBezTo>
                <a:cubicBezTo>
                  <a:pt x="11365" y="57850"/>
                  <a:pt x="7035" y="53522"/>
                  <a:pt x="4328" y="48660"/>
                </a:cubicBezTo>
                <a:cubicBezTo>
                  <a:pt x="1621" y="43797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15">
            <a:extLst xmlns:a="http://schemas.openxmlformats.org/drawingml/2006/main">
              <a:ext uri="{FF2B5EF4-FFF2-40B4-BE49-F238E27FC236}">
                <a16:creationId xmlns:a16="http://schemas.microsoft.com/office/drawing/2014/main" id="{D35C1BEF-3903-4320-BFAA-9C06F3AE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318" y="1853288"/>
            <a:ext cx="64847" cy="64848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19" y="21070"/>
                  <a:pt x="4308" y="16207"/>
                </a:cubicBezTo>
                <a:cubicBezTo>
                  <a:pt x="7016" y="11345"/>
                  <a:pt x="11344" y="7017"/>
                  <a:pt x="16206" y="4309"/>
                </a:cubicBezTo>
                <a:cubicBezTo>
                  <a:pt x="21069" y="1620"/>
                  <a:pt x="26465" y="0"/>
                  <a:pt x="32414" y="0"/>
                </a:cubicBezTo>
                <a:cubicBezTo>
                  <a:pt x="38362" y="0"/>
                  <a:pt x="43777" y="1620"/>
                  <a:pt x="48640" y="4309"/>
                </a:cubicBezTo>
                <a:cubicBezTo>
                  <a:pt x="53502" y="7017"/>
                  <a:pt x="57830" y="11345"/>
                  <a:pt x="60520" y="16207"/>
                </a:cubicBezTo>
                <a:cubicBezTo>
                  <a:pt x="63226" y="21070"/>
                  <a:pt x="64847" y="26484"/>
                  <a:pt x="64847" y="32414"/>
                </a:cubicBezTo>
                <a:cubicBezTo>
                  <a:pt x="64847" y="38363"/>
                  <a:pt x="63226" y="43778"/>
                  <a:pt x="60520" y="48640"/>
                </a:cubicBezTo>
                <a:cubicBezTo>
                  <a:pt x="57830" y="53503"/>
                  <a:pt x="53502" y="57831"/>
                  <a:pt x="48640" y="60520"/>
                </a:cubicBezTo>
                <a:cubicBezTo>
                  <a:pt x="43777" y="63227"/>
                  <a:pt x="38362" y="64848"/>
                  <a:pt x="32414" y="64848"/>
                </a:cubicBezTo>
                <a:cubicBezTo>
                  <a:pt x="26465" y="64848"/>
                  <a:pt x="21069" y="63227"/>
                  <a:pt x="16206" y="60520"/>
                </a:cubicBezTo>
                <a:cubicBezTo>
                  <a:pt x="11344" y="57831"/>
                  <a:pt x="7016" y="53503"/>
                  <a:pt x="4308" y="48640"/>
                </a:cubicBezTo>
                <a:cubicBezTo>
                  <a:pt x="1619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16">
            <a:extLst xmlns:a="http://schemas.openxmlformats.org/drawingml/2006/main">
              <a:ext uri="{FF2B5EF4-FFF2-40B4-BE49-F238E27FC236}">
                <a16:creationId xmlns:a16="http://schemas.microsoft.com/office/drawing/2014/main" id="{9D73B2C1-E927-4F73-835C-4AC5AAEB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121" y="1472227"/>
            <a:ext cx="64868" cy="64866"/>
          </a:xfrm>
          <a:custGeom xmlns:a="http://schemas.openxmlformats.org/drawingml/2006/main">
            <a:pathLst>
              <a:path w="64868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2" y="21088"/>
                  <a:pt x="4328" y="16226"/>
                </a:cubicBezTo>
                <a:cubicBezTo>
                  <a:pt x="7036" y="11364"/>
                  <a:pt x="11365" y="7035"/>
                  <a:pt x="16227" y="4328"/>
                </a:cubicBezTo>
                <a:cubicBezTo>
                  <a:pt x="21090" y="1621"/>
                  <a:pt x="26486" y="0"/>
                  <a:pt x="32435" y="0"/>
                </a:cubicBezTo>
                <a:cubicBezTo>
                  <a:pt x="38383" y="0"/>
                  <a:pt x="43779" y="1621"/>
                  <a:pt x="48660" y="4328"/>
                </a:cubicBezTo>
                <a:cubicBezTo>
                  <a:pt x="53522" y="7035"/>
                  <a:pt x="57831" y="11364"/>
                  <a:pt x="60540" y="16226"/>
                </a:cubicBezTo>
                <a:cubicBezTo>
                  <a:pt x="63247" y="21088"/>
                  <a:pt x="64868" y="26484"/>
                  <a:pt x="64868" y="32433"/>
                </a:cubicBezTo>
                <a:cubicBezTo>
                  <a:pt x="64868" y="38382"/>
                  <a:pt x="63247" y="43778"/>
                  <a:pt x="60540" y="48659"/>
                </a:cubicBezTo>
                <a:cubicBezTo>
                  <a:pt x="57831" y="53522"/>
                  <a:pt x="53522" y="57831"/>
                  <a:pt x="48660" y="60539"/>
                </a:cubicBezTo>
                <a:cubicBezTo>
                  <a:pt x="43779" y="63246"/>
                  <a:pt x="38383" y="64866"/>
                  <a:pt x="32435" y="64866"/>
                </a:cubicBezTo>
                <a:cubicBezTo>
                  <a:pt x="26486" y="64866"/>
                  <a:pt x="21090" y="63246"/>
                  <a:pt x="16227" y="60539"/>
                </a:cubicBezTo>
                <a:cubicBezTo>
                  <a:pt x="11365" y="57831"/>
                  <a:pt x="7036" y="53522"/>
                  <a:pt x="4328" y="48659"/>
                </a:cubicBezTo>
                <a:cubicBezTo>
                  <a:pt x="1622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17">
            <a:extLst xmlns:a="http://schemas.openxmlformats.org/drawingml/2006/main">
              <a:ext uri="{FF2B5EF4-FFF2-40B4-BE49-F238E27FC236}">
                <a16:creationId xmlns:a16="http://schemas.microsoft.com/office/drawing/2014/main" id="{53346723-E5A2-4D74-ADE9-9A7E370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043" y="1377653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70"/>
                  <a:pt x="4328" y="16208"/>
                </a:cubicBezTo>
                <a:cubicBezTo>
                  <a:pt x="7016" y="11345"/>
                  <a:pt x="11344" y="7017"/>
                  <a:pt x="16207" y="4329"/>
                </a:cubicBezTo>
                <a:cubicBezTo>
                  <a:pt x="21069" y="1621"/>
                  <a:pt x="26484" y="0"/>
                  <a:pt x="32434" y="0"/>
                </a:cubicBezTo>
                <a:cubicBezTo>
                  <a:pt x="38362" y="0"/>
                  <a:pt x="43778" y="1621"/>
                  <a:pt x="48640" y="4329"/>
                </a:cubicBezTo>
                <a:cubicBezTo>
                  <a:pt x="53503" y="7017"/>
                  <a:pt x="57830" y="11345"/>
                  <a:pt x="60538" y="16208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3"/>
                  <a:pt x="63226" y="43779"/>
                  <a:pt x="60538" y="48641"/>
                </a:cubicBezTo>
                <a:cubicBezTo>
                  <a:pt x="57830" y="53503"/>
                  <a:pt x="53503" y="57832"/>
                  <a:pt x="48640" y="60539"/>
                </a:cubicBezTo>
                <a:cubicBezTo>
                  <a:pt x="43778" y="63228"/>
                  <a:pt x="38362" y="64848"/>
                  <a:pt x="32434" y="64848"/>
                </a:cubicBezTo>
                <a:cubicBezTo>
                  <a:pt x="26484" y="64848"/>
                  <a:pt x="21069" y="63228"/>
                  <a:pt x="16207" y="60539"/>
                </a:cubicBezTo>
                <a:cubicBezTo>
                  <a:pt x="11344" y="57832"/>
                  <a:pt x="7016" y="53503"/>
                  <a:pt x="4328" y="48641"/>
                </a:cubicBezTo>
                <a:cubicBezTo>
                  <a:pt x="1619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18">
            <a:extLst xmlns:a="http://schemas.openxmlformats.org/drawingml/2006/main">
              <a:ext uri="{FF2B5EF4-FFF2-40B4-BE49-F238E27FC236}">
                <a16:creationId xmlns:a16="http://schemas.microsoft.com/office/drawing/2014/main" id="{BB741DBD-FD2D-483F-B3D9-29DE79F4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514" y="1844097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69"/>
                  <a:pt x="4328" y="16208"/>
                </a:cubicBezTo>
                <a:cubicBezTo>
                  <a:pt x="7017" y="11345"/>
                  <a:pt x="11344" y="7017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63" y="0"/>
                  <a:pt x="43778" y="1621"/>
                  <a:pt x="48640" y="4328"/>
                </a:cubicBezTo>
                <a:cubicBezTo>
                  <a:pt x="53503" y="7017"/>
                  <a:pt x="57830" y="11345"/>
                  <a:pt x="60539" y="16208"/>
                </a:cubicBezTo>
                <a:cubicBezTo>
                  <a:pt x="63228" y="21069"/>
                  <a:pt x="64848" y="26485"/>
                  <a:pt x="64848" y="32434"/>
                </a:cubicBezTo>
                <a:cubicBezTo>
                  <a:pt x="64848" y="38363"/>
                  <a:pt x="63228" y="43779"/>
                  <a:pt x="60539" y="48641"/>
                </a:cubicBezTo>
                <a:cubicBezTo>
                  <a:pt x="57830" y="53503"/>
                  <a:pt x="53503" y="57831"/>
                  <a:pt x="48640" y="60539"/>
                </a:cubicBezTo>
                <a:cubicBezTo>
                  <a:pt x="43778" y="63228"/>
                  <a:pt x="38363" y="64848"/>
                  <a:pt x="3243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4" y="57831"/>
                  <a:pt x="7017" y="53503"/>
                  <a:pt x="4328" y="48641"/>
                </a:cubicBezTo>
                <a:cubicBezTo>
                  <a:pt x="1621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19">
            <a:extLst xmlns:a="http://schemas.openxmlformats.org/drawingml/2006/main">
              <a:ext uri="{FF2B5EF4-FFF2-40B4-BE49-F238E27FC236}">
                <a16:creationId xmlns:a16="http://schemas.microsoft.com/office/drawing/2014/main" id="{A2AF521A-9053-44F6-9E5C-CB18A550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6571" y="1635996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39" y="21088"/>
                  <a:pt x="4327" y="16226"/>
                </a:cubicBezTo>
                <a:cubicBezTo>
                  <a:pt x="7035" y="11364"/>
                  <a:pt x="11364" y="7035"/>
                  <a:pt x="16225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2" y="0"/>
                  <a:pt x="43797" y="1621"/>
                  <a:pt x="48659" y="4328"/>
                </a:cubicBezTo>
                <a:cubicBezTo>
                  <a:pt x="53522" y="7035"/>
                  <a:pt x="57849" y="11364"/>
                  <a:pt x="60538" y="16226"/>
                </a:cubicBezTo>
                <a:cubicBezTo>
                  <a:pt x="63245" y="21088"/>
                  <a:pt x="64866" y="26485"/>
                  <a:pt x="64866" y="32433"/>
                </a:cubicBezTo>
                <a:cubicBezTo>
                  <a:pt x="64866" y="38382"/>
                  <a:pt x="63245" y="43778"/>
                  <a:pt x="60538" y="48660"/>
                </a:cubicBezTo>
                <a:cubicBezTo>
                  <a:pt x="57849" y="53522"/>
                  <a:pt x="53522" y="57831"/>
                  <a:pt x="48659" y="60539"/>
                </a:cubicBezTo>
                <a:cubicBezTo>
                  <a:pt x="43797" y="63246"/>
                  <a:pt x="38382" y="64867"/>
                  <a:pt x="32433" y="64867"/>
                </a:cubicBezTo>
                <a:cubicBezTo>
                  <a:pt x="26484" y="64867"/>
                  <a:pt x="21087" y="63246"/>
                  <a:pt x="16225" y="60539"/>
                </a:cubicBezTo>
                <a:cubicBezTo>
                  <a:pt x="11364" y="57831"/>
                  <a:pt x="7035" y="53522"/>
                  <a:pt x="4327" y="48660"/>
                </a:cubicBezTo>
                <a:cubicBezTo>
                  <a:pt x="1639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20">
            <a:extLst xmlns:a="http://schemas.openxmlformats.org/drawingml/2006/main">
              <a:ext uri="{FF2B5EF4-FFF2-40B4-BE49-F238E27FC236}">
                <a16:creationId xmlns:a16="http://schemas.microsoft.com/office/drawing/2014/main" id="{C7545323-195D-4DEF-9310-69F7D73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661" y="1450623"/>
            <a:ext cx="64868" cy="64848"/>
          </a:xfrm>
          <a:custGeom xmlns:a="http://schemas.openxmlformats.org/drawingml/2006/main">
            <a:pathLst>
              <a:path w="64868" h="64848">
                <a:moveTo>
                  <a:pt x="0" y="32415"/>
                </a:moveTo>
                <a:lnTo>
                  <a:pt x="0" y="32415"/>
                </a:lnTo>
                <a:cubicBezTo>
                  <a:pt x="0" y="26485"/>
                  <a:pt x="1622" y="21070"/>
                  <a:pt x="4330" y="16208"/>
                </a:cubicBezTo>
                <a:cubicBezTo>
                  <a:pt x="7018" y="11345"/>
                  <a:pt x="11347" y="7017"/>
                  <a:pt x="16208" y="4310"/>
                </a:cubicBezTo>
                <a:cubicBezTo>
                  <a:pt x="21070" y="1621"/>
                  <a:pt x="26486" y="0"/>
                  <a:pt x="32435" y="0"/>
                </a:cubicBezTo>
                <a:cubicBezTo>
                  <a:pt x="38383" y="0"/>
                  <a:pt x="43779" y="1621"/>
                  <a:pt x="48641" y="4310"/>
                </a:cubicBezTo>
                <a:cubicBezTo>
                  <a:pt x="53504" y="7017"/>
                  <a:pt x="57832" y="11345"/>
                  <a:pt x="60540" y="16208"/>
                </a:cubicBezTo>
                <a:cubicBezTo>
                  <a:pt x="63229" y="21070"/>
                  <a:pt x="64868" y="26485"/>
                  <a:pt x="64868" y="32415"/>
                </a:cubicBezTo>
                <a:cubicBezTo>
                  <a:pt x="64868" y="38364"/>
                  <a:pt x="63229" y="43779"/>
                  <a:pt x="60540" y="48642"/>
                </a:cubicBezTo>
                <a:cubicBezTo>
                  <a:pt x="57832" y="53503"/>
                  <a:pt x="53504" y="57832"/>
                  <a:pt x="48641" y="60520"/>
                </a:cubicBezTo>
                <a:cubicBezTo>
                  <a:pt x="43779" y="63228"/>
                  <a:pt x="38383" y="64848"/>
                  <a:pt x="32435" y="64848"/>
                </a:cubicBezTo>
                <a:cubicBezTo>
                  <a:pt x="26486" y="64848"/>
                  <a:pt x="21070" y="63228"/>
                  <a:pt x="16208" y="60520"/>
                </a:cubicBezTo>
                <a:cubicBezTo>
                  <a:pt x="11347" y="57832"/>
                  <a:pt x="7018" y="53503"/>
                  <a:pt x="4330" y="48642"/>
                </a:cubicBezTo>
                <a:cubicBezTo>
                  <a:pt x="1622" y="43779"/>
                  <a:pt x="0" y="38364"/>
                  <a:pt x="0" y="32415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21">
            <a:extLst xmlns:a="http://schemas.openxmlformats.org/drawingml/2006/main">
              <a:ext uri="{FF2B5EF4-FFF2-40B4-BE49-F238E27FC236}">
                <a16:creationId xmlns:a16="http://schemas.microsoft.com/office/drawing/2014/main" id="{E3CA4753-971B-4090-9A95-EF90790D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292" y="1176588"/>
            <a:ext cx="64868" cy="64848"/>
          </a:xfrm>
          <a:custGeom xmlns:a="http://schemas.openxmlformats.org/drawingml/2006/main">
            <a:pathLst>
              <a:path w="64868" h="64848">
                <a:moveTo>
                  <a:pt x="0" y="32434"/>
                </a:moveTo>
                <a:lnTo>
                  <a:pt x="0" y="32434"/>
                </a:lnTo>
                <a:cubicBezTo>
                  <a:pt x="0" y="26484"/>
                  <a:pt x="1621" y="21069"/>
                  <a:pt x="4328" y="16207"/>
                </a:cubicBezTo>
                <a:cubicBezTo>
                  <a:pt x="7035" y="11345"/>
                  <a:pt x="11345" y="7017"/>
                  <a:pt x="16207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2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39" y="16207"/>
                </a:cubicBezTo>
                <a:cubicBezTo>
                  <a:pt x="63246" y="21069"/>
                  <a:pt x="64868" y="26484"/>
                  <a:pt x="64868" y="32434"/>
                </a:cubicBezTo>
                <a:cubicBezTo>
                  <a:pt x="64868" y="38383"/>
                  <a:pt x="63246" y="43779"/>
                  <a:pt x="60539" y="48641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7"/>
                  <a:pt x="38382" y="64848"/>
                  <a:pt x="32434" y="64848"/>
                </a:cubicBezTo>
                <a:cubicBezTo>
                  <a:pt x="26485" y="64848"/>
                  <a:pt x="21088" y="63227"/>
                  <a:pt x="16207" y="60539"/>
                </a:cubicBezTo>
                <a:cubicBezTo>
                  <a:pt x="11345" y="57831"/>
                  <a:pt x="7035" y="53503"/>
                  <a:pt x="4328" y="48641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22">
            <a:extLst xmlns:a="http://schemas.openxmlformats.org/drawingml/2006/main">
              <a:ext uri="{FF2B5EF4-FFF2-40B4-BE49-F238E27FC236}">
                <a16:creationId xmlns:a16="http://schemas.microsoft.com/office/drawing/2014/main" id="{2636462F-4C09-4625-BC3E-E91E45C5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718" y="1499798"/>
            <a:ext cx="64848" cy="64867"/>
          </a:xfrm>
          <a:custGeom xmlns:a="http://schemas.openxmlformats.org/drawingml/2006/main">
            <a:pathLst>
              <a:path w="64848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8"/>
                  <a:pt x="4309" y="16207"/>
                </a:cubicBezTo>
                <a:cubicBezTo>
                  <a:pt x="7016" y="11345"/>
                  <a:pt x="11344" y="7036"/>
                  <a:pt x="16207" y="4328"/>
                </a:cubicBezTo>
                <a:cubicBezTo>
                  <a:pt x="21069" y="1621"/>
                  <a:pt x="26484" y="0"/>
                  <a:pt x="32414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3" y="7036"/>
                  <a:pt x="57831" y="11345"/>
                  <a:pt x="60520" y="16207"/>
                </a:cubicBezTo>
                <a:cubicBezTo>
                  <a:pt x="63226" y="21088"/>
                  <a:pt x="64848" y="26485"/>
                  <a:pt x="64848" y="32433"/>
                </a:cubicBezTo>
                <a:cubicBezTo>
                  <a:pt x="64848" y="38382"/>
                  <a:pt x="63226" y="43779"/>
                  <a:pt x="60520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9" y="63246"/>
                  <a:pt x="38363" y="64867"/>
                  <a:pt x="32414" y="64867"/>
                </a:cubicBezTo>
                <a:cubicBezTo>
                  <a:pt x="26484" y="64867"/>
                  <a:pt x="21069" y="63246"/>
                  <a:pt x="16207" y="60539"/>
                </a:cubicBezTo>
                <a:cubicBezTo>
                  <a:pt x="11344" y="57831"/>
                  <a:pt x="7016" y="53503"/>
                  <a:pt x="4309" y="48640"/>
                </a:cubicBezTo>
                <a:cubicBezTo>
                  <a:pt x="1621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23">
            <a:extLst xmlns:a="http://schemas.openxmlformats.org/drawingml/2006/main">
              <a:ext uri="{FF2B5EF4-FFF2-40B4-BE49-F238E27FC236}">
                <a16:creationId xmlns:a16="http://schemas.microsoft.com/office/drawing/2014/main" id="{90C6E842-8AF7-4AB1-A39D-574A6450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9531" y="1639791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69"/>
                  <a:pt x="4327" y="16207"/>
                </a:cubicBezTo>
                <a:cubicBezTo>
                  <a:pt x="7036" y="11345"/>
                  <a:pt x="11364" y="7016"/>
                  <a:pt x="16227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9" y="1621"/>
                  <a:pt x="48659" y="4328"/>
                </a:cubicBezTo>
                <a:cubicBezTo>
                  <a:pt x="53522" y="7016"/>
                  <a:pt x="57831" y="11345"/>
                  <a:pt x="60538" y="16207"/>
                </a:cubicBezTo>
                <a:cubicBezTo>
                  <a:pt x="63246" y="21069"/>
                  <a:pt x="64866" y="26484"/>
                  <a:pt x="64866" y="32433"/>
                </a:cubicBezTo>
                <a:cubicBezTo>
                  <a:pt x="64866" y="38363"/>
                  <a:pt x="63246" y="43778"/>
                  <a:pt x="60538" y="48640"/>
                </a:cubicBezTo>
                <a:cubicBezTo>
                  <a:pt x="57831" y="53503"/>
                  <a:pt x="53522" y="57831"/>
                  <a:pt x="48659" y="60539"/>
                </a:cubicBezTo>
                <a:cubicBezTo>
                  <a:pt x="43779" y="63226"/>
                  <a:pt x="38382" y="64848"/>
                  <a:pt x="32433" y="64848"/>
                </a:cubicBezTo>
                <a:cubicBezTo>
                  <a:pt x="26484" y="64848"/>
                  <a:pt x="21088" y="63226"/>
                  <a:pt x="16227" y="60539"/>
                </a:cubicBezTo>
                <a:cubicBezTo>
                  <a:pt x="11364" y="57831"/>
                  <a:pt x="7036" y="53503"/>
                  <a:pt x="4327" y="48640"/>
                </a:cubicBezTo>
                <a:cubicBezTo>
                  <a:pt x="1621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24">
            <a:extLst xmlns:a="http://schemas.openxmlformats.org/drawingml/2006/main">
              <a:ext uri="{FF2B5EF4-FFF2-40B4-BE49-F238E27FC236}">
                <a16:creationId xmlns:a16="http://schemas.microsoft.com/office/drawing/2014/main" id="{B586137A-0A3A-4A61-A9EC-04400A19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0593" y="1386290"/>
            <a:ext cx="64868" cy="64868"/>
          </a:xfrm>
          <a:custGeom xmlns:a="http://schemas.openxmlformats.org/drawingml/2006/main">
            <a:pathLst>
              <a:path w="6486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2" y="21089"/>
                  <a:pt x="4330" y="16227"/>
                </a:cubicBezTo>
                <a:cubicBezTo>
                  <a:pt x="7036" y="11365"/>
                  <a:pt x="11365" y="7036"/>
                  <a:pt x="16227" y="4328"/>
                </a:cubicBezTo>
                <a:cubicBezTo>
                  <a:pt x="21088" y="1621"/>
                  <a:pt x="26486" y="0"/>
                  <a:pt x="32435" y="0"/>
                </a:cubicBezTo>
                <a:cubicBezTo>
                  <a:pt x="38383" y="0"/>
                  <a:pt x="43779" y="1621"/>
                  <a:pt x="48660" y="4328"/>
                </a:cubicBezTo>
                <a:cubicBezTo>
                  <a:pt x="53522" y="7036"/>
                  <a:pt x="57831" y="11365"/>
                  <a:pt x="60540" y="16227"/>
                </a:cubicBezTo>
                <a:cubicBezTo>
                  <a:pt x="63247" y="21089"/>
                  <a:pt x="64868" y="26485"/>
                  <a:pt x="64868" y="32434"/>
                </a:cubicBezTo>
                <a:cubicBezTo>
                  <a:pt x="64868" y="38383"/>
                  <a:pt x="63247" y="43779"/>
                  <a:pt x="60540" y="48660"/>
                </a:cubicBezTo>
                <a:cubicBezTo>
                  <a:pt x="57831" y="53522"/>
                  <a:pt x="53522" y="57831"/>
                  <a:pt x="48660" y="60539"/>
                </a:cubicBezTo>
                <a:cubicBezTo>
                  <a:pt x="43779" y="63247"/>
                  <a:pt x="38383" y="64868"/>
                  <a:pt x="32435" y="64868"/>
                </a:cubicBezTo>
                <a:cubicBezTo>
                  <a:pt x="26486" y="64868"/>
                  <a:pt x="21088" y="63247"/>
                  <a:pt x="16227" y="60539"/>
                </a:cubicBezTo>
                <a:cubicBezTo>
                  <a:pt x="11365" y="57831"/>
                  <a:pt x="7036" y="53522"/>
                  <a:pt x="4330" y="48660"/>
                </a:cubicBezTo>
                <a:cubicBezTo>
                  <a:pt x="1622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25">
            <a:extLst xmlns:a="http://schemas.openxmlformats.org/drawingml/2006/main">
              <a:ext uri="{FF2B5EF4-FFF2-40B4-BE49-F238E27FC236}">
                <a16:creationId xmlns:a16="http://schemas.microsoft.com/office/drawing/2014/main" id="{A7F9C87C-FDDA-4FEB-A2AD-0A1587D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814" y="1740314"/>
            <a:ext cx="64847" cy="64867"/>
          </a:xfrm>
          <a:custGeom xmlns:a="http://schemas.openxmlformats.org/drawingml/2006/main">
            <a:pathLst>
              <a:path w="64847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19" y="21088"/>
                  <a:pt x="4308" y="16226"/>
                </a:cubicBezTo>
                <a:cubicBezTo>
                  <a:pt x="7017" y="11364"/>
                  <a:pt x="11344" y="7036"/>
                  <a:pt x="16207" y="4328"/>
                </a:cubicBezTo>
                <a:cubicBezTo>
                  <a:pt x="21069" y="1621"/>
                  <a:pt x="26465" y="0"/>
                  <a:pt x="32413" y="0"/>
                </a:cubicBezTo>
                <a:cubicBezTo>
                  <a:pt x="38362" y="0"/>
                  <a:pt x="43778" y="1621"/>
                  <a:pt x="48640" y="4328"/>
                </a:cubicBezTo>
                <a:cubicBezTo>
                  <a:pt x="53503" y="7036"/>
                  <a:pt x="57830" y="11364"/>
                  <a:pt x="60519" y="16226"/>
                </a:cubicBezTo>
                <a:cubicBezTo>
                  <a:pt x="63226" y="21088"/>
                  <a:pt x="64847" y="26484"/>
                  <a:pt x="64847" y="32433"/>
                </a:cubicBezTo>
                <a:cubicBezTo>
                  <a:pt x="64847" y="38383"/>
                  <a:pt x="63226" y="43779"/>
                  <a:pt x="60519" y="48641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2" y="64867"/>
                  <a:pt x="32413" y="64867"/>
                </a:cubicBezTo>
                <a:cubicBezTo>
                  <a:pt x="26465" y="64867"/>
                  <a:pt x="21069" y="63246"/>
                  <a:pt x="16207" y="60539"/>
                </a:cubicBezTo>
                <a:cubicBezTo>
                  <a:pt x="11344" y="57831"/>
                  <a:pt x="7017" y="53522"/>
                  <a:pt x="4308" y="48641"/>
                </a:cubicBezTo>
                <a:cubicBezTo>
                  <a:pt x="1619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26">
            <a:extLst xmlns:a="http://schemas.openxmlformats.org/drawingml/2006/main">
              <a:ext uri="{FF2B5EF4-FFF2-40B4-BE49-F238E27FC236}">
                <a16:creationId xmlns:a16="http://schemas.microsoft.com/office/drawing/2014/main" id="{24D32B70-58EA-4E78-93C6-FAD7D7AB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8731" y="1629513"/>
            <a:ext cx="64868" cy="64866"/>
          </a:xfrm>
          <a:custGeom xmlns:a="http://schemas.openxmlformats.org/drawingml/2006/main">
            <a:pathLst>
              <a:path w="64868" h="64866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8"/>
                  <a:pt x="4330" y="16226"/>
                </a:cubicBezTo>
                <a:cubicBezTo>
                  <a:pt x="7036" y="11364"/>
                  <a:pt x="11345" y="7036"/>
                  <a:pt x="16227" y="4328"/>
                </a:cubicBezTo>
                <a:cubicBezTo>
                  <a:pt x="21090" y="1621"/>
                  <a:pt x="26486" y="0"/>
                  <a:pt x="32435" y="0"/>
                </a:cubicBezTo>
                <a:cubicBezTo>
                  <a:pt x="38383" y="0"/>
                  <a:pt x="43779" y="1621"/>
                  <a:pt x="48641" y="4328"/>
                </a:cubicBezTo>
                <a:cubicBezTo>
                  <a:pt x="53504" y="7036"/>
                  <a:pt x="57831" y="11364"/>
                  <a:pt x="60540" y="16226"/>
                </a:cubicBezTo>
                <a:cubicBezTo>
                  <a:pt x="63247" y="21088"/>
                  <a:pt x="64868" y="26485"/>
                  <a:pt x="64868" y="32433"/>
                </a:cubicBezTo>
                <a:cubicBezTo>
                  <a:pt x="64868" y="38382"/>
                  <a:pt x="63247" y="43779"/>
                  <a:pt x="60540" y="48640"/>
                </a:cubicBezTo>
                <a:cubicBezTo>
                  <a:pt x="57831" y="53522"/>
                  <a:pt x="53504" y="57831"/>
                  <a:pt x="48641" y="60539"/>
                </a:cubicBezTo>
                <a:cubicBezTo>
                  <a:pt x="43779" y="63246"/>
                  <a:pt x="38383" y="64866"/>
                  <a:pt x="32435" y="64866"/>
                </a:cubicBezTo>
                <a:cubicBezTo>
                  <a:pt x="26486" y="64866"/>
                  <a:pt x="21090" y="63246"/>
                  <a:pt x="16227" y="60539"/>
                </a:cubicBezTo>
                <a:cubicBezTo>
                  <a:pt x="11345" y="57831"/>
                  <a:pt x="7036" y="53522"/>
                  <a:pt x="4330" y="48640"/>
                </a:cubicBezTo>
                <a:cubicBezTo>
                  <a:pt x="1622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27">
            <a:extLst xmlns:a="http://schemas.openxmlformats.org/drawingml/2006/main">
              <a:ext uri="{FF2B5EF4-FFF2-40B4-BE49-F238E27FC236}">
                <a16:creationId xmlns:a16="http://schemas.microsoft.com/office/drawing/2014/main" id="{97D739DD-59E4-43EF-BF1A-4FCA6CA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4100" y="1895980"/>
            <a:ext cx="64866" cy="64866"/>
          </a:xfrm>
          <a:custGeom xmlns:a="http://schemas.openxmlformats.org/drawingml/2006/main">
            <a:pathLst>
              <a:path w="64866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19" y="21088"/>
                  <a:pt x="4328" y="16207"/>
                </a:cubicBezTo>
                <a:cubicBezTo>
                  <a:pt x="7035" y="11345"/>
                  <a:pt x="11362" y="7035"/>
                  <a:pt x="16225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3" y="0"/>
                  <a:pt x="43778" y="1621"/>
                  <a:pt x="48659" y="4328"/>
                </a:cubicBezTo>
                <a:cubicBezTo>
                  <a:pt x="53521" y="7035"/>
                  <a:pt x="57830" y="11345"/>
                  <a:pt x="60538" y="16207"/>
                </a:cubicBezTo>
                <a:cubicBezTo>
                  <a:pt x="63246" y="21088"/>
                  <a:pt x="64866" y="26484"/>
                  <a:pt x="64866" y="32433"/>
                </a:cubicBezTo>
                <a:cubicBezTo>
                  <a:pt x="64866" y="38382"/>
                  <a:pt x="63246" y="43778"/>
                  <a:pt x="60538" y="48640"/>
                </a:cubicBezTo>
                <a:cubicBezTo>
                  <a:pt x="57830" y="53503"/>
                  <a:pt x="53521" y="57831"/>
                  <a:pt x="48659" y="60539"/>
                </a:cubicBezTo>
                <a:cubicBezTo>
                  <a:pt x="43778" y="63246"/>
                  <a:pt x="38383" y="64866"/>
                  <a:pt x="32433" y="64866"/>
                </a:cubicBezTo>
                <a:cubicBezTo>
                  <a:pt x="26484" y="64866"/>
                  <a:pt x="21087" y="63246"/>
                  <a:pt x="16225" y="60539"/>
                </a:cubicBezTo>
                <a:cubicBezTo>
                  <a:pt x="11362" y="57831"/>
                  <a:pt x="7035" y="53503"/>
                  <a:pt x="4328" y="48640"/>
                </a:cubicBezTo>
                <a:cubicBezTo>
                  <a:pt x="1619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28">
            <a:extLst xmlns:a="http://schemas.openxmlformats.org/drawingml/2006/main">
              <a:ext uri="{FF2B5EF4-FFF2-40B4-BE49-F238E27FC236}">
                <a16:creationId xmlns:a16="http://schemas.microsoft.com/office/drawing/2014/main" id="{2C530719-39D2-43E6-A0D5-BDE84E5F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9479" y="1376032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40" y="21070"/>
                  <a:pt x="4328" y="16208"/>
                </a:cubicBezTo>
                <a:cubicBezTo>
                  <a:pt x="7036" y="11345"/>
                  <a:pt x="11365" y="7018"/>
                  <a:pt x="16227" y="4328"/>
                </a:cubicBezTo>
                <a:cubicBezTo>
                  <a:pt x="21088" y="1621"/>
                  <a:pt x="26484" y="0"/>
                  <a:pt x="32434" y="0"/>
                </a:cubicBezTo>
                <a:cubicBezTo>
                  <a:pt x="38383" y="0"/>
                  <a:pt x="43797" y="1621"/>
                  <a:pt x="48660" y="4328"/>
                </a:cubicBezTo>
                <a:cubicBezTo>
                  <a:pt x="53522" y="7018"/>
                  <a:pt x="57851" y="11345"/>
                  <a:pt x="60538" y="16208"/>
                </a:cubicBezTo>
                <a:cubicBezTo>
                  <a:pt x="63247" y="21070"/>
                  <a:pt x="64866" y="26485"/>
                  <a:pt x="64866" y="32434"/>
                </a:cubicBezTo>
                <a:cubicBezTo>
                  <a:pt x="64866" y="38363"/>
                  <a:pt x="63247" y="43779"/>
                  <a:pt x="60538" y="48641"/>
                </a:cubicBezTo>
                <a:cubicBezTo>
                  <a:pt x="57851" y="53503"/>
                  <a:pt x="53522" y="57831"/>
                  <a:pt x="48660" y="60539"/>
                </a:cubicBezTo>
                <a:cubicBezTo>
                  <a:pt x="43797" y="63228"/>
                  <a:pt x="38383" y="64848"/>
                  <a:pt x="32434" y="64848"/>
                </a:cubicBezTo>
                <a:cubicBezTo>
                  <a:pt x="26484" y="64848"/>
                  <a:pt x="21088" y="63228"/>
                  <a:pt x="16227" y="60539"/>
                </a:cubicBezTo>
                <a:cubicBezTo>
                  <a:pt x="11365" y="57831"/>
                  <a:pt x="7036" y="53503"/>
                  <a:pt x="4328" y="48641"/>
                </a:cubicBezTo>
                <a:cubicBezTo>
                  <a:pt x="1640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29">
            <a:extLst xmlns:a="http://schemas.openxmlformats.org/drawingml/2006/main">
              <a:ext uri="{FF2B5EF4-FFF2-40B4-BE49-F238E27FC236}">
                <a16:creationId xmlns:a16="http://schemas.microsoft.com/office/drawing/2014/main" id="{819A3CFE-F975-4CF4-A0E1-06ED787A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660" y="1791662"/>
            <a:ext cx="64868" cy="64867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8"/>
                  <a:pt x="4330" y="16226"/>
                </a:cubicBezTo>
                <a:cubicBezTo>
                  <a:pt x="7018" y="11345"/>
                  <a:pt x="11345" y="7036"/>
                  <a:pt x="16208" y="4328"/>
                </a:cubicBezTo>
                <a:cubicBezTo>
                  <a:pt x="21070" y="1621"/>
                  <a:pt x="26486" y="0"/>
                  <a:pt x="32435" y="0"/>
                </a:cubicBezTo>
                <a:cubicBezTo>
                  <a:pt x="38383" y="0"/>
                  <a:pt x="43779" y="1621"/>
                  <a:pt x="48641" y="4328"/>
                </a:cubicBezTo>
                <a:cubicBezTo>
                  <a:pt x="53504" y="7036"/>
                  <a:pt x="57831" y="11345"/>
                  <a:pt x="60540" y="16226"/>
                </a:cubicBezTo>
                <a:cubicBezTo>
                  <a:pt x="63247" y="21088"/>
                  <a:pt x="64868" y="26485"/>
                  <a:pt x="64868" y="32433"/>
                </a:cubicBezTo>
                <a:cubicBezTo>
                  <a:pt x="64868" y="38383"/>
                  <a:pt x="63247" y="43779"/>
                  <a:pt x="60540" y="48640"/>
                </a:cubicBezTo>
                <a:cubicBezTo>
                  <a:pt x="57831" y="53503"/>
                  <a:pt x="53504" y="57831"/>
                  <a:pt x="48641" y="60539"/>
                </a:cubicBezTo>
                <a:cubicBezTo>
                  <a:pt x="43779" y="63246"/>
                  <a:pt x="38383" y="64867"/>
                  <a:pt x="32435" y="64867"/>
                </a:cubicBezTo>
                <a:cubicBezTo>
                  <a:pt x="26486" y="64867"/>
                  <a:pt x="21070" y="63246"/>
                  <a:pt x="16208" y="60539"/>
                </a:cubicBezTo>
                <a:cubicBezTo>
                  <a:pt x="11345" y="57831"/>
                  <a:pt x="7018" y="53503"/>
                  <a:pt x="4330" y="48640"/>
                </a:cubicBezTo>
                <a:cubicBezTo>
                  <a:pt x="1622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30">
            <a:extLst xmlns:a="http://schemas.openxmlformats.org/drawingml/2006/main">
              <a:ext uri="{FF2B5EF4-FFF2-40B4-BE49-F238E27FC236}">
                <a16:creationId xmlns:a16="http://schemas.microsoft.com/office/drawing/2014/main" id="{9115F987-10A4-48FC-85C1-DE22D394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94" y="1553854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2" y="21070"/>
                  <a:pt x="4309" y="16208"/>
                </a:cubicBezTo>
                <a:cubicBezTo>
                  <a:pt x="7017" y="11345"/>
                  <a:pt x="11344" y="7017"/>
                  <a:pt x="16207" y="4329"/>
                </a:cubicBezTo>
                <a:cubicBezTo>
                  <a:pt x="21069" y="1621"/>
                  <a:pt x="26485" y="0"/>
                  <a:pt x="32414" y="0"/>
                </a:cubicBezTo>
                <a:cubicBezTo>
                  <a:pt x="38363" y="0"/>
                  <a:pt x="43779" y="1621"/>
                  <a:pt x="48641" y="4329"/>
                </a:cubicBezTo>
                <a:cubicBezTo>
                  <a:pt x="53503" y="7017"/>
                  <a:pt x="57831" y="11345"/>
                  <a:pt x="60520" y="16208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4"/>
                  <a:pt x="63226" y="43779"/>
                  <a:pt x="60520" y="48641"/>
                </a:cubicBezTo>
                <a:cubicBezTo>
                  <a:pt x="57831" y="53503"/>
                  <a:pt x="53503" y="57832"/>
                  <a:pt x="48641" y="60539"/>
                </a:cubicBezTo>
                <a:cubicBezTo>
                  <a:pt x="43779" y="63228"/>
                  <a:pt x="38363" y="64848"/>
                  <a:pt x="3241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4" y="57832"/>
                  <a:pt x="7017" y="53503"/>
                  <a:pt x="4309" y="48641"/>
                </a:cubicBezTo>
                <a:cubicBezTo>
                  <a:pt x="1622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31">
            <a:extLst xmlns:a="http://schemas.openxmlformats.org/drawingml/2006/main">
              <a:ext uri="{FF2B5EF4-FFF2-40B4-BE49-F238E27FC236}">
                <a16:creationId xmlns:a16="http://schemas.microsoft.com/office/drawing/2014/main" id="{1DC6C70C-A667-4933-8310-76C36245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898" y="1628446"/>
            <a:ext cx="64847" cy="64848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19" y="21069"/>
                  <a:pt x="4309" y="16207"/>
                </a:cubicBezTo>
                <a:cubicBezTo>
                  <a:pt x="7016" y="11345"/>
                  <a:pt x="11344" y="7016"/>
                  <a:pt x="16206" y="4309"/>
                </a:cubicBezTo>
                <a:cubicBezTo>
                  <a:pt x="21069" y="1621"/>
                  <a:pt x="26484" y="0"/>
                  <a:pt x="32414" y="0"/>
                </a:cubicBezTo>
                <a:cubicBezTo>
                  <a:pt x="38362" y="0"/>
                  <a:pt x="43777" y="1621"/>
                  <a:pt x="48640" y="4309"/>
                </a:cubicBezTo>
                <a:cubicBezTo>
                  <a:pt x="53502" y="7016"/>
                  <a:pt x="57830" y="11345"/>
                  <a:pt x="60520" y="16207"/>
                </a:cubicBezTo>
                <a:cubicBezTo>
                  <a:pt x="63226" y="21069"/>
                  <a:pt x="64847" y="26484"/>
                  <a:pt x="64847" y="32414"/>
                </a:cubicBezTo>
                <a:cubicBezTo>
                  <a:pt x="64847" y="38363"/>
                  <a:pt x="63226" y="43779"/>
                  <a:pt x="60520" y="48641"/>
                </a:cubicBezTo>
                <a:cubicBezTo>
                  <a:pt x="57830" y="53503"/>
                  <a:pt x="53502" y="57831"/>
                  <a:pt x="48640" y="60519"/>
                </a:cubicBezTo>
                <a:cubicBezTo>
                  <a:pt x="43777" y="63227"/>
                  <a:pt x="38362" y="64848"/>
                  <a:pt x="32414" y="64848"/>
                </a:cubicBezTo>
                <a:cubicBezTo>
                  <a:pt x="26484" y="64848"/>
                  <a:pt x="21069" y="63227"/>
                  <a:pt x="16206" y="60519"/>
                </a:cubicBezTo>
                <a:cubicBezTo>
                  <a:pt x="11344" y="57831"/>
                  <a:pt x="7016" y="53503"/>
                  <a:pt x="4309" y="48641"/>
                </a:cubicBezTo>
                <a:cubicBezTo>
                  <a:pt x="1619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32">
            <a:extLst xmlns:a="http://schemas.openxmlformats.org/drawingml/2006/main">
              <a:ext uri="{FF2B5EF4-FFF2-40B4-BE49-F238E27FC236}">
                <a16:creationId xmlns:a16="http://schemas.microsoft.com/office/drawing/2014/main" id="{DF713517-55D3-4F56-A99E-73A7F548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199" y="1398722"/>
            <a:ext cx="64866" cy="64868"/>
          </a:xfrm>
          <a:custGeom xmlns:a="http://schemas.openxmlformats.org/drawingml/2006/main">
            <a:pathLst>
              <a:path w="64866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7" y="16226"/>
                </a:cubicBezTo>
                <a:cubicBezTo>
                  <a:pt x="7036" y="11364"/>
                  <a:pt x="11344" y="7036"/>
                  <a:pt x="16206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8" y="1621"/>
                  <a:pt x="48640" y="4328"/>
                </a:cubicBezTo>
                <a:cubicBezTo>
                  <a:pt x="53502" y="7036"/>
                  <a:pt x="57831" y="11364"/>
                  <a:pt x="60538" y="16226"/>
                </a:cubicBezTo>
                <a:cubicBezTo>
                  <a:pt x="63246" y="21088"/>
                  <a:pt x="64866" y="26485"/>
                  <a:pt x="64866" y="32434"/>
                </a:cubicBezTo>
                <a:cubicBezTo>
                  <a:pt x="64866" y="38383"/>
                  <a:pt x="63246" y="43779"/>
                  <a:pt x="60538" y="48641"/>
                </a:cubicBezTo>
                <a:cubicBezTo>
                  <a:pt x="57831" y="53522"/>
                  <a:pt x="53502" y="57831"/>
                  <a:pt x="48640" y="60539"/>
                </a:cubicBezTo>
                <a:cubicBezTo>
                  <a:pt x="43778" y="63246"/>
                  <a:pt x="38382" y="64868"/>
                  <a:pt x="32433" y="64868"/>
                </a:cubicBezTo>
                <a:cubicBezTo>
                  <a:pt x="26484" y="64868"/>
                  <a:pt x="21088" y="63246"/>
                  <a:pt x="16206" y="60539"/>
                </a:cubicBezTo>
                <a:cubicBezTo>
                  <a:pt x="11344" y="57831"/>
                  <a:pt x="7036" y="53522"/>
                  <a:pt x="4327" y="48641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33">
            <a:extLst xmlns:a="http://schemas.openxmlformats.org/drawingml/2006/main">
              <a:ext uri="{FF2B5EF4-FFF2-40B4-BE49-F238E27FC236}">
                <a16:creationId xmlns:a16="http://schemas.microsoft.com/office/drawing/2014/main" id="{9A0935A9-3567-4708-9AD2-BD2FBA71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633" y="1647361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1" y="21069"/>
                  <a:pt x="4309" y="16207"/>
                </a:cubicBezTo>
                <a:cubicBezTo>
                  <a:pt x="7016" y="11345"/>
                  <a:pt x="11344" y="7016"/>
                  <a:pt x="16206" y="4309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3" y="0"/>
                  <a:pt x="43779" y="1621"/>
                  <a:pt x="48640" y="4309"/>
                </a:cubicBezTo>
                <a:cubicBezTo>
                  <a:pt x="53502" y="7016"/>
                  <a:pt x="57831" y="11345"/>
                  <a:pt x="60538" y="16207"/>
                </a:cubicBezTo>
                <a:cubicBezTo>
                  <a:pt x="63226" y="21069"/>
                  <a:pt x="64848" y="26484"/>
                  <a:pt x="64848" y="32414"/>
                </a:cubicBezTo>
                <a:cubicBezTo>
                  <a:pt x="64848" y="38363"/>
                  <a:pt x="63226" y="43778"/>
                  <a:pt x="60538" y="48640"/>
                </a:cubicBezTo>
                <a:cubicBezTo>
                  <a:pt x="57831" y="53503"/>
                  <a:pt x="53502" y="57831"/>
                  <a:pt x="48640" y="60519"/>
                </a:cubicBezTo>
                <a:cubicBezTo>
                  <a:pt x="43779" y="63227"/>
                  <a:pt x="38363" y="64848"/>
                  <a:pt x="32433" y="64848"/>
                </a:cubicBezTo>
                <a:cubicBezTo>
                  <a:pt x="26484" y="64848"/>
                  <a:pt x="21069" y="63227"/>
                  <a:pt x="16206" y="60519"/>
                </a:cubicBezTo>
                <a:cubicBezTo>
                  <a:pt x="11344" y="57831"/>
                  <a:pt x="7016" y="53503"/>
                  <a:pt x="4309" y="48640"/>
                </a:cubicBezTo>
                <a:cubicBezTo>
                  <a:pt x="1621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34">
            <a:extLst xmlns:a="http://schemas.openxmlformats.org/drawingml/2006/main">
              <a:ext uri="{FF2B5EF4-FFF2-40B4-BE49-F238E27FC236}">
                <a16:creationId xmlns:a16="http://schemas.microsoft.com/office/drawing/2014/main" id="{479AE254-F6B1-4FC8-A105-8960D94D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916" y="1525196"/>
            <a:ext cx="64848" cy="64868"/>
          </a:xfrm>
          <a:custGeom xmlns:a="http://schemas.openxmlformats.org/drawingml/2006/main">
            <a:pathLst>
              <a:path w="6484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8" y="16227"/>
                </a:cubicBezTo>
                <a:cubicBezTo>
                  <a:pt x="7017" y="11365"/>
                  <a:pt x="11344" y="7036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63" y="0"/>
                  <a:pt x="43778" y="1621"/>
                  <a:pt x="48640" y="4328"/>
                </a:cubicBezTo>
                <a:cubicBezTo>
                  <a:pt x="53503" y="7036"/>
                  <a:pt x="57830" y="11365"/>
                  <a:pt x="60539" y="16227"/>
                </a:cubicBezTo>
                <a:cubicBezTo>
                  <a:pt x="63228" y="21088"/>
                  <a:pt x="64848" y="26485"/>
                  <a:pt x="64848" y="32434"/>
                </a:cubicBezTo>
                <a:cubicBezTo>
                  <a:pt x="64848" y="38383"/>
                  <a:pt x="63228" y="43779"/>
                  <a:pt x="60539" y="48660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3" y="64868"/>
                  <a:pt x="32434" y="64868"/>
                </a:cubicBezTo>
                <a:cubicBezTo>
                  <a:pt x="26485" y="64868"/>
                  <a:pt x="21069" y="63246"/>
                  <a:pt x="16207" y="60539"/>
                </a:cubicBezTo>
                <a:cubicBezTo>
                  <a:pt x="11344" y="57831"/>
                  <a:pt x="7017" y="53522"/>
                  <a:pt x="4328" y="48660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35">
            <a:extLst xmlns:a="http://schemas.openxmlformats.org/drawingml/2006/main">
              <a:ext uri="{FF2B5EF4-FFF2-40B4-BE49-F238E27FC236}">
                <a16:creationId xmlns:a16="http://schemas.microsoft.com/office/drawing/2014/main" id="{26559822-6310-4EB6-B4A3-ECE8A91B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7632" y="1709520"/>
            <a:ext cx="64847" cy="64848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65"/>
                  <a:pt x="1621" y="21070"/>
                  <a:pt x="4327" y="16207"/>
                </a:cubicBezTo>
                <a:cubicBezTo>
                  <a:pt x="7016" y="11345"/>
                  <a:pt x="11344" y="7017"/>
                  <a:pt x="16206" y="4309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3" y="0"/>
                  <a:pt x="43778" y="1621"/>
                  <a:pt x="48641" y="4309"/>
                </a:cubicBezTo>
                <a:cubicBezTo>
                  <a:pt x="53502" y="7017"/>
                  <a:pt x="57831" y="11345"/>
                  <a:pt x="60538" y="16207"/>
                </a:cubicBezTo>
                <a:cubicBezTo>
                  <a:pt x="63226" y="21070"/>
                  <a:pt x="64847" y="26465"/>
                  <a:pt x="64847" y="32414"/>
                </a:cubicBezTo>
                <a:cubicBezTo>
                  <a:pt x="64847" y="38363"/>
                  <a:pt x="63226" y="43779"/>
                  <a:pt x="60538" y="48640"/>
                </a:cubicBezTo>
                <a:cubicBezTo>
                  <a:pt x="57831" y="53503"/>
                  <a:pt x="53502" y="57831"/>
                  <a:pt x="48641" y="60520"/>
                </a:cubicBezTo>
                <a:cubicBezTo>
                  <a:pt x="43778" y="63227"/>
                  <a:pt x="38363" y="64848"/>
                  <a:pt x="32433" y="64848"/>
                </a:cubicBezTo>
                <a:cubicBezTo>
                  <a:pt x="26484" y="64848"/>
                  <a:pt x="21069" y="63227"/>
                  <a:pt x="16206" y="60520"/>
                </a:cubicBezTo>
                <a:cubicBezTo>
                  <a:pt x="11344" y="57831"/>
                  <a:pt x="7016" y="53503"/>
                  <a:pt x="4327" y="48640"/>
                </a:cubicBezTo>
                <a:cubicBezTo>
                  <a:pt x="1621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36">
            <a:extLst xmlns:a="http://schemas.openxmlformats.org/drawingml/2006/main">
              <a:ext uri="{FF2B5EF4-FFF2-40B4-BE49-F238E27FC236}">
                <a16:creationId xmlns:a16="http://schemas.microsoft.com/office/drawing/2014/main" id="{62395820-DD96-4DF8-AD34-D0CF0216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9470" y="1373325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8"/>
                  <a:pt x="4328" y="16207"/>
                </a:cubicBezTo>
                <a:cubicBezTo>
                  <a:pt x="7035" y="11345"/>
                  <a:pt x="11364" y="7036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8" y="1621"/>
                  <a:pt x="48660" y="4328"/>
                </a:cubicBezTo>
                <a:cubicBezTo>
                  <a:pt x="53521" y="7036"/>
                  <a:pt x="57830" y="11345"/>
                  <a:pt x="60539" y="16207"/>
                </a:cubicBezTo>
                <a:cubicBezTo>
                  <a:pt x="63246" y="21088"/>
                  <a:pt x="64866" y="26485"/>
                  <a:pt x="64866" y="32433"/>
                </a:cubicBezTo>
                <a:cubicBezTo>
                  <a:pt x="64866" y="38382"/>
                  <a:pt x="63246" y="43779"/>
                  <a:pt x="60539" y="48640"/>
                </a:cubicBezTo>
                <a:cubicBezTo>
                  <a:pt x="57830" y="53503"/>
                  <a:pt x="53521" y="57831"/>
                  <a:pt x="48660" y="60539"/>
                </a:cubicBezTo>
                <a:cubicBezTo>
                  <a:pt x="43778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25" y="60539"/>
                </a:cubicBezTo>
                <a:cubicBezTo>
                  <a:pt x="11364" y="57831"/>
                  <a:pt x="7035" y="53503"/>
                  <a:pt x="4328" y="48640"/>
                </a:cubicBezTo>
                <a:cubicBezTo>
                  <a:pt x="1621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37">
            <a:extLst xmlns:a="http://schemas.openxmlformats.org/drawingml/2006/main">
              <a:ext uri="{FF2B5EF4-FFF2-40B4-BE49-F238E27FC236}">
                <a16:creationId xmlns:a16="http://schemas.microsoft.com/office/drawing/2014/main" id="{87CE4A9A-ACE8-4620-AD72-E8531F3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3037" y="1713295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7" y="16207"/>
                </a:cubicBezTo>
                <a:cubicBezTo>
                  <a:pt x="7035" y="11345"/>
                  <a:pt x="11364" y="7017"/>
                  <a:pt x="16225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8" y="1621"/>
                  <a:pt x="48641" y="4328"/>
                </a:cubicBezTo>
                <a:cubicBezTo>
                  <a:pt x="53521" y="7017"/>
                  <a:pt x="57831" y="11345"/>
                  <a:pt x="60538" y="16207"/>
                </a:cubicBezTo>
                <a:cubicBezTo>
                  <a:pt x="63246" y="21070"/>
                  <a:pt x="64866" y="26485"/>
                  <a:pt x="64866" y="32434"/>
                </a:cubicBezTo>
                <a:cubicBezTo>
                  <a:pt x="64866" y="38382"/>
                  <a:pt x="63246" y="43779"/>
                  <a:pt x="60538" y="48641"/>
                </a:cubicBezTo>
                <a:cubicBezTo>
                  <a:pt x="57831" y="53503"/>
                  <a:pt x="53521" y="57831"/>
                  <a:pt x="48641" y="60539"/>
                </a:cubicBezTo>
                <a:cubicBezTo>
                  <a:pt x="43778" y="63228"/>
                  <a:pt x="38382" y="64867"/>
                  <a:pt x="32433" y="64867"/>
                </a:cubicBezTo>
                <a:cubicBezTo>
                  <a:pt x="26484" y="64867"/>
                  <a:pt x="21088" y="63228"/>
                  <a:pt x="16225" y="60539"/>
                </a:cubicBezTo>
                <a:cubicBezTo>
                  <a:pt x="11364" y="57831"/>
                  <a:pt x="7035" y="53503"/>
                  <a:pt x="4327" y="48641"/>
                </a:cubicBezTo>
                <a:cubicBezTo>
                  <a:pt x="162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38">
            <a:extLst xmlns:a="http://schemas.openxmlformats.org/drawingml/2006/main">
              <a:ext uri="{FF2B5EF4-FFF2-40B4-BE49-F238E27FC236}">
                <a16:creationId xmlns:a16="http://schemas.microsoft.com/office/drawing/2014/main" id="{F2EEC9EC-8FAF-483D-A521-B15D87F2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9519" y="1892738"/>
            <a:ext cx="64868" cy="64867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35" y="11345"/>
                  <a:pt x="11365" y="7017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99" y="1621"/>
                  <a:pt x="48660" y="4328"/>
                </a:cubicBezTo>
                <a:cubicBezTo>
                  <a:pt x="53522" y="7017"/>
                  <a:pt x="57851" y="11345"/>
                  <a:pt x="60539" y="16207"/>
                </a:cubicBezTo>
                <a:cubicBezTo>
                  <a:pt x="63246" y="21070"/>
                  <a:pt x="64868" y="26485"/>
                  <a:pt x="64868" y="32433"/>
                </a:cubicBezTo>
                <a:cubicBezTo>
                  <a:pt x="64868" y="38382"/>
                  <a:pt x="63246" y="43778"/>
                  <a:pt x="60539" y="48640"/>
                </a:cubicBezTo>
                <a:cubicBezTo>
                  <a:pt x="57851" y="53503"/>
                  <a:pt x="53522" y="57831"/>
                  <a:pt x="48660" y="60539"/>
                </a:cubicBezTo>
                <a:cubicBezTo>
                  <a:pt x="43799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25" y="60539"/>
                </a:cubicBezTo>
                <a:cubicBezTo>
                  <a:pt x="11365" y="57831"/>
                  <a:pt x="7035" y="53503"/>
                  <a:pt x="4328" y="48640"/>
                </a:cubicBezTo>
                <a:cubicBezTo>
                  <a:pt x="1621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39">
            <a:extLst xmlns:a="http://schemas.openxmlformats.org/drawingml/2006/main">
              <a:ext uri="{FF2B5EF4-FFF2-40B4-BE49-F238E27FC236}">
                <a16:creationId xmlns:a16="http://schemas.microsoft.com/office/drawing/2014/main" id="{0D2ECE63-4070-41E1-95E1-1220552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6322" y="1518713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88"/>
                  <a:pt x="4328" y="16226"/>
                </a:cubicBezTo>
                <a:cubicBezTo>
                  <a:pt x="7035" y="11345"/>
                  <a:pt x="11344" y="7036"/>
                  <a:pt x="16207" y="4328"/>
                </a:cubicBezTo>
                <a:cubicBezTo>
                  <a:pt x="21087" y="1621"/>
                  <a:pt x="26484" y="0"/>
                  <a:pt x="32434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03" y="7036"/>
                  <a:pt x="57830" y="11345"/>
                  <a:pt x="60538" y="16226"/>
                </a:cubicBezTo>
                <a:cubicBezTo>
                  <a:pt x="63246" y="21088"/>
                  <a:pt x="64866" y="26485"/>
                  <a:pt x="64866" y="32433"/>
                </a:cubicBezTo>
                <a:cubicBezTo>
                  <a:pt x="64866" y="38382"/>
                  <a:pt x="63246" y="43778"/>
                  <a:pt x="60538" y="48640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83" y="64867"/>
                  <a:pt x="32434" y="64867"/>
                </a:cubicBezTo>
                <a:cubicBezTo>
                  <a:pt x="26484" y="64867"/>
                  <a:pt x="21087" y="63246"/>
                  <a:pt x="16207" y="60539"/>
                </a:cubicBezTo>
                <a:cubicBezTo>
                  <a:pt x="11344" y="57831"/>
                  <a:pt x="7035" y="53522"/>
                  <a:pt x="4328" y="48640"/>
                </a:cubicBezTo>
                <a:cubicBezTo>
                  <a:pt x="1619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40">
            <a:extLst xmlns:a="http://schemas.openxmlformats.org/drawingml/2006/main">
              <a:ext uri="{FF2B5EF4-FFF2-40B4-BE49-F238E27FC236}">
                <a16:creationId xmlns:a16="http://schemas.microsoft.com/office/drawing/2014/main" id="{7B0FDA98-16B6-43DE-912F-0C7886CF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5447" y="1903549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7" y="16207"/>
                </a:cubicBezTo>
                <a:cubicBezTo>
                  <a:pt x="7036" y="11345"/>
                  <a:pt x="11364" y="7017"/>
                  <a:pt x="16227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97" y="1621"/>
                  <a:pt x="48659" y="4328"/>
                </a:cubicBezTo>
                <a:cubicBezTo>
                  <a:pt x="53522" y="7017"/>
                  <a:pt x="57849" y="11345"/>
                  <a:pt x="60538" y="16207"/>
                </a:cubicBezTo>
                <a:cubicBezTo>
                  <a:pt x="63246" y="21070"/>
                  <a:pt x="64866" y="26485"/>
                  <a:pt x="64866" y="32434"/>
                </a:cubicBezTo>
                <a:cubicBezTo>
                  <a:pt x="64866" y="38364"/>
                  <a:pt x="63246" y="43779"/>
                  <a:pt x="60538" y="48641"/>
                </a:cubicBezTo>
                <a:cubicBezTo>
                  <a:pt x="57849" y="53503"/>
                  <a:pt x="53522" y="57831"/>
                  <a:pt x="48659" y="60539"/>
                </a:cubicBezTo>
                <a:cubicBezTo>
                  <a:pt x="43797" y="63228"/>
                  <a:pt x="38382" y="64848"/>
                  <a:pt x="32433" y="64848"/>
                </a:cubicBezTo>
                <a:cubicBezTo>
                  <a:pt x="26484" y="64848"/>
                  <a:pt x="21088" y="63228"/>
                  <a:pt x="16227" y="60539"/>
                </a:cubicBezTo>
                <a:cubicBezTo>
                  <a:pt x="11364" y="57831"/>
                  <a:pt x="7036" y="53503"/>
                  <a:pt x="4327" y="48641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41">
            <a:extLst xmlns:a="http://schemas.openxmlformats.org/drawingml/2006/main">
              <a:ext uri="{FF2B5EF4-FFF2-40B4-BE49-F238E27FC236}">
                <a16:creationId xmlns:a16="http://schemas.microsoft.com/office/drawing/2014/main" id="{E6126005-6124-4C04-BC02-2D470563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3598" y="1488987"/>
            <a:ext cx="64848" cy="64866"/>
          </a:xfrm>
          <a:custGeom xmlns:a="http://schemas.openxmlformats.org/drawingml/2006/main">
            <a:pathLst>
              <a:path w="64848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88"/>
                  <a:pt x="4327" y="16226"/>
                </a:cubicBezTo>
                <a:cubicBezTo>
                  <a:pt x="7016" y="11345"/>
                  <a:pt x="11344" y="7036"/>
                  <a:pt x="16206" y="4328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83" y="0"/>
                  <a:pt x="43779" y="1621"/>
                  <a:pt x="48640" y="4328"/>
                </a:cubicBezTo>
                <a:cubicBezTo>
                  <a:pt x="53502" y="7036"/>
                  <a:pt x="57831" y="11345"/>
                  <a:pt x="60538" y="16226"/>
                </a:cubicBezTo>
                <a:cubicBezTo>
                  <a:pt x="63226" y="21088"/>
                  <a:pt x="64848" y="26484"/>
                  <a:pt x="64848" y="32433"/>
                </a:cubicBezTo>
                <a:cubicBezTo>
                  <a:pt x="64848" y="38382"/>
                  <a:pt x="63226" y="43779"/>
                  <a:pt x="60538" y="48640"/>
                </a:cubicBezTo>
                <a:cubicBezTo>
                  <a:pt x="57831" y="53503"/>
                  <a:pt x="53502" y="57831"/>
                  <a:pt x="48640" y="60539"/>
                </a:cubicBezTo>
                <a:cubicBezTo>
                  <a:pt x="43779" y="63246"/>
                  <a:pt x="38383" y="64866"/>
                  <a:pt x="32433" y="64866"/>
                </a:cubicBezTo>
                <a:cubicBezTo>
                  <a:pt x="26484" y="64866"/>
                  <a:pt x="21069" y="63246"/>
                  <a:pt x="16206" y="60539"/>
                </a:cubicBezTo>
                <a:cubicBezTo>
                  <a:pt x="11344" y="57831"/>
                  <a:pt x="7016" y="53503"/>
                  <a:pt x="4327" y="48640"/>
                </a:cubicBezTo>
                <a:cubicBezTo>
                  <a:pt x="1621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42">
            <a:extLst xmlns:a="http://schemas.openxmlformats.org/drawingml/2006/main">
              <a:ext uri="{FF2B5EF4-FFF2-40B4-BE49-F238E27FC236}">
                <a16:creationId xmlns:a16="http://schemas.microsoft.com/office/drawing/2014/main" id="{6ADDBDEA-3772-4D5C-997E-F3B47F9A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7915" y="1904083"/>
            <a:ext cx="64848" cy="64868"/>
          </a:xfrm>
          <a:custGeom xmlns:a="http://schemas.openxmlformats.org/drawingml/2006/main">
            <a:pathLst>
              <a:path w="64848" h="6486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8"/>
                  <a:pt x="4328" y="16227"/>
                </a:cubicBezTo>
                <a:cubicBezTo>
                  <a:pt x="7017" y="11364"/>
                  <a:pt x="11344" y="7036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62" y="0"/>
                  <a:pt x="43778" y="1621"/>
                  <a:pt x="48640" y="4328"/>
                </a:cubicBezTo>
                <a:cubicBezTo>
                  <a:pt x="53503" y="7036"/>
                  <a:pt x="57830" y="11364"/>
                  <a:pt x="60539" y="16227"/>
                </a:cubicBezTo>
                <a:cubicBezTo>
                  <a:pt x="63226" y="21088"/>
                  <a:pt x="64848" y="26485"/>
                  <a:pt x="64848" y="32433"/>
                </a:cubicBezTo>
                <a:cubicBezTo>
                  <a:pt x="64848" y="38383"/>
                  <a:pt x="63226" y="43779"/>
                  <a:pt x="60539" y="48641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2" y="64868"/>
                  <a:pt x="32434" y="64868"/>
                </a:cubicBezTo>
                <a:cubicBezTo>
                  <a:pt x="26485" y="64868"/>
                  <a:pt x="21069" y="63246"/>
                  <a:pt x="16207" y="60539"/>
                </a:cubicBezTo>
                <a:cubicBezTo>
                  <a:pt x="11344" y="57831"/>
                  <a:pt x="7017" y="53522"/>
                  <a:pt x="4328" y="48641"/>
                </a:cubicBezTo>
                <a:cubicBezTo>
                  <a:pt x="1621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43">
            <a:extLst xmlns:a="http://schemas.openxmlformats.org/drawingml/2006/main">
              <a:ext uri="{FF2B5EF4-FFF2-40B4-BE49-F238E27FC236}">
                <a16:creationId xmlns:a16="http://schemas.microsoft.com/office/drawing/2014/main" id="{0F26B1BE-14CC-434D-A931-BB1A1348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640" y="1326305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70"/>
                  <a:pt x="4309" y="16207"/>
                </a:cubicBezTo>
                <a:cubicBezTo>
                  <a:pt x="7017" y="11345"/>
                  <a:pt x="11345" y="7017"/>
                  <a:pt x="16208" y="4328"/>
                </a:cubicBezTo>
                <a:cubicBezTo>
                  <a:pt x="21070" y="1620"/>
                  <a:pt x="26485" y="0"/>
                  <a:pt x="32414" y="0"/>
                </a:cubicBezTo>
                <a:cubicBezTo>
                  <a:pt x="38363" y="0"/>
                  <a:pt x="43779" y="1620"/>
                  <a:pt x="48641" y="4328"/>
                </a:cubicBezTo>
                <a:cubicBezTo>
                  <a:pt x="53503" y="7017"/>
                  <a:pt x="57831" y="11345"/>
                  <a:pt x="60520" y="16207"/>
                </a:cubicBezTo>
                <a:cubicBezTo>
                  <a:pt x="63228" y="21070"/>
                  <a:pt x="64848" y="26484"/>
                  <a:pt x="64848" y="32433"/>
                </a:cubicBezTo>
                <a:cubicBezTo>
                  <a:pt x="64848" y="38363"/>
                  <a:pt x="63228" y="43778"/>
                  <a:pt x="60520" y="48640"/>
                </a:cubicBezTo>
                <a:cubicBezTo>
                  <a:pt x="57831" y="53503"/>
                  <a:pt x="53503" y="57831"/>
                  <a:pt x="48641" y="60538"/>
                </a:cubicBezTo>
                <a:cubicBezTo>
                  <a:pt x="43779" y="63227"/>
                  <a:pt x="38363" y="64848"/>
                  <a:pt x="32414" y="64848"/>
                </a:cubicBezTo>
                <a:cubicBezTo>
                  <a:pt x="26485" y="64848"/>
                  <a:pt x="21070" y="63227"/>
                  <a:pt x="16208" y="60538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44">
            <a:extLst xmlns:a="http://schemas.openxmlformats.org/drawingml/2006/main">
              <a:ext uri="{FF2B5EF4-FFF2-40B4-BE49-F238E27FC236}">
                <a16:creationId xmlns:a16="http://schemas.microsoft.com/office/drawing/2014/main" id="{B74481D8-2614-467D-AE8B-38A3F335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679" y="1550613"/>
            <a:ext cx="64868" cy="64848"/>
          </a:xfrm>
          <a:custGeom xmlns:a="http://schemas.openxmlformats.org/drawingml/2006/main">
            <a:pathLst>
              <a:path w="64868" h="64848">
                <a:moveTo>
                  <a:pt x="0" y="32414"/>
                </a:moveTo>
                <a:lnTo>
                  <a:pt x="0" y="32414"/>
                </a:lnTo>
                <a:cubicBezTo>
                  <a:pt x="0" y="26485"/>
                  <a:pt x="1621" y="21069"/>
                  <a:pt x="4328" y="16208"/>
                </a:cubicBezTo>
                <a:cubicBezTo>
                  <a:pt x="7036" y="11345"/>
                  <a:pt x="11345" y="7017"/>
                  <a:pt x="16227" y="4309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9" y="1621"/>
                  <a:pt x="48641" y="4309"/>
                </a:cubicBezTo>
                <a:cubicBezTo>
                  <a:pt x="53503" y="7017"/>
                  <a:pt x="57831" y="11345"/>
                  <a:pt x="60539" y="16208"/>
                </a:cubicBezTo>
                <a:cubicBezTo>
                  <a:pt x="63246" y="21069"/>
                  <a:pt x="64868" y="26485"/>
                  <a:pt x="64868" y="32414"/>
                </a:cubicBezTo>
                <a:cubicBezTo>
                  <a:pt x="64868" y="38363"/>
                  <a:pt x="63246" y="43779"/>
                  <a:pt x="60539" y="48641"/>
                </a:cubicBezTo>
                <a:cubicBezTo>
                  <a:pt x="57831" y="53503"/>
                  <a:pt x="53503" y="57831"/>
                  <a:pt x="48641" y="60520"/>
                </a:cubicBezTo>
                <a:cubicBezTo>
                  <a:pt x="43779" y="63227"/>
                  <a:pt x="38383" y="64848"/>
                  <a:pt x="32434" y="64848"/>
                </a:cubicBezTo>
                <a:cubicBezTo>
                  <a:pt x="26485" y="64848"/>
                  <a:pt x="21088" y="63227"/>
                  <a:pt x="16227" y="60520"/>
                </a:cubicBezTo>
                <a:cubicBezTo>
                  <a:pt x="11345" y="57831"/>
                  <a:pt x="7036" y="53503"/>
                  <a:pt x="4328" y="48641"/>
                </a:cubicBezTo>
                <a:cubicBezTo>
                  <a:pt x="1621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45">
            <a:extLst xmlns:a="http://schemas.openxmlformats.org/drawingml/2006/main">
              <a:ext uri="{FF2B5EF4-FFF2-40B4-BE49-F238E27FC236}">
                <a16:creationId xmlns:a16="http://schemas.microsoft.com/office/drawing/2014/main" id="{5AC7A991-F526-416B-B66D-5A1368D0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795" y="1353876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2" y="21069"/>
                  <a:pt x="4328" y="16207"/>
                </a:cubicBezTo>
                <a:cubicBezTo>
                  <a:pt x="7036" y="11345"/>
                  <a:pt x="11365" y="7016"/>
                  <a:pt x="16227" y="4309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9" y="1621"/>
                  <a:pt x="48660" y="4309"/>
                </a:cubicBezTo>
                <a:cubicBezTo>
                  <a:pt x="53522" y="7016"/>
                  <a:pt x="57831" y="11345"/>
                  <a:pt x="60539" y="16207"/>
                </a:cubicBezTo>
                <a:cubicBezTo>
                  <a:pt x="63247" y="21069"/>
                  <a:pt x="64866" y="26484"/>
                  <a:pt x="64866" y="32414"/>
                </a:cubicBezTo>
                <a:cubicBezTo>
                  <a:pt x="64866" y="38363"/>
                  <a:pt x="63247" y="43779"/>
                  <a:pt x="60539" y="48640"/>
                </a:cubicBezTo>
                <a:cubicBezTo>
                  <a:pt x="57831" y="53503"/>
                  <a:pt x="53522" y="57831"/>
                  <a:pt x="48660" y="60519"/>
                </a:cubicBezTo>
                <a:cubicBezTo>
                  <a:pt x="43779" y="63227"/>
                  <a:pt x="38383" y="64848"/>
                  <a:pt x="32434" y="64848"/>
                </a:cubicBezTo>
                <a:cubicBezTo>
                  <a:pt x="26485" y="64848"/>
                  <a:pt x="21088" y="63227"/>
                  <a:pt x="16227" y="60519"/>
                </a:cubicBezTo>
                <a:cubicBezTo>
                  <a:pt x="11365" y="57831"/>
                  <a:pt x="7036" y="53503"/>
                  <a:pt x="4328" y="48640"/>
                </a:cubicBezTo>
                <a:cubicBezTo>
                  <a:pt x="1622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346">
            <a:extLst xmlns:a="http://schemas.openxmlformats.org/drawingml/2006/main">
              <a:ext uri="{FF2B5EF4-FFF2-40B4-BE49-F238E27FC236}">
                <a16:creationId xmlns:a16="http://schemas.microsoft.com/office/drawing/2014/main" id="{5862FDD8-3DF4-4E6C-B697-B7217912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7379" y="1330633"/>
            <a:ext cx="264827" cy="339418"/>
          </a:xfrm>
          <a:custGeom xmlns:a="http://schemas.openxmlformats.org/drawingml/2006/main">
            <a:pathLst>
              <a:path w="264827" h="339418">
                <a:moveTo>
                  <a:pt x="0" y="0"/>
                </a:moveTo>
                <a:lnTo>
                  <a:pt x="185373" y="0"/>
                </a:lnTo>
                <a:lnTo>
                  <a:pt x="264827" y="78900"/>
                </a:lnTo>
                <a:lnTo>
                  <a:pt x="264827" y="339418"/>
                </a:lnTo>
                <a:lnTo>
                  <a:pt x="0" y="33941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214">
            <a:solidFill>
              <a:srgbClr val="444444"/>
            </a:solidFill>
            <a:prstDash val="solid"/>
          </a:ln>
        </p:spPr>
      </p:sp>
      <p:sp>
        <p:nvSpPr>
          <p:cNvPr id="397" name="path-347">
            <a:extLst xmlns:a="http://schemas.openxmlformats.org/drawingml/2006/main">
              <a:ext uri="{FF2B5EF4-FFF2-40B4-BE49-F238E27FC236}">
                <a16:creationId xmlns:a16="http://schemas.microsoft.com/office/drawing/2014/main" id="{F13CCAED-A70B-4C20-B3F7-599D2FAF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306" y="1330633"/>
            <a:ext cx="191" cy="79454"/>
          </a:xfrm>
          <a:custGeom xmlns:a="http://schemas.openxmlformats.org/drawingml/2006/main">
            <a:pathLst>
              <a:path w="191" h="79454">
                <a:moveTo>
                  <a:pt x="0" y="0"/>
                </a:moveTo>
                <a:lnTo>
                  <a:pt x="0" y="79454"/>
                </a:lnTo>
              </a:path>
            </a:pathLst>
          </a:custGeom>
          <a:noFill xmlns:a="http://schemas.openxmlformats.org/drawingml/2006/main"/>
          <a:ln xmlns:a="http://schemas.openxmlformats.org/drawingml/2006/main" w="12972">
            <a:solidFill>
              <a:srgbClr val="444444"/>
            </a:solidFill>
            <a:prstDash val="solid"/>
          </a:ln>
        </p:spPr>
      </p:sp>
      <p:sp>
        <p:nvSpPr>
          <p:cNvPr id="398" name="path-348">
            <a:extLst xmlns:a="http://schemas.openxmlformats.org/drawingml/2006/main">
              <a:ext uri="{FF2B5EF4-FFF2-40B4-BE49-F238E27FC236}">
                <a16:creationId xmlns:a16="http://schemas.microsoft.com/office/drawing/2014/main" id="{2226B2D0-6275-4710-98E8-B179BCE5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306" y="1410086"/>
            <a:ext cx="79453" cy="191"/>
          </a:xfrm>
          <a:custGeom xmlns:a="http://schemas.openxmlformats.org/drawingml/2006/main">
            <a:pathLst>
              <a:path w="79453" h="191">
                <a:moveTo>
                  <a:pt x="0" y="0"/>
                </a:moveTo>
                <a:lnTo>
                  <a:pt x="79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72">
            <a:solidFill>
              <a:srgbClr val="444444"/>
            </a:solidFill>
            <a:prstDash val="solid"/>
          </a:ln>
        </p:spPr>
      </p:sp>
      <p:sp>
        <p:nvSpPr>
          <p:cNvPr id="399" name="path-349">
            <a:extLst xmlns:a="http://schemas.openxmlformats.org/drawingml/2006/main">
              <a:ext uri="{FF2B5EF4-FFF2-40B4-BE49-F238E27FC236}">
                <a16:creationId xmlns:a16="http://schemas.microsoft.com/office/drawing/2014/main" id="{EBCCABD4-D064-4F08-BDD5-0EBFDBEE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2779" y="1466831"/>
            <a:ext cx="174580" cy="191"/>
          </a:xfrm>
          <a:custGeom xmlns:a="http://schemas.openxmlformats.org/drawingml/2006/main">
            <a:pathLst>
              <a:path w="174580" h="191">
                <a:moveTo>
                  <a:pt x="0" y="0"/>
                </a:moveTo>
                <a:lnTo>
                  <a:pt x="174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00" name="path-350">
            <a:extLst xmlns:a="http://schemas.openxmlformats.org/drawingml/2006/main">
              <a:ext uri="{FF2B5EF4-FFF2-40B4-BE49-F238E27FC236}">
                <a16:creationId xmlns:a16="http://schemas.microsoft.com/office/drawing/2014/main" id="{057CCFF8-D78B-4CA6-A51E-2A239A9F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2779" y="1524662"/>
            <a:ext cx="174580" cy="191"/>
          </a:xfrm>
          <a:custGeom xmlns:a="http://schemas.openxmlformats.org/drawingml/2006/main">
            <a:pathLst>
              <a:path w="174580" h="191">
                <a:moveTo>
                  <a:pt x="0" y="0"/>
                </a:moveTo>
                <a:lnTo>
                  <a:pt x="174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01" name="path-351">
            <a:extLst xmlns:a="http://schemas.openxmlformats.org/drawingml/2006/main">
              <a:ext uri="{FF2B5EF4-FFF2-40B4-BE49-F238E27FC236}">
                <a16:creationId xmlns:a16="http://schemas.microsoft.com/office/drawing/2014/main" id="{92E22E19-D8D8-44BC-8D8D-1FF676E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2779" y="1581959"/>
            <a:ext cx="174580" cy="191"/>
          </a:xfrm>
          <a:custGeom xmlns:a="http://schemas.openxmlformats.org/drawingml/2006/main">
            <a:pathLst>
              <a:path w="174580" h="191">
                <a:moveTo>
                  <a:pt x="0" y="0"/>
                </a:moveTo>
                <a:lnTo>
                  <a:pt x="174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02" name="path-352">
            <a:extLst xmlns:a="http://schemas.openxmlformats.org/drawingml/2006/main">
              <a:ext uri="{FF2B5EF4-FFF2-40B4-BE49-F238E27FC236}">
                <a16:creationId xmlns:a16="http://schemas.microsoft.com/office/drawing/2014/main" id="{351E8EFB-BD63-4084-BB62-4202467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352" y="1124706"/>
            <a:ext cx="1239871" cy="885849"/>
          </a:xfrm>
          <a:custGeom xmlns:a="http://schemas.openxmlformats.org/drawingml/2006/main">
            <a:pathLst>
              <a:path w="1239871" h="885849">
                <a:moveTo>
                  <a:pt x="0" y="442648"/>
                </a:moveTo>
                <a:lnTo>
                  <a:pt x="0" y="442648"/>
                </a:lnTo>
                <a:cubicBezTo>
                  <a:pt x="0" y="364834"/>
                  <a:pt x="28639" y="288622"/>
                  <a:pt x="83228" y="221048"/>
                </a:cubicBezTo>
                <a:cubicBezTo>
                  <a:pt x="137284" y="154026"/>
                  <a:pt x="215651" y="97815"/>
                  <a:pt x="310225" y="58899"/>
                </a:cubicBezTo>
                <a:cubicBezTo>
                  <a:pt x="404284" y="19983"/>
                  <a:pt x="511290" y="0"/>
                  <a:pt x="619936" y="0"/>
                </a:cubicBezTo>
                <a:cubicBezTo>
                  <a:pt x="728581" y="0"/>
                  <a:pt x="835587" y="19983"/>
                  <a:pt x="930179" y="58899"/>
                </a:cubicBezTo>
                <a:cubicBezTo>
                  <a:pt x="1024220" y="97815"/>
                  <a:pt x="1102586" y="154026"/>
                  <a:pt x="1156643" y="221048"/>
                </a:cubicBezTo>
                <a:cubicBezTo>
                  <a:pt x="1211231" y="288622"/>
                  <a:pt x="1239871" y="364834"/>
                  <a:pt x="1239871" y="442648"/>
                </a:cubicBezTo>
                <a:cubicBezTo>
                  <a:pt x="1239871" y="520481"/>
                  <a:pt x="1211231" y="596693"/>
                  <a:pt x="1156643" y="664249"/>
                </a:cubicBezTo>
                <a:cubicBezTo>
                  <a:pt x="1102586" y="731270"/>
                  <a:pt x="1024220" y="787480"/>
                  <a:pt x="930179" y="826397"/>
                </a:cubicBezTo>
                <a:cubicBezTo>
                  <a:pt x="835587" y="865313"/>
                  <a:pt x="728581" y="885849"/>
                  <a:pt x="619936" y="885849"/>
                </a:cubicBezTo>
                <a:cubicBezTo>
                  <a:pt x="511290" y="885849"/>
                  <a:pt x="404284" y="865313"/>
                  <a:pt x="310225" y="826397"/>
                </a:cubicBezTo>
                <a:cubicBezTo>
                  <a:pt x="215651" y="787480"/>
                  <a:pt x="137284" y="731270"/>
                  <a:pt x="83228" y="664249"/>
                </a:cubicBezTo>
                <a:cubicBezTo>
                  <a:pt x="28639" y="596693"/>
                  <a:pt x="0" y="520481"/>
                  <a:pt x="0" y="4426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3A7D44"/>
            </a:solidFill>
            <a:prstDash val="dash"/>
          </a:ln>
        </p:spPr>
      </p:sp>
      <p:sp>
        <p:nvSpPr>
          <p:cNvPr id="403" name="path-353">
            <a:extLst xmlns:a="http://schemas.openxmlformats.org/drawingml/2006/main">
              <a:ext uri="{FF2B5EF4-FFF2-40B4-BE49-F238E27FC236}">
                <a16:creationId xmlns:a16="http://schemas.microsoft.com/office/drawing/2014/main" id="{F269AE87-9E83-493F-BD14-35E18660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936" y="1587355"/>
            <a:ext cx="64868" cy="64867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2" y="21088"/>
                  <a:pt x="4328" y="16226"/>
                </a:cubicBezTo>
                <a:cubicBezTo>
                  <a:pt x="7036" y="11345"/>
                  <a:pt x="11365" y="7036"/>
                  <a:pt x="16227" y="4328"/>
                </a:cubicBezTo>
                <a:cubicBezTo>
                  <a:pt x="21090" y="1621"/>
                  <a:pt x="26486" y="0"/>
                  <a:pt x="32434" y="0"/>
                </a:cubicBezTo>
                <a:cubicBezTo>
                  <a:pt x="38383" y="0"/>
                  <a:pt x="43797" y="1621"/>
                  <a:pt x="48660" y="4328"/>
                </a:cubicBezTo>
                <a:cubicBezTo>
                  <a:pt x="53522" y="7036"/>
                  <a:pt x="57851" y="11345"/>
                  <a:pt x="60539" y="16226"/>
                </a:cubicBezTo>
                <a:cubicBezTo>
                  <a:pt x="63247" y="21088"/>
                  <a:pt x="64868" y="26484"/>
                  <a:pt x="64868" y="32433"/>
                </a:cubicBezTo>
                <a:cubicBezTo>
                  <a:pt x="64868" y="38383"/>
                  <a:pt x="63247" y="43779"/>
                  <a:pt x="60539" y="48641"/>
                </a:cubicBezTo>
                <a:cubicBezTo>
                  <a:pt x="57851" y="53522"/>
                  <a:pt x="53522" y="57831"/>
                  <a:pt x="48660" y="60539"/>
                </a:cubicBezTo>
                <a:cubicBezTo>
                  <a:pt x="43797" y="63246"/>
                  <a:pt x="38383" y="64867"/>
                  <a:pt x="32434" y="64867"/>
                </a:cubicBezTo>
                <a:cubicBezTo>
                  <a:pt x="26486" y="64867"/>
                  <a:pt x="21090" y="63246"/>
                  <a:pt x="16227" y="60539"/>
                </a:cubicBezTo>
                <a:cubicBezTo>
                  <a:pt x="11365" y="57831"/>
                  <a:pt x="7036" y="53522"/>
                  <a:pt x="4328" y="48641"/>
                </a:cubicBezTo>
                <a:cubicBezTo>
                  <a:pt x="1622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54">
            <a:extLst xmlns:a="http://schemas.openxmlformats.org/drawingml/2006/main">
              <a:ext uri="{FF2B5EF4-FFF2-40B4-BE49-F238E27FC236}">
                <a16:creationId xmlns:a16="http://schemas.microsoft.com/office/drawing/2014/main" id="{F41D4B97-C4E5-4398-92F6-000DBFAD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1750" y="1504126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8" y="16208"/>
                </a:cubicBezTo>
                <a:cubicBezTo>
                  <a:pt x="7036" y="11345"/>
                  <a:pt x="11364" y="7018"/>
                  <a:pt x="16227" y="4329"/>
                </a:cubicBezTo>
                <a:cubicBezTo>
                  <a:pt x="21088" y="1621"/>
                  <a:pt x="26484" y="0"/>
                  <a:pt x="32434" y="0"/>
                </a:cubicBezTo>
                <a:cubicBezTo>
                  <a:pt x="38383" y="0"/>
                  <a:pt x="43779" y="1621"/>
                  <a:pt x="48659" y="4329"/>
                </a:cubicBezTo>
                <a:cubicBezTo>
                  <a:pt x="53522" y="7018"/>
                  <a:pt x="57831" y="11345"/>
                  <a:pt x="60538" y="16208"/>
                </a:cubicBezTo>
                <a:cubicBezTo>
                  <a:pt x="63247" y="21070"/>
                  <a:pt x="64866" y="26485"/>
                  <a:pt x="64866" y="32434"/>
                </a:cubicBezTo>
                <a:cubicBezTo>
                  <a:pt x="64866" y="38364"/>
                  <a:pt x="63247" y="43779"/>
                  <a:pt x="60538" y="48642"/>
                </a:cubicBezTo>
                <a:cubicBezTo>
                  <a:pt x="57831" y="53503"/>
                  <a:pt x="53522" y="57832"/>
                  <a:pt x="48659" y="60539"/>
                </a:cubicBezTo>
                <a:cubicBezTo>
                  <a:pt x="43779" y="63228"/>
                  <a:pt x="38383" y="64848"/>
                  <a:pt x="32434" y="64848"/>
                </a:cubicBezTo>
                <a:cubicBezTo>
                  <a:pt x="26484" y="64848"/>
                  <a:pt x="21088" y="63228"/>
                  <a:pt x="16227" y="60539"/>
                </a:cubicBezTo>
                <a:cubicBezTo>
                  <a:pt x="11364" y="57832"/>
                  <a:pt x="7036" y="53503"/>
                  <a:pt x="4328" y="48642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355">
            <a:extLst xmlns:a="http://schemas.openxmlformats.org/drawingml/2006/main">
              <a:ext uri="{FF2B5EF4-FFF2-40B4-BE49-F238E27FC236}">
                <a16:creationId xmlns:a16="http://schemas.microsoft.com/office/drawing/2014/main" id="{254D0B99-F398-412B-94BF-2721F1B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5579" y="1611686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19" y="21069"/>
                  <a:pt x="4328" y="16207"/>
                </a:cubicBezTo>
                <a:cubicBezTo>
                  <a:pt x="7035" y="11345"/>
                  <a:pt x="11365" y="7016"/>
                  <a:pt x="16225" y="4328"/>
                </a:cubicBezTo>
                <a:cubicBezTo>
                  <a:pt x="21087" y="1621"/>
                  <a:pt x="26484" y="0"/>
                  <a:pt x="32434" y="0"/>
                </a:cubicBezTo>
                <a:cubicBezTo>
                  <a:pt x="38383" y="0"/>
                  <a:pt x="43797" y="1621"/>
                  <a:pt x="48659" y="4328"/>
                </a:cubicBezTo>
                <a:cubicBezTo>
                  <a:pt x="53522" y="7016"/>
                  <a:pt x="57851" y="11345"/>
                  <a:pt x="60538" y="16207"/>
                </a:cubicBezTo>
                <a:cubicBezTo>
                  <a:pt x="63246" y="21069"/>
                  <a:pt x="64866" y="26484"/>
                  <a:pt x="64866" y="32433"/>
                </a:cubicBezTo>
                <a:cubicBezTo>
                  <a:pt x="64866" y="38363"/>
                  <a:pt x="63246" y="43778"/>
                  <a:pt x="60538" y="48640"/>
                </a:cubicBezTo>
                <a:cubicBezTo>
                  <a:pt x="57851" y="53503"/>
                  <a:pt x="53522" y="57831"/>
                  <a:pt x="48659" y="60539"/>
                </a:cubicBezTo>
                <a:cubicBezTo>
                  <a:pt x="43797" y="63227"/>
                  <a:pt x="38383" y="64848"/>
                  <a:pt x="32434" y="64848"/>
                </a:cubicBezTo>
                <a:cubicBezTo>
                  <a:pt x="26484" y="64848"/>
                  <a:pt x="21087" y="63227"/>
                  <a:pt x="16225" y="60539"/>
                </a:cubicBezTo>
                <a:cubicBezTo>
                  <a:pt x="11365" y="57831"/>
                  <a:pt x="7035" y="53503"/>
                  <a:pt x="4328" y="48640"/>
                </a:cubicBezTo>
                <a:cubicBezTo>
                  <a:pt x="1619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56">
            <a:extLst xmlns:a="http://schemas.openxmlformats.org/drawingml/2006/main">
              <a:ext uri="{FF2B5EF4-FFF2-40B4-BE49-F238E27FC236}">
                <a16:creationId xmlns:a16="http://schemas.microsoft.com/office/drawing/2014/main" id="{361783CD-5F80-4541-B50B-5FB7D497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5089" y="1544663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16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33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3" y="7017"/>
                  <a:pt x="57831" y="11345"/>
                  <a:pt x="60538" y="16207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3"/>
                  <a:pt x="63226" y="43779"/>
                  <a:pt x="60538" y="48641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9" y="63228"/>
                  <a:pt x="38363" y="64848"/>
                  <a:pt x="32433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6" y="53503"/>
                  <a:pt x="4328" y="48641"/>
                </a:cubicBezTo>
                <a:cubicBezTo>
                  <a:pt x="1621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57">
            <a:extLst xmlns:a="http://schemas.openxmlformats.org/drawingml/2006/main">
              <a:ext uri="{FF2B5EF4-FFF2-40B4-BE49-F238E27FC236}">
                <a16:creationId xmlns:a16="http://schemas.microsoft.com/office/drawing/2014/main" id="{A7CFFFCC-D1BB-467A-BEDF-01D0E643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6915" y="1793835"/>
            <a:ext cx="64868" cy="64848"/>
          </a:xfrm>
          <a:custGeom xmlns:a="http://schemas.openxmlformats.org/drawingml/2006/main">
            <a:pathLst>
              <a:path w="64868" h="64848">
                <a:moveTo>
                  <a:pt x="0" y="32415"/>
                </a:moveTo>
                <a:lnTo>
                  <a:pt x="0" y="32415"/>
                </a:lnTo>
                <a:cubicBezTo>
                  <a:pt x="0" y="26485"/>
                  <a:pt x="1640" y="21070"/>
                  <a:pt x="4330" y="16207"/>
                </a:cubicBezTo>
                <a:cubicBezTo>
                  <a:pt x="7036" y="11345"/>
                  <a:pt x="11365" y="7017"/>
                  <a:pt x="16227" y="4310"/>
                </a:cubicBezTo>
                <a:cubicBezTo>
                  <a:pt x="21088" y="1621"/>
                  <a:pt x="26485" y="0"/>
                  <a:pt x="32435" y="0"/>
                </a:cubicBezTo>
                <a:cubicBezTo>
                  <a:pt x="38383" y="0"/>
                  <a:pt x="43799" y="1621"/>
                  <a:pt x="48660" y="4310"/>
                </a:cubicBezTo>
                <a:cubicBezTo>
                  <a:pt x="53522" y="7017"/>
                  <a:pt x="57852" y="11345"/>
                  <a:pt x="60539" y="16207"/>
                </a:cubicBezTo>
                <a:cubicBezTo>
                  <a:pt x="63247" y="21070"/>
                  <a:pt x="64868" y="26485"/>
                  <a:pt x="64868" y="32415"/>
                </a:cubicBezTo>
                <a:cubicBezTo>
                  <a:pt x="64868" y="38364"/>
                  <a:pt x="63247" y="43779"/>
                  <a:pt x="60539" y="48641"/>
                </a:cubicBezTo>
                <a:cubicBezTo>
                  <a:pt x="57852" y="53503"/>
                  <a:pt x="53522" y="57832"/>
                  <a:pt x="48660" y="60520"/>
                </a:cubicBezTo>
                <a:cubicBezTo>
                  <a:pt x="43799" y="63228"/>
                  <a:pt x="38383" y="64848"/>
                  <a:pt x="32435" y="64848"/>
                </a:cubicBezTo>
                <a:cubicBezTo>
                  <a:pt x="26485" y="64848"/>
                  <a:pt x="21088" y="63228"/>
                  <a:pt x="16227" y="60520"/>
                </a:cubicBezTo>
                <a:cubicBezTo>
                  <a:pt x="11365" y="57832"/>
                  <a:pt x="7036" y="53503"/>
                  <a:pt x="4330" y="48641"/>
                </a:cubicBezTo>
                <a:cubicBezTo>
                  <a:pt x="1640" y="43779"/>
                  <a:pt x="0" y="38364"/>
                  <a:pt x="0" y="32415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358">
            <a:extLst xmlns:a="http://schemas.openxmlformats.org/drawingml/2006/main">
              <a:ext uri="{FF2B5EF4-FFF2-40B4-BE49-F238E27FC236}">
                <a16:creationId xmlns:a16="http://schemas.microsoft.com/office/drawing/2014/main" id="{DAF45FC5-D610-41C8-81B2-9B1DC053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6662" y="1636549"/>
            <a:ext cx="64846" cy="64848"/>
          </a:xfrm>
          <a:custGeom xmlns:a="http://schemas.openxmlformats.org/drawingml/2006/main">
            <a:pathLst>
              <a:path w="6484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70"/>
                  <a:pt x="4308" y="16207"/>
                </a:cubicBezTo>
                <a:cubicBezTo>
                  <a:pt x="7016" y="11345"/>
                  <a:pt x="11344" y="7017"/>
                  <a:pt x="16206" y="4328"/>
                </a:cubicBezTo>
                <a:cubicBezTo>
                  <a:pt x="21069" y="1621"/>
                  <a:pt x="26465" y="0"/>
                  <a:pt x="32413" y="0"/>
                </a:cubicBezTo>
                <a:cubicBezTo>
                  <a:pt x="38362" y="0"/>
                  <a:pt x="43777" y="1621"/>
                  <a:pt x="48640" y="4328"/>
                </a:cubicBezTo>
                <a:cubicBezTo>
                  <a:pt x="53502" y="7017"/>
                  <a:pt x="57830" y="11345"/>
                  <a:pt x="60519" y="16207"/>
                </a:cubicBezTo>
                <a:cubicBezTo>
                  <a:pt x="63226" y="21070"/>
                  <a:pt x="64846" y="26485"/>
                  <a:pt x="64846" y="32434"/>
                </a:cubicBezTo>
                <a:cubicBezTo>
                  <a:pt x="64846" y="38363"/>
                  <a:pt x="63226" y="43778"/>
                  <a:pt x="60519" y="48640"/>
                </a:cubicBezTo>
                <a:cubicBezTo>
                  <a:pt x="57830" y="53503"/>
                  <a:pt x="53502" y="57831"/>
                  <a:pt x="48640" y="60539"/>
                </a:cubicBezTo>
                <a:cubicBezTo>
                  <a:pt x="43777" y="63227"/>
                  <a:pt x="38362" y="64848"/>
                  <a:pt x="32413" y="64848"/>
                </a:cubicBezTo>
                <a:cubicBezTo>
                  <a:pt x="26465" y="64848"/>
                  <a:pt x="21069" y="63227"/>
                  <a:pt x="16206" y="60539"/>
                </a:cubicBezTo>
                <a:cubicBezTo>
                  <a:pt x="11344" y="57831"/>
                  <a:pt x="7016" y="53503"/>
                  <a:pt x="4308" y="48640"/>
                </a:cubicBezTo>
                <a:cubicBezTo>
                  <a:pt x="1619" y="43778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59">
            <a:extLst xmlns:a="http://schemas.openxmlformats.org/drawingml/2006/main">
              <a:ext uri="{FF2B5EF4-FFF2-40B4-BE49-F238E27FC236}">
                <a16:creationId xmlns:a16="http://schemas.microsoft.com/office/drawing/2014/main" id="{862CBA1A-2892-4CAF-99BE-D8E3C37A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0996" y="1144154"/>
            <a:ext cx="64848" cy="64868"/>
          </a:xfrm>
          <a:custGeom xmlns:a="http://schemas.openxmlformats.org/drawingml/2006/main">
            <a:pathLst>
              <a:path w="6484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9"/>
                  <a:pt x="4328" y="16227"/>
                </a:cubicBezTo>
                <a:cubicBezTo>
                  <a:pt x="7017" y="11345"/>
                  <a:pt x="11344" y="7036"/>
                  <a:pt x="16207" y="4329"/>
                </a:cubicBezTo>
                <a:cubicBezTo>
                  <a:pt x="21069" y="1621"/>
                  <a:pt x="26484" y="0"/>
                  <a:pt x="32434" y="0"/>
                </a:cubicBezTo>
                <a:cubicBezTo>
                  <a:pt x="38362" y="0"/>
                  <a:pt x="43778" y="1621"/>
                  <a:pt x="48640" y="4329"/>
                </a:cubicBezTo>
                <a:cubicBezTo>
                  <a:pt x="53503" y="7036"/>
                  <a:pt x="57830" y="11345"/>
                  <a:pt x="60538" y="16227"/>
                </a:cubicBezTo>
                <a:cubicBezTo>
                  <a:pt x="63226" y="21089"/>
                  <a:pt x="64848" y="26485"/>
                  <a:pt x="64848" y="32434"/>
                </a:cubicBezTo>
                <a:cubicBezTo>
                  <a:pt x="64848" y="38383"/>
                  <a:pt x="63226" y="43779"/>
                  <a:pt x="60538" y="48641"/>
                </a:cubicBezTo>
                <a:cubicBezTo>
                  <a:pt x="57830" y="53503"/>
                  <a:pt x="53503" y="57832"/>
                  <a:pt x="48640" y="60539"/>
                </a:cubicBezTo>
                <a:cubicBezTo>
                  <a:pt x="43778" y="63247"/>
                  <a:pt x="38362" y="64868"/>
                  <a:pt x="32434" y="64868"/>
                </a:cubicBezTo>
                <a:cubicBezTo>
                  <a:pt x="26484" y="64868"/>
                  <a:pt x="21069" y="63247"/>
                  <a:pt x="16207" y="60539"/>
                </a:cubicBezTo>
                <a:cubicBezTo>
                  <a:pt x="11344" y="57832"/>
                  <a:pt x="7017" y="53503"/>
                  <a:pt x="4328" y="48641"/>
                </a:cubicBezTo>
                <a:cubicBezTo>
                  <a:pt x="1619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360">
            <a:extLst xmlns:a="http://schemas.openxmlformats.org/drawingml/2006/main">
              <a:ext uri="{FF2B5EF4-FFF2-40B4-BE49-F238E27FC236}">
                <a16:creationId xmlns:a16="http://schemas.microsoft.com/office/drawing/2014/main" id="{75C6761B-D303-4FC5-AFBD-D53BFDE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572" y="1305769"/>
            <a:ext cx="64847" cy="64848"/>
          </a:xfrm>
          <a:custGeom xmlns:a="http://schemas.openxmlformats.org/drawingml/2006/main">
            <a:pathLst>
              <a:path w="64847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70"/>
                  <a:pt x="4327" y="16207"/>
                </a:cubicBezTo>
                <a:cubicBezTo>
                  <a:pt x="7016" y="11345"/>
                  <a:pt x="11344" y="7017"/>
                  <a:pt x="16206" y="4309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2" y="0"/>
                  <a:pt x="43777" y="1621"/>
                  <a:pt x="48640" y="4309"/>
                </a:cubicBezTo>
                <a:cubicBezTo>
                  <a:pt x="53502" y="7017"/>
                  <a:pt x="57830" y="11345"/>
                  <a:pt x="60538" y="16207"/>
                </a:cubicBezTo>
                <a:cubicBezTo>
                  <a:pt x="63226" y="21070"/>
                  <a:pt x="64847" y="26485"/>
                  <a:pt x="64847" y="32433"/>
                </a:cubicBezTo>
                <a:cubicBezTo>
                  <a:pt x="64847" y="38363"/>
                  <a:pt x="63226" y="43779"/>
                  <a:pt x="60538" y="48640"/>
                </a:cubicBezTo>
                <a:cubicBezTo>
                  <a:pt x="57830" y="53503"/>
                  <a:pt x="53502" y="57831"/>
                  <a:pt x="48640" y="60539"/>
                </a:cubicBezTo>
                <a:cubicBezTo>
                  <a:pt x="43777" y="63228"/>
                  <a:pt x="38362" y="64848"/>
                  <a:pt x="32433" y="64848"/>
                </a:cubicBezTo>
                <a:cubicBezTo>
                  <a:pt x="26484" y="64848"/>
                  <a:pt x="21069" y="63228"/>
                  <a:pt x="16206" y="60539"/>
                </a:cubicBezTo>
                <a:cubicBezTo>
                  <a:pt x="11344" y="57831"/>
                  <a:pt x="7016" y="53503"/>
                  <a:pt x="4327" y="48640"/>
                </a:cubicBezTo>
                <a:cubicBezTo>
                  <a:pt x="1619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361">
            <a:extLst xmlns:a="http://schemas.openxmlformats.org/drawingml/2006/main">
              <a:ext uri="{FF2B5EF4-FFF2-40B4-BE49-F238E27FC236}">
                <a16:creationId xmlns:a16="http://schemas.microsoft.com/office/drawing/2014/main" id="{E5765B90-F00B-44E9-B139-E335D570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1837614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19" y="21069"/>
                  <a:pt x="4328" y="16207"/>
                </a:cubicBezTo>
                <a:cubicBezTo>
                  <a:pt x="7035" y="11345"/>
                  <a:pt x="11344" y="7016"/>
                  <a:pt x="16207" y="4308"/>
                </a:cubicBezTo>
                <a:cubicBezTo>
                  <a:pt x="21087" y="1621"/>
                  <a:pt x="26484" y="0"/>
                  <a:pt x="32434" y="0"/>
                </a:cubicBezTo>
                <a:cubicBezTo>
                  <a:pt x="38382" y="0"/>
                  <a:pt x="43778" y="1621"/>
                  <a:pt x="48640" y="4308"/>
                </a:cubicBezTo>
                <a:cubicBezTo>
                  <a:pt x="53503" y="7016"/>
                  <a:pt x="57830" y="11345"/>
                  <a:pt x="60538" y="16207"/>
                </a:cubicBezTo>
                <a:cubicBezTo>
                  <a:pt x="63246" y="21069"/>
                  <a:pt x="64866" y="26484"/>
                  <a:pt x="64866" y="32414"/>
                </a:cubicBezTo>
                <a:cubicBezTo>
                  <a:pt x="64866" y="38363"/>
                  <a:pt x="63246" y="43778"/>
                  <a:pt x="60538" y="48640"/>
                </a:cubicBezTo>
                <a:cubicBezTo>
                  <a:pt x="57830" y="53503"/>
                  <a:pt x="53503" y="57831"/>
                  <a:pt x="48640" y="60519"/>
                </a:cubicBezTo>
                <a:cubicBezTo>
                  <a:pt x="43778" y="63226"/>
                  <a:pt x="38382" y="64848"/>
                  <a:pt x="32434" y="64848"/>
                </a:cubicBezTo>
                <a:cubicBezTo>
                  <a:pt x="26484" y="64848"/>
                  <a:pt x="21087" y="63226"/>
                  <a:pt x="16207" y="60519"/>
                </a:cubicBezTo>
                <a:cubicBezTo>
                  <a:pt x="11344" y="57831"/>
                  <a:pt x="7035" y="53503"/>
                  <a:pt x="4328" y="48640"/>
                </a:cubicBezTo>
                <a:cubicBezTo>
                  <a:pt x="1619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362">
            <a:extLst xmlns:a="http://schemas.openxmlformats.org/drawingml/2006/main">
              <a:ext uri="{FF2B5EF4-FFF2-40B4-BE49-F238E27FC236}">
                <a16:creationId xmlns:a16="http://schemas.microsoft.com/office/drawing/2014/main" id="{37343F09-43B9-44D9-B82C-D5EE2B58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9631" y="1658705"/>
            <a:ext cx="64868" cy="64867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40" y="21069"/>
                  <a:pt x="4328" y="16207"/>
                </a:cubicBezTo>
                <a:cubicBezTo>
                  <a:pt x="7035" y="11345"/>
                  <a:pt x="11365" y="7016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99" y="1621"/>
                  <a:pt x="48660" y="4328"/>
                </a:cubicBezTo>
                <a:cubicBezTo>
                  <a:pt x="53522" y="7016"/>
                  <a:pt x="57851" y="11345"/>
                  <a:pt x="60539" y="16207"/>
                </a:cubicBezTo>
                <a:cubicBezTo>
                  <a:pt x="63246" y="21069"/>
                  <a:pt x="64868" y="26484"/>
                  <a:pt x="64868" y="32433"/>
                </a:cubicBezTo>
                <a:cubicBezTo>
                  <a:pt x="64868" y="38383"/>
                  <a:pt x="63246" y="43779"/>
                  <a:pt x="60539" y="48641"/>
                </a:cubicBezTo>
                <a:cubicBezTo>
                  <a:pt x="57851" y="53503"/>
                  <a:pt x="53522" y="57831"/>
                  <a:pt x="48660" y="60539"/>
                </a:cubicBezTo>
                <a:cubicBezTo>
                  <a:pt x="43799" y="63227"/>
                  <a:pt x="38383" y="64867"/>
                  <a:pt x="32434" y="64867"/>
                </a:cubicBezTo>
                <a:cubicBezTo>
                  <a:pt x="26485" y="64867"/>
                  <a:pt x="21088" y="63227"/>
                  <a:pt x="16225" y="60539"/>
                </a:cubicBezTo>
                <a:cubicBezTo>
                  <a:pt x="11365" y="57831"/>
                  <a:pt x="7035" y="53503"/>
                  <a:pt x="4328" y="48641"/>
                </a:cubicBezTo>
                <a:cubicBezTo>
                  <a:pt x="1640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ath-363">
            <a:extLst xmlns:a="http://schemas.openxmlformats.org/drawingml/2006/main">
              <a:ext uri="{FF2B5EF4-FFF2-40B4-BE49-F238E27FC236}">
                <a16:creationId xmlns:a16="http://schemas.microsoft.com/office/drawing/2014/main" id="{2BA6C428-11DB-4E52-8059-73F94797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5854" y="1678154"/>
            <a:ext cx="64866" cy="64868"/>
          </a:xfrm>
          <a:custGeom xmlns:a="http://schemas.openxmlformats.org/drawingml/2006/main">
            <a:pathLst>
              <a:path w="64866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8" y="16226"/>
                </a:cubicBezTo>
                <a:cubicBezTo>
                  <a:pt x="7036" y="11365"/>
                  <a:pt x="11344" y="7036"/>
                  <a:pt x="16227" y="4328"/>
                </a:cubicBezTo>
                <a:cubicBezTo>
                  <a:pt x="21090" y="1621"/>
                  <a:pt x="26485" y="0"/>
                  <a:pt x="32434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22" y="7036"/>
                  <a:pt x="57830" y="11365"/>
                  <a:pt x="60539" y="16226"/>
                </a:cubicBezTo>
                <a:cubicBezTo>
                  <a:pt x="63247" y="21088"/>
                  <a:pt x="64866" y="26485"/>
                  <a:pt x="64866" y="32434"/>
                </a:cubicBezTo>
                <a:cubicBezTo>
                  <a:pt x="64866" y="38383"/>
                  <a:pt x="63247" y="43779"/>
                  <a:pt x="60539" y="48660"/>
                </a:cubicBezTo>
                <a:cubicBezTo>
                  <a:pt x="57830" y="53522"/>
                  <a:pt x="53522" y="57831"/>
                  <a:pt x="48640" y="60539"/>
                </a:cubicBezTo>
                <a:cubicBezTo>
                  <a:pt x="43778" y="63246"/>
                  <a:pt x="38383" y="64868"/>
                  <a:pt x="32434" y="64868"/>
                </a:cubicBezTo>
                <a:cubicBezTo>
                  <a:pt x="26485" y="64868"/>
                  <a:pt x="21090" y="63246"/>
                  <a:pt x="16227" y="60539"/>
                </a:cubicBezTo>
                <a:cubicBezTo>
                  <a:pt x="11344" y="57831"/>
                  <a:pt x="7036" y="53522"/>
                  <a:pt x="4328" y="48660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364">
            <a:extLst xmlns:a="http://schemas.openxmlformats.org/drawingml/2006/main">
              <a:ext uri="{FF2B5EF4-FFF2-40B4-BE49-F238E27FC236}">
                <a16:creationId xmlns:a16="http://schemas.microsoft.com/office/drawing/2014/main" id="{1C640116-EB84-42AD-8270-0596C556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2885" y="1337650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8"/>
                  <a:pt x="4328" y="16227"/>
                </a:cubicBezTo>
                <a:cubicBezTo>
                  <a:pt x="7036" y="11345"/>
                  <a:pt x="11365" y="7036"/>
                  <a:pt x="16227" y="4328"/>
                </a:cubicBezTo>
                <a:cubicBezTo>
                  <a:pt x="21090" y="1621"/>
                  <a:pt x="26485" y="0"/>
                  <a:pt x="32434" y="0"/>
                </a:cubicBezTo>
                <a:cubicBezTo>
                  <a:pt x="38383" y="0"/>
                  <a:pt x="43779" y="1621"/>
                  <a:pt x="48641" y="4328"/>
                </a:cubicBezTo>
                <a:cubicBezTo>
                  <a:pt x="53522" y="7036"/>
                  <a:pt x="57832" y="11345"/>
                  <a:pt x="60539" y="16227"/>
                </a:cubicBezTo>
                <a:cubicBezTo>
                  <a:pt x="63247" y="21088"/>
                  <a:pt x="64866" y="26485"/>
                  <a:pt x="64866" y="32433"/>
                </a:cubicBezTo>
                <a:cubicBezTo>
                  <a:pt x="64866" y="38382"/>
                  <a:pt x="63247" y="43779"/>
                  <a:pt x="60539" y="48640"/>
                </a:cubicBezTo>
                <a:cubicBezTo>
                  <a:pt x="57832" y="53503"/>
                  <a:pt x="53522" y="57831"/>
                  <a:pt x="48641" y="60539"/>
                </a:cubicBezTo>
                <a:cubicBezTo>
                  <a:pt x="43779" y="63246"/>
                  <a:pt x="38383" y="64867"/>
                  <a:pt x="32434" y="64867"/>
                </a:cubicBezTo>
                <a:cubicBezTo>
                  <a:pt x="26485" y="64867"/>
                  <a:pt x="21090" y="63246"/>
                  <a:pt x="16227" y="60539"/>
                </a:cubicBezTo>
                <a:cubicBezTo>
                  <a:pt x="11365" y="57831"/>
                  <a:pt x="7036" y="53503"/>
                  <a:pt x="4328" y="48640"/>
                </a:cubicBezTo>
                <a:cubicBezTo>
                  <a:pt x="1622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365">
            <a:extLst xmlns:a="http://schemas.openxmlformats.org/drawingml/2006/main">
              <a:ext uri="{FF2B5EF4-FFF2-40B4-BE49-F238E27FC236}">
                <a16:creationId xmlns:a16="http://schemas.microsoft.com/office/drawing/2014/main" id="{33C16960-072F-4C29-AAA3-925F69ED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986" y="1718157"/>
            <a:ext cx="64848" cy="64867"/>
          </a:xfrm>
          <a:custGeom xmlns:a="http://schemas.openxmlformats.org/drawingml/2006/main">
            <a:pathLst>
              <a:path w="64848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7" y="16207"/>
                </a:cubicBezTo>
                <a:cubicBezTo>
                  <a:pt x="7017" y="11345"/>
                  <a:pt x="11345" y="7036"/>
                  <a:pt x="16207" y="4328"/>
                </a:cubicBezTo>
                <a:cubicBezTo>
                  <a:pt x="21070" y="1621"/>
                  <a:pt x="26485" y="0"/>
                  <a:pt x="32433" y="0"/>
                </a:cubicBezTo>
                <a:cubicBezTo>
                  <a:pt x="38363" y="0"/>
                  <a:pt x="43778" y="1621"/>
                  <a:pt x="48641" y="4328"/>
                </a:cubicBezTo>
                <a:cubicBezTo>
                  <a:pt x="53503" y="7036"/>
                  <a:pt x="57831" y="11345"/>
                  <a:pt x="60538" y="16207"/>
                </a:cubicBezTo>
                <a:cubicBezTo>
                  <a:pt x="63228" y="21088"/>
                  <a:pt x="64848" y="26485"/>
                  <a:pt x="64848" y="32434"/>
                </a:cubicBezTo>
                <a:cubicBezTo>
                  <a:pt x="64848" y="38382"/>
                  <a:pt x="63228" y="43779"/>
                  <a:pt x="60538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46"/>
                  <a:pt x="38363" y="64867"/>
                  <a:pt x="32433" y="64867"/>
                </a:cubicBezTo>
                <a:cubicBezTo>
                  <a:pt x="26485" y="64867"/>
                  <a:pt x="21070" y="63246"/>
                  <a:pt x="16207" y="60539"/>
                </a:cubicBezTo>
                <a:cubicBezTo>
                  <a:pt x="11345" y="57831"/>
                  <a:pt x="7017" y="53503"/>
                  <a:pt x="4327" y="48640"/>
                </a:cubicBezTo>
                <a:cubicBezTo>
                  <a:pt x="162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366">
            <a:extLst xmlns:a="http://schemas.openxmlformats.org/drawingml/2006/main">
              <a:ext uri="{FF2B5EF4-FFF2-40B4-BE49-F238E27FC236}">
                <a16:creationId xmlns:a16="http://schemas.microsoft.com/office/drawing/2014/main" id="{5477E562-D7E2-4260-8437-B65D0AD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684" y="1294958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35" y="11345"/>
                  <a:pt x="11364" y="7017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8" y="1621"/>
                  <a:pt x="48659" y="4328"/>
                </a:cubicBezTo>
                <a:cubicBezTo>
                  <a:pt x="53521" y="7017"/>
                  <a:pt x="57831" y="11345"/>
                  <a:pt x="60539" y="16207"/>
                </a:cubicBezTo>
                <a:cubicBezTo>
                  <a:pt x="63246" y="21070"/>
                  <a:pt x="64866" y="26485"/>
                  <a:pt x="64866" y="32434"/>
                </a:cubicBezTo>
                <a:cubicBezTo>
                  <a:pt x="64866" y="38364"/>
                  <a:pt x="63246" y="43779"/>
                  <a:pt x="60539" y="48641"/>
                </a:cubicBezTo>
                <a:cubicBezTo>
                  <a:pt x="57831" y="53503"/>
                  <a:pt x="53521" y="57831"/>
                  <a:pt x="48659" y="60539"/>
                </a:cubicBezTo>
                <a:cubicBezTo>
                  <a:pt x="43778" y="63228"/>
                  <a:pt x="38383" y="64848"/>
                  <a:pt x="32434" y="64848"/>
                </a:cubicBezTo>
                <a:cubicBezTo>
                  <a:pt x="26485" y="64848"/>
                  <a:pt x="21088" y="63228"/>
                  <a:pt x="16225" y="60539"/>
                </a:cubicBezTo>
                <a:cubicBezTo>
                  <a:pt x="11364" y="57831"/>
                  <a:pt x="7035" y="53503"/>
                  <a:pt x="4328" y="48641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path-367">
            <a:extLst xmlns:a="http://schemas.openxmlformats.org/drawingml/2006/main">
              <a:ext uri="{FF2B5EF4-FFF2-40B4-BE49-F238E27FC236}">
                <a16:creationId xmlns:a16="http://schemas.microsoft.com/office/drawing/2014/main" id="{30056A8B-48DD-4ECE-8CEA-B3B8BAE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6100" y="1446295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17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83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39" y="16207"/>
                </a:cubicBezTo>
                <a:cubicBezTo>
                  <a:pt x="63228" y="21070"/>
                  <a:pt x="64848" y="26485"/>
                  <a:pt x="64848" y="32433"/>
                </a:cubicBezTo>
                <a:cubicBezTo>
                  <a:pt x="64848" y="38363"/>
                  <a:pt x="63228" y="43779"/>
                  <a:pt x="60539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8"/>
                  <a:pt x="38383" y="64848"/>
                  <a:pt x="3243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7" y="53503"/>
                  <a:pt x="4328" y="48640"/>
                </a:cubicBezTo>
                <a:cubicBezTo>
                  <a:pt x="1621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368">
            <a:extLst xmlns:a="http://schemas.openxmlformats.org/drawingml/2006/main">
              <a:ext uri="{FF2B5EF4-FFF2-40B4-BE49-F238E27FC236}">
                <a16:creationId xmlns:a16="http://schemas.microsoft.com/office/drawing/2014/main" id="{5B469125-0C1B-4B89-A602-A3E6917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5556" y="1433863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09" y="16207"/>
                </a:cubicBezTo>
                <a:cubicBezTo>
                  <a:pt x="7017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14" y="0"/>
                </a:cubicBezTo>
                <a:cubicBezTo>
                  <a:pt x="38363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19" y="16207"/>
                </a:cubicBezTo>
                <a:cubicBezTo>
                  <a:pt x="63228" y="21070"/>
                  <a:pt x="64848" y="26485"/>
                  <a:pt x="64848" y="32434"/>
                </a:cubicBezTo>
                <a:cubicBezTo>
                  <a:pt x="64848" y="38364"/>
                  <a:pt x="63228" y="43779"/>
                  <a:pt x="60519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8"/>
                  <a:pt x="38363" y="64848"/>
                  <a:pt x="3241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ath-369">
            <a:extLst xmlns:a="http://schemas.openxmlformats.org/drawingml/2006/main">
              <a:ext uri="{FF2B5EF4-FFF2-40B4-BE49-F238E27FC236}">
                <a16:creationId xmlns:a16="http://schemas.microsoft.com/office/drawing/2014/main" id="{0CCCC20E-559F-4474-AB40-8F569810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457" y="1507902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8"/>
                  <a:pt x="4327" y="16227"/>
                </a:cubicBezTo>
                <a:cubicBezTo>
                  <a:pt x="7034" y="11364"/>
                  <a:pt x="11364" y="7036"/>
                  <a:pt x="16225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2" y="0"/>
                  <a:pt x="43777" y="1621"/>
                  <a:pt x="48640" y="4328"/>
                </a:cubicBezTo>
                <a:cubicBezTo>
                  <a:pt x="53521" y="7036"/>
                  <a:pt x="57830" y="11364"/>
                  <a:pt x="60538" y="16227"/>
                </a:cubicBezTo>
                <a:cubicBezTo>
                  <a:pt x="63245" y="21088"/>
                  <a:pt x="64866" y="26485"/>
                  <a:pt x="64866" y="32434"/>
                </a:cubicBezTo>
                <a:cubicBezTo>
                  <a:pt x="64866" y="38382"/>
                  <a:pt x="63245" y="43779"/>
                  <a:pt x="60538" y="48641"/>
                </a:cubicBezTo>
                <a:cubicBezTo>
                  <a:pt x="57830" y="53522"/>
                  <a:pt x="53521" y="57831"/>
                  <a:pt x="48640" y="60539"/>
                </a:cubicBezTo>
                <a:cubicBezTo>
                  <a:pt x="43777" y="63246"/>
                  <a:pt x="38382" y="64867"/>
                  <a:pt x="32433" y="64867"/>
                </a:cubicBezTo>
                <a:cubicBezTo>
                  <a:pt x="26484" y="64867"/>
                  <a:pt x="21087" y="63246"/>
                  <a:pt x="16225" y="60539"/>
                </a:cubicBezTo>
                <a:cubicBezTo>
                  <a:pt x="11364" y="57831"/>
                  <a:pt x="7034" y="53522"/>
                  <a:pt x="4327" y="48641"/>
                </a:cubicBezTo>
                <a:cubicBezTo>
                  <a:pt x="1619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370">
            <a:extLst xmlns:a="http://schemas.openxmlformats.org/drawingml/2006/main">
              <a:ext uri="{FF2B5EF4-FFF2-40B4-BE49-F238E27FC236}">
                <a16:creationId xmlns:a16="http://schemas.microsoft.com/office/drawing/2014/main" id="{D2E0E27D-4D2B-494F-997E-8C46C768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6717" y="1648981"/>
            <a:ext cx="64868" cy="64848"/>
          </a:xfrm>
          <a:custGeom xmlns:a="http://schemas.openxmlformats.org/drawingml/2006/main">
            <a:pathLst>
              <a:path w="64868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35" y="11345"/>
                  <a:pt x="11345" y="7017"/>
                  <a:pt x="16207" y="430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2" y="0"/>
                  <a:pt x="43778" y="1621"/>
                  <a:pt x="48641" y="4308"/>
                </a:cubicBezTo>
                <a:cubicBezTo>
                  <a:pt x="53503" y="7017"/>
                  <a:pt x="57831" y="11345"/>
                  <a:pt x="60539" y="16207"/>
                </a:cubicBezTo>
                <a:cubicBezTo>
                  <a:pt x="63246" y="21070"/>
                  <a:pt x="64868" y="26485"/>
                  <a:pt x="64868" y="32433"/>
                </a:cubicBezTo>
                <a:cubicBezTo>
                  <a:pt x="64868" y="38363"/>
                  <a:pt x="63246" y="43778"/>
                  <a:pt x="60539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7"/>
                  <a:pt x="38382" y="64848"/>
                  <a:pt x="32434" y="64848"/>
                </a:cubicBezTo>
                <a:cubicBezTo>
                  <a:pt x="26485" y="64848"/>
                  <a:pt x="21088" y="63227"/>
                  <a:pt x="16207" y="60539"/>
                </a:cubicBezTo>
                <a:cubicBezTo>
                  <a:pt x="11345" y="57831"/>
                  <a:pt x="7035" y="53503"/>
                  <a:pt x="4328" y="48640"/>
                </a:cubicBezTo>
                <a:cubicBezTo>
                  <a:pt x="1621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371">
            <a:extLst xmlns:a="http://schemas.openxmlformats.org/drawingml/2006/main">
              <a:ext uri="{FF2B5EF4-FFF2-40B4-BE49-F238E27FC236}">
                <a16:creationId xmlns:a16="http://schemas.microsoft.com/office/drawing/2014/main" id="{98C46554-A7D7-49DD-8CD9-CDEA0FCE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241" y="1330633"/>
            <a:ext cx="64847" cy="64848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5"/>
                  <a:pt x="1619" y="21070"/>
                  <a:pt x="4308" y="16207"/>
                </a:cubicBezTo>
                <a:cubicBezTo>
                  <a:pt x="7016" y="11345"/>
                  <a:pt x="11344" y="7017"/>
                  <a:pt x="16206" y="4310"/>
                </a:cubicBezTo>
                <a:cubicBezTo>
                  <a:pt x="21069" y="1621"/>
                  <a:pt x="26484" y="0"/>
                  <a:pt x="32413" y="0"/>
                </a:cubicBezTo>
                <a:cubicBezTo>
                  <a:pt x="38362" y="0"/>
                  <a:pt x="43777" y="1621"/>
                  <a:pt x="48640" y="4310"/>
                </a:cubicBezTo>
                <a:cubicBezTo>
                  <a:pt x="53502" y="7017"/>
                  <a:pt x="57830" y="11345"/>
                  <a:pt x="60519" y="16207"/>
                </a:cubicBezTo>
                <a:cubicBezTo>
                  <a:pt x="63226" y="21070"/>
                  <a:pt x="64847" y="26485"/>
                  <a:pt x="64847" y="32414"/>
                </a:cubicBezTo>
                <a:cubicBezTo>
                  <a:pt x="64847" y="38364"/>
                  <a:pt x="63226" y="43779"/>
                  <a:pt x="60519" y="48641"/>
                </a:cubicBezTo>
                <a:cubicBezTo>
                  <a:pt x="57830" y="53503"/>
                  <a:pt x="53502" y="57831"/>
                  <a:pt x="48640" y="60520"/>
                </a:cubicBezTo>
                <a:cubicBezTo>
                  <a:pt x="43777" y="63228"/>
                  <a:pt x="38362" y="64848"/>
                  <a:pt x="32413" y="64848"/>
                </a:cubicBezTo>
                <a:cubicBezTo>
                  <a:pt x="26484" y="64848"/>
                  <a:pt x="21069" y="63228"/>
                  <a:pt x="16206" y="60520"/>
                </a:cubicBezTo>
                <a:cubicBezTo>
                  <a:pt x="11344" y="57831"/>
                  <a:pt x="7016" y="53503"/>
                  <a:pt x="4308" y="48641"/>
                </a:cubicBezTo>
                <a:cubicBezTo>
                  <a:pt x="1619" y="43779"/>
                  <a:pt x="0" y="38364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372">
            <a:extLst xmlns:a="http://schemas.openxmlformats.org/drawingml/2006/main">
              <a:ext uri="{FF2B5EF4-FFF2-40B4-BE49-F238E27FC236}">
                <a16:creationId xmlns:a16="http://schemas.microsoft.com/office/drawing/2014/main" id="{2368EFE7-E353-4A4C-9D36-4735DA5B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012" y="1386290"/>
            <a:ext cx="64866" cy="64868"/>
          </a:xfrm>
          <a:custGeom xmlns:a="http://schemas.openxmlformats.org/drawingml/2006/main">
            <a:pathLst>
              <a:path w="64866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9"/>
                  <a:pt x="4328" y="16227"/>
                </a:cubicBezTo>
                <a:cubicBezTo>
                  <a:pt x="7035" y="11365"/>
                  <a:pt x="11344" y="7036"/>
                  <a:pt x="16227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02" y="7036"/>
                  <a:pt x="57830" y="11365"/>
                  <a:pt x="60538" y="16227"/>
                </a:cubicBezTo>
                <a:cubicBezTo>
                  <a:pt x="63246" y="21089"/>
                  <a:pt x="64866" y="26485"/>
                  <a:pt x="64866" y="32434"/>
                </a:cubicBezTo>
                <a:cubicBezTo>
                  <a:pt x="64866" y="38383"/>
                  <a:pt x="63246" y="43779"/>
                  <a:pt x="60538" y="48660"/>
                </a:cubicBezTo>
                <a:cubicBezTo>
                  <a:pt x="57830" y="53522"/>
                  <a:pt x="53502" y="57831"/>
                  <a:pt x="48640" y="60539"/>
                </a:cubicBezTo>
                <a:cubicBezTo>
                  <a:pt x="43778" y="63247"/>
                  <a:pt x="38383" y="64868"/>
                  <a:pt x="32433" y="64868"/>
                </a:cubicBezTo>
                <a:cubicBezTo>
                  <a:pt x="26484" y="64868"/>
                  <a:pt x="21087" y="63247"/>
                  <a:pt x="16227" y="60539"/>
                </a:cubicBezTo>
                <a:cubicBezTo>
                  <a:pt x="11344" y="57831"/>
                  <a:pt x="7035" y="53522"/>
                  <a:pt x="4328" y="48660"/>
                </a:cubicBezTo>
                <a:cubicBezTo>
                  <a:pt x="1619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path-373">
            <a:extLst xmlns:a="http://schemas.openxmlformats.org/drawingml/2006/main">
              <a:ext uri="{FF2B5EF4-FFF2-40B4-BE49-F238E27FC236}">
                <a16:creationId xmlns:a16="http://schemas.microsoft.com/office/drawing/2014/main" id="{0C741B1F-B871-4CF2-96F1-A80CEE41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483" y="1249006"/>
            <a:ext cx="64848" cy="64867"/>
          </a:xfrm>
          <a:custGeom xmlns:a="http://schemas.openxmlformats.org/drawingml/2006/main">
            <a:pathLst>
              <a:path w="64848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88"/>
                  <a:pt x="4308" y="16226"/>
                </a:cubicBezTo>
                <a:cubicBezTo>
                  <a:pt x="7017" y="11364"/>
                  <a:pt x="11344" y="7036"/>
                  <a:pt x="16207" y="4328"/>
                </a:cubicBezTo>
                <a:cubicBezTo>
                  <a:pt x="21069" y="1621"/>
                  <a:pt x="26465" y="0"/>
                  <a:pt x="32413" y="0"/>
                </a:cubicBezTo>
                <a:cubicBezTo>
                  <a:pt x="38363" y="0"/>
                  <a:pt x="43778" y="1621"/>
                  <a:pt x="48640" y="4328"/>
                </a:cubicBezTo>
                <a:cubicBezTo>
                  <a:pt x="53503" y="7036"/>
                  <a:pt x="57830" y="11364"/>
                  <a:pt x="60520" y="16226"/>
                </a:cubicBezTo>
                <a:cubicBezTo>
                  <a:pt x="63226" y="21088"/>
                  <a:pt x="64848" y="26484"/>
                  <a:pt x="64848" y="32433"/>
                </a:cubicBezTo>
                <a:cubicBezTo>
                  <a:pt x="64848" y="38383"/>
                  <a:pt x="63226" y="43779"/>
                  <a:pt x="60520" y="48659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3" y="64867"/>
                  <a:pt x="32413" y="64867"/>
                </a:cubicBezTo>
                <a:cubicBezTo>
                  <a:pt x="26465" y="64867"/>
                  <a:pt x="21069" y="63246"/>
                  <a:pt x="16207" y="60539"/>
                </a:cubicBezTo>
                <a:cubicBezTo>
                  <a:pt x="11344" y="57831"/>
                  <a:pt x="7017" y="53522"/>
                  <a:pt x="4308" y="48659"/>
                </a:cubicBezTo>
                <a:cubicBezTo>
                  <a:pt x="1621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74">
            <a:extLst xmlns:a="http://schemas.openxmlformats.org/drawingml/2006/main">
              <a:ext uri="{FF2B5EF4-FFF2-40B4-BE49-F238E27FC236}">
                <a16:creationId xmlns:a16="http://schemas.microsoft.com/office/drawing/2014/main" id="{BA8B1318-BB27-4486-9353-79ED80D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358" y="1487900"/>
            <a:ext cx="64868" cy="64868"/>
          </a:xfrm>
          <a:custGeom xmlns:a="http://schemas.openxmlformats.org/drawingml/2006/main">
            <a:pathLst>
              <a:path w="6486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2" y="21088"/>
                  <a:pt x="4328" y="16226"/>
                </a:cubicBezTo>
                <a:cubicBezTo>
                  <a:pt x="7036" y="11365"/>
                  <a:pt x="11365" y="7036"/>
                  <a:pt x="16227" y="4328"/>
                </a:cubicBezTo>
                <a:cubicBezTo>
                  <a:pt x="21090" y="1640"/>
                  <a:pt x="26486" y="0"/>
                  <a:pt x="32434" y="0"/>
                </a:cubicBezTo>
                <a:cubicBezTo>
                  <a:pt x="38383" y="0"/>
                  <a:pt x="43779" y="1640"/>
                  <a:pt x="48660" y="4328"/>
                </a:cubicBezTo>
                <a:cubicBezTo>
                  <a:pt x="53522" y="7036"/>
                  <a:pt x="57832" y="11365"/>
                  <a:pt x="60539" y="16226"/>
                </a:cubicBezTo>
                <a:cubicBezTo>
                  <a:pt x="63247" y="21088"/>
                  <a:pt x="64868" y="26485"/>
                  <a:pt x="64868" y="32434"/>
                </a:cubicBezTo>
                <a:cubicBezTo>
                  <a:pt x="64868" y="38383"/>
                  <a:pt x="63247" y="43798"/>
                  <a:pt x="60539" y="48660"/>
                </a:cubicBezTo>
                <a:cubicBezTo>
                  <a:pt x="57832" y="53522"/>
                  <a:pt x="53522" y="57851"/>
                  <a:pt x="48660" y="60539"/>
                </a:cubicBezTo>
                <a:cubicBezTo>
                  <a:pt x="43779" y="63246"/>
                  <a:pt x="38383" y="64868"/>
                  <a:pt x="32434" y="64868"/>
                </a:cubicBezTo>
                <a:cubicBezTo>
                  <a:pt x="26486" y="64868"/>
                  <a:pt x="21090" y="63246"/>
                  <a:pt x="16227" y="60539"/>
                </a:cubicBezTo>
                <a:cubicBezTo>
                  <a:pt x="11365" y="57851"/>
                  <a:pt x="7036" y="53522"/>
                  <a:pt x="4328" y="48660"/>
                </a:cubicBezTo>
                <a:cubicBezTo>
                  <a:pt x="1622" y="43798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ath-375">
            <a:extLst xmlns:a="http://schemas.openxmlformats.org/drawingml/2006/main">
              <a:ext uri="{FF2B5EF4-FFF2-40B4-BE49-F238E27FC236}">
                <a16:creationId xmlns:a16="http://schemas.microsoft.com/office/drawing/2014/main" id="{5A0A77F7-DB08-4D3E-BA87-5E0F5C6B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2658" y="1739780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09" y="16207"/>
                </a:cubicBezTo>
                <a:cubicBezTo>
                  <a:pt x="7017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14" y="0"/>
                </a:cubicBezTo>
                <a:cubicBezTo>
                  <a:pt x="38363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20" y="16207"/>
                </a:cubicBezTo>
                <a:cubicBezTo>
                  <a:pt x="63228" y="21070"/>
                  <a:pt x="64848" y="26485"/>
                  <a:pt x="64848" y="32433"/>
                </a:cubicBezTo>
                <a:cubicBezTo>
                  <a:pt x="64848" y="38382"/>
                  <a:pt x="63228" y="43778"/>
                  <a:pt x="60520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8"/>
                  <a:pt x="38363" y="64848"/>
                  <a:pt x="3241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376">
            <a:extLst xmlns:a="http://schemas.openxmlformats.org/drawingml/2006/main">
              <a:ext uri="{FF2B5EF4-FFF2-40B4-BE49-F238E27FC236}">
                <a16:creationId xmlns:a16="http://schemas.microsoft.com/office/drawing/2014/main" id="{CC750929-3021-4E8E-9581-181A6810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8600" y="1661413"/>
            <a:ext cx="64866" cy="64848"/>
          </a:xfrm>
          <a:custGeom xmlns:a="http://schemas.openxmlformats.org/drawingml/2006/main">
            <a:pathLst>
              <a:path w="64866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2" y="21069"/>
                  <a:pt x="4328" y="16207"/>
                </a:cubicBezTo>
                <a:cubicBezTo>
                  <a:pt x="7036" y="11345"/>
                  <a:pt x="11345" y="7016"/>
                  <a:pt x="16227" y="4308"/>
                </a:cubicBezTo>
                <a:cubicBezTo>
                  <a:pt x="21090" y="1621"/>
                  <a:pt x="26485" y="0"/>
                  <a:pt x="32434" y="0"/>
                </a:cubicBezTo>
                <a:cubicBezTo>
                  <a:pt x="38383" y="0"/>
                  <a:pt x="43779" y="1621"/>
                  <a:pt x="48641" y="4308"/>
                </a:cubicBezTo>
                <a:cubicBezTo>
                  <a:pt x="53504" y="7016"/>
                  <a:pt x="57831" y="11345"/>
                  <a:pt x="60539" y="16207"/>
                </a:cubicBezTo>
                <a:cubicBezTo>
                  <a:pt x="63247" y="21069"/>
                  <a:pt x="64866" y="26484"/>
                  <a:pt x="64866" y="32414"/>
                </a:cubicBezTo>
                <a:cubicBezTo>
                  <a:pt x="64866" y="38363"/>
                  <a:pt x="63247" y="43778"/>
                  <a:pt x="60539" y="48640"/>
                </a:cubicBezTo>
                <a:cubicBezTo>
                  <a:pt x="57831" y="53503"/>
                  <a:pt x="53504" y="57831"/>
                  <a:pt x="48641" y="60519"/>
                </a:cubicBezTo>
                <a:cubicBezTo>
                  <a:pt x="43779" y="63226"/>
                  <a:pt x="38383" y="64848"/>
                  <a:pt x="32434" y="64848"/>
                </a:cubicBezTo>
                <a:cubicBezTo>
                  <a:pt x="26485" y="64848"/>
                  <a:pt x="21090" y="63226"/>
                  <a:pt x="16227" y="60519"/>
                </a:cubicBezTo>
                <a:cubicBezTo>
                  <a:pt x="11345" y="57831"/>
                  <a:pt x="7036" y="53503"/>
                  <a:pt x="4328" y="48640"/>
                </a:cubicBezTo>
                <a:cubicBezTo>
                  <a:pt x="1622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377">
            <a:extLst xmlns:a="http://schemas.openxmlformats.org/drawingml/2006/main">
              <a:ext uri="{FF2B5EF4-FFF2-40B4-BE49-F238E27FC236}">
                <a16:creationId xmlns:a16="http://schemas.microsoft.com/office/drawing/2014/main" id="{6BF0D1D8-C050-48FE-9D6C-92B58AAD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0220" y="1464123"/>
            <a:ext cx="64866" cy="64867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9"/>
                  <a:pt x="4328" y="16227"/>
                </a:cubicBezTo>
                <a:cubicBezTo>
                  <a:pt x="7036" y="11364"/>
                  <a:pt x="11365" y="7036"/>
                  <a:pt x="16227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9" y="1621"/>
                  <a:pt x="48660" y="4328"/>
                </a:cubicBezTo>
                <a:cubicBezTo>
                  <a:pt x="53522" y="7036"/>
                  <a:pt x="57831" y="11364"/>
                  <a:pt x="60539" y="16227"/>
                </a:cubicBezTo>
                <a:cubicBezTo>
                  <a:pt x="63247" y="21089"/>
                  <a:pt x="64866" y="26485"/>
                  <a:pt x="64866" y="32433"/>
                </a:cubicBezTo>
                <a:cubicBezTo>
                  <a:pt x="64866" y="38383"/>
                  <a:pt x="63247" y="43779"/>
                  <a:pt x="60539" y="48640"/>
                </a:cubicBezTo>
                <a:cubicBezTo>
                  <a:pt x="57831" y="53522"/>
                  <a:pt x="53522" y="57831"/>
                  <a:pt x="48660" y="60539"/>
                </a:cubicBezTo>
                <a:cubicBezTo>
                  <a:pt x="43779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27" y="60539"/>
                </a:cubicBezTo>
                <a:cubicBezTo>
                  <a:pt x="11365" y="57831"/>
                  <a:pt x="7036" y="53522"/>
                  <a:pt x="4328" y="48640"/>
                </a:cubicBezTo>
                <a:cubicBezTo>
                  <a:pt x="1622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378">
            <a:extLst xmlns:a="http://schemas.openxmlformats.org/drawingml/2006/main">
              <a:ext uri="{FF2B5EF4-FFF2-40B4-BE49-F238E27FC236}">
                <a16:creationId xmlns:a16="http://schemas.microsoft.com/office/drawing/2014/main" id="{4FAAABC6-C756-4A55-92C9-599D01E9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9678" y="1330633"/>
            <a:ext cx="64847" cy="64848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5"/>
                  <a:pt x="1619" y="21070"/>
                  <a:pt x="4327" y="16207"/>
                </a:cubicBezTo>
                <a:cubicBezTo>
                  <a:pt x="7016" y="11345"/>
                  <a:pt x="11344" y="7017"/>
                  <a:pt x="16206" y="4310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82" y="0"/>
                  <a:pt x="43777" y="1621"/>
                  <a:pt x="48640" y="4310"/>
                </a:cubicBezTo>
                <a:cubicBezTo>
                  <a:pt x="53502" y="7017"/>
                  <a:pt x="57830" y="11345"/>
                  <a:pt x="60538" y="16207"/>
                </a:cubicBezTo>
                <a:cubicBezTo>
                  <a:pt x="63226" y="21070"/>
                  <a:pt x="64847" y="26485"/>
                  <a:pt x="64847" y="32414"/>
                </a:cubicBezTo>
                <a:cubicBezTo>
                  <a:pt x="64847" y="38364"/>
                  <a:pt x="63226" y="43779"/>
                  <a:pt x="60538" y="48641"/>
                </a:cubicBezTo>
                <a:cubicBezTo>
                  <a:pt x="57830" y="53503"/>
                  <a:pt x="53502" y="57831"/>
                  <a:pt x="48640" y="60520"/>
                </a:cubicBezTo>
                <a:cubicBezTo>
                  <a:pt x="43777" y="63228"/>
                  <a:pt x="38382" y="64848"/>
                  <a:pt x="32433" y="64848"/>
                </a:cubicBezTo>
                <a:cubicBezTo>
                  <a:pt x="26484" y="64848"/>
                  <a:pt x="21069" y="63228"/>
                  <a:pt x="16206" y="60520"/>
                </a:cubicBezTo>
                <a:cubicBezTo>
                  <a:pt x="11344" y="57831"/>
                  <a:pt x="7016" y="53503"/>
                  <a:pt x="4327" y="48641"/>
                </a:cubicBezTo>
                <a:cubicBezTo>
                  <a:pt x="1619" y="43779"/>
                  <a:pt x="0" y="38364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ath-379">
            <a:extLst xmlns:a="http://schemas.openxmlformats.org/drawingml/2006/main">
              <a:ext uri="{FF2B5EF4-FFF2-40B4-BE49-F238E27FC236}">
                <a16:creationId xmlns:a16="http://schemas.microsoft.com/office/drawing/2014/main" id="{187ABFAA-B6AA-44C9-845D-25DA5CE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3185" y="1875443"/>
            <a:ext cx="64848" cy="64848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70"/>
                  <a:pt x="4308" y="16207"/>
                </a:cubicBezTo>
                <a:cubicBezTo>
                  <a:pt x="7016" y="11345"/>
                  <a:pt x="11344" y="7017"/>
                  <a:pt x="16207" y="4328"/>
                </a:cubicBezTo>
                <a:cubicBezTo>
                  <a:pt x="21069" y="1621"/>
                  <a:pt x="26484" y="0"/>
                  <a:pt x="32413" y="0"/>
                </a:cubicBezTo>
                <a:cubicBezTo>
                  <a:pt x="38362" y="0"/>
                  <a:pt x="43778" y="1621"/>
                  <a:pt x="48640" y="4328"/>
                </a:cubicBezTo>
                <a:cubicBezTo>
                  <a:pt x="53502" y="7017"/>
                  <a:pt x="57830" y="11345"/>
                  <a:pt x="60519" y="16207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4"/>
                  <a:pt x="63226" y="43779"/>
                  <a:pt x="60519" y="48641"/>
                </a:cubicBezTo>
                <a:cubicBezTo>
                  <a:pt x="57830" y="53503"/>
                  <a:pt x="53502" y="57832"/>
                  <a:pt x="48640" y="60539"/>
                </a:cubicBezTo>
                <a:cubicBezTo>
                  <a:pt x="43778" y="63228"/>
                  <a:pt x="38362" y="64848"/>
                  <a:pt x="32413" y="64848"/>
                </a:cubicBezTo>
                <a:cubicBezTo>
                  <a:pt x="26484" y="64848"/>
                  <a:pt x="21069" y="63228"/>
                  <a:pt x="16207" y="60539"/>
                </a:cubicBezTo>
                <a:cubicBezTo>
                  <a:pt x="11344" y="57832"/>
                  <a:pt x="7016" y="53503"/>
                  <a:pt x="4308" y="48641"/>
                </a:cubicBezTo>
                <a:cubicBezTo>
                  <a:pt x="1619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380">
            <a:extLst xmlns:a="http://schemas.openxmlformats.org/drawingml/2006/main">
              <a:ext uri="{FF2B5EF4-FFF2-40B4-BE49-F238E27FC236}">
                <a16:creationId xmlns:a16="http://schemas.microsoft.com/office/drawing/2014/main" id="{5E9681B4-C269-4A1A-9E5D-424F4EB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3717" y="1256575"/>
            <a:ext cx="241601" cy="310245"/>
          </a:xfrm>
          <a:custGeom xmlns:a="http://schemas.openxmlformats.org/drawingml/2006/main">
            <a:pathLst>
              <a:path w="241601" h="310245">
                <a:moveTo>
                  <a:pt x="0" y="0"/>
                </a:moveTo>
                <a:lnTo>
                  <a:pt x="168631" y="0"/>
                </a:lnTo>
                <a:lnTo>
                  <a:pt x="241601" y="72437"/>
                </a:lnTo>
                <a:lnTo>
                  <a:pt x="241601" y="310245"/>
                </a:lnTo>
                <a:lnTo>
                  <a:pt x="0" y="3102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31" name="path-381">
            <a:extLst xmlns:a="http://schemas.openxmlformats.org/drawingml/2006/main">
              <a:ext uri="{FF2B5EF4-FFF2-40B4-BE49-F238E27FC236}">
                <a16:creationId xmlns:a16="http://schemas.microsoft.com/office/drawing/2014/main" id="{81B05297-4B13-48D2-A6A2-BCDDA97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901" y="1257129"/>
            <a:ext cx="191" cy="72417"/>
          </a:xfrm>
          <a:custGeom xmlns:a="http://schemas.openxmlformats.org/drawingml/2006/main">
            <a:pathLst>
              <a:path w="191" h="72417">
                <a:moveTo>
                  <a:pt x="0" y="0"/>
                </a:moveTo>
                <a:lnTo>
                  <a:pt x="0" y="72417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444444"/>
            </a:solidFill>
            <a:prstDash val="solid"/>
          </a:ln>
        </p:spPr>
      </p:sp>
      <p:sp>
        <p:nvSpPr>
          <p:cNvPr id="432" name="path-382">
            <a:extLst xmlns:a="http://schemas.openxmlformats.org/drawingml/2006/main">
              <a:ext uri="{FF2B5EF4-FFF2-40B4-BE49-F238E27FC236}">
                <a16:creationId xmlns:a16="http://schemas.microsoft.com/office/drawing/2014/main" id="{7DD43F20-7B7E-409A-8B26-CFB08BF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901" y="1329546"/>
            <a:ext cx="72418" cy="191"/>
          </a:xfrm>
          <a:custGeom xmlns:a="http://schemas.openxmlformats.org/drawingml/2006/main">
            <a:pathLst>
              <a:path w="72418" h="191">
                <a:moveTo>
                  <a:pt x="0" y="0"/>
                </a:moveTo>
                <a:lnTo>
                  <a:pt x="72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444444"/>
            </a:solidFill>
            <a:prstDash val="solid"/>
          </a:ln>
        </p:spPr>
      </p:sp>
      <p:sp>
        <p:nvSpPr>
          <p:cNvPr id="433" name="path-383">
            <a:extLst xmlns:a="http://schemas.openxmlformats.org/drawingml/2006/main">
              <a:ext uri="{FF2B5EF4-FFF2-40B4-BE49-F238E27FC236}">
                <a16:creationId xmlns:a16="http://schemas.microsoft.com/office/drawing/2014/main" id="{E908C9F4-4BCD-468C-8BAA-EE989E0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4807" y="1380894"/>
            <a:ext cx="159441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34" name="path-384">
            <a:extLst xmlns:a="http://schemas.openxmlformats.org/drawingml/2006/main">
              <a:ext uri="{FF2B5EF4-FFF2-40B4-BE49-F238E27FC236}">
                <a16:creationId xmlns:a16="http://schemas.microsoft.com/office/drawing/2014/main" id="{C1146F52-2D00-4BD1-AEEC-62C393A2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4807" y="1433863"/>
            <a:ext cx="159441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35" name="path-385">
            <a:extLst xmlns:a="http://schemas.openxmlformats.org/drawingml/2006/main">
              <a:ext uri="{FF2B5EF4-FFF2-40B4-BE49-F238E27FC236}">
                <a16:creationId xmlns:a16="http://schemas.microsoft.com/office/drawing/2014/main" id="{50ACE694-B878-4FFF-A2D1-D93F89A8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4807" y="1486280"/>
            <a:ext cx="159441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36" name="path-386">
            <a:extLst xmlns:a="http://schemas.openxmlformats.org/drawingml/2006/main">
              <a:ext uri="{FF2B5EF4-FFF2-40B4-BE49-F238E27FC236}">
                <a16:creationId xmlns:a16="http://schemas.microsoft.com/office/drawing/2014/main" id="{A6EDBAA2-42C8-46E8-A6D0-9481937B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821" y="1419258"/>
            <a:ext cx="241601" cy="310244"/>
          </a:xfrm>
          <a:custGeom xmlns:a="http://schemas.openxmlformats.org/drawingml/2006/main">
            <a:pathLst>
              <a:path w="241601" h="310244">
                <a:moveTo>
                  <a:pt x="0" y="0"/>
                </a:moveTo>
                <a:lnTo>
                  <a:pt x="168632" y="0"/>
                </a:lnTo>
                <a:lnTo>
                  <a:pt x="241601" y="72437"/>
                </a:lnTo>
                <a:lnTo>
                  <a:pt x="241601" y="310244"/>
                </a:lnTo>
                <a:lnTo>
                  <a:pt x="0" y="31024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37" name="path-387">
            <a:extLst xmlns:a="http://schemas.openxmlformats.org/drawingml/2006/main">
              <a:ext uri="{FF2B5EF4-FFF2-40B4-BE49-F238E27FC236}">
                <a16:creationId xmlns:a16="http://schemas.microsoft.com/office/drawing/2014/main" id="{DDDD1535-7F89-4877-8521-FE2B45DB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006" y="1419258"/>
            <a:ext cx="191" cy="72971"/>
          </a:xfrm>
          <a:custGeom xmlns:a="http://schemas.openxmlformats.org/drawingml/2006/main">
            <a:pathLst>
              <a:path w="191" h="72971">
                <a:moveTo>
                  <a:pt x="0" y="0"/>
                </a:moveTo>
                <a:lnTo>
                  <a:pt x="0" y="72971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444444"/>
            </a:solidFill>
            <a:prstDash val="solid"/>
          </a:ln>
        </p:spPr>
      </p:sp>
      <p:sp>
        <p:nvSpPr>
          <p:cNvPr id="438" name="path-388">
            <a:extLst xmlns:a="http://schemas.openxmlformats.org/drawingml/2006/main">
              <a:ext uri="{FF2B5EF4-FFF2-40B4-BE49-F238E27FC236}">
                <a16:creationId xmlns:a16="http://schemas.microsoft.com/office/drawing/2014/main" id="{E02FD00C-16AF-4194-89F7-2E14B464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8006" y="1492229"/>
            <a:ext cx="72417" cy="191"/>
          </a:xfrm>
          <a:custGeom xmlns:a="http://schemas.openxmlformats.org/drawingml/2006/main">
            <a:pathLst>
              <a:path w="72417" h="191">
                <a:moveTo>
                  <a:pt x="0" y="0"/>
                </a:moveTo>
                <a:lnTo>
                  <a:pt x="72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444444"/>
            </a:solidFill>
            <a:prstDash val="solid"/>
          </a:ln>
        </p:spPr>
      </p:sp>
      <p:sp>
        <p:nvSpPr>
          <p:cNvPr id="439" name="path-389">
            <a:extLst xmlns:a="http://schemas.openxmlformats.org/drawingml/2006/main">
              <a:ext uri="{FF2B5EF4-FFF2-40B4-BE49-F238E27FC236}">
                <a16:creationId xmlns:a16="http://schemas.microsoft.com/office/drawing/2014/main" id="{8400CF64-A14E-4AEC-9C37-216FE0EF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11" y="1543577"/>
            <a:ext cx="159442" cy="191"/>
          </a:xfrm>
          <a:custGeom xmlns:a="http://schemas.openxmlformats.org/drawingml/2006/main">
            <a:pathLst>
              <a:path w="159442" h="191">
                <a:moveTo>
                  <a:pt x="0" y="0"/>
                </a:moveTo>
                <a:lnTo>
                  <a:pt x="1594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40" name="path-390">
            <a:extLst xmlns:a="http://schemas.openxmlformats.org/drawingml/2006/main">
              <a:ext uri="{FF2B5EF4-FFF2-40B4-BE49-F238E27FC236}">
                <a16:creationId xmlns:a16="http://schemas.microsoft.com/office/drawing/2014/main" id="{C903F409-8C50-4F88-98DA-FDD8ABCC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11" y="1596012"/>
            <a:ext cx="159442" cy="191"/>
          </a:xfrm>
          <a:custGeom xmlns:a="http://schemas.openxmlformats.org/drawingml/2006/main">
            <a:pathLst>
              <a:path w="159442" h="191">
                <a:moveTo>
                  <a:pt x="0" y="0"/>
                </a:moveTo>
                <a:lnTo>
                  <a:pt x="1594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41" name="path-391">
            <a:extLst xmlns:a="http://schemas.openxmlformats.org/drawingml/2006/main">
              <a:ext uri="{FF2B5EF4-FFF2-40B4-BE49-F238E27FC236}">
                <a16:creationId xmlns:a16="http://schemas.microsoft.com/office/drawing/2014/main" id="{218FFEE7-BAE4-4778-9236-4A4CF258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9911" y="1648981"/>
            <a:ext cx="159442" cy="191"/>
          </a:xfrm>
          <a:custGeom xmlns:a="http://schemas.openxmlformats.org/drawingml/2006/main">
            <a:pathLst>
              <a:path w="159442" h="191">
                <a:moveTo>
                  <a:pt x="0" y="0"/>
                </a:moveTo>
                <a:lnTo>
                  <a:pt x="1594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44444"/>
            </a:solidFill>
            <a:prstDash val="solid"/>
          </a:ln>
        </p:spPr>
      </p:sp>
      <p:sp>
        <p:nvSpPr>
          <p:cNvPr id="442" name="path-392">
            <a:extLst xmlns:a="http://schemas.openxmlformats.org/drawingml/2006/main">
              <a:ext uri="{FF2B5EF4-FFF2-40B4-BE49-F238E27FC236}">
                <a16:creationId xmlns:a16="http://schemas.microsoft.com/office/drawing/2014/main" id="{E3B1FDA4-D614-43F0-B02C-8026D19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3334" y="1124706"/>
            <a:ext cx="1830635" cy="885849"/>
          </a:xfrm>
          <a:custGeom xmlns:a="http://schemas.openxmlformats.org/drawingml/2006/main">
            <a:pathLst>
              <a:path w="1830635" h="885849">
                <a:moveTo>
                  <a:pt x="0" y="442648"/>
                </a:moveTo>
                <a:lnTo>
                  <a:pt x="0" y="442648"/>
                </a:lnTo>
                <a:cubicBezTo>
                  <a:pt x="0" y="364834"/>
                  <a:pt x="42157" y="288622"/>
                  <a:pt x="122699" y="221048"/>
                </a:cubicBezTo>
                <a:cubicBezTo>
                  <a:pt x="203219" y="154026"/>
                  <a:pt x="318348" y="97815"/>
                  <a:pt x="457787" y="58899"/>
                </a:cubicBezTo>
                <a:cubicBezTo>
                  <a:pt x="596712" y="19983"/>
                  <a:pt x="754531" y="0"/>
                  <a:pt x="915594" y="0"/>
                </a:cubicBezTo>
                <a:cubicBezTo>
                  <a:pt x="1076122" y="0"/>
                  <a:pt x="1233942" y="19983"/>
                  <a:pt x="1372848" y="58899"/>
                </a:cubicBezTo>
                <a:cubicBezTo>
                  <a:pt x="1512287" y="97815"/>
                  <a:pt x="1627414" y="154026"/>
                  <a:pt x="1707954" y="221048"/>
                </a:cubicBezTo>
                <a:cubicBezTo>
                  <a:pt x="1788475" y="288622"/>
                  <a:pt x="1830635" y="364834"/>
                  <a:pt x="1830635" y="442648"/>
                </a:cubicBezTo>
                <a:cubicBezTo>
                  <a:pt x="1830635" y="520481"/>
                  <a:pt x="1788475" y="596693"/>
                  <a:pt x="1707954" y="664249"/>
                </a:cubicBezTo>
                <a:cubicBezTo>
                  <a:pt x="1627414" y="731270"/>
                  <a:pt x="1512287" y="787480"/>
                  <a:pt x="1372848" y="826397"/>
                </a:cubicBezTo>
                <a:cubicBezTo>
                  <a:pt x="1233942" y="865313"/>
                  <a:pt x="1076122" y="885849"/>
                  <a:pt x="915594" y="885849"/>
                </a:cubicBezTo>
                <a:cubicBezTo>
                  <a:pt x="754531" y="885849"/>
                  <a:pt x="596712" y="865313"/>
                  <a:pt x="457787" y="826397"/>
                </a:cubicBezTo>
                <a:cubicBezTo>
                  <a:pt x="318348" y="787480"/>
                  <a:pt x="203219" y="731270"/>
                  <a:pt x="122699" y="664249"/>
                </a:cubicBezTo>
                <a:cubicBezTo>
                  <a:pt x="42157" y="596693"/>
                  <a:pt x="0" y="520481"/>
                  <a:pt x="0" y="4426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868686"/>
            </a:solidFill>
            <a:prstDash val="dash"/>
          </a:ln>
        </p:spPr>
      </p:sp>
      <p:sp>
        <p:nvSpPr>
          <p:cNvPr id="443" name="path-393">
            <a:extLst xmlns:a="http://schemas.openxmlformats.org/drawingml/2006/main">
              <a:ext uri="{FF2B5EF4-FFF2-40B4-BE49-F238E27FC236}">
                <a16:creationId xmlns:a16="http://schemas.microsoft.com/office/drawing/2014/main" id="{9B3087AF-D47F-4881-8090-785F03C2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3290" y="1571148"/>
            <a:ext cx="70817" cy="70797"/>
          </a:xfrm>
          <a:custGeom xmlns:a="http://schemas.openxmlformats.org/drawingml/2006/main">
            <a:pathLst>
              <a:path w="70817" h="70797">
                <a:moveTo>
                  <a:pt x="0" y="35122"/>
                </a:moveTo>
                <a:lnTo>
                  <a:pt x="0" y="35122"/>
                </a:lnTo>
                <a:cubicBezTo>
                  <a:pt x="0" y="29192"/>
                  <a:pt x="1621" y="22690"/>
                  <a:pt x="4881" y="17294"/>
                </a:cubicBezTo>
                <a:cubicBezTo>
                  <a:pt x="8122" y="11879"/>
                  <a:pt x="12433" y="7570"/>
                  <a:pt x="17847" y="4328"/>
                </a:cubicBezTo>
                <a:cubicBezTo>
                  <a:pt x="23242" y="1621"/>
                  <a:pt x="29191" y="0"/>
                  <a:pt x="35675" y="0"/>
                </a:cubicBezTo>
                <a:cubicBezTo>
                  <a:pt x="41624" y="0"/>
                  <a:pt x="47572" y="1621"/>
                  <a:pt x="52968" y="4328"/>
                </a:cubicBezTo>
                <a:cubicBezTo>
                  <a:pt x="58384" y="7570"/>
                  <a:pt x="62712" y="11879"/>
                  <a:pt x="65954" y="17294"/>
                </a:cubicBezTo>
                <a:cubicBezTo>
                  <a:pt x="69195" y="22690"/>
                  <a:pt x="70817" y="29192"/>
                  <a:pt x="70817" y="35122"/>
                </a:cubicBezTo>
                <a:cubicBezTo>
                  <a:pt x="70817" y="41071"/>
                  <a:pt x="69195" y="47554"/>
                  <a:pt x="65954" y="52969"/>
                </a:cubicBezTo>
                <a:cubicBezTo>
                  <a:pt x="62712" y="58365"/>
                  <a:pt x="58384" y="62693"/>
                  <a:pt x="52968" y="65935"/>
                </a:cubicBezTo>
                <a:cubicBezTo>
                  <a:pt x="47572" y="68643"/>
                  <a:pt x="41624" y="70797"/>
                  <a:pt x="35675" y="70797"/>
                </a:cubicBezTo>
                <a:cubicBezTo>
                  <a:pt x="29191" y="70797"/>
                  <a:pt x="23242" y="68643"/>
                  <a:pt x="17847" y="65935"/>
                </a:cubicBezTo>
                <a:cubicBezTo>
                  <a:pt x="12433" y="62693"/>
                  <a:pt x="8122" y="58365"/>
                  <a:pt x="4881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394">
            <a:extLst xmlns:a="http://schemas.openxmlformats.org/drawingml/2006/main">
              <a:ext uri="{FF2B5EF4-FFF2-40B4-BE49-F238E27FC236}">
                <a16:creationId xmlns:a16="http://schemas.microsoft.com/office/drawing/2014/main" id="{8F258DE0-8AC9-44D6-B64F-8E5748F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4891" y="1624117"/>
            <a:ext cx="70817" cy="70797"/>
          </a:xfrm>
          <a:custGeom xmlns:a="http://schemas.openxmlformats.org/drawingml/2006/main">
            <a:pathLst>
              <a:path w="7081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2" y="22690"/>
                  <a:pt x="4863" y="17294"/>
                </a:cubicBezTo>
                <a:cubicBezTo>
                  <a:pt x="8104" y="11879"/>
                  <a:pt x="12431" y="7570"/>
                  <a:pt x="17847" y="4328"/>
                </a:cubicBezTo>
                <a:cubicBezTo>
                  <a:pt x="23244" y="1621"/>
                  <a:pt x="29193" y="0"/>
                  <a:pt x="35676" y="0"/>
                </a:cubicBezTo>
                <a:cubicBezTo>
                  <a:pt x="41624" y="0"/>
                  <a:pt x="47573" y="1621"/>
                  <a:pt x="52969" y="4328"/>
                </a:cubicBezTo>
                <a:cubicBezTo>
                  <a:pt x="58385" y="7570"/>
                  <a:pt x="62694" y="11879"/>
                  <a:pt x="65954" y="17294"/>
                </a:cubicBezTo>
                <a:cubicBezTo>
                  <a:pt x="69196" y="22690"/>
                  <a:pt x="70817" y="29173"/>
                  <a:pt x="70817" y="35122"/>
                </a:cubicBezTo>
                <a:cubicBezTo>
                  <a:pt x="70817" y="41071"/>
                  <a:pt x="69196" y="47554"/>
                  <a:pt x="65954" y="52969"/>
                </a:cubicBezTo>
                <a:cubicBezTo>
                  <a:pt x="62694" y="58365"/>
                  <a:pt x="58385" y="62694"/>
                  <a:pt x="52969" y="65935"/>
                </a:cubicBezTo>
                <a:cubicBezTo>
                  <a:pt x="47573" y="68642"/>
                  <a:pt x="41624" y="70797"/>
                  <a:pt x="35676" y="70797"/>
                </a:cubicBezTo>
                <a:cubicBezTo>
                  <a:pt x="29193" y="70797"/>
                  <a:pt x="23244" y="68642"/>
                  <a:pt x="17847" y="65935"/>
                </a:cubicBezTo>
                <a:cubicBezTo>
                  <a:pt x="12431" y="62694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395">
            <a:extLst xmlns:a="http://schemas.openxmlformats.org/drawingml/2006/main">
              <a:ext uri="{FF2B5EF4-FFF2-40B4-BE49-F238E27FC236}">
                <a16:creationId xmlns:a16="http://schemas.microsoft.com/office/drawing/2014/main" id="{3B8994DB-02E5-4404-BBEA-2C73359B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2759" y="1296579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92"/>
                  <a:pt x="1622" y="22690"/>
                  <a:pt x="4862" y="17294"/>
                </a:cubicBezTo>
                <a:cubicBezTo>
                  <a:pt x="8103" y="11879"/>
                  <a:pt x="12433" y="7570"/>
                  <a:pt x="17828" y="4328"/>
                </a:cubicBezTo>
                <a:cubicBezTo>
                  <a:pt x="23244" y="1621"/>
                  <a:pt x="29173" y="0"/>
                  <a:pt x="35676" y="0"/>
                </a:cubicBezTo>
                <a:cubicBezTo>
                  <a:pt x="41605" y="0"/>
                  <a:pt x="47554" y="1621"/>
                  <a:pt x="52969" y="4328"/>
                </a:cubicBezTo>
                <a:cubicBezTo>
                  <a:pt x="58366" y="7570"/>
                  <a:pt x="62694" y="11879"/>
                  <a:pt x="65935" y="17294"/>
                </a:cubicBezTo>
                <a:cubicBezTo>
                  <a:pt x="69177" y="22690"/>
                  <a:pt x="70797" y="29192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4" y="58365"/>
                  <a:pt x="58366" y="62693"/>
                  <a:pt x="52969" y="65934"/>
                </a:cubicBezTo>
                <a:cubicBezTo>
                  <a:pt x="47554" y="68642"/>
                  <a:pt x="41605" y="70797"/>
                  <a:pt x="35676" y="70797"/>
                </a:cubicBezTo>
                <a:cubicBezTo>
                  <a:pt x="29173" y="70797"/>
                  <a:pt x="23244" y="68642"/>
                  <a:pt x="17828" y="65934"/>
                </a:cubicBezTo>
                <a:cubicBezTo>
                  <a:pt x="12433" y="62693"/>
                  <a:pt x="8103" y="58365"/>
                  <a:pt x="4862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396">
            <a:extLst xmlns:a="http://schemas.openxmlformats.org/drawingml/2006/main">
              <a:ext uri="{FF2B5EF4-FFF2-40B4-BE49-F238E27FC236}">
                <a16:creationId xmlns:a16="http://schemas.microsoft.com/office/drawing/2014/main" id="{29D75B2D-E694-4FD7-828C-EF123A76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8879" y="1511144"/>
            <a:ext cx="70795" cy="70815"/>
          </a:xfrm>
          <a:custGeom xmlns:a="http://schemas.openxmlformats.org/drawingml/2006/main">
            <a:pathLst>
              <a:path w="70795" h="70815">
                <a:moveTo>
                  <a:pt x="0" y="35140"/>
                </a:moveTo>
                <a:lnTo>
                  <a:pt x="0" y="35140"/>
                </a:lnTo>
                <a:cubicBezTo>
                  <a:pt x="0" y="29192"/>
                  <a:pt x="1619" y="22709"/>
                  <a:pt x="4863" y="17294"/>
                </a:cubicBezTo>
                <a:cubicBezTo>
                  <a:pt x="8104" y="11898"/>
                  <a:pt x="12431" y="7570"/>
                  <a:pt x="17828" y="4328"/>
                </a:cubicBezTo>
                <a:cubicBezTo>
                  <a:pt x="23244" y="1620"/>
                  <a:pt x="29173" y="0"/>
                  <a:pt x="35675" y="0"/>
                </a:cubicBezTo>
                <a:cubicBezTo>
                  <a:pt x="41605" y="0"/>
                  <a:pt x="47554" y="1620"/>
                  <a:pt x="52967" y="4328"/>
                </a:cubicBezTo>
                <a:cubicBezTo>
                  <a:pt x="58363" y="7570"/>
                  <a:pt x="62693" y="11898"/>
                  <a:pt x="65934" y="17294"/>
                </a:cubicBezTo>
                <a:cubicBezTo>
                  <a:pt x="69175" y="22709"/>
                  <a:pt x="70795" y="29192"/>
                  <a:pt x="70795" y="35140"/>
                </a:cubicBezTo>
                <a:cubicBezTo>
                  <a:pt x="70795" y="41090"/>
                  <a:pt x="69175" y="47573"/>
                  <a:pt x="65934" y="52969"/>
                </a:cubicBezTo>
                <a:cubicBezTo>
                  <a:pt x="62693" y="58384"/>
                  <a:pt x="58363" y="62712"/>
                  <a:pt x="52967" y="65954"/>
                </a:cubicBezTo>
                <a:cubicBezTo>
                  <a:pt x="47554" y="68642"/>
                  <a:pt x="41605" y="70815"/>
                  <a:pt x="35675" y="70815"/>
                </a:cubicBezTo>
                <a:cubicBezTo>
                  <a:pt x="29173" y="70815"/>
                  <a:pt x="23244" y="68642"/>
                  <a:pt x="17828" y="65954"/>
                </a:cubicBezTo>
                <a:cubicBezTo>
                  <a:pt x="12431" y="62712"/>
                  <a:pt x="8104" y="58384"/>
                  <a:pt x="4863" y="52969"/>
                </a:cubicBezTo>
                <a:cubicBezTo>
                  <a:pt x="1619" y="47573"/>
                  <a:pt x="0" y="41090"/>
                  <a:pt x="0" y="35140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397">
            <a:extLst xmlns:a="http://schemas.openxmlformats.org/drawingml/2006/main">
              <a:ext uri="{FF2B5EF4-FFF2-40B4-BE49-F238E27FC236}">
                <a16:creationId xmlns:a16="http://schemas.microsoft.com/office/drawing/2014/main" id="{6F549316-4375-4900-9019-2DF9AEE1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7820" y="1222521"/>
            <a:ext cx="70815" cy="70816"/>
          </a:xfrm>
          <a:custGeom xmlns:a="http://schemas.openxmlformats.org/drawingml/2006/main">
            <a:pathLst>
              <a:path w="70815" h="70816">
                <a:moveTo>
                  <a:pt x="0" y="35141"/>
                </a:moveTo>
                <a:lnTo>
                  <a:pt x="0" y="35141"/>
                </a:lnTo>
                <a:cubicBezTo>
                  <a:pt x="0" y="29193"/>
                  <a:pt x="1621" y="22709"/>
                  <a:pt x="4862" y="17294"/>
                </a:cubicBezTo>
                <a:cubicBezTo>
                  <a:pt x="8103" y="11898"/>
                  <a:pt x="12433" y="7570"/>
                  <a:pt x="17847" y="4328"/>
                </a:cubicBezTo>
                <a:cubicBezTo>
                  <a:pt x="23242" y="1621"/>
                  <a:pt x="29193" y="0"/>
                  <a:pt x="35675" y="0"/>
                </a:cubicBezTo>
                <a:cubicBezTo>
                  <a:pt x="41625" y="0"/>
                  <a:pt x="47573" y="1621"/>
                  <a:pt x="52969" y="4328"/>
                </a:cubicBezTo>
                <a:cubicBezTo>
                  <a:pt x="58384" y="7570"/>
                  <a:pt x="62694" y="11898"/>
                  <a:pt x="65934" y="17294"/>
                </a:cubicBezTo>
                <a:cubicBezTo>
                  <a:pt x="69196" y="22709"/>
                  <a:pt x="70815" y="29193"/>
                  <a:pt x="70815" y="35141"/>
                </a:cubicBezTo>
                <a:cubicBezTo>
                  <a:pt x="70815" y="41090"/>
                  <a:pt x="69196" y="47573"/>
                  <a:pt x="65934" y="52969"/>
                </a:cubicBezTo>
                <a:cubicBezTo>
                  <a:pt x="62694" y="58384"/>
                  <a:pt x="58384" y="62712"/>
                  <a:pt x="52969" y="65954"/>
                </a:cubicBezTo>
                <a:cubicBezTo>
                  <a:pt x="47573" y="68643"/>
                  <a:pt x="41625" y="70816"/>
                  <a:pt x="35675" y="70816"/>
                </a:cubicBezTo>
                <a:cubicBezTo>
                  <a:pt x="29193" y="70816"/>
                  <a:pt x="23242" y="68643"/>
                  <a:pt x="17847" y="65954"/>
                </a:cubicBezTo>
                <a:cubicBezTo>
                  <a:pt x="12433" y="62712"/>
                  <a:pt x="8103" y="58384"/>
                  <a:pt x="4862" y="52969"/>
                </a:cubicBezTo>
                <a:cubicBezTo>
                  <a:pt x="1621" y="47573"/>
                  <a:pt x="0" y="41090"/>
                  <a:pt x="0" y="35141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398">
            <a:extLst xmlns:a="http://schemas.openxmlformats.org/drawingml/2006/main">
              <a:ext uri="{FF2B5EF4-FFF2-40B4-BE49-F238E27FC236}">
                <a16:creationId xmlns:a16="http://schemas.microsoft.com/office/drawing/2014/main" id="{C4308C65-C572-48E8-BE51-1A31971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9717" y="1858149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93"/>
                  <a:pt x="1621" y="22690"/>
                  <a:pt x="4862" y="17294"/>
                </a:cubicBezTo>
                <a:cubicBezTo>
                  <a:pt x="8103" y="11879"/>
                  <a:pt x="12431" y="7570"/>
                  <a:pt x="17828" y="4328"/>
                </a:cubicBezTo>
                <a:cubicBezTo>
                  <a:pt x="23242" y="1621"/>
                  <a:pt x="29191" y="0"/>
                  <a:pt x="35674" y="0"/>
                </a:cubicBezTo>
                <a:cubicBezTo>
                  <a:pt x="41623" y="0"/>
                  <a:pt x="47572" y="1621"/>
                  <a:pt x="52968" y="4328"/>
                </a:cubicBezTo>
                <a:cubicBezTo>
                  <a:pt x="58365" y="7570"/>
                  <a:pt x="62693" y="11879"/>
                  <a:pt x="65934" y="17294"/>
                </a:cubicBezTo>
                <a:cubicBezTo>
                  <a:pt x="69175" y="22690"/>
                  <a:pt x="70797" y="29193"/>
                  <a:pt x="70797" y="35122"/>
                </a:cubicBezTo>
                <a:cubicBezTo>
                  <a:pt x="70797" y="41071"/>
                  <a:pt x="69175" y="47554"/>
                  <a:pt x="65934" y="52969"/>
                </a:cubicBezTo>
                <a:cubicBezTo>
                  <a:pt x="62693" y="58365"/>
                  <a:pt x="58365" y="62694"/>
                  <a:pt x="52968" y="65935"/>
                </a:cubicBezTo>
                <a:cubicBezTo>
                  <a:pt x="47572" y="68643"/>
                  <a:pt x="41623" y="70797"/>
                  <a:pt x="35674" y="70797"/>
                </a:cubicBezTo>
                <a:cubicBezTo>
                  <a:pt x="29191" y="70797"/>
                  <a:pt x="23242" y="68643"/>
                  <a:pt x="17828" y="65935"/>
                </a:cubicBezTo>
                <a:cubicBezTo>
                  <a:pt x="12431" y="62694"/>
                  <a:pt x="8103" y="58365"/>
                  <a:pt x="4862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399">
            <a:extLst xmlns:a="http://schemas.openxmlformats.org/drawingml/2006/main">
              <a:ext uri="{FF2B5EF4-FFF2-40B4-BE49-F238E27FC236}">
                <a16:creationId xmlns:a16="http://schemas.microsoft.com/office/drawing/2014/main" id="{63A1672C-931C-40DE-BE5A-F3D0A314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5410" y="1745729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2" y="17294"/>
                </a:cubicBezTo>
                <a:cubicBezTo>
                  <a:pt x="8104" y="11879"/>
                  <a:pt x="12433" y="7570"/>
                  <a:pt x="17847" y="4328"/>
                </a:cubicBezTo>
                <a:cubicBezTo>
                  <a:pt x="23244" y="1621"/>
                  <a:pt x="29191" y="0"/>
                  <a:pt x="35675" y="0"/>
                </a:cubicBezTo>
                <a:cubicBezTo>
                  <a:pt x="41624" y="0"/>
                  <a:pt x="47573" y="1621"/>
                  <a:pt x="52969" y="4328"/>
                </a:cubicBezTo>
                <a:cubicBezTo>
                  <a:pt x="58366" y="7570"/>
                  <a:pt x="62693" y="11879"/>
                  <a:pt x="65934" y="17294"/>
                </a:cubicBezTo>
                <a:cubicBezTo>
                  <a:pt x="69177" y="22690"/>
                  <a:pt x="70797" y="29173"/>
                  <a:pt x="70797" y="35122"/>
                </a:cubicBezTo>
                <a:cubicBezTo>
                  <a:pt x="70797" y="41071"/>
                  <a:pt x="69177" y="47554"/>
                  <a:pt x="65934" y="52969"/>
                </a:cubicBezTo>
                <a:cubicBezTo>
                  <a:pt x="62693" y="58365"/>
                  <a:pt x="58366" y="62693"/>
                  <a:pt x="52969" y="65934"/>
                </a:cubicBezTo>
                <a:cubicBezTo>
                  <a:pt x="47573" y="68643"/>
                  <a:pt x="41624" y="70797"/>
                  <a:pt x="35675" y="70797"/>
                </a:cubicBezTo>
                <a:cubicBezTo>
                  <a:pt x="29191" y="70797"/>
                  <a:pt x="23244" y="68643"/>
                  <a:pt x="17847" y="65934"/>
                </a:cubicBezTo>
                <a:cubicBezTo>
                  <a:pt x="12433" y="62693"/>
                  <a:pt x="8104" y="58365"/>
                  <a:pt x="4862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00">
            <a:extLst xmlns:a="http://schemas.openxmlformats.org/drawingml/2006/main">
              <a:ext uri="{FF2B5EF4-FFF2-40B4-BE49-F238E27FC236}">
                <a16:creationId xmlns:a16="http://schemas.microsoft.com/office/drawing/2014/main" id="{ED1D7A45-CDFF-4997-9C31-D6D0386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5646" y="1612772"/>
            <a:ext cx="70795" cy="70797"/>
          </a:xfrm>
          <a:custGeom xmlns:a="http://schemas.openxmlformats.org/drawingml/2006/main">
            <a:pathLst>
              <a:path w="70795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19" y="22690"/>
                  <a:pt x="4861" y="17294"/>
                </a:cubicBezTo>
                <a:cubicBezTo>
                  <a:pt x="8102" y="11879"/>
                  <a:pt x="12431" y="7551"/>
                  <a:pt x="17828" y="4310"/>
                </a:cubicBezTo>
                <a:cubicBezTo>
                  <a:pt x="23241" y="1621"/>
                  <a:pt x="29190" y="0"/>
                  <a:pt x="35675" y="0"/>
                </a:cubicBezTo>
                <a:cubicBezTo>
                  <a:pt x="41622" y="0"/>
                  <a:pt x="47554" y="1621"/>
                  <a:pt x="52967" y="4310"/>
                </a:cubicBezTo>
                <a:cubicBezTo>
                  <a:pt x="58363" y="7551"/>
                  <a:pt x="62693" y="11879"/>
                  <a:pt x="65934" y="17294"/>
                </a:cubicBezTo>
                <a:cubicBezTo>
                  <a:pt x="69175" y="22690"/>
                  <a:pt x="70795" y="29173"/>
                  <a:pt x="70795" y="35122"/>
                </a:cubicBezTo>
                <a:cubicBezTo>
                  <a:pt x="70795" y="41072"/>
                  <a:pt x="69175" y="47554"/>
                  <a:pt x="65934" y="52950"/>
                </a:cubicBezTo>
                <a:cubicBezTo>
                  <a:pt x="62693" y="58365"/>
                  <a:pt x="58363" y="62694"/>
                  <a:pt x="52967" y="65935"/>
                </a:cubicBezTo>
                <a:cubicBezTo>
                  <a:pt x="47554" y="68643"/>
                  <a:pt x="41622" y="70797"/>
                  <a:pt x="35675" y="70797"/>
                </a:cubicBezTo>
                <a:cubicBezTo>
                  <a:pt x="29190" y="70797"/>
                  <a:pt x="23241" y="68643"/>
                  <a:pt x="17828" y="65935"/>
                </a:cubicBezTo>
                <a:cubicBezTo>
                  <a:pt x="12431" y="62694"/>
                  <a:pt x="8102" y="58365"/>
                  <a:pt x="4861" y="52950"/>
                </a:cubicBezTo>
                <a:cubicBezTo>
                  <a:pt x="1619" y="47554"/>
                  <a:pt x="0" y="41072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01">
            <a:extLst xmlns:a="http://schemas.openxmlformats.org/drawingml/2006/main">
              <a:ext uri="{FF2B5EF4-FFF2-40B4-BE49-F238E27FC236}">
                <a16:creationId xmlns:a16="http://schemas.microsoft.com/office/drawing/2014/main" id="{EA38DC74-F309-42E8-A907-85BEAF3E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2382" y="1507902"/>
            <a:ext cx="70797" cy="70816"/>
          </a:xfrm>
          <a:custGeom xmlns:a="http://schemas.openxmlformats.org/drawingml/2006/main">
            <a:pathLst>
              <a:path w="70797" h="70816">
                <a:moveTo>
                  <a:pt x="0" y="35141"/>
                </a:moveTo>
                <a:lnTo>
                  <a:pt x="0" y="35141"/>
                </a:lnTo>
                <a:cubicBezTo>
                  <a:pt x="0" y="29192"/>
                  <a:pt x="1619" y="22709"/>
                  <a:pt x="4861" y="17294"/>
                </a:cubicBezTo>
                <a:cubicBezTo>
                  <a:pt x="8102" y="11898"/>
                  <a:pt x="12431" y="7570"/>
                  <a:pt x="17828" y="4328"/>
                </a:cubicBezTo>
                <a:cubicBezTo>
                  <a:pt x="23241" y="1621"/>
                  <a:pt x="29190" y="0"/>
                  <a:pt x="35675" y="0"/>
                </a:cubicBezTo>
                <a:cubicBezTo>
                  <a:pt x="41622" y="0"/>
                  <a:pt x="47554" y="1621"/>
                  <a:pt x="52969" y="4328"/>
                </a:cubicBezTo>
                <a:cubicBezTo>
                  <a:pt x="58366" y="7570"/>
                  <a:pt x="62693" y="11898"/>
                  <a:pt x="65934" y="17294"/>
                </a:cubicBezTo>
                <a:cubicBezTo>
                  <a:pt x="69175" y="22709"/>
                  <a:pt x="70797" y="29192"/>
                  <a:pt x="70797" y="35141"/>
                </a:cubicBezTo>
                <a:cubicBezTo>
                  <a:pt x="70797" y="41090"/>
                  <a:pt x="69175" y="47573"/>
                  <a:pt x="65934" y="52969"/>
                </a:cubicBezTo>
                <a:cubicBezTo>
                  <a:pt x="62693" y="58384"/>
                  <a:pt x="58366" y="62694"/>
                  <a:pt x="52969" y="65954"/>
                </a:cubicBezTo>
                <a:cubicBezTo>
                  <a:pt x="47554" y="68642"/>
                  <a:pt x="41622" y="70816"/>
                  <a:pt x="35675" y="70816"/>
                </a:cubicBezTo>
                <a:cubicBezTo>
                  <a:pt x="29190" y="70816"/>
                  <a:pt x="23241" y="68642"/>
                  <a:pt x="17828" y="65954"/>
                </a:cubicBezTo>
                <a:cubicBezTo>
                  <a:pt x="12431" y="62694"/>
                  <a:pt x="8102" y="58384"/>
                  <a:pt x="4861" y="52969"/>
                </a:cubicBezTo>
                <a:cubicBezTo>
                  <a:pt x="1619" y="47573"/>
                  <a:pt x="0" y="41090"/>
                  <a:pt x="0" y="35141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02">
            <a:extLst xmlns:a="http://schemas.openxmlformats.org/drawingml/2006/main">
              <a:ext uri="{FF2B5EF4-FFF2-40B4-BE49-F238E27FC236}">
                <a16:creationId xmlns:a16="http://schemas.microsoft.com/office/drawing/2014/main" id="{E65EE74C-7388-4A19-BF43-A088CC9F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3760" y="1867340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2" y="22690"/>
                  <a:pt x="4863" y="17294"/>
                </a:cubicBezTo>
                <a:cubicBezTo>
                  <a:pt x="8104" y="11879"/>
                  <a:pt x="12434" y="7570"/>
                  <a:pt x="17828" y="4310"/>
                </a:cubicBezTo>
                <a:cubicBezTo>
                  <a:pt x="23244" y="1621"/>
                  <a:pt x="29173" y="0"/>
                  <a:pt x="35675" y="0"/>
                </a:cubicBezTo>
                <a:cubicBezTo>
                  <a:pt x="41605" y="0"/>
                  <a:pt x="47554" y="1621"/>
                  <a:pt x="52969" y="4310"/>
                </a:cubicBezTo>
                <a:cubicBezTo>
                  <a:pt x="58366" y="7570"/>
                  <a:pt x="62693" y="11879"/>
                  <a:pt x="65934" y="17294"/>
                </a:cubicBezTo>
                <a:cubicBezTo>
                  <a:pt x="69178" y="22690"/>
                  <a:pt x="70797" y="29173"/>
                  <a:pt x="70797" y="35122"/>
                </a:cubicBezTo>
                <a:cubicBezTo>
                  <a:pt x="70797" y="41071"/>
                  <a:pt x="69178" y="47554"/>
                  <a:pt x="65934" y="52969"/>
                </a:cubicBezTo>
                <a:cubicBezTo>
                  <a:pt x="62693" y="58365"/>
                  <a:pt x="58366" y="62694"/>
                  <a:pt x="52969" y="65935"/>
                </a:cubicBezTo>
                <a:cubicBezTo>
                  <a:pt x="47554" y="68643"/>
                  <a:pt x="41605" y="70797"/>
                  <a:pt x="35675" y="70797"/>
                </a:cubicBezTo>
                <a:cubicBezTo>
                  <a:pt x="29173" y="70797"/>
                  <a:pt x="23244" y="68643"/>
                  <a:pt x="17828" y="65935"/>
                </a:cubicBezTo>
                <a:cubicBezTo>
                  <a:pt x="12434" y="62694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03">
            <a:extLst xmlns:a="http://schemas.openxmlformats.org/drawingml/2006/main">
              <a:ext uri="{FF2B5EF4-FFF2-40B4-BE49-F238E27FC236}">
                <a16:creationId xmlns:a16="http://schemas.microsoft.com/office/drawing/2014/main" id="{9D02C674-2F74-42D0-93B2-282A54C1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0845" y="1798698"/>
            <a:ext cx="70796" cy="70797"/>
          </a:xfrm>
          <a:custGeom xmlns:a="http://schemas.openxmlformats.org/drawingml/2006/main">
            <a:pathLst>
              <a:path w="70796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19" y="22690"/>
                  <a:pt x="4861" y="17294"/>
                </a:cubicBezTo>
                <a:cubicBezTo>
                  <a:pt x="8103" y="11879"/>
                  <a:pt x="12431" y="7570"/>
                  <a:pt x="17828" y="4310"/>
                </a:cubicBezTo>
                <a:cubicBezTo>
                  <a:pt x="23242" y="1621"/>
                  <a:pt x="29172" y="0"/>
                  <a:pt x="35674" y="0"/>
                </a:cubicBezTo>
                <a:cubicBezTo>
                  <a:pt x="41603" y="0"/>
                  <a:pt x="47553" y="1621"/>
                  <a:pt x="52968" y="4310"/>
                </a:cubicBezTo>
                <a:cubicBezTo>
                  <a:pt x="58365" y="7570"/>
                  <a:pt x="62692" y="11879"/>
                  <a:pt x="65933" y="17294"/>
                </a:cubicBezTo>
                <a:cubicBezTo>
                  <a:pt x="69175" y="22690"/>
                  <a:pt x="70796" y="29173"/>
                  <a:pt x="70796" y="35122"/>
                </a:cubicBezTo>
                <a:cubicBezTo>
                  <a:pt x="70796" y="41071"/>
                  <a:pt x="69175" y="47554"/>
                  <a:pt x="65933" y="52969"/>
                </a:cubicBezTo>
                <a:cubicBezTo>
                  <a:pt x="62692" y="58365"/>
                  <a:pt x="58365" y="62693"/>
                  <a:pt x="52968" y="65935"/>
                </a:cubicBezTo>
                <a:cubicBezTo>
                  <a:pt x="47553" y="68642"/>
                  <a:pt x="41603" y="70797"/>
                  <a:pt x="35674" y="70797"/>
                </a:cubicBezTo>
                <a:cubicBezTo>
                  <a:pt x="29172" y="70797"/>
                  <a:pt x="23242" y="68642"/>
                  <a:pt x="17828" y="65935"/>
                </a:cubicBezTo>
                <a:cubicBezTo>
                  <a:pt x="12431" y="62693"/>
                  <a:pt x="8103" y="58365"/>
                  <a:pt x="4861" y="52969"/>
                </a:cubicBezTo>
                <a:cubicBezTo>
                  <a:pt x="1619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04">
            <a:extLst xmlns:a="http://schemas.openxmlformats.org/drawingml/2006/main">
              <a:ext uri="{FF2B5EF4-FFF2-40B4-BE49-F238E27FC236}">
                <a16:creationId xmlns:a16="http://schemas.microsoft.com/office/drawing/2014/main" id="{C6334D16-D7DA-4D4E-A0EC-7CEB05D5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642" y="1917601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92"/>
                  <a:pt x="1622" y="22690"/>
                  <a:pt x="4863" y="17294"/>
                </a:cubicBezTo>
                <a:cubicBezTo>
                  <a:pt x="8104" y="11898"/>
                  <a:pt x="12431" y="7570"/>
                  <a:pt x="17828" y="4328"/>
                </a:cubicBezTo>
                <a:cubicBezTo>
                  <a:pt x="23244" y="1621"/>
                  <a:pt x="29193" y="0"/>
                  <a:pt x="35676" y="0"/>
                </a:cubicBezTo>
                <a:cubicBezTo>
                  <a:pt x="41624" y="0"/>
                  <a:pt x="47555" y="1621"/>
                  <a:pt x="52969" y="4328"/>
                </a:cubicBezTo>
                <a:cubicBezTo>
                  <a:pt x="58366" y="7570"/>
                  <a:pt x="62694" y="11898"/>
                  <a:pt x="65935" y="17294"/>
                </a:cubicBezTo>
                <a:cubicBezTo>
                  <a:pt x="69177" y="22690"/>
                  <a:pt x="70797" y="29192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4" y="58365"/>
                  <a:pt x="58366" y="62694"/>
                  <a:pt x="52969" y="65935"/>
                </a:cubicBezTo>
                <a:cubicBezTo>
                  <a:pt x="47555" y="68642"/>
                  <a:pt x="41624" y="70797"/>
                  <a:pt x="35676" y="70797"/>
                </a:cubicBezTo>
                <a:cubicBezTo>
                  <a:pt x="29193" y="70797"/>
                  <a:pt x="23244" y="68642"/>
                  <a:pt x="17828" y="65935"/>
                </a:cubicBezTo>
                <a:cubicBezTo>
                  <a:pt x="12431" y="62694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05">
            <a:extLst xmlns:a="http://schemas.openxmlformats.org/drawingml/2006/main">
              <a:ext uri="{FF2B5EF4-FFF2-40B4-BE49-F238E27FC236}">
                <a16:creationId xmlns:a16="http://schemas.microsoft.com/office/drawing/2014/main" id="{CAAB7859-7971-471B-B9EF-19596219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5129" y="1355497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2" y="22690"/>
                  <a:pt x="4863" y="17294"/>
                </a:cubicBezTo>
                <a:cubicBezTo>
                  <a:pt x="8104" y="11879"/>
                  <a:pt x="12433" y="7550"/>
                  <a:pt x="17829" y="4309"/>
                </a:cubicBezTo>
                <a:cubicBezTo>
                  <a:pt x="23244" y="1621"/>
                  <a:pt x="29174" y="0"/>
                  <a:pt x="35676" y="0"/>
                </a:cubicBezTo>
                <a:cubicBezTo>
                  <a:pt x="41606" y="0"/>
                  <a:pt x="47555" y="1621"/>
                  <a:pt x="52969" y="4309"/>
                </a:cubicBezTo>
                <a:cubicBezTo>
                  <a:pt x="58366" y="7550"/>
                  <a:pt x="62694" y="11879"/>
                  <a:pt x="65935" y="17294"/>
                </a:cubicBezTo>
                <a:cubicBezTo>
                  <a:pt x="69177" y="22690"/>
                  <a:pt x="70797" y="29173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4" y="58365"/>
                  <a:pt x="58366" y="62693"/>
                  <a:pt x="52969" y="65935"/>
                </a:cubicBezTo>
                <a:cubicBezTo>
                  <a:pt x="47555" y="68642"/>
                  <a:pt x="41606" y="70797"/>
                  <a:pt x="35676" y="70797"/>
                </a:cubicBezTo>
                <a:cubicBezTo>
                  <a:pt x="29174" y="70797"/>
                  <a:pt x="23244" y="68642"/>
                  <a:pt x="17829" y="65935"/>
                </a:cubicBezTo>
                <a:cubicBezTo>
                  <a:pt x="12433" y="62693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06">
            <a:extLst xmlns:a="http://schemas.openxmlformats.org/drawingml/2006/main">
              <a:ext uri="{FF2B5EF4-FFF2-40B4-BE49-F238E27FC236}">
                <a16:creationId xmlns:a16="http://schemas.microsoft.com/office/drawing/2014/main" id="{6CA17301-F72F-4621-9403-82ED59D2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6219" y="1430622"/>
            <a:ext cx="70815" cy="70797"/>
          </a:xfrm>
          <a:custGeom xmlns:a="http://schemas.openxmlformats.org/drawingml/2006/main">
            <a:pathLst>
              <a:path w="70815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1" y="17294"/>
                </a:cubicBezTo>
                <a:cubicBezTo>
                  <a:pt x="8122" y="11879"/>
                  <a:pt x="12431" y="7570"/>
                  <a:pt x="17846" y="4328"/>
                </a:cubicBezTo>
                <a:cubicBezTo>
                  <a:pt x="23244" y="1621"/>
                  <a:pt x="29191" y="0"/>
                  <a:pt x="35675" y="0"/>
                </a:cubicBezTo>
                <a:cubicBezTo>
                  <a:pt x="41624" y="0"/>
                  <a:pt x="47573" y="1621"/>
                  <a:pt x="52968" y="4328"/>
                </a:cubicBezTo>
                <a:cubicBezTo>
                  <a:pt x="58383" y="7570"/>
                  <a:pt x="62712" y="11879"/>
                  <a:pt x="65954" y="17294"/>
                </a:cubicBezTo>
                <a:cubicBezTo>
                  <a:pt x="69195" y="22690"/>
                  <a:pt x="70815" y="29173"/>
                  <a:pt x="70815" y="35122"/>
                </a:cubicBezTo>
                <a:cubicBezTo>
                  <a:pt x="70815" y="41071"/>
                  <a:pt x="69195" y="47554"/>
                  <a:pt x="65954" y="52969"/>
                </a:cubicBezTo>
                <a:cubicBezTo>
                  <a:pt x="62712" y="58365"/>
                  <a:pt x="58383" y="62693"/>
                  <a:pt x="52968" y="65934"/>
                </a:cubicBezTo>
                <a:cubicBezTo>
                  <a:pt x="47573" y="68643"/>
                  <a:pt x="41624" y="70797"/>
                  <a:pt x="35675" y="70797"/>
                </a:cubicBezTo>
                <a:cubicBezTo>
                  <a:pt x="29191" y="70797"/>
                  <a:pt x="23244" y="68643"/>
                  <a:pt x="17846" y="65934"/>
                </a:cubicBezTo>
                <a:cubicBezTo>
                  <a:pt x="12431" y="62693"/>
                  <a:pt x="8122" y="58365"/>
                  <a:pt x="4861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07">
            <a:extLst xmlns:a="http://schemas.openxmlformats.org/drawingml/2006/main">
              <a:ext uri="{FF2B5EF4-FFF2-40B4-BE49-F238E27FC236}">
                <a16:creationId xmlns:a16="http://schemas.microsoft.com/office/drawing/2014/main" id="{90AD4DB0-C391-4120-AB15-F4229107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0304" y="1607357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42"/>
                </a:moveTo>
                <a:lnTo>
                  <a:pt x="0" y="35142"/>
                </a:lnTo>
                <a:cubicBezTo>
                  <a:pt x="0" y="29193"/>
                  <a:pt x="1621" y="22710"/>
                  <a:pt x="4862" y="17294"/>
                </a:cubicBezTo>
                <a:cubicBezTo>
                  <a:pt x="8104" y="11899"/>
                  <a:pt x="12433" y="7570"/>
                  <a:pt x="17847" y="4329"/>
                </a:cubicBezTo>
                <a:cubicBezTo>
                  <a:pt x="23244" y="1621"/>
                  <a:pt x="29191" y="0"/>
                  <a:pt x="35675" y="0"/>
                </a:cubicBezTo>
                <a:cubicBezTo>
                  <a:pt x="41624" y="0"/>
                  <a:pt x="47573" y="1621"/>
                  <a:pt x="52969" y="4329"/>
                </a:cubicBezTo>
                <a:cubicBezTo>
                  <a:pt x="58384" y="7570"/>
                  <a:pt x="62693" y="11899"/>
                  <a:pt x="65934" y="17294"/>
                </a:cubicBezTo>
                <a:cubicBezTo>
                  <a:pt x="69177" y="22710"/>
                  <a:pt x="70797" y="29193"/>
                  <a:pt x="70797" y="35142"/>
                </a:cubicBezTo>
                <a:cubicBezTo>
                  <a:pt x="70797" y="41072"/>
                  <a:pt x="69177" y="47573"/>
                  <a:pt x="65934" y="52969"/>
                </a:cubicBezTo>
                <a:cubicBezTo>
                  <a:pt x="62693" y="58365"/>
                  <a:pt x="58384" y="62694"/>
                  <a:pt x="52969" y="65935"/>
                </a:cubicBezTo>
                <a:cubicBezTo>
                  <a:pt x="47573" y="68643"/>
                  <a:pt x="41624" y="70797"/>
                  <a:pt x="35675" y="70797"/>
                </a:cubicBezTo>
                <a:cubicBezTo>
                  <a:pt x="29191" y="70797"/>
                  <a:pt x="23244" y="68643"/>
                  <a:pt x="17847" y="65935"/>
                </a:cubicBezTo>
                <a:cubicBezTo>
                  <a:pt x="12433" y="62694"/>
                  <a:pt x="8104" y="58365"/>
                  <a:pt x="4862" y="52969"/>
                </a:cubicBezTo>
                <a:cubicBezTo>
                  <a:pt x="1621" y="47573"/>
                  <a:pt x="0" y="41072"/>
                  <a:pt x="0" y="3514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08">
            <a:extLst xmlns:a="http://schemas.openxmlformats.org/drawingml/2006/main">
              <a:ext uri="{FF2B5EF4-FFF2-40B4-BE49-F238E27FC236}">
                <a16:creationId xmlns:a16="http://schemas.microsoft.com/office/drawing/2014/main" id="{FBF98EB2-1808-464F-B930-2F38EB8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4919" y="1256575"/>
            <a:ext cx="241583" cy="310245"/>
          </a:xfrm>
          <a:custGeom xmlns:a="http://schemas.openxmlformats.org/drawingml/2006/main">
            <a:pathLst>
              <a:path w="241583" h="310245">
                <a:moveTo>
                  <a:pt x="0" y="0"/>
                </a:moveTo>
                <a:lnTo>
                  <a:pt x="168631" y="0"/>
                </a:lnTo>
                <a:lnTo>
                  <a:pt x="241583" y="72437"/>
                </a:lnTo>
                <a:lnTo>
                  <a:pt x="241583" y="310245"/>
                </a:lnTo>
                <a:lnTo>
                  <a:pt x="0" y="3102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59" name="path-409">
            <a:extLst xmlns:a="http://schemas.openxmlformats.org/drawingml/2006/main">
              <a:ext uri="{FF2B5EF4-FFF2-40B4-BE49-F238E27FC236}">
                <a16:creationId xmlns:a16="http://schemas.microsoft.com/office/drawing/2014/main" id="{F88121E5-72B1-463A-818E-B0386479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084" y="1257129"/>
            <a:ext cx="191" cy="72417"/>
          </a:xfrm>
          <a:custGeom xmlns:a="http://schemas.openxmlformats.org/drawingml/2006/main">
            <a:pathLst>
              <a:path w="191" h="72417">
                <a:moveTo>
                  <a:pt x="0" y="0"/>
                </a:moveTo>
                <a:lnTo>
                  <a:pt x="0" y="72417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555555"/>
            </a:solidFill>
            <a:prstDash val="solid"/>
          </a:ln>
        </p:spPr>
      </p:sp>
      <p:sp>
        <p:nvSpPr>
          <p:cNvPr id="460" name="path-410">
            <a:extLst xmlns:a="http://schemas.openxmlformats.org/drawingml/2006/main">
              <a:ext uri="{FF2B5EF4-FFF2-40B4-BE49-F238E27FC236}">
                <a16:creationId xmlns:a16="http://schemas.microsoft.com/office/drawing/2014/main" id="{ACCC9E53-C6D0-4498-8DDF-13FC7984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084" y="1329546"/>
            <a:ext cx="72418" cy="191"/>
          </a:xfrm>
          <a:custGeom xmlns:a="http://schemas.openxmlformats.org/drawingml/2006/main">
            <a:pathLst>
              <a:path w="72418" h="191">
                <a:moveTo>
                  <a:pt x="0" y="0"/>
                </a:moveTo>
                <a:lnTo>
                  <a:pt x="72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555555"/>
            </a:solidFill>
            <a:prstDash val="solid"/>
          </a:ln>
        </p:spPr>
      </p:sp>
      <p:sp>
        <p:nvSpPr>
          <p:cNvPr id="461" name="path-411">
            <a:extLst xmlns:a="http://schemas.openxmlformats.org/drawingml/2006/main">
              <a:ext uri="{FF2B5EF4-FFF2-40B4-BE49-F238E27FC236}">
                <a16:creationId xmlns:a16="http://schemas.microsoft.com/office/drawing/2014/main" id="{1C05E7E9-9B30-4E6D-975C-E8FAC962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990" y="1380894"/>
            <a:ext cx="159441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62" name="path-412">
            <a:extLst xmlns:a="http://schemas.openxmlformats.org/drawingml/2006/main">
              <a:ext uri="{FF2B5EF4-FFF2-40B4-BE49-F238E27FC236}">
                <a16:creationId xmlns:a16="http://schemas.microsoft.com/office/drawing/2014/main" id="{DFB64AA2-72D0-4CD3-B972-41A14EE6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990" y="1433863"/>
            <a:ext cx="159441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63" name="path-413">
            <a:extLst xmlns:a="http://schemas.openxmlformats.org/drawingml/2006/main">
              <a:ext uri="{FF2B5EF4-FFF2-40B4-BE49-F238E27FC236}">
                <a16:creationId xmlns:a16="http://schemas.microsoft.com/office/drawing/2014/main" id="{D72B88E5-D914-47DC-B41E-48D61D1F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990" y="1486280"/>
            <a:ext cx="159441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64" name="path-414">
            <a:extLst xmlns:a="http://schemas.openxmlformats.org/drawingml/2006/main">
              <a:ext uri="{FF2B5EF4-FFF2-40B4-BE49-F238E27FC236}">
                <a16:creationId xmlns:a16="http://schemas.microsoft.com/office/drawing/2014/main" id="{C439AE79-B524-4E40-A130-460D82D1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663" y="1419258"/>
            <a:ext cx="241600" cy="310244"/>
          </a:xfrm>
          <a:custGeom xmlns:a="http://schemas.openxmlformats.org/drawingml/2006/main">
            <a:pathLst>
              <a:path w="241600" h="310244">
                <a:moveTo>
                  <a:pt x="0" y="0"/>
                </a:moveTo>
                <a:lnTo>
                  <a:pt x="168631" y="0"/>
                </a:lnTo>
                <a:lnTo>
                  <a:pt x="241600" y="72437"/>
                </a:lnTo>
                <a:lnTo>
                  <a:pt x="241600" y="310244"/>
                </a:lnTo>
                <a:lnTo>
                  <a:pt x="0" y="31024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65" name="path-415">
            <a:extLst xmlns:a="http://schemas.openxmlformats.org/drawingml/2006/main">
              <a:ext uri="{FF2B5EF4-FFF2-40B4-BE49-F238E27FC236}">
                <a16:creationId xmlns:a16="http://schemas.microsoft.com/office/drawing/2014/main" id="{1146705D-BE12-436D-BF4A-1034022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846" y="1419258"/>
            <a:ext cx="191" cy="72971"/>
          </a:xfrm>
          <a:custGeom xmlns:a="http://schemas.openxmlformats.org/drawingml/2006/main">
            <a:pathLst>
              <a:path w="191" h="72971">
                <a:moveTo>
                  <a:pt x="0" y="0"/>
                </a:moveTo>
                <a:lnTo>
                  <a:pt x="0" y="72971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555555"/>
            </a:solidFill>
            <a:prstDash val="solid"/>
          </a:ln>
        </p:spPr>
      </p:sp>
      <p:sp>
        <p:nvSpPr>
          <p:cNvPr id="466" name="path-416">
            <a:extLst xmlns:a="http://schemas.openxmlformats.org/drawingml/2006/main">
              <a:ext uri="{FF2B5EF4-FFF2-40B4-BE49-F238E27FC236}">
                <a16:creationId xmlns:a16="http://schemas.microsoft.com/office/drawing/2014/main" id="{7DEE8266-107B-48FE-B912-E482BBAF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846" y="1492229"/>
            <a:ext cx="72417" cy="191"/>
          </a:xfrm>
          <a:custGeom xmlns:a="http://schemas.openxmlformats.org/drawingml/2006/main">
            <a:pathLst>
              <a:path w="72417" h="191">
                <a:moveTo>
                  <a:pt x="0" y="0"/>
                </a:moveTo>
                <a:lnTo>
                  <a:pt x="72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31">
            <a:solidFill>
              <a:srgbClr val="555555"/>
            </a:solidFill>
            <a:prstDash val="solid"/>
          </a:ln>
        </p:spPr>
      </p:sp>
      <p:sp>
        <p:nvSpPr>
          <p:cNvPr id="467" name="path-417">
            <a:extLst xmlns:a="http://schemas.openxmlformats.org/drawingml/2006/main">
              <a:ext uri="{FF2B5EF4-FFF2-40B4-BE49-F238E27FC236}">
                <a16:creationId xmlns:a16="http://schemas.microsoft.com/office/drawing/2014/main" id="{D905D0E9-8C48-44BA-805E-DDBA357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6200" y="1543577"/>
            <a:ext cx="159995" cy="191"/>
          </a:xfrm>
          <a:custGeom xmlns:a="http://schemas.openxmlformats.org/drawingml/2006/main">
            <a:pathLst>
              <a:path w="159995" h="191">
                <a:moveTo>
                  <a:pt x="0" y="0"/>
                </a:moveTo>
                <a:lnTo>
                  <a:pt x="159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68" name="path-418">
            <a:extLst xmlns:a="http://schemas.openxmlformats.org/drawingml/2006/main">
              <a:ext uri="{FF2B5EF4-FFF2-40B4-BE49-F238E27FC236}">
                <a16:creationId xmlns:a16="http://schemas.microsoft.com/office/drawing/2014/main" id="{81AF3FD7-FCAF-4416-BBC1-6028380D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6200" y="1596012"/>
            <a:ext cx="159995" cy="191"/>
          </a:xfrm>
          <a:custGeom xmlns:a="http://schemas.openxmlformats.org/drawingml/2006/main">
            <a:pathLst>
              <a:path w="159995" h="191">
                <a:moveTo>
                  <a:pt x="0" y="0"/>
                </a:moveTo>
                <a:lnTo>
                  <a:pt x="159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69" name="path-419">
            <a:extLst xmlns:a="http://schemas.openxmlformats.org/drawingml/2006/main">
              <a:ext uri="{FF2B5EF4-FFF2-40B4-BE49-F238E27FC236}">
                <a16:creationId xmlns:a16="http://schemas.microsoft.com/office/drawing/2014/main" id="{A2AE49BD-7EE9-4B6D-8B3C-279E36E2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6200" y="1648981"/>
            <a:ext cx="159995" cy="191"/>
          </a:xfrm>
          <a:custGeom xmlns:a="http://schemas.openxmlformats.org/drawingml/2006/main">
            <a:pathLst>
              <a:path w="159995" h="191">
                <a:moveTo>
                  <a:pt x="0" y="0"/>
                </a:moveTo>
                <a:lnTo>
                  <a:pt x="159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555555"/>
            </a:solidFill>
            <a:prstDash val="solid"/>
          </a:ln>
        </p:spPr>
      </p:sp>
      <p:sp>
        <p:nvSpPr>
          <p:cNvPr id="470" name="text-420 High-Support">
            <a:extLst xmlns:a="http://schemas.openxmlformats.org/drawingml/2006/main">
              <a:ext uri="{FF2B5EF4-FFF2-40B4-BE49-F238E27FC236}">
                <a16:creationId xmlns:a16="http://schemas.microsoft.com/office/drawing/2014/main" id="{C0F4E4E6-7E92-4596-A6DC-9F9D885F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9024" y="2154392"/>
            <a:ext cx="1077884" cy="229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3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3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pPr>
            <a:r>
              <a:rPr sz="1293" b="1" i="0">
                <a:solidFill>
                  <a:srgbClr val="2C754A"/>
                </a:solidFill>
                <a:latin typeface="Arial"/>
                <a:ea typeface="Arial"/>
                <a:cs typeface="Arial"/>
              </a:rPr>
              <a:t>High-Support</a:t>
            </a:r>
          </a:p>
        </p:txBody>
      </p:sp>
      <p:sp>
        <p:nvSpPr>
          <p:cNvPr id="471" name="text-420 Clusters">
            <a:extLst xmlns:a="http://schemas.openxmlformats.org/drawingml/2006/main">
              <a:ext uri="{FF2B5EF4-FFF2-40B4-BE49-F238E27FC236}">
                <a16:creationId xmlns:a16="http://schemas.microsoft.com/office/drawing/2014/main" id="{95B14A99-3FBD-4FFD-B932-699994A0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9948" y="2162715"/>
            <a:ext cx="651547" cy="21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pPr>
            <a:r>
              <a:rPr sz="1228" b="1" i="0">
                <a:solidFill>
                  <a:srgbClr val="2C754A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472" name="text-421 Low-Support">
            <a:extLst xmlns:a="http://schemas.openxmlformats.org/drawingml/2006/main">
              <a:ext uri="{FF2B5EF4-FFF2-40B4-BE49-F238E27FC236}">
                <a16:creationId xmlns:a16="http://schemas.microsoft.com/office/drawing/2014/main" id="{919D3903-2B55-4336-A6F9-9147498F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55483" y="2155048"/>
            <a:ext cx="1037317" cy="229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88" b="1" i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Low-Support</a:t>
            </a:r>
          </a:p>
        </p:txBody>
      </p:sp>
      <p:sp>
        <p:nvSpPr>
          <p:cNvPr id="473" name="text-421 Clusters">
            <a:extLst xmlns:a="http://schemas.openxmlformats.org/drawingml/2006/main">
              <a:ext uri="{FF2B5EF4-FFF2-40B4-BE49-F238E27FC236}">
                <a16:creationId xmlns:a16="http://schemas.microsoft.com/office/drawing/2014/main" id="{A2458213-E32E-4A43-AAEC-D5BDB073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05769" y="2162667"/>
            <a:ext cx="651747" cy="21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28" b="1" i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474" name="path-422">
            <a:extLst xmlns:a="http://schemas.openxmlformats.org/drawingml/2006/main">
              <a:ext uri="{FF2B5EF4-FFF2-40B4-BE49-F238E27FC236}">
                <a16:creationId xmlns:a16="http://schemas.microsoft.com/office/drawing/2014/main" id="{CCD652B6-D397-474C-8BC1-D25FB25E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4201" y="2497000"/>
            <a:ext cx="191" cy="137285"/>
          </a:xfrm>
          <a:custGeom xmlns:a="http://schemas.openxmlformats.org/drawingml/2006/main">
            <a:pathLst>
              <a:path w="191" h="137285">
                <a:moveTo>
                  <a:pt x="0" y="0"/>
                </a:moveTo>
                <a:lnTo>
                  <a:pt x="0" y="137285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475" name="path-423">
            <a:extLst xmlns:a="http://schemas.openxmlformats.org/drawingml/2006/main">
              <a:ext uri="{FF2B5EF4-FFF2-40B4-BE49-F238E27FC236}">
                <a16:creationId xmlns:a16="http://schemas.microsoft.com/office/drawing/2014/main" id="{2D90E74D-D310-4BAB-94D7-30B848C2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042" y="2628889"/>
            <a:ext cx="84316" cy="84316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24">
            <a:extLst xmlns:a="http://schemas.openxmlformats.org/drawingml/2006/main">
              <a:ext uri="{FF2B5EF4-FFF2-40B4-BE49-F238E27FC236}">
                <a16:creationId xmlns:a16="http://schemas.microsoft.com/office/drawing/2014/main" id="{9EF3972E-93B1-463C-B914-C3EDB4AF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127" y="2707255"/>
            <a:ext cx="9123484" cy="1565256"/>
          </a:xfrm>
          <a:custGeom xmlns:a="http://schemas.openxmlformats.org/drawingml/2006/main">
            <a:pathLst>
              <a:path w="9123484" h="1565256">
                <a:moveTo>
                  <a:pt x="533" y="94040"/>
                </a:moveTo>
                <a:lnTo>
                  <a:pt x="533" y="94040"/>
                </a:lnTo>
                <a:cubicBezTo>
                  <a:pt x="533" y="77833"/>
                  <a:pt x="4862" y="61626"/>
                  <a:pt x="12965" y="47020"/>
                </a:cubicBezTo>
                <a:cubicBezTo>
                  <a:pt x="21622" y="32968"/>
                  <a:pt x="32967" y="21089"/>
                  <a:pt x="47572" y="12967"/>
                </a:cubicBezTo>
                <a:cubicBezTo>
                  <a:pt x="61625" y="4329"/>
                  <a:pt x="77832" y="0"/>
                  <a:pt x="94592" y="0"/>
                </a:cubicBezTo>
                <a:lnTo>
                  <a:pt x="9029444" y="535"/>
                </a:lnTo>
                <a:cubicBezTo>
                  <a:pt x="9045652" y="535"/>
                  <a:pt x="9061880" y="4862"/>
                  <a:pt x="9076464" y="12967"/>
                </a:cubicBezTo>
                <a:cubicBezTo>
                  <a:pt x="9090517" y="21623"/>
                  <a:pt x="9102415" y="32968"/>
                  <a:pt x="9110520" y="47574"/>
                </a:cubicBezTo>
                <a:cubicBezTo>
                  <a:pt x="9119176" y="61626"/>
                  <a:pt x="9123484" y="77833"/>
                  <a:pt x="9123484" y="94594"/>
                </a:cubicBezTo>
                <a:lnTo>
                  <a:pt x="9123484" y="1471216"/>
                </a:lnTo>
                <a:cubicBezTo>
                  <a:pt x="9123484" y="1487442"/>
                  <a:pt x="9119176" y="1503650"/>
                  <a:pt x="9111053" y="1518236"/>
                </a:cubicBezTo>
                <a:cubicBezTo>
                  <a:pt x="9102415" y="1532288"/>
                  <a:pt x="9091051" y="1544187"/>
                  <a:pt x="9076464" y="1552291"/>
                </a:cubicBezTo>
                <a:cubicBezTo>
                  <a:pt x="9062413" y="1560947"/>
                  <a:pt x="9046205" y="1565256"/>
                  <a:pt x="9029444" y="1565256"/>
                </a:cubicBezTo>
                <a:lnTo>
                  <a:pt x="94040" y="1565256"/>
                </a:lnTo>
                <a:cubicBezTo>
                  <a:pt x="77832" y="1565256"/>
                  <a:pt x="61625" y="1560947"/>
                  <a:pt x="47019" y="1552825"/>
                </a:cubicBezTo>
                <a:cubicBezTo>
                  <a:pt x="32967" y="1544187"/>
                  <a:pt x="21087" y="1532842"/>
                  <a:pt x="12965" y="1518236"/>
                </a:cubicBezTo>
                <a:cubicBezTo>
                  <a:pt x="4327" y="1504184"/>
                  <a:pt x="0" y="1487976"/>
                  <a:pt x="0" y="1471216"/>
                </a:cubicBezTo>
                <a:lnTo>
                  <a:pt x="533" y="94040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2700">
            <a:solidFill>
              <a:srgbClr val="7AAE85"/>
            </a:solidFill>
            <a:prstDash val="solid"/>
          </a:ln>
        </p:spPr>
      </p:sp>
      <p:sp>
        <p:nvSpPr>
          <p:cNvPr id="477" name="text-425 Post-Clustering">
            <a:extLst xmlns:a="http://schemas.openxmlformats.org/drawingml/2006/main">
              <a:ext uri="{FF2B5EF4-FFF2-40B4-BE49-F238E27FC236}">
                <a16:creationId xmlns:a16="http://schemas.microsoft.com/office/drawing/2014/main" id="{9BFD95B3-10F4-426F-9FA2-542A9F3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1280" y="2753481"/>
            <a:ext cx="1600879" cy="293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3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Post-Clustering</a:t>
            </a:r>
          </a:p>
        </p:txBody>
      </p:sp>
      <p:sp>
        <p:nvSpPr>
          <p:cNvPr id="478" name="text-425 Diagnostics">
            <a:extLst xmlns:a="http://schemas.openxmlformats.org/drawingml/2006/main">
              <a:ext uri="{FF2B5EF4-FFF2-40B4-BE49-F238E27FC236}">
                <a16:creationId xmlns:a16="http://schemas.microsoft.com/office/drawing/2014/main" id="{C1905A13-993D-4EDD-872E-57FC7142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2698" y="2753429"/>
            <a:ext cx="1228103" cy="294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4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4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4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479" name="path-426">
            <a:extLst xmlns:a="http://schemas.openxmlformats.org/drawingml/2006/main">
              <a:ext uri="{FF2B5EF4-FFF2-40B4-BE49-F238E27FC236}">
                <a16:creationId xmlns:a16="http://schemas.microsoft.com/office/drawing/2014/main" id="{7299EB90-99EA-4562-A6DB-5ECE7CB3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577" y="3091004"/>
            <a:ext cx="2162503" cy="1062603"/>
          </a:xfrm>
          <a:custGeom xmlns:a="http://schemas.openxmlformats.org/drawingml/2006/main">
            <a:pathLst>
              <a:path w="2162503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416" y="76212"/>
                  <a:pt x="15674" y="58365"/>
                </a:cubicBezTo>
                <a:cubicBezTo>
                  <a:pt x="25951" y="40537"/>
                  <a:pt x="40538" y="25951"/>
                  <a:pt x="58385" y="15673"/>
                </a:cubicBezTo>
                <a:cubicBezTo>
                  <a:pt x="76213" y="5415"/>
                  <a:pt x="96214" y="0"/>
                  <a:pt x="116750" y="0"/>
                </a:cubicBezTo>
                <a:lnTo>
                  <a:pt x="2045220" y="0"/>
                </a:lnTo>
                <a:cubicBezTo>
                  <a:pt x="2065755" y="0"/>
                  <a:pt x="2085756" y="5415"/>
                  <a:pt x="2103604" y="15673"/>
                </a:cubicBezTo>
                <a:cubicBezTo>
                  <a:pt x="2121431" y="25951"/>
                  <a:pt x="2136018" y="40537"/>
                  <a:pt x="2146296" y="58365"/>
                </a:cubicBezTo>
                <a:cubicBezTo>
                  <a:pt x="2156573" y="76212"/>
                  <a:pt x="2161968" y="96214"/>
                  <a:pt x="2161968" y="116750"/>
                </a:cubicBezTo>
                <a:lnTo>
                  <a:pt x="2162503" y="945320"/>
                </a:lnTo>
                <a:cubicBezTo>
                  <a:pt x="2162503" y="965855"/>
                  <a:pt x="2157106" y="985857"/>
                  <a:pt x="2146830" y="1003685"/>
                </a:cubicBezTo>
                <a:cubicBezTo>
                  <a:pt x="2136571" y="1021532"/>
                  <a:pt x="2121966" y="1036118"/>
                  <a:pt x="2104138" y="1046396"/>
                </a:cubicBezTo>
                <a:cubicBezTo>
                  <a:pt x="2086310" y="1056654"/>
                  <a:pt x="2066308" y="1062070"/>
                  <a:pt x="2045772" y="1062070"/>
                </a:cubicBezTo>
                <a:lnTo>
                  <a:pt x="116750" y="1062603"/>
                </a:lnTo>
                <a:cubicBezTo>
                  <a:pt x="96214" y="1062603"/>
                  <a:pt x="76213" y="1057207"/>
                  <a:pt x="58385" y="1046930"/>
                </a:cubicBezTo>
                <a:cubicBezTo>
                  <a:pt x="40538" y="1036672"/>
                  <a:pt x="25951" y="1022066"/>
                  <a:pt x="15674" y="1004238"/>
                </a:cubicBezTo>
                <a:cubicBezTo>
                  <a:pt x="541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7AAE85"/>
            </a:solidFill>
            <a:prstDash val="solid"/>
          </a:ln>
        </p:spPr>
      </p:sp>
      <p:sp>
        <p:nvSpPr>
          <p:cNvPr id="480" name="text-427 Record">
            <a:extLst xmlns:a="http://schemas.openxmlformats.org/drawingml/2006/main">
              <a:ext uri="{FF2B5EF4-FFF2-40B4-BE49-F238E27FC236}">
                <a16:creationId xmlns:a16="http://schemas.microsoft.com/office/drawing/2014/main" id="{88C23076-C8D8-4048-940B-F7460D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1521" y="3184862"/>
            <a:ext cx="555164" cy="214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0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481" name="text-427 Support">
            <a:extLst xmlns:a="http://schemas.openxmlformats.org/drawingml/2006/main">
              <a:ext uri="{FF2B5EF4-FFF2-40B4-BE49-F238E27FC236}">
                <a16:creationId xmlns:a16="http://schemas.microsoft.com/office/drawing/2014/main" id="{BDDF1EED-CA3E-4107-9A6C-8B9FE0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047" y="3179396"/>
            <a:ext cx="636411" cy="22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482" name="text-427 /">
            <a:extLst xmlns:a="http://schemas.openxmlformats.org/drawingml/2006/main">
              <a:ext uri="{FF2B5EF4-FFF2-40B4-BE49-F238E27FC236}">
                <a16:creationId xmlns:a16="http://schemas.microsoft.com/office/drawing/2014/main" id="{14114972-208B-40A4-905B-AA2936C9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9007" y="3154785"/>
            <a:ext cx="111706" cy="256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44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483" name="text-428 Prevalence">
            <a:extLst xmlns:a="http://schemas.openxmlformats.org/drawingml/2006/main">
              <a:ext uri="{FF2B5EF4-FFF2-40B4-BE49-F238E27FC236}">
                <a16:creationId xmlns:a16="http://schemas.microsoft.com/office/drawing/2014/main" id="{698D17F0-2B7B-4073-A52E-F4FA072E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5000" y="3405145"/>
            <a:ext cx="858342" cy="22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Prevalence</a:t>
            </a:r>
          </a:p>
        </p:txBody>
      </p:sp>
      <p:sp>
        <p:nvSpPr>
          <p:cNvPr id="484" name="path-429">
            <a:extLst xmlns:a="http://schemas.openxmlformats.org/drawingml/2006/main">
              <a:ext uri="{FF2B5EF4-FFF2-40B4-BE49-F238E27FC236}">
                <a16:creationId xmlns:a16="http://schemas.microsoft.com/office/drawing/2014/main" id="{265EAB00-AD03-4B49-9CE9-7192B7E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449" y="3091004"/>
            <a:ext cx="2162502" cy="1062603"/>
          </a:xfrm>
          <a:custGeom xmlns:a="http://schemas.openxmlformats.org/drawingml/2006/main">
            <a:pathLst>
              <a:path w="2162502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416" y="76212"/>
                  <a:pt x="15674" y="58365"/>
                </a:cubicBezTo>
                <a:cubicBezTo>
                  <a:pt x="25951" y="40537"/>
                  <a:pt x="40537" y="25951"/>
                  <a:pt x="58385" y="15673"/>
                </a:cubicBezTo>
                <a:cubicBezTo>
                  <a:pt x="76213" y="5415"/>
                  <a:pt x="96214" y="0"/>
                  <a:pt x="116750" y="0"/>
                </a:cubicBezTo>
                <a:lnTo>
                  <a:pt x="2045218" y="0"/>
                </a:lnTo>
                <a:cubicBezTo>
                  <a:pt x="2065755" y="0"/>
                  <a:pt x="2085755" y="5415"/>
                  <a:pt x="2103604" y="15673"/>
                </a:cubicBezTo>
                <a:cubicBezTo>
                  <a:pt x="2121431" y="25951"/>
                  <a:pt x="2136018" y="40537"/>
                  <a:pt x="2146296" y="58365"/>
                </a:cubicBezTo>
                <a:cubicBezTo>
                  <a:pt x="2156573" y="76212"/>
                  <a:pt x="2161968" y="96214"/>
                  <a:pt x="2161968" y="116750"/>
                </a:cubicBezTo>
                <a:lnTo>
                  <a:pt x="2162502" y="945320"/>
                </a:lnTo>
                <a:cubicBezTo>
                  <a:pt x="2162502" y="965855"/>
                  <a:pt x="2157105" y="985857"/>
                  <a:pt x="2146828" y="1003685"/>
                </a:cubicBezTo>
                <a:cubicBezTo>
                  <a:pt x="2136571" y="1021532"/>
                  <a:pt x="2121965" y="1036118"/>
                  <a:pt x="2104137" y="1046396"/>
                </a:cubicBezTo>
                <a:cubicBezTo>
                  <a:pt x="2086309" y="1056654"/>
                  <a:pt x="2066308" y="1062070"/>
                  <a:pt x="2045771" y="1062070"/>
                </a:cubicBezTo>
                <a:lnTo>
                  <a:pt x="116750" y="1062603"/>
                </a:lnTo>
                <a:cubicBezTo>
                  <a:pt x="96214" y="1062603"/>
                  <a:pt x="76213" y="1057207"/>
                  <a:pt x="58385" y="1046930"/>
                </a:cubicBezTo>
                <a:cubicBezTo>
                  <a:pt x="40537" y="1036672"/>
                  <a:pt x="25951" y="1022066"/>
                  <a:pt x="15674" y="1004238"/>
                </a:cubicBezTo>
                <a:cubicBezTo>
                  <a:pt x="541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7AAE85"/>
            </a:solidFill>
            <a:prstDash val="solid"/>
          </a:ln>
        </p:spPr>
      </p:sp>
      <p:sp>
        <p:nvSpPr>
          <p:cNvPr id="485" name="text-430 Local">
            <a:extLst xmlns:a="http://schemas.openxmlformats.org/drawingml/2006/main">
              <a:ext uri="{FF2B5EF4-FFF2-40B4-BE49-F238E27FC236}">
                <a16:creationId xmlns:a16="http://schemas.microsoft.com/office/drawing/2014/main" id="{7D995EB1-74CE-436D-A245-F7A3ED2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7514" y="3191139"/>
            <a:ext cx="410022" cy="205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5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486" name="text-431 Dispersion">
            <a:extLst xmlns:a="http://schemas.openxmlformats.org/drawingml/2006/main">
              <a:ext uri="{FF2B5EF4-FFF2-40B4-BE49-F238E27FC236}">
                <a16:creationId xmlns:a16="http://schemas.microsoft.com/office/drawing/2014/main" id="{232CB612-36CE-4B81-97F6-FD188DAC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2304" y="3182933"/>
            <a:ext cx="829239" cy="21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2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Dispersion</a:t>
            </a:r>
          </a:p>
        </p:txBody>
      </p:sp>
      <p:sp>
        <p:nvSpPr>
          <p:cNvPr id="487" name="path-432">
            <a:extLst xmlns:a="http://schemas.openxmlformats.org/drawingml/2006/main">
              <a:ext uri="{FF2B5EF4-FFF2-40B4-BE49-F238E27FC236}">
                <a16:creationId xmlns:a16="http://schemas.microsoft.com/office/drawing/2014/main" id="{771D11B2-0112-46FD-A390-16A4CDDB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787" y="3091004"/>
            <a:ext cx="2162502" cy="1062603"/>
          </a:xfrm>
          <a:custGeom xmlns:a="http://schemas.openxmlformats.org/drawingml/2006/main">
            <a:pathLst>
              <a:path w="2162502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396" y="76212"/>
                  <a:pt x="15674" y="58365"/>
                </a:cubicBezTo>
                <a:cubicBezTo>
                  <a:pt x="25951" y="40537"/>
                  <a:pt x="40538" y="25951"/>
                  <a:pt x="58366" y="15673"/>
                </a:cubicBezTo>
                <a:cubicBezTo>
                  <a:pt x="76213" y="5415"/>
                  <a:pt x="96214" y="0"/>
                  <a:pt x="116750" y="0"/>
                </a:cubicBezTo>
                <a:lnTo>
                  <a:pt x="2045218" y="0"/>
                </a:lnTo>
                <a:cubicBezTo>
                  <a:pt x="2065755" y="0"/>
                  <a:pt x="2085756" y="5415"/>
                  <a:pt x="2103584" y="15673"/>
                </a:cubicBezTo>
                <a:cubicBezTo>
                  <a:pt x="2121431" y="25951"/>
                  <a:pt x="2136018" y="40537"/>
                  <a:pt x="2146296" y="58365"/>
                </a:cubicBezTo>
                <a:cubicBezTo>
                  <a:pt x="2156553" y="76212"/>
                  <a:pt x="2161968" y="96214"/>
                  <a:pt x="2161968" y="116750"/>
                </a:cubicBezTo>
                <a:lnTo>
                  <a:pt x="2162502" y="945320"/>
                </a:lnTo>
                <a:cubicBezTo>
                  <a:pt x="2162502" y="965855"/>
                  <a:pt x="2157105" y="985857"/>
                  <a:pt x="2146829" y="1003685"/>
                </a:cubicBezTo>
                <a:cubicBezTo>
                  <a:pt x="2136553" y="1021532"/>
                  <a:pt x="2121966" y="1036118"/>
                  <a:pt x="2104137" y="1046396"/>
                </a:cubicBezTo>
                <a:cubicBezTo>
                  <a:pt x="2086290" y="1056654"/>
                  <a:pt x="2066287" y="1062070"/>
                  <a:pt x="2045753" y="1062070"/>
                </a:cubicBezTo>
                <a:lnTo>
                  <a:pt x="116750" y="1062603"/>
                </a:lnTo>
                <a:cubicBezTo>
                  <a:pt x="96214" y="1062603"/>
                  <a:pt x="76213" y="1057207"/>
                  <a:pt x="58366" y="1046930"/>
                </a:cubicBezTo>
                <a:cubicBezTo>
                  <a:pt x="40538" y="1036672"/>
                  <a:pt x="25951" y="1022066"/>
                  <a:pt x="15674" y="1004238"/>
                </a:cubicBezTo>
                <a:cubicBezTo>
                  <a:pt x="539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7AAE85"/>
            </a:solidFill>
            <a:prstDash val="solid"/>
          </a:ln>
        </p:spPr>
      </p:sp>
      <p:sp>
        <p:nvSpPr>
          <p:cNvPr id="488" name="text-433 Cluster">
            <a:extLst xmlns:a="http://schemas.openxmlformats.org/drawingml/2006/main">
              <a:ext uri="{FF2B5EF4-FFF2-40B4-BE49-F238E27FC236}">
                <a16:creationId xmlns:a16="http://schemas.microsoft.com/office/drawing/2014/main" id="{8A4E2C2B-0AF4-416F-ACBF-14346696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4378" y="3184286"/>
            <a:ext cx="557255" cy="215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1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489" name="text-433 Capability">
            <a:extLst xmlns:a="http://schemas.openxmlformats.org/drawingml/2006/main">
              <a:ext uri="{FF2B5EF4-FFF2-40B4-BE49-F238E27FC236}">
                <a16:creationId xmlns:a16="http://schemas.microsoft.com/office/drawing/2014/main" id="{70B818E1-D769-4BEE-8807-2C0CCB2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5103" y="3179171"/>
            <a:ext cx="787594" cy="222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490" name="text-433 Residual">
            <a:extLst xmlns:a="http://schemas.openxmlformats.org/drawingml/2006/main">
              <a:ext uri="{FF2B5EF4-FFF2-40B4-BE49-F238E27FC236}">
                <a16:creationId xmlns:a16="http://schemas.microsoft.com/office/drawing/2014/main" id="{52ADB8A3-A4B3-432F-BC04-8372E3B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5216" y="3183984"/>
            <a:ext cx="669648" cy="21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1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491" name="path-434">
            <a:extLst xmlns:a="http://schemas.openxmlformats.org/drawingml/2006/main">
              <a:ext uri="{FF2B5EF4-FFF2-40B4-BE49-F238E27FC236}">
                <a16:creationId xmlns:a16="http://schemas.microsoft.com/office/drawing/2014/main" id="{CF1D3F5F-7B68-4AE0-AB20-8A5AB99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0659" y="3091004"/>
            <a:ext cx="2162500" cy="1062603"/>
          </a:xfrm>
          <a:custGeom xmlns:a="http://schemas.openxmlformats.org/drawingml/2006/main">
            <a:pathLst>
              <a:path w="2162500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396" y="76212"/>
                  <a:pt x="15674" y="58365"/>
                </a:cubicBezTo>
                <a:cubicBezTo>
                  <a:pt x="25951" y="40537"/>
                  <a:pt x="40537" y="25951"/>
                  <a:pt x="58365" y="15673"/>
                </a:cubicBezTo>
                <a:cubicBezTo>
                  <a:pt x="76213" y="5415"/>
                  <a:pt x="96214" y="0"/>
                  <a:pt x="116749" y="0"/>
                </a:cubicBezTo>
                <a:lnTo>
                  <a:pt x="2045218" y="0"/>
                </a:lnTo>
                <a:cubicBezTo>
                  <a:pt x="2065754" y="0"/>
                  <a:pt x="2085754" y="5415"/>
                  <a:pt x="2103582" y="15673"/>
                </a:cubicBezTo>
                <a:cubicBezTo>
                  <a:pt x="2121431" y="25951"/>
                  <a:pt x="2136018" y="40537"/>
                  <a:pt x="2146294" y="58365"/>
                </a:cubicBezTo>
                <a:cubicBezTo>
                  <a:pt x="2156551" y="76212"/>
                  <a:pt x="2161967" y="96214"/>
                  <a:pt x="2161967" y="116750"/>
                </a:cubicBezTo>
                <a:lnTo>
                  <a:pt x="2162500" y="945320"/>
                </a:lnTo>
                <a:cubicBezTo>
                  <a:pt x="2162500" y="965855"/>
                  <a:pt x="2157104" y="985857"/>
                  <a:pt x="2146828" y="1003685"/>
                </a:cubicBezTo>
                <a:cubicBezTo>
                  <a:pt x="2136571" y="1021532"/>
                  <a:pt x="2121965" y="1036118"/>
                  <a:pt x="2104137" y="1046396"/>
                </a:cubicBezTo>
                <a:cubicBezTo>
                  <a:pt x="2086290" y="1056654"/>
                  <a:pt x="2066307" y="1062070"/>
                  <a:pt x="2045752" y="1062070"/>
                </a:cubicBezTo>
                <a:lnTo>
                  <a:pt x="116749" y="1062603"/>
                </a:lnTo>
                <a:cubicBezTo>
                  <a:pt x="96214" y="1062603"/>
                  <a:pt x="76213" y="1057207"/>
                  <a:pt x="58365" y="1046930"/>
                </a:cubicBezTo>
                <a:cubicBezTo>
                  <a:pt x="40537" y="1036672"/>
                  <a:pt x="25951" y="1022066"/>
                  <a:pt x="15674" y="1004238"/>
                </a:cubicBezTo>
                <a:cubicBezTo>
                  <a:pt x="539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7AAE85"/>
            </a:solidFill>
            <a:prstDash val="solid"/>
          </a:ln>
        </p:spPr>
      </p:sp>
      <p:sp>
        <p:nvSpPr>
          <p:cNvPr id="492" name="text-435 Structured-Element">
            <a:extLst xmlns:a="http://schemas.openxmlformats.org/drawingml/2006/main">
              <a:ext uri="{FF2B5EF4-FFF2-40B4-BE49-F238E27FC236}">
                <a16:creationId xmlns:a16="http://schemas.microsoft.com/office/drawing/2014/main" id="{F5DFE0E7-0B7A-4C93-8742-054B68C7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7922" y="3177651"/>
            <a:ext cx="1516720" cy="224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Structured-Element</a:t>
            </a:r>
          </a:p>
        </p:txBody>
      </p:sp>
      <p:sp>
        <p:nvSpPr>
          <p:cNvPr id="493" name="text-436 Residual">
            <a:extLst xmlns:a="http://schemas.openxmlformats.org/drawingml/2006/main">
              <a:ext uri="{FF2B5EF4-FFF2-40B4-BE49-F238E27FC236}">
                <a16:creationId xmlns:a16="http://schemas.microsoft.com/office/drawing/2014/main" id="{681A80CD-B62E-486B-B5A5-32E6CB6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1121" y="3408292"/>
            <a:ext cx="669648" cy="215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1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494" name="path-437">
            <a:extLst xmlns:a="http://schemas.openxmlformats.org/drawingml/2006/main">
              <a:ext uri="{FF2B5EF4-FFF2-40B4-BE49-F238E27FC236}">
                <a16:creationId xmlns:a16="http://schemas.microsoft.com/office/drawing/2014/main" id="{15ABE234-CE15-411C-AE06-3E631C32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412" y="3721752"/>
            <a:ext cx="117283" cy="250258"/>
          </a:xfrm>
          <a:custGeom xmlns:a="http://schemas.openxmlformats.org/drawingml/2006/main">
            <a:pathLst>
              <a:path w="117283" h="250258">
                <a:moveTo>
                  <a:pt x="58917" y="250258"/>
                </a:moveTo>
                <a:lnTo>
                  <a:pt x="0" y="250258"/>
                </a:lnTo>
                <a:lnTo>
                  <a:pt x="0" y="0"/>
                </a:lnTo>
                <a:lnTo>
                  <a:pt x="117283" y="0"/>
                </a:lnTo>
                <a:lnTo>
                  <a:pt x="117283" y="250258"/>
                </a:lnTo>
                <a:lnTo>
                  <a:pt x="58917" y="250258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512">
            <a:solidFill>
              <a:srgbClr val="3E7B4C"/>
            </a:solidFill>
            <a:prstDash val="solid"/>
          </a:ln>
        </p:spPr>
      </p:sp>
      <p:sp>
        <p:nvSpPr>
          <p:cNvPr id="495" name="path-438">
            <a:extLst xmlns:a="http://schemas.openxmlformats.org/drawingml/2006/main">
              <a:ext uri="{FF2B5EF4-FFF2-40B4-BE49-F238E27FC236}">
                <a16:creationId xmlns:a16="http://schemas.microsoft.com/office/drawing/2014/main" id="{0264263F-5BD7-43B2-BDE0-B410F492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974" y="3603935"/>
            <a:ext cx="117283" cy="368609"/>
          </a:xfrm>
          <a:custGeom xmlns:a="http://schemas.openxmlformats.org/drawingml/2006/main">
            <a:pathLst>
              <a:path w="117283" h="368609">
                <a:moveTo>
                  <a:pt x="58899" y="368609"/>
                </a:moveTo>
                <a:lnTo>
                  <a:pt x="0" y="368609"/>
                </a:lnTo>
                <a:lnTo>
                  <a:pt x="0" y="0"/>
                </a:lnTo>
                <a:lnTo>
                  <a:pt x="117283" y="0"/>
                </a:lnTo>
                <a:lnTo>
                  <a:pt x="117283" y="368609"/>
                </a:lnTo>
                <a:lnTo>
                  <a:pt x="58899" y="368609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512">
            <a:solidFill>
              <a:srgbClr val="3E7B4C"/>
            </a:solidFill>
            <a:prstDash val="solid"/>
          </a:ln>
        </p:spPr>
      </p:sp>
      <p:sp>
        <p:nvSpPr>
          <p:cNvPr id="496" name="path-439">
            <a:extLst xmlns:a="http://schemas.openxmlformats.org/drawingml/2006/main">
              <a:ext uri="{FF2B5EF4-FFF2-40B4-BE49-F238E27FC236}">
                <a16:creationId xmlns:a16="http://schemas.microsoft.com/office/drawing/2014/main" id="{6C278312-90AC-43CE-8F3E-9EB39EFF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518" y="3781204"/>
            <a:ext cx="117283" cy="191340"/>
          </a:xfrm>
          <a:custGeom xmlns:a="http://schemas.openxmlformats.org/drawingml/2006/main">
            <a:pathLst>
              <a:path w="117283" h="191340">
                <a:moveTo>
                  <a:pt x="58917" y="191340"/>
                </a:moveTo>
                <a:lnTo>
                  <a:pt x="0" y="191340"/>
                </a:lnTo>
                <a:lnTo>
                  <a:pt x="0" y="0"/>
                </a:lnTo>
                <a:lnTo>
                  <a:pt x="117283" y="0"/>
                </a:lnTo>
                <a:lnTo>
                  <a:pt x="117283" y="191340"/>
                </a:lnTo>
                <a:lnTo>
                  <a:pt x="58917" y="191340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512">
            <a:solidFill>
              <a:srgbClr val="3E7B4C"/>
            </a:solidFill>
            <a:prstDash val="solid"/>
          </a:ln>
        </p:spPr>
      </p:sp>
      <p:sp>
        <p:nvSpPr>
          <p:cNvPr id="497" name="path-440">
            <a:extLst xmlns:a="http://schemas.openxmlformats.org/drawingml/2006/main">
              <a:ext uri="{FF2B5EF4-FFF2-40B4-BE49-F238E27FC236}">
                <a16:creationId xmlns:a16="http://schemas.microsoft.com/office/drawing/2014/main" id="{EE11E6F6-4A9D-4459-AE90-CE87285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079" y="3839588"/>
            <a:ext cx="117283" cy="132422"/>
          </a:xfrm>
          <a:custGeom xmlns:a="http://schemas.openxmlformats.org/drawingml/2006/main">
            <a:pathLst>
              <a:path w="117283" h="132422">
                <a:moveTo>
                  <a:pt x="58917" y="132422"/>
                </a:moveTo>
                <a:lnTo>
                  <a:pt x="0" y="132422"/>
                </a:lnTo>
                <a:lnTo>
                  <a:pt x="0" y="0"/>
                </a:lnTo>
                <a:lnTo>
                  <a:pt x="117283" y="0"/>
                </a:lnTo>
                <a:lnTo>
                  <a:pt x="117283" y="132422"/>
                </a:lnTo>
                <a:lnTo>
                  <a:pt x="58917" y="132422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512">
            <a:solidFill>
              <a:srgbClr val="3E7B4C"/>
            </a:solidFill>
            <a:prstDash val="solid"/>
          </a:ln>
        </p:spPr>
      </p:sp>
      <p:sp>
        <p:nvSpPr>
          <p:cNvPr id="498" name="path-441">
            <a:extLst xmlns:a="http://schemas.openxmlformats.org/drawingml/2006/main">
              <a:ext uri="{FF2B5EF4-FFF2-40B4-BE49-F238E27FC236}">
                <a16:creationId xmlns:a16="http://schemas.microsoft.com/office/drawing/2014/main" id="{2DFACDEB-E0F1-44DB-BE0F-C334D739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94" y="3987684"/>
            <a:ext cx="708600" cy="191"/>
          </a:xfrm>
          <a:custGeom xmlns:a="http://schemas.openxmlformats.org/drawingml/2006/main">
            <a:pathLst>
              <a:path w="708600" h="191">
                <a:moveTo>
                  <a:pt x="0" y="0"/>
                </a:moveTo>
                <a:lnTo>
                  <a:pt x="70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646">
            <a:solidFill>
              <a:srgbClr val="333333"/>
            </a:solidFill>
            <a:prstDash val="solid"/>
          </a:ln>
        </p:spPr>
      </p:sp>
      <p:sp>
        <p:nvSpPr>
          <p:cNvPr id="499" name="path-442">
            <a:extLst xmlns:a="http://schemas.openxmlformats.org/drawingml/2006/main">
              <a:ext uri="{FF2B5EF4-FFF2-40B4-BE49-F238E27FC236}">
                <a16:creationId xmlns:a16="http://schemas.microsoft.com/office/drawing/2014/main" id="{CAF1AD2E-CAA0-46D6-AE85-A9DA1156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828" y="3812569"/>
            <a:ext cx="125386" cy="138905"/>
          </a:xfrm>
          <a:custGeom xmlns:a="http://schemas.openxmlformats.org/drawingml/2006/main">
            <a:pathLst>
              <a:path w="125386" h="138905">
                <a:moveTo>
                  <a:pt x="0" y="138905"/>
                </a:moveTo>
                <a:lnTo>
                  <a:pt x="0" y="129162"/>
                </a:lnTo>
                <a:lnTo>
                  <a:pt x="535" y="119972"/>
                </a:lnTo>
                <a:lnTo>
                  <a:pt x="1621" y="110800"/>
                </a:lnTo>
                <a:lnTo>
                  <a:pt x="2708" y="101609"/>
                </a:lnTo>
                <a:lnTo>
                  <a:pt x="4328" y="92419"/>
                </a:lnTo>
                <a:lnTo>
                  <a:pt x="6484" y="83229"/>
                </a:lnTo>
                <a:lnTo>
                  <a:pt x="8638" y="74572"/>
                </a:lnTo>
                <a:lnTo>
                  <a:pt x="11344" y="65401"/>
                </a:lnTo>
                <a:lnTo>
                  <a:pt x="14587" y="56744"/>
                </a:lnTo>
                <a:lnTo>
                  <a:pt x="17828" y="48088"/>
                </a:lnTo>
                <a:lnTo>
                  <a:pt x="21622" y="39451"/>
                </a:lnTo>
                <a:lnTo>
                  <a:pt x="25397" y="31347"/>
                </a:lnTo>
                <a:lnTo>
                  <a:pt x="29726" y="23224"/>
                </a:lnTo>
                <a:lnTo>
                  <a:pt x="34589" y="15121"/>
                </a:lnTo>
                <a:lnTo>
                  <a:pt x="39450" y="7551"/>
                </a:lnTo>
                <a:lnTo>
                  <a:pt x="44866" y="0"/>
                </a:lnTo>
                <a:lnTo>
                  <a:pt x="125386" y="57831"/>
                </a:lnTo>
                <a:lnTo>
                  <a:pt x="122146" y="62694"/>
                </a:lnTo>
                <a:lnTo>
                  <a:pt x="118905" y="67022"/>
                </a:lnTo>
                <a:lnTo>
                  <a:pt x="116196" y="71884"/>
                </a:lnTo>
                <a:lnTo>
                  <a:pt x="114042" y="76193"/>
                </a:lnTo>
                <a:lnTo>
                  <a:pt x="111334" y="81074"/>
                </a:lnTo>
                <a:lnTo>
                  <a:pt x="109180" y="85937"/>
                </a:lnTo>
                <a:lnTo>
                  <a:pt x="107558" y="91332"/>
                </a:lnTo>
                <a:lnTo>
                  <a:pt x="105385" y="96195"/>
                </a:lnTo>
                <a:lnTo>
                  <a:pt x="104317" y="101609"/>
                </a:lnTo>
                <a:lnTo>
                  <a:pt x="102697" y="106472"/>
                </a:lnTo>
                <a:lnTo>
                  <a:pt x="101609" y="111867"/>
                </a:lnTo>
                <a:lnTo>
                  <a:pt x="100522" y="117283"/>
                </a:lnTo>
                <a:lnTo>
                  <a:pt x="99990" y="122679"/>
                </a:lnTo>
                <a:lnTo>
                  <a:pt x="99455" y="128094"/>
                </a:lnTo>
                <a:lnTo>
                  <a:pt x="98903" y="133490"/>
                </a:lnTo>
                <a:lnTo>
                  <a:pt x="98903" y="138905"/>
                </a:lnTo>
                <a:lnTo>
                  <a:pt x="0" y="138905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443">
            <a:extLst xmlns:a="http://schemas.openxmlformats.org/drawingml/2006/main">
              <a:ext uri="{FF2B5EF4-FFF2-40B4-BE49-F238E27FC236}">
                <a16:creationId xmlns:a16="http://schemas.microsoft.com/office/drawing/2014/main" id="{6B2D92DA-BDBA-4E54-8B3C-67A8D964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761" y="3726613"/>
            <a:ext cx="148649" cy="144321"/>
          </a:xfrm>
          <a:custGeom xmlns:a="http://schemas.openxmlformats.org/drawingml/2006/main">
            <a:pathLst>
              <a:path w="148649" h="144321">
                <a:moveTo>
                  <a:pt x="0" y="85403"/>
                </a:moveTo>
                <a:lnTo>
                  <a:pt x="5416" y="78386"/>
                </a:lnTo>
                <a:lnTo>
                  <a:pt x="11365" y="70817"/>
                </a:lnTo>
                <a:lnTo>
                  <a:pt x="17294" y="64334"/>
                </a:lnTo>
                <a:lnTo>
                  <a:pt x="23777" y="57297"/>
                </a:lnTo>
                <a:lnTo>
                  <a:pt x="30280" y="50815"/>
                </a:lnTo>
                <a:lnTo>
                  <a:pt x="37296" y="44866"/>
                </a:lnTo>
                <a:lnTo>
                  <a:pt x="44332" y="38917"/>
                </a:lnTo>
                <a:lnTo>
                  <a:pt x="51902" y="33521"/>
                </a:lnTo>
                <a:lnTo>
                  <a:pt x="59452" y="28125"/>
                </a:lnTo>
                <a:lnTo>
                  <a:pt x="67575" y="23244"/>
                </a:lnTo>
                <a:lnTo>
                  <a:pt x="75126" y="18382"/>
                </a:lnTo>
                <a:lnTo>
                  <a:pt x="83781" y="14072"/>
                </a:lnTo>
                <a:lnTo>
                  <a:pt x="91886" y="9744"/>
                </a:lnTo>
                <a:lnTo>
                  <a:pt x="100543" y="5950"/>
                </a:lnTo>
                <a:lnTo>
                  <a:pt x="109180" y="2708"/>
                </a:lnTo>
                <a:lnTo>
                  <a:pt x="117836" y="0"/>
                </a:lnTo>
                <a:lnTo>
                  <a:pt x="148649" y="94060"/>
                </a:lnTo>
                <a:lnTo>
                  <a:pt x="143235" y="96214"/>
                </a:lnTo>
                <a:lnTo>
                  <a:pt x="138372" y="97835"/>
                </a:lnTo>
                <a:lnTo>
                  <a:pt x="133510" y="100009"/>
                </a:lnTo>
                <a:lnTo>
                  <a:pt x="128648" y="102697"/>
                </a:lnTo>
                <a:lnTo>
                  <a:pt x="123785" y="104870"/>
                </a:lnTo>
                <a:lnTo>
                  <a:pt x="118905" y="107560"/>
                </a:lnTo>
                <a:lnTo>
                  <a:pt x="114595" y="110820"/>
                </a:lnTo>
                <a:lnTo>
                  <a:pt x="110267" y="113508"/>
                </a:lnTo>
                <a:lnTo>
                  <a:pt x="105939" y="116750"/>
                </a:lnTo>
                <a:lnTo>
                  <a:pt x="101609" y="120544"/>
                </a:lnTo>
                <a:lnTo>
                  <a:pt x="97835" y="123786"/>
                </a:lnTo>
                <a:lnTo>
                  <a:pt x="94059" y="127561"/>
                </a:lnTo>
                <a:lnTo>
                  <a:pt x="90265" y="131355"/>
                </a:lnTo>
                <a:lnTo>
                  <a:pt x="86489" y="135665"/>
                </a:lnTo>
                <a:lnTo>
                  <a:pt x="83248" y="139993"/>
                </a:lnTo>
                <a:lnTo>
                  <a:pt x="80007" y="144321"/>
                </a:lnTo>
                <a:lnTo>
                  <a:pt x="0" y="85403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444">
            <a:extLst xmlns:a="http://schemas.openxmlformats.org/drawingml/2006/main">
              <a:ext uri="{FF2B5EF4-FFF2-40B4-BE49-F238E27FC236}">
                <a16:creationId xmlns:a16="http://schemas.microsoft.com/office/drawing/2014/main" id="{BFA47FFA-9F91-47B3-AAAE-0778D64A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45" y="3714735"/>
            <a:ext cx="145941" cy="105938"/>
          </a:xfrm>
          <a:custGeom xmlns:a="http://schemas.openxmlformats.org/drawingml/2006/main">
            <a:pathLst>
              <a:path w="145941" h="105938">
                <a:moveTo>
                  <a:pt x="0" y="11345"/>
                </a:moveTo>
                <a:lnTo>
                  <a:pt x="8656" y="8638"/>
                </a:lnTo>
                <a:lnTo>
                  <a:pt x="17847" y="6483"/>
                </a:lnTo>
                <a:lnTo>
                  <a:pt x="26485" y="4328"/>
                </a:lnTo>
                <a:lnTo>
                  <a:pt x="35675" y="2708"/>
                </a:lnTo>
                <a:lnTo>
                  <a:pt x="44866" y="1621"/>
                </a:lnTo>
                <a:lnTo>
                  <a:pt x="54057" y="535"/>
                </a:lnTo>
                <a:lnTo>
                  <a:pt x="63247" y="0"/>
                </a:lnTo>
                <a:lnTo>
                  <a:pt x="72972" y="0"/>
                </a:lnTo>
                <a:lnTo>
                  <a:pt x="82162" y="0"/>
                </a:lnTo>
                <a:lnTo>
                  <a:pt x="91352" y="535"/>
                </a:lnTo>
                <a:lnTo>
                  <a:pt x="100543" y="1621"/>
                </a:lnTo>
                <a:lnTo>
                  <a:pt x="109733" y="2708"/>
                </a:lnTo>
                <a:lnTo>
                  <a:pt x="118923" y="4328"/>
                </a:lnTo>
                <a:lnTo>
                  <a:pt x="127561" y="6483"/>
                </a:lnTo>
                <a:lnTo>
                  <a:pt x="136751" y="8638"/>
                </a:lnTo>
                <a:lnTo>
                  <a:pt x="145941" y="11345"/>
                </a:lnTo>
                <a:lnTo>
                  <a:pt x="115129" y="105938"/>
                </a:lnTo>
                <a:lnTo>
                  <a:pt x="109733" y="104318"/>
                </a:lnTo>
                <a:lnTo>
                  <a:pt x="104870" y="102697"/>
                </a:lnTo>
                <a:lnTo>
                  <a:pt x="99455" y="101610"/>
                </a:lnTo>
                <a:lnTo>
                  <a:pt x="94059" y="100523"/>
                </a:lnTo>
                <a:lnTo>
                  <a:pt x="88643" y="99989"/>
                </a:lnTo>
                <a:lnTo>
                  <a:pt x="83248" y="99455"/>
                </a:lnTo>
                <a:lnTo>
                  <a:pt x="77834" y="98903"/>
                </a:lnTo>
                <a:lnTo>
                  <a:pt x="72972" y="98903"/>
                </a:lnTo>
                <a:lnTo>
                  <a:pt x="67574" y="98903"/>
                </a:lnTo>
                <a:lnTo>
                  <a:pt x="62160" y="99455"/>
                </a:lnTo>
                <a:lnTo>
                  <a:pt x="56763" y="99989"/>
                </a:lnTo>
                <a:lnTo>
                  <a:pt x="51349" y="100523"/>
                </a:lnTo>
                <a:lnTo>
                  <a:pt x="45951" y="101610"/>
                </a:lnTo>
                <a:lnTo>
                  <a:pt x="40537" y="102697"/>
                </a:lnTo>
                <a:lnTo>
                  <a:pt x="35675" y="104318"/>
                </a:lnTo>
                <a:lnTo>
                  <a:pt x="30280" y="105938"/>
                </a:lnTo>
                <a:lnTo>
                  <a:pt x="0" y="11345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445">
            <a:extLst xmlns:a="http://schemas.openxmlformats.org/drawingml/2006/main">
              <a:ext uri="{FF2B5EF4-FFF2-40B4-BE49-F238E27FC236}">
                <a16:creationId xmlns:a16="http://schemas.microsoft.com/office/drawing/2014/main" id="{97C43E5D-6CAC-4FC3-9389-50DB9FF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726" y="3726613"/>
            <a:ext cx="148630" cy="144321"/>
          </a:xfrm>
          <a:custGeom xmlns:a="http://schemas.openxmlformats.org/drawingml/2006/main">
            <a:pathLst>
              <a:path w="148630" h="144321">
                <a:moveTo>
                  <a:pt x="30259" y="0"/>
                </a:moveTo>
                <a:lnTo>
                  <a:pt x="38916" y="2708"/>
                </a:lnTo>
                <a:lnTo>
                  <a:pt x="47553" y="5950"/>
                </a:lnTo>
                <a:lnTo>
                  <a:pt x="56211" y="9744"/>
                </a:lnTo>
                <a:lnTo>
                  <a:pt x="64314" y="14072"/>
                </a:lnTo>
                <a:lnTo>
                  <a:pt x="72951" y="18382"/>
                </a:lnTo>
                <a:lnTo>
                  <a:pt x="80521" y="23244"/>
                </a:lnTo>
                <a:lnTo>
                  <a:pt x="88625" y="28125"/>
                </a:lnTo>
                <a:lnTo>
                  <a:pt x="96195" y="33521"/>
                </a:lnTo>
                <a:lnTo>
                  <a:pt x="103763" y="38917"/>
                </a:lnTo>
                <a:lnTo>
                  <a:pt x="110800" y="44866"/>
                </a:lnTo>
                <a:lnTo>
                  <a:pt x="117816" y="50815"/>
                </a:lnTo>
                <a:lnTo>
                  <a:pt x="124299" y="57297"/>
                </a:lnTo>
                <a:lnTo>
                  <a:pt x="130783" y="64334"/>
                </a:lnTo>
                <a:lnTo>
                  <a:pt x="136732" y="70817"/>
                </a:lnTo>
                <a:lnTo>
                  <a:pt x="142681" y="78386"/>
                </a:lnTo>
                <a:lnTo>
                  <a:pt x="148630" y="85403"/>
                </a:lnTo>
                <a:lnTo>
                  <a:pt x="68089" y="144321"/>
                </a:lnTo>
                <a:lnTo>
                  <a:pt x="64848" y="139993"/>
                </a:lnTo>
                <a:lnTo>
                  <a:pt x="61606" y="135665"/>
                </a:lnTo>
                <a:lnTo>
                  <a:pt x="57830" y="131355"/>
                </a:lnTo>
                <a:lnTo>
                  <a:pt x="54036" y="127561"/>
                </a:lnTo>
                <a:lnTo>
                  <a:pt x="50262" y="123786"/>
                </a:lnTo>
                <a:lnTo>
                  <a:pt x="46468" y="120544"/>
                </a:lnTo>
                <a:lnTo>
                  <a:pt x="42157" y="116750"/>
                </a:lnTo>
                <a:lnTo>
                  <a:pt x="37830" y="113508"/>
                </a:lnTo>
                <a:lnTo>
                  <a:pt x="33500" y="110820"/>
                </a:lnTo>
                <a:lnTo>
                  <a:pt x="29172" y="107560"/>
                </a:lnTo>
                <a:lnTo>
                  <a:pt x="24310" y="104870"/>
                </a:lnTo>
                <a:lnTo>
                  <a:pt x="19448" y="102697"/>
                </a:lnTo>
                <a:lnTo>
                  <a:pt x="14587" y="100009"/>
                </a:lnTo>
                <a:lnTo>
                  <a:pt x="9725" y="97835"/>
                </a:lnTo>
                <a:lnTo>
                  <a:pt x="4862" y="96214"/>
                </a:lnTo>
                <a:lnTo>
                  <a:pt x="0" y="94060"/>
                </a:lnTo>
                <a:lnTo>
                  <a:pt x="30259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446">
            <a:extLst xmlns:a="http://schemas.openxmlformats.org/drawingml/2006/main">
              <a:ext uri="{FF2B5EF4-FFF2-40B4-BE49-F238E27FC236}">
                <a16:creationId xmlns:a16="http://schemas.microsoft.com/office/drawing/2014/main" id="{F2CC1BC4-EFBF-4D25-91BE-5F537143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816" y="3812569"/>
            <a:ext cx="125406" cy="138905"/>
          </a:xfrm>
          <a:custGeom xmlns:a="http://schemas.openxmlformats.org/drawingml/2006/main">
            <a:pathLst>
              <a:path w="125406" h="138905">
                <a:moveTo>
                  <a:pt x="79988" y="0"/>
                </a:moveTo>
                <a:lnTo>
                  <a:pt x="85402" y="7551"/>
                </a:lnTo>
                <a:lnTo>
                  <a:pt x="90265" y="15121"/>
                </a:lnTo>
                <a:lnTo>
                  <a:pt x="95127" y="23224"/>
                </a:lnTo>
                <a:lnTo>
                  <a:pt x="99455" y="31347"/>
                </a:lnTo>
                <a:lnTo>
                  <a:pt x="103230" y="39451"/>
                </a:lnTo>
                <a:lnTo>
                  <a:pt x="107024" y="48088"/>
                </a:lnTo>
                <a:lnTo>
                  <a:pt x="110266" y="56744"/>
                </a:lnTo>
                <a:lnTo>
                  <a:pt x="113507" y="65401"/>
                </a:lnTo>
                <a:lnTo>
                  <a:pt x="116215" y="74572"/>
                </a:lnTo>
                <a:lnTo>
                  <a:pt x="118369" y="83229"/>
                </a:lnTo>
                <a:lnTo>
                  <a:pt x="120524" y="92419"/>
                </a:lnTo>
                <a:lnTo>
                  <a:pt x="122163" y="101609"/>
                </a:lnTo>
                <a:lnTo>
                  <a:pt x="123232" y="110800"/>
                </a:lnTo>
                <a:lnTo>
                  <a:pt x="124319" y="119972"/>
                </a:lnTo>
                <a:lnTo>
                  <a:pt x="124852" y="129162"/>
                </a:lnTo>
                <a:lnTo>
                  <a:pt x="125406" y="138905"/>
                </a:lnTo>
                <a:lnTo>
                  <a:pt x="25950" y="138905"/>
                </a:lnTo>
                <a:lnTo>
                  <a:pt x="25950" y="133490"/>
                </a:lnTo>
                <a:lnTo>
                  <a:pt x="25417" y="128094"/>
                </a:lnTo>
                <a:lnTo>
                  <a:pt x="24864" y="122679"/>
                </a:lnTo>
                <a:lnTo>
                  <a:pt x="24330" y="117283"/>
                </a:lnTo>
                <a:lnTo>
                  <a:pt x="23242" y="111867"/>
                </a:lnTo>
                <a:lnTo>
                  <a:pt x="22155" y="106472"/>
                </a:lnTo>
                <a:lnTo>
                  <a:pt x="20536" y="101609"/>
                </a:lnTo>
                <a:lnTo>
                  <a:pt x="19468" y="96195"/>
                </a:lnTo>
                <a:lnTo>
                  <a:pt x="17293" y="91332"/>
                </a:lnTo>
                <a:lnTo>
                  <a:pt x="15674" y="85937"/>
                </a:lnTo>
                <a:lnTo>
                  <a:pt x="13518" y="81074"/>
                </a:lnTo>
                <a:lnTo>
                  <a:pt x="10811" y="76193"/>
                </a:lnTo>
                <a:lnTo>
                  <a:pt x="8656" y="71884"/>
                </a:lnTo>
                <a:lnTo>
                  <a:pt x="5949" y="67022"/>
                </a:lnTo>
                <a:lnTo>
                  <a:pt x="2708" y="62694"/>
                </a:lnTo>
                <a:lnTo>
                  <a:pt x="0" y="57831"/>
                </a:lnTo>
                <a:lnTo>
                  <a:pt x="79988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447">
            <a:extLst xmlns:a="http://schemas.openxmlformats.org/drawingml/2006/main">
              <a:ext uri="{FF2B5EF4-FFF2-40B4-BE49-F238E27FC236}">
                <a16:creationId xmlns:a16="http://schemas.microsoft.com/office/drawing/2014/main" id="{418C40D3-A2AB-4D10-A6E8-9C5C3C0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569" y="3748236"/>
            <a:ext cx="111333" cy="202686"/>
          </a:xfrm>
          <a:custGeom xmlns:a="http://schemas.openxmlformats.org/drawingml/2006/main">
            <a:pathLst>
              <a:path w="111333" h="202686">
                <a:moveTo>
                  <a:pt x="0" y="202686"/>
                </a:moveTo>
                <a:lnTo>
                  <a:pt x="111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267">
            <a:solidFill>
              <a:srgbClr val="111111"/>
            </a:solidFill>
            <a:prstDash val="solid"/>
          </a:ln>
        </p:spPr>
      </p:sp>
      <p:sp>
        <p:nvSpPr>
          <p:cNvPr id="505" name="path-448">
            <a:extLst xmlns:a="http://schemas.openxmlformats.org/drawingml/2006/main">
              <a:ext uri="{FF2B5EF4-FFF2-40B4-BE49-F238E27FC236}">
                <a16:creationId xmlns:a16="http://schemas.microsoft.com/office/drawing/2014/main" id="{6BC14149-747C-47B4-A3B3-1A91E125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427" y="3915800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2" y="17294"/>
                </a:cubicBezTo>
                <a:cubicBezTo>
                  <a:pt x="8103" y="11879"/>
                  <a:pt x="12431" y="7570"/>
                  <a:pt x="17828" y="4328"/>
                </a:cubicBezTo>
                <a:cubicBezTo>
                  <a:pt x="23242" y="1621"/>
                  <a:pt x="29191" y="0"/>
                  <a:pt x="35674" y="0"/>
                </a:cubicBezTo>
                <a:cubicBezTo>
                  <a:pt x="41623" y="0"/>
                  <a:pt x="47573" y="1621"/>
                  <a:pt x="52969" y="4328"/>
                </a:cubicBezTo>
                <a:cubicBezTo>
                  <a:pt x="58365" y="7570"/>
                  <a:pt x="62693" y="11879"/>
                  <a:pt x="65934" y="17294"/>
                </a:cubicBezTo>
                <a:cubicBezTo>
                  <a:pt x="69175" y="22690"/>
                  <a:pt x="70797" y="29173"/>
                  <a:pt x="70797" y="35122"/>
                </a:cubicBezTo>
                <a:cubicBezTo>
                  <a:pt x="70797" y="41071"/>
                  <a:pt x="69175" y="47554"/>
                  <a:pt x="65934" y="52969"/>
                </a:cubicBezTo>
                <a:cubicBezTo>
                  <a:pt x="62693" y="58365"/>
                  <a:pt x="58365" y="62694"/>
                  <a:pt x="52969" y="65935"/>
                </a:cubicBezTo>
                <a:cubicBezTo>
                  <a:pt x="47573" y="68642"/>
                  <a:pt x="41623" y="70797"/>
                  <a:pt x="35674" y="70797"/>
                </a:cubicBezTo>
                <a:cubicBezTo>
                  <a:pt x="29191" y="70797"/>
                  <a:pt x="23242" y="68642"/>
                  <a:pt x="17828" y="65935"/>
                </a:cubicBezTo>
                <a:cubicBezTo>
                  <a:pt x="12431" y="62694"/>
                  <a:pt x="8103" y="58365"/>
                  <a:pt x="4862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449">
            <a:extLst xmlns:a="http://schemas.openxmlformats.org/drawingml/2006/main">
              <a:ext uri="{FF2B5EF4-FFF2-40B4-BE49-F238E27FC236}">
                <a16:creationId xmlns:a16="http://schemas.microsoft.com/office/drawing/2014/main" id="{2C76EECC-BB12-44A4-9807-D3C8853D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9698" y="3559603"/>
            <a:ext cx="619936" cy="442667"/>
          </a:xfrm>
          <a:custGeom xmlns:a="http://schemas.openxmlformats.org/drawingml/2006/main">
            <a:pathLst>
              <a:path w="619936" h="442667">
                <a:moveTo>
                  <a:pt x="0" y="221067"/>
                </a:moveTo>
                <a:lnTo>
                  <a:pt x="0" y="221067"/>
                </a:lnTo>
                <a:cubicBezTo>
                  <a:pt x="0" y="182150"/>
                  <a:pt x="14053" y="144321"/>
                  <a:pt x="41605" y="110266"/>
                </a:cubicBezTo>
                <a:cubicBezTo>
                  <a:pt x="68642" y="76765"/>
                  <a:pt x="108093" y="48660"/>
                  <a:pt x="155113" y="29192"/>
                </a:cubicBezTo>
                <a:cubicBezTo>
                  <a:pt x="202133" y="9744"/>
                  <a:pt x="255654" y="0"/>
                  <a:pt x="309692" y="0"/>
                </a:cubicBezTo>
                <a:cubicBezTo>
                  <a:pt x="364281" y="0"/>
                  <a:pt x="417803" y="9744"/>
                  <a:pt x="464824" y="29192"/>
                </a:cubicBezTo>
                <a:cubicBezTo>
                  <a:pt x="511843" y="48660"/>
                  <a:pt x="551294" y="76765"/>
                  <a:pt x="578312" y="110266"/>
                </a:cubicBezTo>
                <a:cubicBezTo>
                  <a:pt x="605884" y="144321"/>
                  <a:pt x="619936" y="182150"/>
                  <a:pt x="619936" y="221067"/>
                </a:cubicBezTo>
                <a:cubicBezTo>
                  <a:pt x="619936" y="259983"/>
                  <a:pt x="605884" y="297813"/>
                  <a:pt x="578312" y="331867"/>
                </a:cubicBezTo>
                <a:cubicBezTo>
                  <a:pt x="551294" y="365387"/>
                  <a:pt x="511843" y="393492"/>
                  <a:pt x="464824" y="412941"/>
                </a:cubicBezTo>
                <a:cubicBezTo>
                  <a:pt x="417803" y="432409"/>
                  <a:pt x="364281" y="442667"/>
                  <a:pt x="309692" y="442667"/>
                </a:cubicBezTo>
                <a:cubicBezTo>
                  <a:pt x="255654" y="442667"/>
                  <a:pt x="202133" y="432409"/>
                  <a:pt x="155113" y="412941"/>
                </a:cubicBezTo>
                <a:cubicBezTo>
                  <a:pt x="108093" y="393492"/>
                  <a:pt x="68642" y="365387"/>
                  <a:pt x="41605" y="331867"/>
                </a:cubicBezTo>
                <a:cubicBezTo>
                  <a:pt x="14053" y="297813"/>
                  <a:pt x="0" y="259983"/>
                  <a:pt x="0" y="2210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17">
            <a:solidFill>
              <a:srgbClr val="9A9A9A"/>
            </a:solidFill>
            <a:prstDash val="dash"/>
          </a:ln>
        </p:spPr>
      </p:sp>
      <p:sp>
        <p:nvSpPr>
          <p:cNvPr id="507" name="path-450">
            <a:extLst xmlns:a="http://schemas.openxmlformats.org/drawingml/2006/main">
              <a:ext uri="{FF2B5EF4-FFF2-40B4-BE49-F238E27FC236}">
                <a16:creationId xmlns:a16="http://schemas.microsoft.com/office/drawing/2014/main" id="{1219D258-C871-45D6-82E9-C3BF4C6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444" y="3865538"/>
            <a:ext cx="44314" cy="44313"/>
          </a:xfrm>
          <a:custGeom xmlns:a="http://schemas.openxmlformats.org/drawingml/2006/main">
            <a:pathLst>
              <a:path w="44314" h="44313">
                <a:moveTo>
                  <a:pt x="0" y="22157"/>
                </a:moveTo>
                <a:lnTo>
                  <a:pt x="0" y="22157"/>
                </a:lnTo>
                <a:cubicBezTo>
                  <a:pt x="0" y="18362"/>
                  <a:pt x="1087" y="14587"/>
                  <a:pt x="2709" y="11345"/>
                </a:cubicBezTo>
                <a:cubicBezTo>
                  <a:pt x="4863" y="7551"/>
                  <a:pt x="7571" y="4862"/>
                  <a:pt x="11347" y="2688"/>
                </a:cubicBezTo>
                <a:cubicBezTo>
                  <a:pt x="14588" y="1068"/>
                  <a:pt x="18382" y="0"/>
                  <a:pt x="22157" y="0"/>
                </a:cubicBezTo>
                <a:cubicBezTo>
                  <a:pt x="25951" y="0"/>
                  <a:pt x="29727" y="1068"/>
                  <a:pt x="33502" y="2688"/>
                </a:cubicBezTo>
                <a:cubicBezTo>
                  <a:pt x="36743" y="4862"/>
                  <a:pt x="39451" y="7551"/>
                  <a:pt x="41625" y="11345"/>
                </a:cubicBezTo>
                <a:cubicBezTo>
                  <a:pt x="43245" y="14587"/>
                  <a:pt x="44314" y="18362"/>
                  <a:pt x="44314" y="22157"/>
                </a:cubicBezTo>
                <a:cubicBezTo>
                  <a:pt x="44314" y="25932"/>
                  <a:pt x="43245" y="29726"/>
                  <a:pt x="41625" y="33501"/>
                </a:cubicBezTo>
                <a:cubicBezTo>
                  <a:pt x="39451" y="36743"/>
                  <a:pt x="36743" y="39450"/>
                  <a:pt x="33502" y="41605"/>
                </a:cubicBezTo>
                <a:cubicBezTo>
                  <a:pt x="29727" y="43226"/>
                  <a:pt x="25951" y="44313"/>
                  <a:pt x="22157" y="44313"/>
                </a:cubicBezTo>
                <a:cubicBezTo>
                  <a:pt x="18382" y="44313"/>
                  <a:pt x="14588" y="43226"/>
                  <a:pt x="11347" y="41605"/>
                </a:cubicBezTo>
                <a:cubicBezTo>
                  <a:pt x="7571" y="39450"/>
                  <a:pt x="4863" y="36743"/>
                  <a:pt x="2709" y="33501"/>
                </a:cubicBezTo>
                <a:cubicBezTo>
                  <a:pt x="1087" y="29726"/>
                  <a:pt x="0" y="25932"/>
                  <a:pt x="0" y="22157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451">
            <a:extLst xmlns:a="http://schemas.openxmlformats.org/drawingml/2006/main">
              <a:ext uri="{FF2B5EF4-FFF2-40B4-BE49-F238E27FC236}">
                <a16:creationId xmlns:a16="http://schemas.microsoft.com/office/drawing/2014/main" id="{BF76B737-EE7A-4208-ABC4-81A52785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784" y="3646093"/>
            <a:ext cx="44313" cy="44313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0811"/>
                </a:cubicBezTo>
                <a:cubicBezTo>
                  <a:pt x="4863" y="7570"/>
                  <a:pt x="7551" y="4862"/>
                  <a:pt x="11345" y="2707"/>
                </a:cubicBezTo>
                <a:cubicBezTo>
                  <a:pt x="14588" y="1087"/>
                  <a:pt x="18362" y="0"/>
                  <a:pt x="22156" y="0"/>
                </a:cubicBezTo>
                <a:cubicBezTo>
                  <a:pt x="25932" y="0"/>
                  <a:pt x="29726" y="1087"/>
                  <a:pt x="33500" y="2707"/>
                </a:cubicBezTo>
                <a:cubicBezTo>
                  <a:pt x="36743" y="4862"/>
                  <a:pt x="39451" y="7570"/>
                  <a:pt x="41606" y="10811"/>
                </a:cubicBezTo>
                <a:cubicBezTo>
                  <a:pt x="43225" y="14587"/>
                  <a:pt x="44313" y="18381"/>
                  <a:pt x="44313" y="22156"/>
                </a:cubicBezTo>
                <a:cubicBezTo>
                  <a:pt x="44313" y="25950"/>
                  <a:pt x="43225" y="29727"/>
                  <a:pt x="41606" y="32967"/>
                </a:cubicBezTo>
                <a:cubicBezTo>
                  <a:pt x="39451" y="36743"/>
                  <a:pt x="36743" y="39450"/>
                  <a:pt x="33500" y="41624"/>
                </a:cubicBezTo>
                <a:cubicBezTo>
                  <a:pt x="29726" y="43245"/>
                  <a:pt x="25932" y="44313"/>
                  <a:pt x="22156" y="44313"/>
                </a:cubicBezTo>
                <a:cubicBezTo>
                  <a:pt x="18362" y="44313"/>
                  <a:pt x="14588" y="43245"/>
                  <a:pt x="11345" y="41624"/>
                </a:cubicBezTo>
                <a:cubicBezTo>
                  <a:pt x="7551" y="39450"/>
                  <a:pt x="4863" y="36743"/>
                  <a:pt x="2688" y="32967"/>
                </a:cubicBezTo>
                <a:cubicBezTo>
                  <a:pt x="1068" y="29727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452">
            <a:extLst xmlns:a="http://schemas.openxmlformats.org/drawingml/2006/main">
              <a:ext uri="{FF2B5EF4-FFF2-40B4-BE49-F238E27FC236}">
                <a16:creationId xmlns:a16="http://schemas.microsoft.com/office/drawing/2014/main" id="{94961BF9-60C7-4380-BEDC-DA101E12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251" y="3791481"/>
            <a:ext cx="44331" cy="44313"/>
          </a:xfrm>
          <a:custGeom xmlns:a="http://schemas.openxmlformats.org/drawingml/2006/main">
            <a:pathLst>
              <a:path w="44331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6" y="14587"/>
                  <a:pt x="2707" y="10811"/>
                </a:cubicBezTo>
                <a:cubicBezTo>
                  <a:pt x="4881" y="7570"/>
                  <a:pt x="7570" y="4862"/>
                  <a:pt x="11364" y="2707"/>
                </a:cubicBezTo>
                <a:cubicBezTo>
                  <a:pt x="14606" y="1087"/>
                  <a:pt x="18381" y="0"/>
                  <a:pt x="22174" y="0"/>
                </a:cubicBezTo>
                <a:cubicBezTo>
                  <a:pt x="25950" y="0"/>
                  <a:pt x="29725" y="1087"/>
                  <a:pt x="33520" y="2707"/>
                </a:cubicBezTo>
                <a:cubicBezTo>
                  <a:pt x="36761" y="4862"/>
                  <a:pt x="39469" y="7570"/>
                  <a:pt x="41624" y="10811"/>
                </a:cubicBezTo>
                <a:cubicBezTo>
                  <a:pt x="43245" y="14587"/>
                  <a:pt x="44331" y="18381"/>
                  <a:pt x="44331" y="22156"/>
                </a:cubicBezTo>
                <a:cubicBezTo>
                  <a:pt x="44331" y="25950"/>
                  <a:pt x="43245" y="29726"/>
                  <a:pt x="41624" y="32967"/>
                </a:cubicBezTo>
                <a:cubicBezTo>
                  <a:pt x="39469" y="36762"/>
                  <a:pt x="36761" y="39450"/>
                  <a:pt x="33520" y="41624"/>
                </a:cubicBezTo>
                <a:cubicBezTo>
                  <a:pt x="29725" y="43245"/>
                  <a:pt x="25950" y="44313"/>
                  <a:pt x="22174" y="44313"/>
                </a:cubicBezTo>
                <a:cubicBezTo>
                  <a:pt x="18381" y="44313"/>
                  <a:pt x="14606" y="43245"/>
                  <a:pt x="11364" y="41624"/>
                </a:cubicBezTo>
                <a:cubicBezTo>
                  <a:pt x="7570" y="39450"/>
                  <a:pt x="4881" y="36762"/>
                  <a:pt x="2707" y="32967"/>
                </a:cubicBezTo>
                <a:cubicBezTo>
                  <a:pt x="1086" y="29726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453">
            <a:extLst xmlns:a="http://schemas.openxmlformats.org/drawingml/2006/main">
              <a:ext uri="{FF2B5EF4-FFF2-40B4-BE49-F238E27FC236}">
                <a16:creationId xmlns:a16="http://schemas.microsoft.com/office/drawing/2014/main" id="{7163356D-1E3D-4CF5-8DAA-7038CE15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536" y="3607710"/>
            <a:ext cx="44332" cy="44332"/>
          </a:xfrm>
          <a:custGeom xmlns:a="http://schemas.openxmlformats.org/drawingml/2006/main">
            <a:pathLst>
              <a:path w="44332" h="44332">
                <a:moveTo>
                  <a:pt x="0" y="22157"/>
                </a:moveTo>
                <a:lnTo>
                  <a:pt x="0" y="22157"/>
                </a:lnTo>
                <a:cubicBezTo>
                  <a:pt x="0" y="18382"/>
                  <a:pt x="1086" y="14606"/>
                  <a:pt x="2708" y="11365"/>
                </a:cubicBezTo>
                <a:cubicBezTo>
                  <a:pt x="4881" y="7570"/>
                  <a:pt x="7570" y="4862"/>
                  <a:pt x="11364" y="2708"/>
                </a:cubicBezTo>
                <a:cubicBezTo>
                  <a:pt x="14606" y="1087"/>
                  <a:pt x="18382" y="0"/>
                  <a:pt x="22176" y="0"/>
                </a:cubicBezTo>
                <a:cubicBezTo>
                  <a:pt x="25950" y="0"/>
                  <a:pt x="29726" y="1087"/>
                  <a:pt x="33520" y="2708"/>
                </a:cubicBezTo>
                <a:cubicBezTo>
                  <a:pt x="36762" y="4862"/>
                  <a:pt x="39469" y="7570"/>
                  <a:pt x="41624" y="11365"/>
                </a:cubicBezTo>
                <a:cubicBezTo>
                  <a:pt x="43245" y="14606"/>
                  <a:pt x="44332" y="18382"/>
                  <a:pt x="44332" y="22157"/>
                </a:cubicBezTo>
                <a:cubicBezTo>
                  <a:pt x="44332" y="25951"/>
                  <a:pt x="43245" y="29727"/>
                  <a:pt x="41624" y="33520"/>
                </a:cubicBezTo>
                <a:cubicBezTo>
                  <a:pt x="39469" y="36762"/>
                  <a:pt x="36762" y="39470"/>
                  <a:pt x="33520" y="41625"/>
                </a:cubicBezTo>
                <a:cubicBezTo>
                  <a:pt x="29726" y="43245"/>
                  <a:pt x="25950" y="44332"/>
                  <a:pt x="22176" y="44332"/>
                </a:cubicBezTo>
                <a:cubicBezTo>
                  <a:pt x="18382" y="44332"/>
                  <a:pt x="14606" y="43245"/>
                  <a:pt x="11364" y="41625"/>
                </a:cubicBezTo>
                <a:cubicBezTo>
                  <a:pt x="7570" y="39470"/>
                  <a:pt x="4881" y="36762"/>
                  <a:pt x="2708" y="33520"/>
                </a:cubicBezTo>
                <a:cubicBezTo>
                  <a:pt x="1086" y="29727"/>
                  <a:pt x="0" y="25951"/>
                  <a:pt x="0" y="22157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454">
            <a:extLst xmlns:a="http://schemas.openxmlformats.org/drawingml/2006/main">
              <a:ext uri="{FF2B5EF4-FFF2-40B4-BE49-F238E27FC236}">
                <a16:creationId xmlns:a16="http://schemas.microsoft.com/office/drawing/2014/main" id="{F8CA1AB9-3EDF-4A0A-B0E5-2AB98AEA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9650" y="3593124"/>
            <a:ext cx="44332" cy="44313"/>
          </a:xfrm>
          <a:custGeom xmlns:a="http://schemas.openxmlformats.org/drawingml/2006/main">
            <a:pathLst>
              <a:path w="44332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7" y="14586"/>
                  <a:pt x="2708" y="11345"/>
                </a:cubicBezTo>
                <a:cubicBezTo>
                  <a:pt x="4881" y="7570"/>
                  <a:pt x="7570" y="4862"/>
                  <a:pt x="11365" y="2708"/>
                </a:cubicBezTo>
                <a:cubicBezTo>
                  <a:pt x="14606" y="1087"/>
                  <a:pt x="18382" y="0"/>
                  <a:pt x="22176" y="0"/>
                </a:cubicBezTo>
                <a:cubicBezTo>
                  <a:pt x="25951" y="0"/>
                  <a:pt x="29745" y="1087"/>
                  <a:pt x="33521" y="2708"/>
                </a:cubicBezTo>
                <a:cubicBezTo>
                  <a:pt x="36762" y="4862"/>
                  <a:pt x="39470" y="7570"/>
                  <a:pt x="41624" y="11345"/>
                </a:cubicBezTo>
                <a:cubicBezTo>
                  <a:pt x="43245" y="14586"/>
                  <a:pt x="44332" y="18381"/>
                  <a:pt x="44332" y="22156"/>
                </a:cubicBezTo>
                <a:cubicBezTo>
                  <a:pt x="44332" y="25951"/>
                  <a:pt x="43245" y="29726"/>
                  <a:pt x="41624" y="33501"/>
                </a:cubicBezTo>
                <a:cubicBezTo>
                  <a:pt x="39470" y="36743"/>
                  <a:pt x="36762" y="39450"/>
                  <a:pt x="33521" y="41623"/>
                </a:cubicBezTo>
                <a:cubicBezTo>
                  <a:pt x="29745" y="43245"/>
                  <a:pt x="25951" y="44313"/>
                  <a:pt x="22176" y="44313"/>
                </a:cubicBezTo>
                <a:cubicBezTo>
                  <a:pt x="18382" y="44313"/>
                  <a:pt x="14606" y="43245"/>
                  <a:pt x="11365" y="41623"/>
                </a:cubicBezTo>
                <a:cubicBezTo>
                  <a:pt x="7570" y="39450"/>
                  <a:pt x="4881" y="36743"/>
                  <a:pt x="2708" y="33501"/>
                </a:cubicBezTo>
                <a:cubicBezTo>
                  <a:pt x="1087" y="29726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455">
            <a:extLst xmlns:a="http://schemas.openxmlformats.org/drawingml/2006/main">
              <a:ext uri="{FF2B5EF4-FFF2-40B4-BE49-F238E27FC236}">
                <a16:creationId xmlns:a16="http://schemas.microsoft.com/office/drawing/2014/main" id="{BEC69985-E66F-4301-A033-2DB8AF16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703" y="3632574"/>
            <a:ext cx="44332" cy="44331"/>
          </a:xfrm>
          <a:custGeom xmlns:a="http://schemas.openxmlformats.org/drawingml/2006/main">
            <a:pathLst>
              <a:path w="44332" h="44331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7" y="14605"/>
                  <a:pt x="2708" y="11345"/>
                </a:cubicBezTo>
                <a:cubicBezTo>
                  <a:pt x="4863" y="7570"/>
                  <a:pt x="7570" y="4862"/>
                  <a:pt x="11365" y="2708"/>
                </a:cubicBezTo>
                <a:cubicBezTo>
                  <a:pt x="14606" y="1087"/>
                  <a:pt x="18381" y="0"/>
                  <a:pt x="22174" y="0"/>
                </a:cubicBezTo>
                <a:cubicBezTo>
                  <a:pt x="25950" y="0"/>
                  <a:pt x="29726" y="1087"/>
                  <a:pt x="33521" y="2708"/>
                </a:cubicBezTo>
                <a:cubicBezTo>
                  <a:pt x="36762" y="4862"/>
                  <a:pt x="39470" y="7570"/>
                  <a:pt x="41624" y="11345"/>
                </a:cubicBezTo>
                <a:cubicBezTo>
                  <a:pt x="43245" y="14605"/>
                  <a:pt x="44332" y="18381"/>
                  <a:pt x="44332" y="22156"/>
                </a:cubicBezTo>
                <a:cubicBezTo>
                  <a:pt x="44332" y="25951"/>
                  <a:pt x="43245" y="29726"/>
                  <a:pt x="41624" y="33520"/>
                </a:cubicBezTo>
                <a:cubicBezTo>
                  <a:pt x="39470" y="36762"/>
                  <a:pt x="36762" y="39469"/>
                  <a:pt x="33521" y="41624"/>
                </a:cubicBezTo>
                <a:cubicBezTo>
                  <a:pt x="29726" y="43245"/>
                  <a:pt x="25950" y="44331"/>
                  <a:pt x="22174" y="44331"/>
                </a:cubicBezTo>
                <a:cubicBezTo>
                  <a:pt x="18381" y="44331"/>
                  <a:pt x="14606" y="43245"/>
                  <a:pt x="11365" y="41624"/>
                </a:cubicBezTo>
                <a:cubicBezTo>
                  <a:pt x="7570" y="39469"/>
                  <a:pt x="4863" y="36762"/>
                  <a:pt x="2708" y="33520"/>
                </a:cubicBezTo>
                <a:cubicBezTo>
                  <a:pt x="1087" y="29726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path-456">
            <a:extLst xmlns:a="http://schemas.openxmlformats.org/drawingml/2006/main">
              <a:ext uri="{FF2B5EF4-FFF2-40B4-BE49-F238E27FC236}">
                <a16:creationId xmlns:a16="http://schemas.microsoft.com/office/drawing/2014/main" id="{5873E158-09A5-4139-95AE-92D20963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562" y="3837433"/>
            <a:ext cx="44314" cy="44313"/>
          </a:xfrm>
          <a:custGeom xmlns:a="http://schemas.openxmlformats.org/drawingml/2006/main">
            <a:pathLst>
              <a:path w="44314" h="44313">
                <a:moveTo>
                  <a:pt x="0" y="22156"/>
                </a:moveTo>
                <a:lnTo>
                  <a:pt x="0" y="22156"/>
                </a:lnTo>
                <a:cubicBezTo>
                  <a:pt x="0" y="18362"/>
                  <a:pt x="1069" y="14587"/>
                  <a:pt x="2690" y="11345"/>
                </a:cubicBezTo>
                <a:cubicBezTo>
                  <a:pt x="4863" y="7551"/>
                  <a:pt x="7571" y="4862"/>
                  <a:pt x="11345" y="2688"/>
                </a:cubicBezTo>
                <a:cubicBezTo>
                  <a:pt x="14587" y="1068"/>
                  <a:pt x="18362" y="0"/>
                  <a:pt x="22157" y="0"/>
                </a:cubicBezTo>
                <a:cubicBezTo>
                  <a:pt x="25933" y="0"/>
                  <a:pt x="29727" y="1068"/>
                  <a:pt x="33502" y="2688"/>
                </a:cubicBezTo>
                <a:cubicBezTo>
                  <a:pt x="36743" y="4862"/>
                  <a:pt x="39451" y="7551"/>
                  <a:pt x="41606" y="11345"/>
                </a:cubicBezTo>
                <a:cubicBezTo>
                  <a:pt x="43226" y="14587"/>
                  <a:pt x="44314" y="18362"/>
                  <a:pt x="44314" y="22156"/>
                </a:cubicBezTo>
                <a:cubicBezTo>
                  <a:pt x="44314" y="25932"/>
                  <a:pt x="43226" y="29726"/>
                  <a:pt x="41606" y="33501"/>
                </a:cubicBezTo>
                <a:cubicBezTo>
                  <a:pt x="39451" y="36743"/>
                  <a:pt x="36743" y="39451"/>
                  <a:pt x="33502" y="41605"/>
                </a:cubicBezTo>
                <a:cubicBezTo>
                  <a:pt x="29727" y="43226"/>
                  <a:pt x="25933" y="44313"/>
                  <a:pt x="22157" y="44313"/>
                </a:cubicBezTo>
                <a:cubicBezTo>
                  <a:pt x="18362" y="44313"/>
                  <a:pt x="14587" y="43226"/>
                  <a:pt x="11345" y="41605"/>
                </a:cubicBezTo>
                <a:cubicBezTo>
                  <a:pt x="7571" y="39451"/>
                  <a:pt x="4863" y="36743"/>
                  <a:pt x="2690" y="33501"/>
                </a:cubicBezTo>
                <a:cubicBezTo>
                  <a:pt x="1069" y="29726"/>
                  <a:pt x="0" y="25932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457">
            <a:extLst xmlns:a="http://schemas.openxmlformats.org/drawingml/2006/main">
              <a:ext uri="{FF2B5EF4-FFF2-40B4-BE49-F238E27FC236}">
                <a16:creationId xmlns:a16="http://schemas.microsoft.com/office/drawing/2014/main" id="{90A798DE-C0F5-48DC-9356-12F993D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990" y="3669335"/>
            <a:ext cx="44331" cy="44313"/>
          </a:xfrm>
          <a:custGeom xmlns:a="http://schemas.openxmlformats.org/drawingml/2006/main">
            <a:pathLst>
              <a:path w="44331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6" y="14587"/>
                  <a:pt x="2707" y="11345"/>
                </a:cubicBezTo>
                <a:cubicBezTo>
                  <a:pt x="4861" y="7570"/>
                  <a:pt x="7570" y="4862"/>
                  <a:pt x="11364" y="2707"/>
                </a:cubicBezTo>
                <a:cubicBezTo>
                  <a:pt x="14605" y="1068"/>
                  <a:pt x="18381" y="0"/>
                  <a:pt x="22174" y="0"/>
                </a:cubicBezTo>
                <a:cubicBezTo>
                  <a:pt x="25950" y="0"/>
                  <a:pt x="29725" y="1068"/>
                  <a:pt x="33520" y="2707"/>
                </a:cubicBezTo>
                <a:cubicBezTo>
                  <a:pt x="36761" y="4862"/>
                  <a:pt x="39468" y="7570"/>
                  <a:pt x="41624" y="11345"/>
                </a:cubicBezTo>
                <a:cubicBezTo>
                  <a:pt x="43243" y="14587"/>
                  <a:pt x="44331" y="18381"/>
                  <a:pt x="44331" y="22156"/>
                </a:cubicBezTo>
                <a:cubicBezTo>
                  <a:pt x="44331" y="25932"/>
                  <a:pt x="43243" y="29727"/>
                  <a:pt x="41624" y="33502"/>
                </a:cubicBezTo>
                <a:cubicBezTo>
                  <a:pt x="39468" y="36743"/>
                  <a:pt x="36761" y="39450"/>
                  <a:pt x="33520" y="41605"/>
                </a:cubicBezTo>
                <a:cubicBezTo>
                  <a:pt x="29725" y="43225"/>
                  <a:pt x="25950" y="44313"/>
                  <a:pt x="22174" y="44313"/>
                </a:cubicBezTo>
                <a:cubicBezTo>
                  <a:pt x="18381" y="44313"/>
                  <a:pt x="14605" y="43225"/>
                  <a:pt x="11364" y="41605"/>
                </a:cubicBezTo>
                <a:cubicBezTo>
                  <a:pt x="7570" y="39450"/>
                  <a:pt x="4861" y="36743"/>
                  <a:pt x="2707" y="33502"/>
                </a:cubicBezTo>
                <a:cubicBezTo>
                  <a:pt x="1086" y="29727"/>
                  <a:pt x="0" y="25932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458">
            <a:extLst xmlns:a="http://schemas.openxmlformats.org/drawingml/2006/main">
              <a:ext uri="{FF2B5EF4-FFF2-40B4-BE49-F238E27FC236}">
                <a16:creationId xmlns:a16="http://schemas.microsoft.com/office/drawing/2014/main" id="{63C74EC9-83F7-42F9-B1D1-4F9E85AF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762" y="3610418"/>
            <a:ext cx="44313" cy="44313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1345"/>
                </a:cubicBezTo>
                <a:cubicBezTo>
                  <a:pt x="4862" y="7570"/>
                  <a:pt x="7550" y="4862"/>
                  <a:pt x="11345" y="2707"/>
                </a:cubicBezTo>
                <a:cubicBezTo>
                  <a:pt x="14587" y="1087"/>
                  <a:pt x="18362" y="0"/>
                  <a:pt x="22156" y="0"/>
                </a:cubicBezTo>
                <a:cubicBezTo>
                  <a:pt x="25932" y="0"/>
                  <a:pt x="29726" y="1087"/>
                  <a:pt x="33502" y="2707"/>
                </a:cubicBezTo>
                <a:cubicBezTo>
                  <a:pt x="36743" y="4862"/>
                  <a:pt x="39451" y="7570"/>
                  <a:pt x="41605" y="11345"/>
                </a:cubicBezTo>
                <a:cubicBezTo>
                  <a:pt x="43226" y="14587"/>
                  <a:pt x="44313" y="18381"/>
                  <a:pt x="44313" y="22156"/>
                </a:cubicBezTo>
                <a:cubicBezTo>
                  <a:pt x="44313" y="25951"/>
                  <a:pt x="43226" y="29727"/>
                  <a:pt x="41605" y="33502"/>
                </a:cubicBezTo>
                <a:cubicBezTo>
                  <a:pt x="39451" y="36762"/>
                  <a:pt x="36743" y="39450"/>
                  <a:pt x="33502" y="41624"/>
                </a:cubicBezTo>
                <a:cubicBezTo>
                  <a:pt x="29726" y="43245"/>
                  <a:pt x="25932" y="44313"/>
                  <a:pt x="22156" y="44313"/>
                </a:cubicBezTo>
                <a:cubicBezTo>
                  <a:pt x="18362" y="44313"/>
                  <a:pt x="14587" y="43245"/>
                  <a:pt x="11345" y="41624"/>
                </a:cubicBezTo>
                <a:cubicBezTo>
                  <a:pt x="7550" y="39450"/>
                  <a:pt x="4862" y="36762"/>
                  <a:pt x="2688" y="33502"/>
                </a:cubicBezTo>
                <a:cubicBezTo>
                  <a:pt x="1068" y="29727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459">
            <a:extLst xmlns:a="http://schemas.openxmlformats.org/drawingml/2006/main">
              <a:ext uri="{FF2B5EF4-FFF2-40B4-BE49-F238E27FC236}">
                <a16:creationId xmlns:a16="http://schemas.microsoft.com/office/drawing/2014/main" id="{184EF142-294F-48A7-BB68-09843A39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001" y="3804446"/>
            <a:ext cx="44311" cy="44332"/>
          </a:xfrm>
          <a:custGeom xmlns:a="http://schemas.openxmlformats.org/drawingml/2006/main">
            <a:pathLst>
              <a:path w="44311" h="44332">
                <a:moveTo>
                  <a:pt x="0" y="22176"/>
                </a:moveTo>
                <a:lnTo>
                  <a:pt x="0" y="22176"/>
                </a:lnTo>
                <a:cubicBezTo>
                  <a:pt x="0" y="18381"/>
                  <a:pt x="1087" y="14606"/>
                  <a:pt x="2707" y="11364"/>
                </a:cubicBezTo>
                <a:cubicBezTo>
                  <a:pt x="4862" y="7570"/>
                  <a:pt x="7568" y="4881"/>
                  <a:pt x="11344" y="2707"/>
                </a:cubicBezTo>
                <a:cubicBezTo>
                  <a:pt x="14585" y="1087"/>
                  <a:pt x="18381" y="0"/>
                  <a:pt x="22156" y="0"/>
                </a:cubicBezTo>
                <a:cubicBezTo>
                  <a:pt x="25950" y="0"/>
                  <a:pt x="29725" y="1087"/>
                  <a:pt x="33520" y="2707"/>
                </a:cubicBezTo>
                <a:cubicBezTo>
                  <a:pt x="36761" y="4881"/>
                  <a:pt x="39450" y="7570"/>
                  <a:pt x="41623" y="11364"/>
                </a:cubicBezTo>
                <a:cubicBezTo>
                  <a:pt x="43245" y="14606"/>
                  <a:pt x="44311" y="18381"/>
                  <a:pt x="44311" y="22176"/>
                </a:cubicBezTo>
                <a:cubicBezTo>
                  <a:pt x="44311" y="25951"/>
                  <a:pt x="43245" y="29727"/>
                  <a:pt x="41623" y="33521"/>
                </a:cubicBezTo>
                <a:cubicBezTo>
                  <a:pt x="39450" y="36762"/>
                  <a:pt x="36761" y="39470"/>
                  <a:pt x="33520" y="41624"/>
                </a:cubicBezTo>
                <a:cubicBezTo>
                  <a:pt x="29725" y="43245"/>
                  <a:pt x="25950" y="44332"/>
                  <a:pt x="22156" y="44332"/>
                </a:cubicBezTo>
                <a:cubicBezTo>
                  <a:pt x="18381" y="44332"/>
                  <a:pt x="14585" y="43245"/>
                  <a:pt x="11344" y="41624"/>
                </a:cubicBezTo>
                <a:cubicBezTo>
                  <a:pt x="7568" y="39470"/>
                  <a:pt x="4862" y="36762"/>
                  <a:pt x="2707" y="33521"/>
                </a:cubicBezTo>
                <a:cubicBezTo>
                  <a:pt x="1087" y="29727"/>
                  <a:pt x="0" y="25951"/>
                  <a:pt x="0" y="2217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460">
            <a:extLst xmlns:a="http://schemas.openxmlformats.org/drawingml/2006/main">
              <a:ext uri="{FF2B5EF4-FFF2-40B4-BE49-F238E27FC236}">
                <a16:creationId xmlns:a16="http://schemas.microsoft.com/office/drawing/2014/main" id="{B21CABE8-24C2-45EF-944A-8BE8024C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710" y="3674198"/>
            <a:ext cx="44311" cy="44313"/>
          </a:xfrm>
          <a:custGeom xmlns:a="http://schemas.openxmlformats.org/drawingml/2006/main">
            <a:pathLst>
              <a:path w="44311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1345"/>
                </a:cubicBezTo>
                <a:cubicBezTo>
                  <a:pt x="4862" y="7570"/>
                  <a:pt x="7550" y="4862"/>
                  <a:pt x="11345" y="2707"/>
                </a:cubicBezTo>
                <a:cubicBezTo>
                  <a:pt x="14587" y="1087"/>
                  <a:pt x="18361" y="0"/>
                  <a:pt x="22155" y="0"/>
                </a:cubicBezTo>
                <a:cubicBezTo>
                  <a:pt x="25931" y="0"/>
                  <a:pt x="29726" y="1087"/>
                  <a:pt x="33502" y="2707"/>
                </a:cubicBezTo>
                <a:cubicBezTo>
                  <a:pt x="36743" y="4862"/>
                  <a:pt x="39451" y="7570"/>
                  <a:pt x="41605" y="11345"/>
                </a:cubicBezTo>
                <a:cubicBezTo>
                  <a:pt x="43225" y="14587"/>
                  <a:pt x="44311" y="18381"/>
                  <a:pt x="44311" y="22156"/>
                </a:cubicBezTo>
                <a:cubicBezTo>
                  <a:pt x="44311" y="25950"/>
                  <a:pt x="43225" y="29726"/>
                  <a:pt x="41605" y="33502"/>
                </a:cubicBezTo>
                <a:cubicBezTo>
                  <a:pt x="39451" y="36743"/>
                  <a:pt x="36743" y="39450"/>
                  <a:pt x="33502" y="41624"/>
                </a:cubicBezTo>
                <a:cubicBezTo>
                  <a:pt x="29726" y="43245"/>
                  <a:pt x="25931" y="44313"/>
                  <a:pt x="22155" y="44313"/>
                </a:cubicBezTo>
                <a:cubicBezTo>
                  <a:pt x="18361" y="44313"/>
                  <a:pt x="14587" y="43245"/>
                  <a:pt x="11345" y="41624"/>
                </a:cubicBezTo>
                <a:cubicBezTo>
                  <a:pt x="7550" y="39450"/>
                  <a:pt x="4862" y="36743"/>
                  <a:pt x="2688" y="33502"/>
                </a:cubicBezTo>
                <a:cubicBezTo>
                  <a:pt x="1068" y="29726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461">
            <a:extLst xmlns:a="http://schemas.openxmlformats.org/drawingml/2006/main">
              <a:ext uri="{FF2B5EF4-FFF2-40B4-BE49-F238E27FC236}">
                <a16:creationId xmlns:a16="http://schemas.microsoft.com/office/drawing/2014/main" id="{303568A8-F65C-4366-B15A-ED619A1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4522" y="3749857"/>
            <a:ext cx="44313" cy="44331"/>
          </a:xfrm>
          <a:custGeom xmlns:a="http://schemas.openxmlformats.org/drawingml/2006/main">
            <a:pathLst>
              <a:path w="44313" h="44331">
                <a:moveTo>
                  <a:pt x="0" y="22176"/>
                </a:moveTo>
                <a:lnTo>
                  <a:pt x="0" y="22176"/>
                </a:lnTo>
                <a:cubicBezTo>
                  <a:pt x="0" y="18381"/>
                  <a:pt x="1068" y="14605"/>
                  <a:pt x="2688" y="11364"/>
                </a:cubicBezTo>
                <a:cubicBezTo>
                  <a:pt x="4863" y="7570"/>
                  <a:pt x="7551" y="4881"/>
                  <a:pt x="11345" y="2708"/>
                </a:cubicBezTo>
                <a:cubicBezTo>
                  <a:pt x="14585" y="1087"/>
                  <a:pt x="18362" y="0"/>
                  <a:pt x="22156" y="0"/>
                </a:cubicBezTo>
                <a:cubicBezTo>
                  <a:pt x="25932" y="0"/>
                  <a:pt x="29726" y="1087"/>
                  <a:pt x="33500" y="2708"/>
                </a:cubicBezTo>
                <a:cubicBezTo>
                  <a:pt x="36743" y="4881"/>
                  <a:pt x="39450" y="7570"/>
                  <a:pt x="41606" y="11364"/>
                </a:cubicBezTo>
                <a:cubicBezTo>
                  <a:pt x="43225" y="14605"/>
                  <a:pt x="44313" y="18381"/>
                  <a:pt x="44313" y="22176"/>
                </a:cubicBezTo>
                <a:cubicBezTo>
                  <a:pt x="44313" y="25951"/>
                  <a:pt x="43225" y="29726"/>
                  <a:pt x="41606" y="33520"/>
                </a:cubicBezTo>
                <a:cubicBezTo>
                  <a:pt x="39450" y="36762"/>
                  <a:pt x="36743" y="39469"/>
                  <a:pt x="33500" y="41624"/>
                </a:cubicBezTo>
                <a:cubicBezTo>
                  <a:pt x="29726" y="43245"/>
                  <a:pt x="25932" y="44331"/>
                  <a:pt x="22156" y="44331"/>
                </a:cubicBezTo>
                <a:cubicBezTo>
                  <a:pt x="18362" y="44331"/>
                  <a:pt x="14585" y="43245"/>
                  <a:pt x="11345" y="41624"/>
                </a:cubicBezTo>
                <a:cubicBezTo>
                  <a:pt x="7551" y="39469"/>
                  <a:pt x="4863" y="36762"/>
                  <a:pt x="2688" y="33520"/>
                </a:cubicBezTo>
                <a:cubicBezTo>
                  <a:pt x="1068" y="29726"/>
                  <a:pt x="0" y="25951"/>
                  <a:pt x="0" y="2217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462">
            <a:extLst xmlns:a="http://schemas.openxmlformats.org/drawingml/2006/main">
              <a:ext uri="{FF2B5EF4-FFF2-40B4-BE49-F238E27FC236}">
                <a16:creationId xmlns:a16="http://schemas.microsoft.com/office/drawing/2014/main" id="{75FC821E-905B-4D9E-A64E-FFE1F3C2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2657" y="3750410"/>
            <a:ext cx="44313" cy="44313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9" y="14587"/>
                  <a:pt x="2688" y="11345"/>
                </a:cubicBezTo>
                <a:cubicBezTo>
                  <a:pt x="4863" y="7570"/>
                  <a:pt x="7550" y="4862"/>
                  <a:pt x="11344" y="2688"/>
                </a:cubicBezTo>
                <a:cubicBezTo>
                  <a:pt x="14587" y="1068"/>
                  <a:pt x="18362" y="0"/>
                  <a:pt x="22156" y="0"/>
                </a:cubicBezTo>
                <a:cubicBezTo>
                  <a:pt x="25932" y="0"/>
                  <a:pt x="29727" y="1068"/>
                  <a:pt x="33502" y="2688"/>
                </a:cubicBezTo>
                <a:cubicBezTo>
                  <a:pt x="36743" y="4862"/>
                  <a:pt x="39451" y="7570"/>
                  <a:pt x="41606" y="11345"/>
                </a:cubicBezTo>
                <a:cubicBezTo>
                  <a:pt x="43226" y="14587"/>
                  <a:pt x="44313" y="18381"/>
                  <a:pt x="44313" y="22156"/>
                </a:cubicBezTo>
                <a:cubicBezTo>
                  <a:pt x="44313" y="25931"/>
                  <a:pt x="43226" y="29726"/>
                  <a:pt x="41606" y="33501"/>
                </a:cubicBezTo>
                <a:cubicBezTo>
                  <a:pt x="39451" y="36743"/>
                  <a:pt x="36743" y="39451"/>
                  <a:pt x="33502" y="41605"/>
                </a:cubicBezTo>
                <a:cubicBezTo>
                  <a:pt x="29727" y="43226"/>
                  <a:pt x="25932" y="44313"/>
                  <a:pt x="22156" y="44313"/>
                </a:cubicBezTo>
                <a:cubicBezTo>
                  <a:pt x="18362" y="44313"/>
                  <a:pt x="14587" y="43226"/>
                  <a:pt x="11344" y="41605"/>
                </a:cubicBezTo>
                <a:cubicBezTo>
                  <a:pt x="7550" y="39451"/>
                  <a:pt x="4863" y="36743"/>
                  <a:pt x="2688" y="33501"/>
                </a:cubicBezTo>
                <a:cubicBezTo>
                  <a:pt x="1069" y="29726"/>
                  <a:pt x="0" y="2593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63">
            <a:extLst xmlns:a="http://schemas.openxmlformats.org/drawingml/2006/main">
              <a:ext uri="{FF2B5EF4-FFF2-40B4-BE49-F238E27FC236}">
                <a16:creationId xmlns:a16="http://schemas.microsoft.com/office/drawing/2014/main" id="{9E810449-613F-4FE1-BB7F-F9BA3BB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812" y="3911471"/>
            <a:ext cx="44331" cy="44313"/>
          </a:xfrm>
          <a:custGeom xmlns:a="http://schemas.openxmlformats.org/drawingml/2006/main">
            <a:pathLst>
              <a:path w="44331" h="44313">
                <a:moveTo>
                  <a:pt x="0" y="22157"/>
                </a:moveTo>
                <a:lnTo>
                  <a:pt x="0" y="22157"/>
                </a:lnTo>
                <a:cubicBezTo>
                  <a:pt x="0" y="18381"/>
                  <a:pt x="1086" y="14587"/>
                  <a:pt x="2707" y="11345"/>
                </a:cubicBezTo>
                <a:cubicBezTo>
                  <a:pt x="4861" y="7570"/>
                  <a:pt x="7570" y="4862"/>
                  <a:pt x="11344" y="2707"/>
                </a:cubicBezTo>
                <a:cubicBezTo>
                  <a:pt x="14605" y="1087"/>
                  <a:pt x="18381" y="0"/>
                  <a:pt x="22156" y="0"/>
                </a:cubicBezTo>
                <a:cubicBezTo>
                  <a:pt x="25950" y="0"/>
                  <a:pt x="29725" y="1087"/>
                  <a:pt x="33520" y="2707"/>
                </a:cubicBezTo>
                <a:cubicBezTo>
                  <a:pt x="36761" y="4862"/>
                  <a:pt x="39450" y="7570"/>
                  <a:pt x="41624" y="11345"/>
                </a:cubicBezTo>
                <a:cubicBezTo>
                  <a:pt x="43243" y="14587"/>
                  <a:pt x="44331" y="18381"/>
                  <a:pt x="44331" y="22157"/>
                </a:cubicBezTo>
                <a:cubicBezTo>
                  <a:pt x="44331" y="25950"/>
                  <a:pt x="43243" y="29727"/>
                  <a:pt x="41624" y="33502"/>
                </a:cubicBezTo>
                <a:cubicBezTo>
                  <a:pt x="39450" y="36762"/>
                  <a:pt x="36761" y="39450"/>
                  <a:pt x="33520" y="41624"/>
                </a:cubicBezTo>
                <a:cubicBezTo>
                  <a:pt x="29725" y="43245"/>
                  <a:pt x="25950" y="44313"/>
                  <a:pt x="22156" y="44313"/>
                </a:cubicBezTo>
                <a:cubicBezTo>
                  <a:pt x="18381" y="44313"/>
                  <a:pt x="14605" y="43245"/>
                  <a:pt x="11344" y="41624"/>
                </a:cubicBezTo>
                <a:cubicBezTo>
                  <a:pt x="7570" y="39450"/>
                  <a:pt x="4861" y="36762"/>
                  <a:pt x="2707" y="33502"/>
                </a:cubicBezTo>
                <a:cubicBezTo>
                  <a:pt x="1086" y="29727"/>
                  <a:pt x="0" y="25950"/>
                  <a:pt x="0" y="22157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464">
            <a:extLst xmlns:a="http://schemas.openxmlformats.org/drawingml/2006/main">
              <a:ext uri="{FF2B5EF4-FFF2-40B4-BE49-F238E27FC236}">
                <a16:creationId xmlns:a16="http://schemas.microsoft.com/office/drawing/2014/main" id="{68992685-523B-4BBF-9570-D464A4CE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003" y="3793102"/>
            <a:ext cx="44314" cy="44331"/>
          </a:xfrm>
          <a:custGeom xmlns:a="http://schemas.openxmlformats.org/drawingml/2006/main">
            <a:pathLst>
              <a:path w="44314" h="44331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1345"/>
                </a:cubicBezTo>
                <a:cubicBezTo>
                  <a:pt x="4862" y="7570"/>
                  <a:pt x="7571" y="4862"/>
                  <a:pt x="11345" y="2708"/>
                </a:cubicBezTo>
                <a:cubicBezTo>
                  <a:pt x="14587" y="1087"/>
                  <a:pt x="18362" y="0"/>
                  <a:pt x="22157" y="0"/>
                </a:cubicBezTo>
                <a:cubicBezTo>
                  <a:pt x="25932" y="0"/>
                  <a:pt x="29726" y="1087"/>
                  <a:pt x="33502" y="2708"/>
                </a:cubicBezTo>
                <a:cubicBezTo>
                  <a:pt x="36743" y="4862"/>
                  <a:pt x="39451" y="7570"/>
                  <a:pt x="41605" y="11345"/>
                </a:cubicBezTo>
                <a:cubicBezTo>
                  <a:pt x="43226" y="14587"/>
                  <a:pt x="44314" y="18381"/>
                  <a:pt x="44314" y="22156"/>
                </a:cubicBezTo>
                <a:cubicBezTo>
                  <a:pt x="44314" y="25951"/>
                  <a:pt x="43226" y="29726"/>
                  <a:pt x="41605" y="33520"/>
                </a:cubicBezTo>
                <a:cubicBezTo>
                  <a:pt x="39451" y="36762"/>
                  <a:pt x="36743" y="39450"/>
                  <a:pt x="33502" y="41624"/>
                </a:cubicBezTo>
                <a:cubicBezTo>
                  <a:pt x="29726" y="43245"/>
                  <a:pt x="25932" y="44331"/>
                  <a:pt x="22157" y="44331"/>
                </a:cubicBezTo>
                <a:cubicBezTo>
                  <a:pt x="18362" y="44331"/>
                  <a:pt x="14587" y="43245"/>
                  <a:pt x="11345" y="41624"/>
                </a:cubicBezTo>
                <a:cubicBezTo>
                  <a:pt x="7571" y="39450"/>
                  <a:pt x="4862" y="36762"/>
                  <a:pt x="2688" y="33520"/>
                </a:cubicBezTo>
                <a:cubicBezTo>
                  <a:pt x="1068" y="29726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465">
            <a:extLst xmlns:a="http://schemas.openxmlformats.org/drawingml/2006/main">
              <a:ext uri="{FF2B5EF4-FFF2-40B4-BE49-F238E27FC236}">
                <a16:creationId xmlns:a16="http://schemas.microsoft.com/office/drawing/2014/main" id="{AA01340A-633C-4193-B48C-44716289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872021"/>
            <a:ext cx="44331" cy="44313"/>
          </a:xfrm>
          <a:custGeom xmlns:a="http://schemas.openxmlformats.org/drawingml/2006/main">
            <a:pathLst>
              <a:path w="44331" h="44313">
                <a:moveTo>
                  <a:pt x="0" y="22156"/>
                </a:moveTo>
                <a:lnTo>
                  <a:pt x="0" y="22156"/>
                </a:lnTo>
                <a:cubicBezTo>
                  <a:pt x="0" y="18362"/>
                  <a:pt x="1086" y="14587"/>
                  <a:pt x="2707" y="11345"/>
                </a:cubicBezTo>
                <a:cubicBezTo>
                  <a:pt x="4861" y="7570"/>
                  <a:pt x="7570" y="4862"/>
                  <a:pt x="11344" y="2688"/>
                </a:cubicBezTo>
                <a:cubicBezTo>
                  <a:pt x="14605" y="1068"/>
                  <a:pt x="18381" y="0"/>
                  <a:pt x="22156" y="0"/>
                </a:cubicBezTo>
                <a:cubicBezTo>
                  <a:pt x="25950" y="0"/>
                  <a:pt x="29725" y="1068"/>
                  <a:pt x="33520" y="2688"/>
                </a:cubicBezTo>
                <a:cubicBezTo>
                  <a:pt x="36761" y="4862"/>
                  <a:pt x="39450" y="7570"/>
                  <a:pt x="41624" y="11345"/>
                </a:cubicBezTo>
                <a:cubicBezTo>
                  <a:pt x="43243" y="14587"/>
                  <a:pt x="44331" y="18362"/>
                  <a:pt x="44331" y="22156"/>
                </a:cubicBezTo>
                <a:cubicBezTo>
                  <a:pt x="44331" y="25932"/>
                  <a:pt x="43243" y="29726"/>
                  <a:pt x="41624" y="33502"/>
                </a:cubicBezTo>
                <a:cubicBezTo>
                  <a:pt x="39450" y="36743"/>
                  <a:pt x="36761" y="39450"/>
                  <a:pt x="33520" y="41605"/>
                </a:cubicBezTo>
                <a:cubicBezTo>
                  <a:pt x="29725" y="43225"/>
                  <a:pt x="25950" y="44313"/>
                  <a:pt x="22156" y="44313"/>
                </a:cubicBezTo>
                <a:cubicBezTo>
                  <a:pt x="18381" y="44313"/>
                  <a:pt x="14605" y="43225"/>
                  <a:pt x="11344" y="41605"/>
                </a:cubicBezTo>
                <a:cubicBezTo>
                  <a:pt x="7570" y="39450"/>
                  <a:pt x="4861" y="36743"/>
                  <a:pt x="2707" y="33502"/>
                </a:cubicBezTo>
                <a:cubicBezTo>
                  <a:pt x="1086" y="29726"/>
                  <a:pt x="0" y="25932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466">
            <a:extLst xmlns:a="http://schemas.openxmlformats.org/drawingml/2006/main">
              <a:ext uri="{FF2B5EF4-FFF2-40B4-BE49-F238E27FC236}">
                <a16:creationId xmlns:a16="http://schemas.microsoft.com/office/drawing/2014/main" id="{7DB83CA0-5E18-4E1E-AD2F-AC2653C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485" y="3694200"/>
            <a:ext cx="44313" cy="44313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61"/>
                  <a:pt x="1087" y="14586"/>
                  <a:pt x="2708" y="11345"/>
                </a:cubicBezTo>
                <a:cubicBezTo>
                  <a:pt x="4863" y="7570"/>
                  <a:pt x="7571" y="4862"/>
                  <a:pt x="11345" y="2688"/>
                </a:cubicBezTo>
                <a:cubicBezTo>
                  <a:pt x="14587" y="1068"/>
                  <a:pt x="18381" y="0"/>
                  <a:pt x="22156" y="0"/>
                </a:cubicBezTo>
                <a:cubicBezTo>
                  <a:pt x="25951" y="0"/>
                  <a:pt x="29727" y="1068"/>
                  <a:pt x="33521" y="2688"/>
                </a:cubicBezTo>
                <a:cubicBezTo>
                  <a:pt x="36762" y="4862"/>
                  <a:pt x="39451" y="7570"/>
                  <a:pt x="41624" y="11345"/>
                </a:cubicBezTo>
                <a:cubicBezTo>
                  <a:pt x="43245" y="14586"/>
                  <a:pt x="44313" y="18361"/>
                  <a:pt x="44313" y="22156"/>
                </a:cubicBezTo>
                <a:cubicBezTo>
                  <a:pt x="44313" y="25931"/>
                  <a:pt x="43245" y="29726"/>
                  <a:pt x="41624" y="33501"/>
                </a:cubicBezTo>
                <a:cubicBezTo>
                  <a:pt x="39451" y="36743"/>
                  <a:pt x="36762" y="39450"/>
                  <a:pt x="33521" y="41605"/>
                </a:cubicBezTo>
                <a:cubicBezTo>
                  <a:pt x="29727" y="43225"/>
                  <a:pt x="25951" y="44313"/>
                  <a:pt x="22156" y="44313"/>
                </a:cubicBezTo>
                <a:cubicBezTo>
                  <a:pt x="18381" y="44313"/>
                  <a:pt x="14587" y="43225"/>
                  <a:pt x="11345" y="41605"/>
                </a:cubicBezTo>
                <a:cubicBezTo>
                  <a:pt x="7571" y="39450"/>
                  <a:pt x="4863" y="36743"/>
                  <a:pt x="2708" y="33501"/>
                </a:cubicBezTo>
                <a:cubicBezTo>
                  <a:pt x="1087" y="29726"/>
                  <a:pt x="0" y="2593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467">
            <a:extLst xmlns:a="http://schemas.openxmlformats.org/drawingml/2006/main">
              <a:ext uri="{FF2B5EF4-FFF2-40B4-BE49-F238E27FC236}">
                <a16:creationId xmlns:a16="http://schemas.microsoft.com/office/drawing/2014/main" id="{64E135AE-111A-4AB7-A7A6-E1B3E17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371" y="3880659"/>
            <a:ext cx="44314" cy="44331"/>
          </a:xfrm>
          <a:custGeom xmlns:a="http://schemas.openxmlformats.org/drawingml/2006/main">
            <a:pathLst>
              <a:path w="44314" h="44331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9" y="14605"/>
                  <a:pt x="2708" y="11364"/>
                </a:cubicBezTo>
                <a:cubicBezTo>
                  <a:pt x="4863" y="7570"/>
                  <a:pt x="7571" y="4862"/>
                  <a:pt x="11345" y="2707"/>
                </a:cubicBezTo>
                <a:cubicBezTo>
                  <a:pt x="14587" y="1087"/>
                  <a:pt x="18382" y="0"/>
                  <a:pt x="22157" y="0"/>
                </a:cubicBezTo>
                <a:cubicBezTo>
                  <a:pt x="25933" y="0"/>
                  <a:pt x="29727" y="1087"/>
                  <a:pt x="33502" y="2707"/>
                </a:cubicBezTo>
                <a:cubicBezTo>
                  <a:pt x="36743" y="4862"/>
                  <a:pt x="39451" y="7570"/>
                  <a:pt x="41605" y="11364"/>
                </a:cubicBezTo>
                <a:cubicBezTo>
                  <a:pt x="43226" y="14605"/>
                  <a:pt x="44314" y="18381"/>
                  <a:pt x="44314" y="22156"/>
                </a:cubicBezTo>
                <a:cubicBezTo>
                  <a:pt x="44314" y="25950"/>
                  <a:pt x="43226" y="29726"/>
                  <a:pt x="41605" y="33520"/>
                </a:cubicBezTo>
                <a:cubicBezTo>
                  <a:pt x="39451" y="36762"/>
                  <a:pt x="36743" y="39470"/>
                  <a:pt x="33502" y="41624"/>
                </a:cubicBezTo>
                <a:cubicBezTo>
                  <a:pt x="29727" y="43245"/>
                  <a:pt x="25933" y="44331"/>
                  <a:pt x="22157" y="44331"/>
                </a:cubicBezTo>
                <a:cubicBezTo>
                  <a:pt x="18382" y="44331"/>
                  <a:pt x="14587" y="43245"/>
                  <a:pt x="11345" y="41624"/>
                </a:cubicBezTo>
                <a:cubicBezTo>
                  <a:pt x="7571" y="39470"/>
                  <a:pt x="4863" y="36762"/>
                  <a:pt x="2708" y="33520"/>
                </a:cubicBezTo>
                <a:cubicBezTo>
                  <a:pt x="1069" y="29726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468">
            <a:extLst xmlns:a="http://schemas.openxmlformats.org/drawingml/2006/main">
              <a:ext uri="{FF2B5EF4-FFF2-40B4-BE49-F238E27FC236}">
                <a16:creationId xmlns:a16="http://schemas.microsoft.com/office/drawing/2014/main" id="{2986148A-DD8D-4FBF-9270-62429BC3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9893" y="3812569"/>
            <a:ext cx="125386" cy="138905"/>
          </a:xfrm>
          <a:custGeom xmlns:a="http://schemas.openxmlformats.org/drawingml/2006/main">
            <a:pathLst>
              <a:path w="125386" h="138905">
                <a:moveTo>
                  <a:pt x="0" y="138905"/>
                </a:moveTo>
                <a:lnTo>
                  <a:pt x="0" y="129162"/>
                </a:lnTo>
                <a:lnTo>
                  <a:pt x="532" y="119972"/>
                </a:lnTo>
                <a:lnTo>
                  <a:pt x="1619" y="110800"/>
                </a:lnTo>
                <a:lnTo>
                  <a:pt x="2687" y="101609"/>
                </a:lnTo>
                <a:lnTo>
                  <a:pt x="4309" y="92419"/>
                </a:lnTo>
                <a:lnTo>
                  <a:pt x="6481" y="83229"/>
                </a:lnTo>
                <a:lnTo>
                  <a:pt x="8638" y="74572"/>
                </a:lnTo>
                <a:lnTo>
                  <a:pt x="11344" y="65401"/>
                </a:lnTo>
                <a:lnTo>
                  <a:pt x="14587" y="56744"/>
                </a:lnTo>
                <a:lnTo>
                  <a:pt x="17828" y="48088"/>
                </a:lnTo>
                <a:lnTo>
                  <a:pt x="21602" y="39451"/>
                </a:lnTo>
                <a:lnTo>
                  <a:pt x="25396" y="31347"/>
                </a:lnTo>
                <a:lnTo>
                  <a:pt x="29725" y="23224"/>
                </a:lnTo>
                <a:lnTo>
                  <a:pt x="34587" y="15121"/>
                </a:lnTo>
                <a:lnTo>
                  <a:pt x="39450" y="7551"/>
                </a:lnTo>
                <a:lnTo>
                  <a:pt x="44846" y="0"/>
                </a:lnTo>
                <a:lnTo>
                  <a:pt x="125386" y="57831"/>
                </a:lnTo>
                <a:lnTo>
                  <a:pt x="122145" y="62694"/>
                </a:lnTo>
                <a:lnTo>
                  <a:pt x="118903" y="67022"/>
                </a:lnTo>
                <a:lnTo>
                  <a:pt x="116196" y="71884"/>
                </a:lnTo>
                <a:lnTo>
                  <a:pt x="114041" y="76193"/>
                </a:lnTo>
                <a:lnTo>
                  <a:pt x="111333" y="81074"/>
                </a:lnTo>
                <a:lnTo>
                  <a:pt x="109179" y="85937"/>
                </a:lnTo>
                <a:lnTo>
                  <a:pt x="107539" y="91332"/>
                </a:lnTo>
                <a:lnTo>
                  <a:pt x="105384" y="96195"/>
                </a:lnTo>
                <a:lnTo>
                  <a:pt x="104298" y="101609"/>
                </a:lnTo>
                <a:lnTo>
                  <a:pt x="102677" y="106472"/>
                </a:lnTo>
                <a:lnTo>
                  <a:pt x="101609" y="111867"/>
                </a:lnTo>
                <a:lnTo>
                  <a:pt x="100522" y="117283"/>
                </a:lnTo>
                <a:lnTo>
                  <a:pt x="99987" y="122679"/>
                </a:lnTo>
                <a:lnTo>
                  <a:pt x="99435" y="128094"/>
                </a:lnTo>
                <a:lnTo>
                  <a:pt x="98901" y="133490"/>
                </a:lnTo>
                <a:lnTo>
                  <a:pt x="98901" y="138905"/>
                </a:lnTo>
                <a:lnTo>
                  <a:pt x="0" y="138905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469">
            <a:extLst xmlns:a="http://schemas.openxmlformats.org/drawingml/2006/main">
              <a:ext uri="{FF2B5EF4-FFF2-40B4-BE49-F238E27FC236}">
                <a16:creationId xmlns:a16="http://schemas.microsoft.com/office/drawing/2014/main" id="{3586726E-9610-48B3-BAFA-3EB399D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826" y="3726613"/>
            <a:ext cx="148628" cy="144321"/>
          </a:xfrm>
          <a:custGeom xmlns:a="http://schemas.openxmlformats.org/drawingml/2006/main">
            <a:pathLst>
              <a:path w="148628" h="144321">
                <a:moveTo>
                  <a:pt x="0" y="85403"/>
                </a:moveTo>
                <a:lnTo>
                  <a:pt x="5395" y="78386"/>
                </a:lnTo>
                <a:lnTo>
                  <a:pt x="11344" y="70817"/>
                </a:lnTo>
                <a:lnTo>
                  <a:pt x="17293" y="64334"/>
                </a:lnTo>
                <a:lnTo>
                  <a:pt x="23777" y="57297"/>
                </a:lnTo>
                <a:lnTo>
                  <a:pt x="30259" y="50815"/>
                </a:lnTo>
                <a:lnTo>
                  <a:pt x="37296" y="44866"/>
                </a:lnTo>
                <a:lnTo>
                  <a:pt x="44311" y="38917"/>
                </a:lnTo>
                <a:lnTo>
                  <a:pt x="51882" y="33521"/>
                </a:lnTo>
                <a:lnTo>
                  <a:pt x="59451" y="28125"/>
                </a:lnTo>
                <a:lnTo>
                  <a:pt x="67555" y="23244"/>
                </a:lnTo>
                <a:lnTo>
                  <a:pt x="75125" y="18382"/>
                </a:lnTo>
                <a:lnTo>
                  <a:pt x="83781" y="14072"/>
                </a:lnTo>
                <a:lnTo>
                  <a:pt x="91884" y="9744"/>
                </a:lnTo>
                <a:lnTo>
                  <a:pt x="100522" y="5950"/>
                </a:lnTo>
                <a:lnTo>
                  <a:pt x="109179" y="2708"/>
                </a:lnTo>
                <a:lnTo>
                  <a:pt x="117836" y="0"/>
                </a:lnTo>
                <a:lnTo>
                  <a:pt x="148628" y="94060"/>
                </a:lnTo>
                <a:lnTo>
                  <a:pt x="143232" y="96214"/>
                </a:lnTo>
                <a:lnTo>
                  <a:pt x="138370" y="97835"/>
                </a:lnTo>
                <a:lnTo>
                  <a:pt x="133509" y="100009"/>
                </a:lnTo>
                <a:lnTo>
                  <a:pt x="128627" y="102697"/>
                </a:lnTo>
                <a:lnTo>
                  <a:pt x="123764" y="104870"/>
                </a:lnTo>
                <a:lnTo>
                  <a:pt x="118903" y="107560"/>
                </a:lnTo>
                <a:lnTo>
                  <a:pt x="114574" y="110820"/>
                </a:lnTo>
                <a:lnTo>
                  <a:pt x="110265" y="113508"/>
                </a:lnTo>
                <a:lnTo>
                  <a:pt x="105937" y="116750"/>
                </a:lnTo>
                <a:lnTo>
                  <a:pt x="101609" y="120544"/>
                </a:lnTo>
                <a:lnTo>
                  <a:pt x="97834" y="123786"/>
                </a:lnTo>
                <a:lnTo>
                  <a:pt x="94040" y="127561"/>
                </a:lnTo>
                <a:lnTo>
                  <a:pt x="90264" y="131355"/>
                </a:lnTo>
                <a:lnTo>
                  <a:pt x="86469" y="135665"/>
                </a:lnTo>
                <a:lnTo>
                  <a:pt x="83228" y="139993"/>
                </a:lnTo>
                <a:lnTo>
                  <a:pt x="79988" y="144321"/>
                </a:lnTo>
                <a:lnTo>
                  <a:pt x="0" y="85403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470">
            <a:extLst xmlns:a="http://schemas.openxmlformats.org/drawingml/2006/main">
              <a:ext uri="{FF2B5EF4-FFF2-40B4-BE49-F238E27FC236}">
                <a16:creationId xmlns:a16="http://schemas.microsoft.com/office/drawing/2014/main" id="{D0F9DC59-3B84-4BA2-84E5-C2B327A0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3109" y="3714735"/>
            <a:ext cx="145940" cy="105938"/>
          </a:xfrm>
          <a:custGeom xmlns:a="http://schemas.openxmlformats.org/drawingml/2006/main">
            <a:pathLst>
              <a:path w="145940" h="105938">
                <a:moveTo>
                  <a:pt x="0" y="11345"/>
                </a:moveTo>
                <a:lnTo>
                  <a:pt x="8656" y="8638"/>
                </a:lnTo>
                <a:lnTo>
                  <a:pt x="17846" y="6483"/>
                </a:lnTo>
                <a:lnTo>
                  <a:pt x="26484" y="4328"/>
                </a:lnTo>
                <a:lnTo>
                  <a:pt x="35674" y="2708"/>
                </a:lnTo>
                <a:lnTo>
                  <a:pt x="44864" y="1621"/>
                </a:lnTo>
                <a:lnTo>
                  <a:pt x="54054" y="535"/>
                </a:lnTo>
                <a:lnTo>
                  <a:pt x="63246" y="0"/>
                </a:lnTo>
                <a:lnTo>
                  <a:pt x="72969" y="0"/>
                </a:lnTo>
                <a:lnTo>
                  <a:pt x="82160" y="0"/>
                </a:lnTo>
                <a:lnTo>
                  <a:pt x="91351" y="535"/>
                </a:lnTo>
                <a:lnTo>
                  <a:pt x="100541" y="1621"/>
                </a:lnTo>
                <a:lnTo>
                  <a:pt x="109732" y="2708"/>
                </a:lnTo>
                <a:lnTo>
                  <a:pt x="118903" y="4328"/>
                </a:lnTo>
                <a:lnTo>
                  <a:pt x="127559" y="6483"/>
                </a:lnTo>
                <a:lnTo>
                  <a:pt x="136750" y="8638"/>
                </a:lnTo>
                <a:lnTo>
                  <a:pt x="145940" y="11345"/>
                </a:lnTo>
                <a:lnTo>
                  <a:pt x="115127" y="105938"/>
                </a:lnTo>
                <a:lnTo>
                  <a:pt x="109732" y="104318"/>
                </a:lnTo>
                <a:lnTo>
                  <a:pt x="104850" y="102697"/>
                </a:lnTo>
                <a:lnTo>
                  <a:pt x="99454" y="101610"/>
                </a:lnTo>
                <a:lnTo>
                  <a:pt x="94040" y="100523"/>
                </a:lnTo>
                <a:lnTo>
                  <a:pt x="88643" y="99989"/>
                </a:lnTo>
                <a:lnTo>
                  <a:pt x="83247" y="99455"/>
                </a:lnTo>
                <a:lnTo>
                  <a:pt x="77831" y="98903"/>
                </a:lnTo>
                <a:lnTo>
                  <a:pt x="72969" y="98903"/>
                </a:lnTo>
                <a:lnTo>
                  <a:pt x="67555" y="98903"/>
                </a:lnTo>
                <a:lnTo>
                  <a:pt x="62159" y="99455"/>
                </a:lnTo>
                <a:lnTo>
                  <a:pt x="56762" y="99989"/>
                </a:lnTo>
                <a:lnTo>
                  <a:pt x="51348" y="100523"/>
                </a:lnTo>
                <a:lnTo>
                  <a:pt x="45951" y="101610"/>
                </a:lnTo>
                <a:lnTo>
                  <a:pt x="40536" y="102697"/>
                </a:lnTo>
                <a:lnTo>
                  <a:pt x="35674" y="104318"/>
                </a:lnTo>
                <a:lnTo>
                  <a:pt x="30279" y="105938"/>
                </a:lnTo>
                <a:lnTo>
                  <a:pt x="0" y="11345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471">
            <a:extLst xmlns:a="http://schemas.openxmlformats.org/drawingml/2006/main">
              <a:ext uri="{FF2B5EF4-FFF2-40B4-BE49-F238E27FC236}">
                <a16:creationId xmlns:a16="http://schemas.microsoft.com/office/drawing/2014/main" id="{5D7303D8-E0B7-42E4-A885-1516F5C8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9323" y="3726613"/>
            <a:ext cx="148631" cy="144321"/>
          </a:xfrm>
          <a:custGeom xmlns:a="http://schemas.openxmlformats.org/drawingml/2006/main">
            <a:pathLst>
              <a:path w="148631" h="144321">
                <a:moveTo>
                  <a:pt x="30260" y="0"/>
                </a:moveTo>
                <a:lnTo>
                  <a:pt x="38917" y="2708"/>
                </a:lnTo>
                <a:lnTo>
                  <a:pt x="47555" y="5950"/>
                </a:lnTo>
                <a:lnTo>
                  <a:pt x="56211" y="9744"/>
                </a:lnTo>
                <a:lnTo>
                  <a:pt x="64314" y="14072"/>
                </a:lnTo>
                <a:lnTo>
                  <a:pt x="72951" y="18382"/>
                </a:lnTo>
                <a:lnTo>
                  <a:pt x="80522" y="23244"/>
                </a:lnTo>
                <a:lnTo>
                  <a:pt x="88625" y="28125"/>
                </a:lnTo>
                <a:lnTo>
                  <a:pt x="96196" y="33521"/>
                </a:lnTo>
                <a:lnTo>
                  <a:pt x="103764" y="38917"/>
                </a:lnTo>
                <a:lnTo>
                  <a:pt x="110801" y="44866"/>
                </a:lnTo>
                <a:lnTo>
                  <a:pt x="117818" y="50815"/>
                </a:lnTo>
                <a:lnTo>
                  <a:pt x="124301" y="57297"/>
                </a:lnTo>
                <a:lnTo>
                  <a:pt x="130803" y="64334"/>
                </a:lnTo>
                <a:lnTo>
                  <a:pt x="136733" y="70817"/>
                </a:lnTo>
                <a:lnTo>
                  <a:pt x="142682" y="78386"/>
                </a:lnTo>
                <a:lnTo>
                  <a:pt x="148631" y="85403"/>
                </a:lnTo>
                <a:lnTo>
                  <a:pt x="68091" y="144321"/>
                </a:lnTo>
                <a:lnTo>
                  <a:pt x="64848" y="139993"/>
                </a:lnTo>
                <a:lnTo>
                  <a:pt x="61607" y="135665"/>
                </a:lnTo>
                <a:lnTo>
                  <a:pt x="57831" y="131355"/>
                </a:lnTo>
                <a:lnTo>
                  <a:pt x="54037" y="127561"/>
                </a:lnTo>
                <a:lnTo>
                  <a:pt x="50262" y="123786"/>
                </a:lnTo>
                <a:lnTo>
                  <a:pt x="46468" y="120544"/>
                </a:lnTo>
                <a:lnTo>
                  <a:pt x="42157" y="116750"/>
                </a:lnTo>
                <a:lnTo>
                  <a:pt x="37830" y="113508"/>
                </a:lnTo>
                <a:lnTo>
                  <a:pt x="33502" y="110820"/>
                </a:lnTo>
                <a:lnTo>
                  <a:pt x="29173" y="107560"/>
                </a:lnTo>
                <a:lnTo>
                  <a:pt x="24311" y="104870"/>
                </a:lnTo>
                <a:lnTo>
                  <a:pt x="19450" y="102697"/>
                </a:lnTo>
                <a:lnTo>
                  <a:pt x="14587" y="100009"/>
                </a:lnTo>
                <a:lnTo>
                  <a:pt x="9725" y="97835"/>
                </a:lnTo>
                <a:lnTo>
                  <a:pt x="4862" y="96214"/>
                </a:lnTo>
                <a:lnTo>
                  <a:pt x="0" y="94060"/>
                </a:lnTo>
                <a:lnTo>
                  <a:pt x="30260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472">
            <a:extLst xmlns:a="http://schemas.openxmlformats.org/drawingml/2006/main">
              <a:ext uri="{FF2B5EF4-FFF2-40B4-BE49-F238E27FC236}">
                <a16:creationId xmlns:a16="http://schemas.microsoft.com/office/drawing/2014/main" id="{5CD706EB-59AD-46CF-B9BD-3C562ED4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6879" y="3812569"/>
            <a:ext cx="125386" cy="138905"/>
          </a:xfrm>
          <a:custGeom xmlns:a="http://schemas.openxmlformats.org/drawingml/2006/main">
            <a:pathLst>
              <a:path w="125386" h="138905">
                <a:moveTo>
                  <a:pt x="79988" y="0"/>
                </a:moveTo>
                <a:lnTo>
                  <a:pt x="85403" y="7551"/>
                </a:lnTo>
                <a:lnTo>
                  <a:pt x="90265" y="15121"/>
                </a:lnTo>
                <a:lnTo>
                  <a:pt x="95127" y="23224"/>
                </a:lnTo>
                <a:lnTo>
                  <a:pt x="99455" y="31347"/>
                </a:lnTo>
                <a:lnTo>
                  <a:pt x="103231" y="39451"/>
                </a:lnTo>
                <a:lnTo>
                  <a:pt x="107025" y="48088"/>
                </a:lnTo>
                <a:lnTo>
                  <a:pt x="110266" y="56744"/>
                </a:lnTo>
                <a:lnTo>
                  <a:pt x="113507" y="65401"/>
                </a:lnTo>
                <a:lnTo>
                  <a:pt x="116196" y="74572"/>
                </a:lnTo>
                <a:lnTo>
                  <a:pt x="118370" y="83229"/>
                </a:lnTo>
                <a:lnTo>
                  <a:pt x="120524" y="92419"/>
                </a:lnTo>
                <a:lnTo>
                  <a:pt x="122145" y="101609"/>
                </a:lnTo>
                <a:lnTo>
                  <a:pt x="123232" y="110800"/>
                </a:lnTo>
                <a:lnTo>
                  <a:pt x="124318" y="119972"/>
                </a:lnTo>
                <a:lnTo>
                  <a:pt x="124853" y="129162"/>
                </a:lnTo>
                <a:lnTo>
                  <a:pt x="125386" y="138905"/>
                </a:lnTo>
                <a:lnTo>
                  <a:pt x="25950" y="138905"/>
                </a:lnTo>
                <a:lnTo>
                  <a:pt x="25950" y="133490"/>
                </a:lnTo>
                <a:lnTo>
                  <a:pt x="25397" y="128094"/>
                </a:lnTo>
                <a:lnTo>
                  <a:pt x="24864" y="122679"/>
                </a:lnTo>
                <a:lnTo>
                  <a:pt x="24330" y="117283"/>
                </a:lnTo>
                <a:lnTo>
                  <a:pt x="23244" y="111867"/>
                </a:lnTo>
                <a:lnTo>
                  <a:pt x="22156" y="106472"/>
                </a:lnTo>
                <a:lnTo>
                  <a:pt x="20534" y="101609"/>
                </a:lnTo>
                <a:lnTo>
                  <a:pt x="19448" y="96195"/>
                </a:lnTo>
                <a:lnTo>
                  <a:pt x="17293" y="91332"/>
                </a:lnTo>
                <a:lnTo>
                  <a:pt x="15673" y="85937"/>
                </a:lnTo>
                <a:lnTo>
                  <a:pt x="13519" y="81074"/>
                </a:lnTo>
                <a:lnTo>
                  <a:pt x="10812" y="76193"/>
                </a:lnTo>
                <a:lnTo>
                  <a:pt x="8656" y="71884"/>
                </a:lnTo>
                <a:lnTo>
                  <a:pt x="5949" y="67022"/>
                </a:lnTo>
                <a:lnTo>
                  <a:pt x="2707" y="62694"/>
                </a:lnTo>
                <a:lnTo>
                  <a:pt x="0" y="57831"/>
                </a:lnTo>
                <a:lnTo>
                  <a:pt x="79988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473">
            <a:extLst xmlns:a="http://schemas.openxmlformats.org/drawingml/2006/main">
              <a:ext uri="{FF2B5EF4-FFF2-40B4-BE49-F238E27FC236}">
                <a16:creationId xmlns:a16="http://schemas.microsoft.com/office/drawing/2014/main" id="{5152BFAE-9658-43CE-8885-C3308CA0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6613" y="3763910"/>
            <a:ext cx="136216" cy="187012"/>
          </a:xfrm>
          <a:custGeom xmlns:a="http://schemas.openxmlformats.org/drawingml/2006/main">
            <a:pathLst>
              <a:path w="136216" h="187012">
                <a:moveTo>
                  <a:pt x="0" y="187012"/>
                </a:moveTo>
                <a:lnTo>
                  <a:pt x="1362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267">
            <a:solidFill>
              <a:srgbClr val="111111"/>
            </a:solidFill>
            <a:prstDash val="solid"/>
          </a:ln>
        </p:spPr>
      </p:sp>
      <p:sp>
        <p:nvSpPr>
          <p:cNvPr id="531" name="path-474">
            <a:extLst xmlns:a="http://schemas.openxmlformats.org/drawingml/2006/main">
              <a:ext uri="{FF2B5EF4-FFF2-40B4-BE49-F238E27FC236}">
                <a16:creationId xmlns:a16="http://schemas.microsoft.com/office/drawing/2014/main" id="{A6BA8852-D198-4974-B229-2C1DC34A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1491" y="3915800"/>
            <a:ext cx="70797" cy="70797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3" y="17294"/>
                </a:cubicBezTo>
                <a:cubicBezTo>
                  <a:pt x="8104" y="11879"/>
                  <a:pt x="12431" y="7570"/>
                  <a:pt x="17828" y="4328"/>
                </a:cubicBezTo>
                <a:cubicBezTo>
                  <a:pt x="23244" y="1621"/>
                  <a:pt x="29173" y="0"/>
                  <a:pt x="35675" y="0"/>
                </a:cubicBezTo>
                <a:cubicBezTo>
                  <a:pt x="41606" y="0"/>
                  <a:pt x="47554" y="1621"/>
                  <a:pt x="52969" y="4328"/>
                </a:cubicBezTo>
                <a:cubicBezTo>
                  <a:pt x="58365" y="7570"/>
                  <a:pt x="62693" y="11879"/>
                  <a:pt x="65935" y="17294"/>
                </a:cubicBezTo>
                <a:cubicBezTo>
                  <a:pt x="69177" y="22690"/>
                  <a:pt x="70797" y="29173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3" y="58365"/>
                  <a:pt x="58365" y="62694"/>
                  <a:pt x="52969" y="65935"/>
                </a:cubicBezTo>
                <a:cubicBezTo>
                  <a:pt x="47554" y="68642"/>
                  <a:pt x="41606" y="70797"/>
                  <a:pt x="35675" y="70797"/>
                </a:cubicBezTo>
                <a:cubicBezTo>
                  <a:pt x="29173" y="70797"/>
                  <a:pt x="23244" y="68642"/>
                  <a:pt x="17828" y="65935"/>
                </a:cubicBezTo>
                <a:cubicBezTo>
                  <a:pt x="12431" y="62694"/>
                  <a:pt x="8104" y="58365"/>
                  <a:pt x="4863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475">
            <a:extLst xmlns:a="http://schemas.openxmlformats.org/drawingml/2006/main">
              <a:ext uri="{FF2B5EF4-FFF2-40B4-BE49-F238E27FC236}">
                <a16:creationId xmlns:a16="http://schemas.microsoft.com/office/drawing/2014/main" id="{87B8126D-849A-41C7-922A-B87B457B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5430" y="3765530"/>
            <a:ext cx="10810" cy="553"/>
          </a:xfrm>
          <a:custGeom xmlns:a="http://schemas.openxmlformats.org/drawingml/2006/main">
            <a:pathLst>
              <a:path w="10810" h="553">
                <a:moveTo>
                  <a:pt x="0" y="553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33" name="path-476">
            <a:extLst xmlns:a="http://schemas.openxmlformats.org/drawingml/2006/main">
              <a:ext uri="{FF2B5EF4-FFF2-40B4-BE49-F238E27FC236}">
                <a16:creationId xmlns:a16="http://schemas.microsoft.com/office/drawing/2014/main" id="{7449C697-E6A5-4820-891F-21C76740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240" y="3764996"/>
            <a:ext cx="10812" cy="534"/>
          </a:xfrm>
          <a:custGeom xmlns:a="http://schemas.openxmlformats.org/drawingml/2006/main">
            <a:pathLst>
              <a:path w="10812" h="534">
                <a:moveTo>
                  <a:pt x="0" y="534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34" name="path-477">
            <a:extLst xmlns:a="http://schemas.openxmlformats.org/drawingml/2006/main">
              <a:ext uri="{FF2B5EF4-FFF2-40B4-BE49-F238E27FC236}">
                <a16:creationId xmlns:a16="http://schemas.microsoft.com/office/drawing/2014/main" id="{833D42BE-72A6-43A9-833B-1C9CDACB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052" y="3763910"/>
            <a:ext cx="10811" cy="1087"/>
          </a:xfrm>
          <a:custGeom xmlns:a="http://schemas.openxmlformats.org/drawingml/2006/main">
            <a:pathLst>
              <a:path w="10811" h="1087">
                <a:moveTo>
                  <a:pt x="0" y="1087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35" name="path-478">
            <a:extLst xmlns:a="http://schemas.openxmlformats.org/drawingml/2006/main">
              <a:ext uri="{FF2B5EF4-FFF2-40B4-BE49-F238E27FC236}">
                <a16:creationId xmlns:a16="http://schemas.microsoft.com/office/drawing/2014/main" id="{ECC63D4A-62C1-42B1-B622-C4ED118A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863" y="3762842"/>
            <a:ext cx="10812" cy="1068"/>
          </a:xfrm>
          <a:custGeom xmlns:a="http://schemas.openxmlformats.org/drawingml/2006/main">
            <a:pathLst>
              <a:path w="10812" h="1068">
                <a:moveTo>
                  <a:pt x="0" y="1068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36" name="path-479">
            <a:extLst xmlns:a="http://schemas.openxmlformats.org/drawingml/2006/main">
              <a:ext uri="{FF2B5EF4-FFF2-40B4-BE49-F238E27FC236}">
                <a16:creationId xmlns:a16="http://schemas.microsoft.com/office/drawing/2014/main" id="{E5A4B2A0-3CDE-408C-9C02-AE396161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75" y="3761755"/>
            <a:ext cx="10810" cy="1087"/>
          </a:xfrm>
          <a:custGeom xmlns:a="http://schemas.openxmlformats.org/drawingml/2006/main">
            <a:pathLst>
              <a:path w="10810" h="1087">
                <a:moveTo>
                  <a:pt x="0" y="1087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37" name="path-480">
            <a:extLst xmlns:a="http://schemas.openxmlformats.org/drawingml/2006/main">
              <a:ext uri="{FF2B5EF4-FFF2-40B4-BE49-F238E27FC236}">
                <a16:creationId xmlns:a16="http://schemas.microsoft.com/office/drawing/2014/main" id="{6F906154-562C-4E0A-8CEB-F997A29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9485" y="3761221"/>
            <a:ext cx="10812" cy="534"/>
          </a:xfrm>
          <a:custGeom xmlns:a="http://schemas.openxmlformats.org/drawingml/2006/main">
            <a:pathLst>
              <a:path w="10812" h="534">
                <a:moveTo>
                  <a:pt x="0" y="534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38" name="path-481">
            <a:extLst xmlns:a="http://schemas.openxmlformats.org/drawingml/2006/main">
              <a:ext uri="{FF2B5EF4-FFF2-40B4-BE49-F238E27FC236}">
                <a16:creationId xmlns:a16="http://schemas.microsoft.com/office/drawing/2014/main" id="{4840E3D5-93FE-41E7-A0BC-FBB988B3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0297" y="3761221"/>
            <a:ext cx="10811" cy="534"/>
          </a:xfrm>
          <a:custGeom xmlns:a="http://schemas.openxmlformats.org/drawingml/2006/main">
            <a:pathLst>
              <a:path w="10811" h="534">
                <a:moveTo>
                  <a:pt x="0" y="0"/>
                </a:moveTo>
                <a:lnTo>
                  <a:pt x="10811" y="534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39" name="path-482">
            <a:extLst xmlns:a="http://schemas.openxmlformats.org/drawingml/2006/main">
              <a:ext uri="{FF2B5EF4-FFF2-40B4-BE49-F238E27FC236}">
                <a16:creationId xmlns:a16="http://schemas.microsoft.com/office/drawing/2014/main" id="{7C7C5208-C4D5-4F49-A3D7-F514B6E3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107" y="3761755"/>
            <a:ext cx="10812" cy="2155"/>
          </a:xfrm>
          <a:custGeom xmlns:a="http://schemas.openxmlformats.org/drawingml/2006/main">
            <a:pathLst>
              <a:path w="10812" h="2155">
                <a:moveTo>
                  <a:pt x="0" y="0"/>
                </a:moveTo>
                <a:lnTo>
                  <a:pt x="10812" y="2155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0" name="path-483">
            <a:extLst xmlns:a="http://schemas.openxmlformats.org/drawingml/2006/main">
              <a:ext uri="{FF2B5EF4-FFF2-40B4-BE49-F238E27FC236}">
                <a16:creationId xmlns:a16="http://schemas.microsoft.com/office/drawing/2014/main" id="{B2CF58CE-7E3B-4ADB-BEC9-5D6F7509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920" y="3763910"/>
            <a:ext cx="10791" cy="4881"/>
          </a:xfrm>
          <a:custGeom xmlns:a="http://schemas.openxmlformats.org/drawingml/2006/main">
            <a:pathLst>
              <a:path w="10791" h="4881">
                <a:moveTo>
                  <a:pt x="0" y="0"/>
                </a:moveTo>
                <a:lnTo>
                  <a:pt x="10791" y="4881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1" name="path-484">
            <a:extLst xmlns:a="http://schemas.openxmlformats.org/drawingml/2006/main">
              <a:ext uri="{FF2B5EF4-FFF2-40B4-BE49-F238E27FC236}">
                <a16:creationId xmlns:a16="http://schemas.microsoft.com/office/drawing/2014/main" id="{3E18321F-1EE2-4CC5-8498-CD617F7C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711" y="3768791"/>
            <a:ext cx="10812" cy="7017"/>
          </a:xfrm>
          <a:custGeom xmlns:a="http://schemas.openxmlformats.org/drawingml/2006/main">
            <a:pathLst>
              <a:path w="10812" h="7017">
                <a:moveTo>
                  <a:pt x="0" y="0"/>
                </a:moveTo>
                <a:lnTo>
                  <a:pt x="10812" y="701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2" name="path-485">
            <a:extLst xmlns:a="http://schemas.openxmlformats.org/drawingml/2006/main">
              <a:ext uri="{FF2B5EF4-FFF2-40B4-BE49-F238E27FC236}">
                <a16:creationId xmlns:a16="http://schemas.microsoft.com/office/drawing/2014/main" id="{708A9BDC-4664-4362-8B7B-F476360B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523" y="3775808"/>
            <a:ext cx="10810" cy="9190"/>
          </a:xfrm>
          <a:custGeom xmlns:a="http://schemas.openxmlformats.org/drawingml/2006/main">
            <a:pathLst>
              <a:path w="10810" h="9190">
                <a:moveTo>
                  <a:pt x="0" y="0"/>
                </a:moveTo>
                <a:lnTo>
                  <a:pt x="10810" y="919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3" name="path-486">
            <a:extLst xmlns:a="http://schemas.openxmlformats.org/drawingml/2006/main">
              <a:ext uri="{FF2B5EF4-FFF2-40B4-BE49-F238E27FC236}">
                <a16:creationId xmlns:a16="http://schemas.microsoft.com/office/drawing/2014/main" id="{F6CF99CD-2C7E-469A-926A-C97CF374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333" y="3784998"/>
            <a:ext cx="10812" cy="9724"/>
          </a:xfrm>
          <a:custGeom xmlns:a="http://schemas.openxmlformats.org/drawingml/2006/main">
            <a:pathLst>
              <a:path w="10812" h="9724">
                <a:moveTo>
                  <a:pt x="0" y="0"/>
                </a:moveTo>
                <a:lnTo>
                  <a:pt x="10812" y="9724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4" name="path-487">
            <a:extLst xmlns:a="http://schemas.openxmlformats.org/drawingml/2006/main">
              <a:ext uri="{FF2B5EF4-FFF2-40B4-BE49-F238E27FC236}">
                <a16:creationId xmlns:a16="http://schemas.microsoft.com/office/drawing/2014/main" id="{FEE30CA0-3722-43E8-A6D6-23184ACF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145" y="3794722"/>
            <a:ext cx="10811" cy="8656"/>
          </a:xfrm>
          <a:custGeom xmlns:a="http://schemas.openxmlformats.org/drawingml/2006/main">
            <a:pathLst>
              <a:path w="10811" h="8656">
                <a:moveTo>
                  <a:pt x="0" y="0"/>
                </a:moveTo>
                <a:lnTo>
                  <a:pt x="10811" y="8656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5" name="path-488">
            <a:extLst xmlns:a="http://schemas.openxmlformats.org/drawingml/2006/main">
              <a:ext uri="{FF2B5EF4-FFF2-40B4-BE49-F238E27FC236}">
                <a16:creationId xmlns:a16="http://schemas.microsoft.com/office/drawing/2014/main" id="{CF7140E0-1C2D-4DDF-824B-0F8155F9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956" y="3803379"/>
            <a:ext cx="10812" cy="4310"/>
          </a:xfrm>
          <a:custGeom xmlns:a="http://schemas.openxmlformats.org/drawingml/2006/main">
            <a:pathLst>
              <a:path w="10812" h="4310">
                <a:moveTo>
                  <a:pt x="0" y="0"/>
                </a:moveTo>
                <a:lnTo>
                  <a:pt x="10812" y="431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6" name="path-489">
            <a:extLst xmlns:a="http://schemas.openxmlformats.org/drawingml/2006/main">
              <a:ext uri="{FF2B5EF4-FFF2-40B4-BE49-F238E27FC236}">
                <a16:creationId xmlns:a16="http://schemas.microsoft.com/office/drawing/2014/main" id="{82D16DAD-BDCF-4508-A4CE-786665E6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6768" y="3805000"/>
            <a:ext cx="10810" cy="2688"/>
          </a:xfrm>
          <a:custGeom xmlns:a="http://schemas.openxmlformats.org/drawingml/2006/main">
            <a:pathLst>
              <a:path w="10810" h="2688">
                <a:moveTo>
                  <a:pt x="0" y="2688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7" name="path-490">
            <a:extLst xmlns:a="http://schemas.openxmlformats.org/drawingml/2006/main">
              <a:ext uri="{FF2B5EF4-FFF2-40B4-BE49-F238E27FC236}">
                <a16:creationId xmlns:a16="http://schemas.microsoft.com/office/drawing/2014/main" id="{20C7F3C5-EC41-4ADB-8A05-4018C354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577" y="3793102"/>
            <a:ext cx="10812" cy="11898"/>
          </a:xfrm>
          <a:custGeom xmlns:a="http://schemas.openxmlformats.org/drawingml/2006/main">
            <a:pathLst>
              <a:path w="10812" h="11898">
                <a:moveTo>
                  <a:pt x="0" y="11898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8" name="path-491">
            <a:extLst xmlns:a="http://schemas.openxmlformats.org/drawingml/2006/main">
              <a:ext uri="{FF2B5EF4-FFF2-40B4-BE49-F238E27FC236}">
                <a16:creationId xmlns:a16="http://schemas.microsoft.com/office/drawing/2014/main" id="{204CDDB9-B671-4D06-BE64-CA323615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390" y="3769859"/>
            <a:ext cx="10811" cy="23243"/>
          </a:xfrm>
          <a:custGeom xmlns:a="http://schemas.openxmlformats.org/drawingml/2006/main">
            <a:pathLst>
              <a:path w="10811" h="23243">
                <a:moveTo>
                  <a:pt x="0" y="23243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49" name="path-492">
            <a:extLst xmlns:a="http://schemas.openxmlformats.org/drawingml/2006/main">
              <a:ext uri="{FF2B5EF4-FFF2-40B4-BE49-F238E27FC236}">
                <a16:creationId xmlns:a16="http://schemas.microsoft.com/office/drawing/2014/main" id="{5B1D9F0D-EBFB-41F7-842C-AD243B19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200" y="3737978"/>
            <a:ext cx="10811" cy="31881"/>
          </a:xfrm>
          <a:custGeom xmlns:a="http://schemas.openxmlformats.org/drawingml/2006/main">
            <a:pathLst>
              <a:path w="10811" h="31881">
                <a:moveTo>
                  <a:pt x="0" y="31881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0" name="path-493">
            <a:extLst xmlns:a="http://schemas.openxmlformats.org/drawingml/2006/main">
              <a:ext uri="{FF2B5EF4-FFF2-40B4-BE49-F238E27FC236}">
                <a16:creationId xmlns:a16="http://schemas.microsoft.com/office/drawing/2014/main" id="{CC020CA6-8B3D-4975-8515-F5C59697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011" y="3700148"/>
            <a:ext cx="10811" cy="37830"/>
          </a:xfrm>
          <a:custGeom xmlns:a="http://schemas.openxmlformats.org/drawingml/2006/main">
            <a:pathLst>
              <a:path w="10811" h="37830">
                <a:moveTo>
                  <a:pt x="0" y="37830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1" name="path-494">
            <a:extLst xmlns:a="http://schemas.openxmlformats.org/drawingml/2006/main">
              <a:ext uri="{FF2B5EF4-FFF2-40B4-BE49-F238E27FC236}">
                <a16:creationId xmlns:a16="http://schemas.microsoft.com/office/drawing/2014/main" id="{EFD8C3B6-2058-4317-B5BC-1A91DBC8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822" y="3662852"/>
            <a:ext cx="10812" cy="37296"/>
          </a:xfrm>
          <a:custGeom xmlns:a="http://schemas.openxmlformats.org/drawingml/2006/main">
            <a:pathLst>
              <a:path w="10812" h="37296">
                <a:moveTo>
                  <a:pt x="0" y="37296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2" name="path-495">
            <a:extLst xmlns:a="http://schemas.openxmlformats.org/drawingml/2006/main">
              <a:ext uri="{FF2B5EF4-FFF2-40B4-BE49-F238E27FC236}">
                <a16:creationId xmlns:a16="http://schemas.microsoft.com/office/drawing/2014/main" id="{9CB0BA5C-B32D-4E34-82A0-D000D5B4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634" y="3633660"/>
            <a:ext cx="10811" cy="29192"/>
          </a:xfrm>
          <a:custGeom xmlns:a="http://schemas.openxmlformats.org/drawingml/2006/main">
            <a:pathLst>
              <a:path w="10811" h="29192">
                <a:moveTo>
                  <a:pt x="0" y="29192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3" name="path-496">
            <a:extLst xmlns:a="http://schemas.openxmlformats.org/drawingml/2006/main">
              <a:ext uri="{FF2B5EF4-FFF2-40B4-BE49-F238E27FC236}">
                <a16:creationId xmlns:a16="http://schemas.microsoft.com/office/drawing/2014/main" id="{A67C4597-8ED9-433E-A8B3-8DA66B7F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2445" y="3620695"/>
            <a:ext cx="10811" cy="12965"/>
          </a:xfrm>
          <a:custGeom xmlns:a="http://schemas.openxmlformats.org/drawingml/2006/main">
            <a:pathLst>
              <a:path w="10811" h="12965">
                <a:moveTo>
                  <a:pt x="0" y="12965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4" name="path-497">
            <a:extLst xmlns:a="http://schemas.openxmlformats.org/drawingml/2006/main">
              <a:ext uri="{FF2B5EF4-FFF2-40B4-BE49-F238E27FC236}">
                <a16:creationId xmlns:a16="http://schemas.microsoft.com/office/drawing/2014/main" id="{76877168-687F-445F-8D32-34F897BD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256" y="3620695"/>
            <a:ext cx="10793" cy="8638"/>
          </a:xfrm>
          <a:custGeom xmlns:a="http://schemas.openxmlformats.org/drawingml/2006/main">
            <a:pathLst>
              <a:path w="10793" h="8638">
                <a:moveTo>
                  <a:pt x="0" y="0"/>
                </a:moveTo>
                <a:lnTo>
                  <a:pt x="10793" y="8638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5" name="path-498">
            <a:extLst xmlns:a="http://schemas.openxmlformats.org/drawingml/2006/main">
              <a:ext uri="{FF2B5EF4-FFF2-40B4-BE49-F238E27FC236}">
                <a16:creationId xmlns:a16="http://schemas.microsoft.com/office/drawing/2014/main" id="{6441A06A-49FA-4192-A2A0-254FC6D5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4049" y="3629333"/>
            <a:ext cx="11365" cy="32967"/>
          </a:xfrm>
          <a:custGeom xmlns:a="http://schemas.openxmlformats.org/drawingml/2006/main">
            <a:pathLst>
              <a:path w="11365" h="32967">
                <a:moveTo>
                  <a:pt x="0" y="0"/>
                </a:moveTo>
                <a:lnTo>
                  <a:pt x="11365" y="3296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6" name="path-499">
            <a:extLst xmlns:a="http://schemas.openxmlformats.org/drawingml/2006/main">
              <a:ext uri="{FF2B5EF4-FFF2-40B4-BE49-F238E27FC236}">
                <a16:creationId xmlns:a16="http://schemas.microsoft.com/office/drawing/2014/main" id="{67F682CA-D906-49E6-B4A5-93B9DEA8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5413" y="3662300"/>
            <a:ext cx="10810" cy="55677"/>
          </a:xfrm>
          <a:custGeom xmlns:a="http://schemas.openxmlformats.org/drawingml/2006/main">
            <a:pathLst>
              <a:path w="10810" h="55677">
                <a:moveTo>
                  <a:pt x="0" y="0"/>
                </a:moveTo>
                <a:lnTo>
                  <a:pt x="10810" y="5567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7" name="path-500">
            <a:extLst xmlns:a="http://schemas.openxmlformats.org/drawingml/2006/main">
              <a:ext uri="{FF2B5EF4-FFF2-40B4-BE49-F238E27FC236}">
                <a16:creationId xmlns:a16="http://schemas.microsoft.com/office/drawing/2014/main" id="{FC357D52-E6FC-422F-932A-81A62CFF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6223" y="3717976"/>
            <a:ext cx="10812" cy="69729"/>
          </a:xfrm>
          <a:custGeom xmlns:a="http://schemas.openxmlformats.org/drawingml/2006/main">
            <a:pathLst>
              <a:path w="10812" h="69729">
                <a:moveTo>
                  <a:pt x="0" y="0"/>
                </a:moveTo>
                <a:lnTo>
                  <a:pt x="10812" y="69729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8" name="path-501">
            <a:extLst xmlns:a="http://schemas.openxmlformats.org/drawingml/2006/main">
              <a:ext uri="{FF2B5EF4-FFF2-40B4-BE49-F238E27FC236}">
                <a16:creationId xmlns:a16="http://schemas.microsoft.com/office/drawing/2014/main" id="{1B308DF5-A795-4C31-BDB5-5686DA61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7035" y="3787705"/>
            <a:ext cx="10811" cy="74573"/>
          </a:xfrm>
          <a:custGeom xmlns:a="http://schemas.openxmlformats.org/drawingml/2006/main">
            <a:pathLst>
              <a:path w="10811" h="74573">
                <a:moveTo>
                  <a:pt x="0" y="0"/>
                </a:moveTo>
                <a:lnTo>
                  <a:pt x="10811" y="74573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59" name="path-502">
            <a:extLst xmlns:a="http://schemas.openxmlformats.org/drawingml/2006/main">
              <a:ext uri="{FF2B5EF4-FFF2-40B4-BE49-F238E27FC236}">
                <a16:creationId xmlns:a16="http://schemas.microsoft.com/office/drawing/2014/main" id="{463CE6EA-D3B5-45B3-B061-78290EA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7846" y="3862278"/>
            <a:ext cx="10791" cy="64867"/>
          </a:xfrm>
          <a:custGeom xmlns:a="http://schemas.openxmlformats.org/drawingml/2006/main">
            <a:pathLst>
              <a:path w="10791" h="64867">
                <a:moveTo>
                  <a:pt x="0" y="0"/>
                </a:moveTo>
                <a:lnTo>
                  <a:pt x="10791" y="6486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0" name="path-503">
            <a:extLst xmlns:a="http://schemas.openxmlformats.org/drawingml/2006/main">
              <a:ext uri="{FF2B5EF4-FFF2-40B4-BE49-F238E27FC236}">
                <a16:creationId xmlns:a16="http://schemas.microsoft.com/office/drawing/2014/main" id="{940E8401-B769-48DC-AEE9-517C9D21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8637" y="3927145"/>
            <a:ext cx="10812" cy="44865"/>
          </a:xfrm>
          <a:custGeom xmlns:a="http://schemas.openxmlformats.org/drawingml/2006/main">
            <a:pathLst>
              <a:path w="10812" h="44865">
                <a:moveTo>
                  <a:pt x="0" y="0"/>
                </a:moveTo>
                <a:lnTo>
                  <a:pt x="10812" y="44865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1" name="path-504">
            <a:extLst xmlns:a="http://schemas.openxmlformats.org/drawingml/2006/main">
              <a:ext uri="{FF2B5EF4-FFF2-40B4-BE49-F238E27FC236}">
                <a16:creationId xmlns:a16="http://schemas.microsoft.com/office/drawing/2014/main" id="{FF09EACD-E026-4191-90FC-8D462263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450" y="3972011"/>
            <a:ext cx="10811" cy="15673"/>
          </a:xfrm>
          <a:custGeom xmlns:a="http://schemas.openxmlformats.org/drawingml/2006/main">
            <a:pathLst>
              <a:path w="10811" h="15673">
                <a:moveTo>
                  <a:pt x="0" y="0"/>
                </a:moveTo>
                <a:lnTo>
                  <a:pt x="10811" y="15673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2" name="path-505">
            <a:extLst xmlns:a="http://schemas.openxmlformats.org/drawingml/2006/main">
              <a:ext uri="{FF2B5EF4-FFF2-40B4-BE49-F238E27FC236}">
                <a16:creationId xmlns:a16="http://schemas.microsoft.com/office/drawing/2014/main" id="{0C93DA95-FDBB-4D53-ACEA-5646A75D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260" y="3971457"/>
            <a:ext cx="10811" cy="16227"/>
          </a:xfrm>
          <a:custGeom xmlns:a="http://schemas.openxmlformats.org/drawingml/2006/main">
            <a:pathLst>
              <a:path w="10811" h="16227">
                <a:moveTo>
                  <a:pt x="0" y="16227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3" name="path-506">
            <a:extLst xmlns:a="http://schemas.openxmlformats.org/drawingml/2006/main">
              <a:ext uri="{FF2B5EF4-FFF2-40B4-BE49-F238E27FC236}">
                <a16:creationId xmlns:a16="http://schemas.microsoft.com/office/drawing/2014/main" id="{21C62C34-73E3-4C29-B0B3-658D9817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071" y="3926058"/>
            <a:ext cx="10812" cy="45399"/>
          </a:xfrm>
          <a:custGeom xmlns:a="http://schemas.openxmlformats.org/drawingml/2006/main">
            <a:pathLst>
              <a:path w="10812" h="45399">
                <a:moveTo>
                  <a:pt x="0" y="45399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4" name="path-507">
            <a:extLst xmlns:a="http://schemas.openxmlformats.org/drawingml/2006/main">
              <a:ext uri="{FF2B5EF4-FFF2-40B4-BE49-F238E27FC236}">
                <a16:creationId xmlns:a16="http://schemas.microsoft.com/office/drawing/2014/main" id="{D9D956F6-F728-4735-844B-52AD82BF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883" y="3860658"/>
            <a:ext cx="10811" cy="65400"/>
          </a:xfrm>
          <a:custGeom xmlns:a="http://schemas.openxmlformats.org/drawingml/2006/main">
            <a:pathLst>
              <a:path w="10811" h="65400">
                <a:moveTo>
                  <a:pt x="0" y="65400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5" name="path-508">
            <a:extLst xmlns:a="http://schemas.openxmlformats.org/drawingml/2006/main">
              <a:ext uri="{FF2B5EF4-FFF2-40B4-BE49-F238E27FC236}">
                <a16:creationId xmlns:a16="http://schemas.microsoft.com/office/drawing/2014/main" id="{5496488A-3E82-4039-A7F0-84C5331B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694" y="3786085"/>
            <a:ext cx="10811" cy="74573"/>
          </a:xfrm>
          <a:custGeom xmlns:a="http://schemas.openxmlformats.org/drawingml/2006/main">
            <a:pathLst>
              <a:path w="10811" h="74573">
                <a:moveTo>
                  <a:pt x="0" y="74573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6" name="path-509">
            <a:extLst xmlns:a="http://schemas.openxmlformats.org/drawingml/2006/main">
              <a:ext uri="{FF2B5EF4-FFF2-40B4-BE49-F238E27FC236}">
                <a16:creationId xmlns:a16="http://schemas.microsoft.com/office/drawing/2014/main" id="{EABC542A-D75F-418D-A721-353D963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3505" y="3716355"/>
            <a:ext cx="10811" cy="69729"/>
          </a:xfrm>
          <a:custGeom xmlns:a="http://schemas.openxmlformats.org/drawingml/2006/main">
            <a:pathLst>
              <a:path w="10811" h="69729">
                <a:moveTo>
                  <a:pt x="0" y="69729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7" name="path-510">
            <a:extLst xmlns:a="http://schemas.openxmlformats.org/drawingml/2006/main">
              <a:ext uri="{FF2B5EF4-FFF2-40B4-BE49-F238E27FC236}">
                <a16:creationId xmlns:a16="http://schemas.microsoft.com/office/drawing/2014/main" id="{7442A8C7-B6B5-4FAE-8CE8-4E6F892B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316" y="3661232"/>
            <a:ext cx="10812" cy="55123"/>
          </a:xfrm>
          <a:custGeom xmlns:a="http://schemas.openxmlformats.org/drawingml/2006/main">
            <a:pathLst>
              <a:path w="10812" h="55123">
                <a:moveTo>
                  <a:pt x="0" y="55123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8" name="path-511">
            <a:extLst xmlns:a="http://schemas.openxmlformats.org/drawingml/2006/main">
              <a:ext uri="{FF2B5EF4-FFF2-40B4-BE49-F238E27FC236}">
                <a16:creationId xmlns:a16="http://schemas.microsoft.com/office/drawing/2014/main" id="{20321132-BB0B-465B-A779-6FF03D7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5128" y="3628245"/>
            <a:ext cx="10811" cy="32987"/>
          </a:xfrm>
          <a:custGeom xmlns:a="http://schemas.openxmlformats.org/drawingml/2006/main">
            <a:pathLst>
              <a:path w="10811" h="32987">
                <a:moveTo>
                  <a:pt x="0" y="32987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69" name="path-512">
            <a:extLst xmlns:a="http://schemas.openxmlformats.org/drawingml/2006/main">
              <a:ext uri="{FF2B5EF4-FFF2-40B4-BE49-F238E27FC236}">
                <a16:creationId xmlns:a16="http://schemas.microsoft.com/office/drawing/2014/main" id="{DDAD351D-4B9C-49AB-8D2A-53D32EA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5939" y="3620142"/>
            <a:ext cx="10811" cy="8104"/>
          </a:xfrm>
          <a:custGeom xmlns:a="http://schemas.openxmlformats.org/drawingml/2006/main">
            <a:pathLst>
              <a:path w="10811" h="8104">
                <a:moveTo>
                  <a:pt x="0" y="8104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0" name="path-513">
            <a:extLst xmlns:a="http://schemas.openxmlformats.org/drawingml/2006/main">
              <a:ext uri="{FF2B5EF4-FFF2-40B4-BE49-F238E27FC236}">
                <a16:creationId xmlns:a16="http://schemas.microsoft.com/office/drawing/2014/main" id="{324AE49B-5990-4088-BBD0-A2D0F0D8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6750" y="3620142"/>
            <a:ext cx="10811" cy="13519"/>
          </a:xfrm>
          <a:custGeom xmlns:a="http://schemas.openxmlformats.org/drawingml/2006/main">
            <a:pathLst>
              <a:path w="10811" h="13519">
                <a:moveTo>
                  <a:pt x="0" y="0"/>
                </a:moveTo>
                <a:lnTo>
                  <a:pt x="10811" y="13519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1" name="path-514">
            <a:extLst xmlns:a="http://schemas.openxmlformats.org/drawingml/2006/main">
              <a:ext uri="{FF2B5EF4-FFF2-40B4-BE49-F238E27FC236}">
                <a16:creationId xmlns:a16="http://schemas.microsoft.com/office/drawing/2014/main" id="{F15FE2F7-62C9-496F-B915-76AA15E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7561" y="3633660"/>
            <a:ext cx="10812" cy="29727"/>
          </a:xfrm>
          <a:custGeom xmlns:a="http://schemas.openxmlformats.org/drawingml/2006/main">
            <a:pathLst>
              <a:path w="10812" h="29727">
                <a:moveTo>
                  <a:pt x="0" y="0"/>
                </a:moveTo>
                <a:lnTo>
                  <a:pt x="10812" y="2972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2" name="path-515">
            <a:extLst xmlns:a="http://schemas.openxmlformats.org/drawingml/2006/main">
              <a:ext uri="{FF2B5EF4-FFF2-40B4-BE49-F238E27FC236}">
                <a16:creationId xmlns:a16="http://schemas.microsoft.com/office/drawing/2014/main" id="{070B7C53-C8C7-44BF-97B4-F5853051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373" y="3663387"/>
            <a:ext cx="10811" cy="37296"/>
          </a:xfrm>
          <a:custGeom xmlns:a="http://schemas.openxmlformats.org/drawingml/2006/main">
            <a:pathLst>
              <a:path w="10811" h="37296">
                <a:moveTo>
                  <a:pt x="0" y="0"/>
                </a:moveTo>
                <a:lnTo>
                  <a:pt x="10811" y="37296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3" name="path-516">
            <a:extLst xmlns:a="http://schemas.openxmlformats.org/drawingml/2006/main">
              <a:ext uri="{FF2B5EF4-FFF2-40B4-BE49-F238E27FC236}">
                <a16:creationId xmlns:a16="http://schemas.microsoft.com/office/drawing/2014/main" id="{98A9457D-8D3F-4F6C-9970-A365DDC6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184" y="3700683"/>
            <a:ext cx="10791" cy="37830"/>
          </a:xfrm>
          <a:custGeom xmlns:a="http://schemas.openxmlformats.org/drawingml/2006/main">
            <a:pathLst>
              <a:path w="10791" h="37830">
                <a:moveTo>
                  <a:pt x="0" y="0"/>
                </a:moveTo>
                <a:lnTo>
                  <a:pt x="10791" y="3783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4" name="path-517">
            <a:extLst xmlns:a="http://schemas.openxmlformats.org/drawingml/2006/main">
              <a:ext uri="{FF2B5EF4-FFF2-40B4-BE49-F238E27FC236}">
                <a16:creationId xmlns:a16="http://schemas.microsoft.com/office/drawing/2014/main" id="{24416B1D-8971-4F54-8C47-E84261D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9975" y="3738512"/>
            <a:ext cx="10812" cy="32433"/>
          </a:xfrm>
          <a:custGeom xmlns:a="http://schemas.openxmlformats.org/drawingml/2006/main">
            <a:pathLst>
              <a:path w="10812" h="32433">
                <a:moveTo>
                  <a:pt x="0" y="0"/>
                </a:moveTo>
                <a:lnTo>
                  <a:pt x="10812" y="32433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5" name="path-518">
            <a:extLst xmlns:a="http://schemas.openxmlformats.org/drawingml/2006/main">
              <a:ext uri="{FF2B5EF4-FFF2-40B4-BE49-F238E27FC236}">
                <a16:creationId xmlns:a16="http://schemas.microsoft.com/office/drawing/2014/main" id="{CC8E5D4B-84B4-4A4E-83AB-E8602591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0787" y="3770945"/>
            <a:ext cx="10811" cy="22690"/>
          </a:xfrm>
          <a:custGeom xmlns:a="http://schemas.openxmlformats.org/drawingml/2006/main">
            <a:pathLst>
              <a:path w="10811" h="22690">
                <a:moveTo>
                  <a:pt x="0" y="0"/>
                </a:moveTo>
                <a:lnTo>
                  <a:pt x="10811" y="2269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6" name="path-519">
            <a:extLst xmlns:a="http://schemas.openxmlformats.org/drawingml/2006/main">
              <a:ext uri="{FF2B5EF4-FFF2-40B4-BE49-F238E27FC236}">
                <a16:creationId xmlns:a16="http://schemas.microsoft.com/office/drawing/2014/main" id="{387B4756-B58F-4168-A497-EF228D43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1598" y="3793636"/>
            <a:ext cx="10811" cy="11898"/>
          </a:xfrm>
          <a:custGeom xmlns:a="http://schemas.openxmlformats.org/drawingml/2006/main">
            <a:pathLst>
              <a:path w="10811" h="11898">
                <a:moveTo>
                  <a:pt x="0" y="0"/>
                </a:moveTo>
                <a:lnTo>
                  <a:pt x="10811" y="11898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7" name="path-520">
            <a:extLst xmlns:a="http://schemas.openxmlformats.org/drawingml/2006/main">
              <a:ext uri="{FF2B5EF4-FFF2-40B4-BE49-F238E27FC236}">
                <a16:creationId xmlns:a16="http://schemas.microsoft.com/office/drawing/2014/main" id="{E21BA815-CAAB-4410-9D92-5701324E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409" y="3805534"/>
            <a:ext cx="10812" cy="2707"/>
          </a:xfrm>
          <a:custGeom xmlns:a="http://schemas.openxmlformats.org/drawingml/2006/main">
            <a:pathLst>
              <a:path w="10812" h="2707">
                <a:moveTo>
                  <a:pt x="0" y="0"/>
                </a:moveTo>
                <a:lnTo>
                  <a:pt x="10812" y="270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8" name="path-521">
            <a:extLst xmlns:a="http://schemas.openxmlformats.org/drawingml/2006/main">
              <a:ext uri="{FF2B5EF4-FFF2-40B4-BE49-F238E27FC236}">
                <a16:creationId xmlns:a16="http://schemas.microsoft.com/office/drawing/2014/main" id="{2D953EE8-9CEC-4D9D-92DD-8965DCE2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221" y="3803379"/>
            <a:ext cx="10811" cy="4862"/>
          </a:xfrm>
          <a:custGeom xmlns:a="http://schemas.openxmlformats.org/drawingml/2006/main">
            <a:pathLst>
              <a:path w="10811" h="4862">
                <a:moveTo>
                  <a:pt x="0" y="4862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79" name="path-522">
            <a:extLst xmlns:a="http://schemas.openxmlformats.org/drawingml/2006/main">
              <a:ext uri="{FF2B5EF4-FFF2-40B4-BE49-F238E27FC236}">
                <a16:creationId xmlns:a16="http://schemas.microsoft.com/office/drawing/2014/main" id="{E568B294-4DB0-4897-9485-B7A9A799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032" y="3794722"/>
            <a:ext cx="10811" cy="8656"/>
          </a:xfrm>
          <a:custGeom xmlns:a="http://schemas.openxmlformats.org/drawingml/2006/main">
            <a:pathLst>
              <a:path w="10811" h="8656">
                <a:moveTo>
                  <a:pt x="0" y="8656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0" name="path-523">
            <a:extLst xmlns:a="http://schemas.openxmlformats.org/drawingml/2006/main">
              <a:ext uri="{FF2B5EF4-FFF2-40B4-BE49-F238E27FC236}">
                <a16:creationId xmlns:a16="http://schemas.microsoft.com/office/drawing/2014/main" id="{708A8A81-9677-4D12-BF7A-7EF0CBD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843" y="3784465"/>
            <a:ext cx="10811" cy="10258"/>
          </a:xfrm>
          <a:custGeom xmlns:a="http://schemas.openxmlformats.org/drawingml/2006/main">
            <a:pathLst>
              <a:path w="10811" h="10258">
                <a:moveTo>
                  <a:pt x="0" y="10258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1" name="path-524">
            <a:extLst xmlns:a="http://schemas.openxmlformats.org/drawingml/2006/main">
              <a:ext uri="{FF2B5EF4-FFF2-40B4-BE49-F238E27FC236}">
                <a16:creationId xmlns:a16="http://schemas.microsoft.com/office/drawing/2014/main" id="{4D69EFE4-CB54-4A53-9DAF-374723B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654" y="3775273"/>
            <a:ext cx="10812" cy="9191"/>
          </a:xfrm>
          <a:custGeom xmlns:a="http://schemas.openxmlformats.org/drawingml/2006/main">
            <a:pathLst>
              <a:path w="10812" h="9191">
                <a:moveTo>
                  <a:pt x="0" y="9191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2" name="path-525">
            <a:extLst xmlns:a="http://schemas.openxmlformats.org/drawingml/2006/main">
              <a:ext uri="{FF2B5EF4-FFF2-40B4-BE49-F238E27FC236}">
                <a16:creationId xmlns:a16="http://schemas.microsoft.com/office/drawing/2014/main" id="{CD5BE185-8324-4103-854C-968B8076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466" y="3768238"/>
            <a:ext cx="10810" cy="7035"/>
          </a:xfrm>
          <a:custGeom xmlns:a="http://schemas.openxmlformats.org/drawingml/2006/main">
            <a:pathLst>
              <a:path w="10810" h="7035">
                <a:moveTo>
                  <a:pt x="0" y="7035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3" name="path-526">
            <a:extLst xmlns:a="http://schemas.openxmlformats.org/drawingml/2006/main">
              <a:ext uri="{FF2B5EF4-FFF2-40B4-BE49-F238E27FC236}">
                <a16:creationId xmlns:a16="http://schemas.microsoft.com/office/drawing/2014/main" id="{45040333-785D-4D31-AC93-3A71C8A0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7275" y="3763910"/>
            <a:ext cx="10812" cy="4328"/>
          </a:xfrm>
          <a:custGeom xmlns:a="http://schemas.openxmlformats.org/drawingml/2006/main">
            <a:pathLst>
              <a:path w="10812" h="4328">
                <a:moveTo>
                  <a:pt x="0" y="4328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4" name="path-527">
            <a:extLst xmlns:a="http://schemas.openxmlformats.org/drawingml/2006/main">
              <a:ext uri="{FF2B5EF4-FFF2-40B4-BE49-F238E27FC236}">
                <a16:creationId xmlns:a16="http://schemas.microsoft.com/office/drawing/2014/main" id="{4D16EB0C-FBB0-47EA-AD5B-5E458B7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8087" y="3761755"/>
            <a:ext cx="10811" cy="2155"/>
          </a:xfrm>
          <a:custGeom xmlns:a="http://schemas.openxmlformats.org/drawingml/2006/main">
            <a:pathLst>
              <a:path w="10811" h="2155">
                <a:moveTo>
                  <a:pt x="0" y="2155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5" name="path-528">
            <a:extLst xmlns:a="http://schemas.openxmlformats.org/drawingml/2006/main">
              <a:ext uri="{FF2B5EF4-FFF2-40B4-BE49-F238E27FC236}">
                <a16:creationId xmlns:a16="http://schemas.microsoft.com/office/drawing/2014/main" id="{A8CB0CDB-C372-4571-A424-3FEA9F0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898" y="3761221"/>
            <a:ext cx="10812" cy="534"/>
          </a:xfrm>
          <a:custGeom xmlns:a="http://schemas.openxmlformats.org/drawingml/2006/main">
            <a:pathLst>
              <a:path w="10812" h="534">
                <a:moveTo>
                  <a:pt x="0" y="534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6" name="path-529">
            <a:extLst xmlns:a="http://schemas.openxmlformats.org/drawingml/2006/main">
              <a:ext uri="{FF2B5EF4-FFF2-40B4-BE49-F238E27FC236}">
                <a16:creationId xmlns:a16="http://schemas.microsoft.com/office/drawing/2014/main" id="{05D55A55-C00D-494D-8880-85E81B4B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9710" y="3761221"/>
            <a:ext cx="10810" cy="534"/>
          </a:xfrm>
          <a:custGeom xmlns:a="http://schemas.openxmlformats.org/drawingml/2006/main">
            <a:pathLst>
              <a:path w="10810" h="534">
                <a:moveTo>
                  <a:pt x="0" y="0"/>
                </a:moveTo>
                <a:lnTo>
                  <a:pt x="10810" y="534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7" name="path-530">
            <a:extLst xmlns:a="http://schemas.openxmlformats.org/drawingml/2006/main">
              <a:ext uri="{FF2B5EF4-FFF2-40B4-BE49-F238E27FC236}">
                <a16:creationId xmlns:a16="http://schemas.microsoft.com/office/drawing/2014/main" id="{9600DB16-77AF-4CDE-9102-1E1A0D8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20" y="3761755"/>
            <a:ext cx="10793" cy="1087"/>
          </a:xfrm>
          <a:custGeom xmlns:a="http://schemas.openxmlformats.org/drawingml/2006/main">
            <a:pathLst>
              <a:path w="10793" h="1087">
                <a:moveTo>
                  <a:pt x="0" y="0"/>
                </a:moveTo>
                <a:lnTo>
                  <a:pt x="10793" y="108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8" name="path-531">
            <a:extLst xmlns:a="http://schemas.openxmlformats.org/drawingml/2006/main">
              <a:ext uri="{FF2B5EF4-FFF2-40B4-BE49-F238E27FC236}">
                <a16:creationId xmlns:a16="http://schemas.microsoft.com/office/drawing/2014/main" id="{4EADBB26-9DDE-43F6-A36C-0351FA6B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1313" y="3762842"/>
            <a:ext cx="10811" cy="1068"/>
          </a:xfrm>
          <a:custGeom xmlns:a="http://schemas.openxmlformats.org/drawingml/2006/main">
            <a:pathLst>
              <a:path w="10811" h="1068">
                <a:moveTo>
                  <a:pt x="0" y="0"/>
                </a:moveTo>
                <a:lnTo>
                  <a:pt x="10811" y="1068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89" name="path-532">
            <a:extLst xmlns:a="http://schemas.openxmlformats.org/drawingml/2006/main">
              <a:ext uri="{FF2B5EF4-FFF2-40B4-BE49-F238E27FC236}">
                <a16:creationId xmlns:a16="http://schemas.microsoft.com/office/drawing/2014/main" id="{0F085F18-7772-4138-86DF-F512A3F8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123" y="3763910"/>
            <a:ext cx="10812" cy="1087"/>
          </a:xfrm>
          <a:custGeom xmlns:a="http://schemas.openxmlformats.org/drawingml/2006/main">
            <a:pathLst>
              <a:path w="10812" h="1087">
                <a:moveTo>
                  <a:pt x="0" y="0"/>
                </a:moveTo>
                <a:lnTo>
                  <a:pt x="10812" y="1087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90" name="path-533">
            <a:extLst xmlns:a="http://schemas.openxmlformats.org/drawingml/2006/main">
              <a:ext uri="{FF2B5EF4-FFF2-40B4-BE49-F238E27FC236}">
                <a16:creationId xmlns:a16="http://schemas.microsoft.com/office/drawing/2014/main" id="{C5B3C226-1F4A-4760-9AF7-81755876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2936" y="3764996"/>
            <a:ext cx="11364" cy="534"/>
          </a:xfrm>
          <a:custGeom xmlns:a="http://schemas.openxmlformats.org/drawingml/2006/main">
            <a:pathLst>
              <a:path w="11364" h="534">
                <a:moveTo>
                  <a:pt x="0" y="0"/>
                </a:moveTo>
                <a:lnTo>
                  <a:pt x="11364" y="534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91" name="path-534">
            <a:extLst xmlns:a="http://schemas.openxmlformats.org/drawingml/2006/main">
              <a:ext uri="{FF2B5EF4-FFF2-40B4-BE49-F238E27FC236}">
                <a16:creationId xmlns:a16="http://schemas.microsoft.com/office/drawing/2014/main" id="{40FC2566-A067-4E87-A22D-A0F483B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299" y="3765530"/>
            <a:ext cx="10812" cy="553"/>
          </a:xfrm>
          <a:custGeom xmlns:a="http://schemas.openxmlformats.org/drawingml/2006/main">
            <a:pathLst>
              <a:path w="10812" h="553">
                <a:moveTo>
                  <a:pt x="0" y="0"/>
                </a:moveTo>
                <a:lnTo>
                  <a:pt x="10812" y="553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55555"/>
            </a:solidFill>
            <a:prstDash val="solid"/>
          </a:ln>
        </p:spPr>
      </p:sp>
      <p:sp>
        <p:nvSpPr>
          <p:cNvPr id="592" name="path-535">
            <a:extLst xmlns:a="http://schemas.openxmlformats.org/drawingml/2006/main">
              <a:ext uri="{FF2B5EF4-FFF2-40B4-BE49-F238E27FC236}">
                <a16:creationId xmlns:a16="http://schemas.microsoft.com/office/drawing/2014/main" id="{006FE9B6-C3A2-450E-8A12-10564D55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0764" y="3812569"/>
            <a:ext cx="125387" cy="138905"/>
          </a:xfrm>
          <a:custGeom xmlns:a="http://schemas.openxmlformats.org/drawingml/2006/main">
            <a:pathLst>
              <a:path w="125387" h="138905">
                <a:moveTo>
                  <a:pt x="0" y="138905"/>
                </a:moveTo>
                <a:lnTo>
                  <a:pt x="0" y="129162"/>
                </a:lnTo>
                <a:lnTo>
                  <a:pt x="533" y="119972"/>
                </a:lnTo>
                <a:lnTo>
                  <a:pt x="1621" y="110800"/>
                </a:lnTo>
                <a:lnTo>
                  <a:pt x="2688" y="101609"/>
                </a:lnTo>
                <a:lnTo>
                  <a:pt x="4309" y="92419"/>
                </a:lnTo>
                <a:lnTo>
                  <a:pt x="6482" y="83229"/>
                </a:lnTo>
                <a:lnTo>
                  <a:pt x="8638" y="74572"/>
                </a:lnTo>
                <a:lnTo>
                  <a:pt x="11345" y="65401"/>
                </a:lnTo>
                <a:lnTo>
                  <a:pt x="14585" y="56744"/>
                </a:lnTo>
                <a:lnTo>
                  <a:pt x="17828" y="48088"/>
                </a:lnTo>
                <a:lnTo>
                  <a:pt x="21604" y="39451"/>
                </a:lnTo>
                <a:lnTo>
                  <a:pt x="25397" y="31347"/>
                </a:lnTo>
                <a:lnTo>
                  <a:pt x="29726" y="23224"/>
                </a:lnTo>
                <a:lnTo>
                  <a:pt x="34588" y="15121"/>
                </a:lnTo>
                <a:lnTo>
                  <a:pt x="39450" y="7551"/>
                </a:lnTo>
                <a:lnTo>
                  <a:pt x="44847" y="0"/>
                </a:lnTo>
                <a:lnTo>
                  <a:pt x="125387" y="57831"/>
                </a:lnTo>
                <a:lnTo>
                  <a:pt x="122145" y="62694"/>
                </a:lnTo>
                <a:lnTo>
                  <a:pt x="118904" y="67022"/>
                </a:lnTo>
                <a:lnTo>
                  <a:pt x="116197" y="71884"/>
                </a:lnTo>
                <a:lnTo>
                  <a:pt x="114041" y="76193"/>
                </a:lnTo>
                <a:lnTo>
                  <a:pt x="111334" y="81074"/>
                </a:lnTo>
                <a:lnTo>
                  <a:pt x="109179" y="85937"/>
                </a:lnTo>
                <a:lnTo>
                  <a:pt x="107560" y="91332"/>
                </a:lnTo>
                <a:lnTo>
                  <a:pt x="105385" y="96195"/>
                </a:lnTo>
                <a:lnTo>
                  <a:pt x="104298" y="101609"/>
                </a:lnTo>
                <a:lnTo>
                  <a:pt x="102677" y="106472"/>
                </a:lnTo>
                <a:lnTo>
                  <a:pt x="101609" y="111867"/>
                </a:lnTo>
                <a:lnTo>
                  <a:pt x="100523" y="117283"/>
                </a:lnTo>
                <a:lnTo>
                  <a:pt x="99989" y="122679"/>
                </a:lnTo>
                <a:lnTo>
                  <a:pt x="99436" y="128094"/>
                </a:lnTo>
                <a:lnTo>
                  <a:pt x="98901" y="133490"/>
                </a:lnTo>
                <a:lnTo>
                  <a:pt x="98901" y="138905"/>
                </a:lnTo>
                <a:lnTo>
                  <a:pt x="0" y="138905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36">
            <a:extLst xmlns:a="http://schemas.openxmlformats.org/drawingml/2006/main">
              <a:ext uri="{FF2B5EF4-FFF2-40B4-BE49-F238E27FC236}">
                <a16:creationId xmlns:a16="http://schemas.microsoft.com/office/drawing/2014/main" id="{1A02F4BE-147C-459B-9587-89427C5D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6163" y="3726613"/>
            <a:ext cx="148628" cy="144321"/>
          </a:xfrm>
          <a:custGeom xmlns:a="http://schemas.openxmlformats.org/drawingml/2006/main">
            <a:pathLst>
              <a:path w="148628" h="144321">
                <a:moveTo>
                  <a:pt x="0" y="85403"/>
                </a:moveTo>
                <a:lnTo>
                  <a:pt x="5396" y="78386"/>
                </a:lnTo>
                <a:lnTo>
                  <a:pt x="11344" y="70817"/>
                </a:lnTo>
                <a:lnTo>
                  <a:pt x="17293" y="64334"/>
                </a:lnTo>
                <a:lnTo>
                  <a:pt x="23777" y="57297"/>
                </a:lnTo>
                <a:lnTo>
                  <a:pt x="30259" y="50815"/>
                </a:lnTo>
                <a:lnTo>
                  <a:pt x="37296" y="44866"/>
                </a:lnTo>
                <a:lnTo>
                  <a:pt x="44311" y="38917"/>
                </a:lnTo>
                <a:lnTo>
                  <a:pt x="51882" y="33521"/>
                </a:lnTo>
                <a:lnTo>
                  <a:pt x="59451" y="28125"/>
                </a:lnTo>
                <a:lnTo>
                  <a:pt x="67555" y="23244"/>
                </a:lnTo>
                <a:lnTo>
                  <a:pt x="75125" y="18382"/>
                </a:lnTo>
                <a:lnTo>
                  <a:pt x="83762" y="14072"/>
                </a:lnTo>
                <a:lnTo>
                  <a:pt x="91884" y="9744"/>
                </a:lnTo>
                <a:lnTo>
                  <a:pt x="100522" y="5950"/>
                </a:lnTo>
                <a:lnTo>
                  <a:pt x="109179" y="2708"/>
                </a:lnTo>
                <a:lnTo>
                  <a:pt x="117816" y="0"/>
                </a:lnTo>
                <a:lnTo>
                  <a:pt x="148628" y="94060"/>
                </a:lnTo>
                <a:lnTo>
                  <a:pt x="143233" y="96214"/>
                </a:lnTo>
                <a:lnTo>
                  <a:pt x="138352" y="97835"/>
                </a:lnTo>
                <a:lnTo>
                  <a:pt x="133489" y="100009"/>
                </a:lnTo>
                <a:lnTo>
                  <a:pt x="128627" y="102697"/>
                </a:lnTo>
                <a:lnTo>
                  <a:pt x="123764" y="104870"/>
                </a:lnTo>
                <a:lnTo>
                  <a:pt x="118904" y="107560"/>
                </a:lnTo>
                <a:lnTo>
                  <a:pt x="114574" y="110820"/>
                </a:lnTo>
                <a:lnTo>
                  <a:pt x="110247" y="113508"/>
                </a:lnTo>
                <a:lnTo>
                  <a:pt x="105937" y="116750"/>
                </a:lnTo>
                <a:lnTo>
                  <a:pt x="101609" y="120544"/>
                </a:lnTo>
                <a:lnTo>
                  <a:pt x="97815" y="123786"/>
                </a:lnTo>
                <a:lnTo>
                  <a:pt x="94040" y="127561"/>
                </a:lnTo>
                <a:lnTo>
                  <a:pt x="90264" y="131355"/>
                </a:lnTo>
                <a:lnTo>
                  <a:pt x="86469" y="135665"/>
                </a:lnTo>
                <a:lnTo>
                  <a:pt x="83229" y="139993"/>
                </a:lnTo>
                <a:lnTo>
                  <a:pt x="79988" y="144321"/>
                </a:lnTo>
                <a:lnTo>
                  <a:pt x="0" y="85403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path-537">
            <a:extLst xmlns:a="http://schemas.openxmlformats.org/drawingml/2006/main">
              <a:ext uri="{FF2B5EF4-FFF2-40B4-BE49-F238E27FC236}">
                <a16:creationId xmlns:a16="http://schemas.microsoft.com/office/drawing/2014/main" id="{52AF5FF1-DC38-4F48-9300-1C363676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3980" y="3714735"/>
            <a:ext cx="145941" cy="105938"/>
          </a:xfrm>
          <a:custGeom xmlns:a="http://schemas.openxmlformats.org/drawingml/2006/main">
            <a:pathLst>
              <a:path w="145941" h="105938">
                <a:moveTo>
                  <a:pt x="0" y="11345"/>
                </a:moveTo>
                <a:lnTo>
                  <a:pt x="8657" y="8638"/>
                </a:lnTo>
                <a:lnTo>
                  <a:pt x="17847" y="6483"/>
                </a:lnTo>
                <a:lnTo>
                  <a:pt x="26485" y="4328"/>
                </a:lnTo>
                <a:lnTo>
                  <a:pt x="35675" y="2708"/>
                </a:lnTo>
                <a:lnTo>
                  <a:pt x="44865" y="1621"/>
                </a:lnTo>
                <a:lnTo>
                  <a:pt x="54056" y="535"/>
                </a:lnTo>
                <a:lnTo>
                  <a:pt x="63246" y="0"/>
                </a:lnTo>
                <a:lnTo>
                  <a:pt x="72971" y="0"/>
                </a:lnTo>
                <a:lnTo>
                  <a:pt x="82161" y="0"/>
                </a:lnTo>
                <a:lnTo>
                  <a:pt x="91351" y="535"/>
                </a:lnTo>
                <a:lnTo>
                  <a:pt x="100541" y="1621"/>
                </a:lnTo>
                <a:lnTo>
                  <a:pt x="109733" y="2708"/>
                </a:lnTo>
                <a:lnTo>
                  <a:pt x="118904" y="4328"/>
                </a:lnTo>
                <a:lnTo>
                  <a:pt x="127561" y="6483"/>
                </a:lnTo>
                <a:lnTo>
                  <a:pt x="136751" y="8638"/>
                </a:lnTo>
                <a:lnTo>
                  <a:pt x="145941" y="11345"/>
                </a:lnTo>
                <a:lnTo>
                  <a:pt x="115128" y="105938"/>
                </a:lnTo>
                <a:lnTo>
                  <a:pt x="109733" y="104318"/>
                </a:lnTo>
                <a:lnTo>
                  <a:pt x="104850" y="102697"/>
                </a:lnTo>
                <a:lnTo>
                  <a:pt x="99455" y="101610"/>
                </a:lnTo>
                <a:lnTo>
                  <a:pt x="94059" y="100523"/>
                </a:lnTo>
                <a:lnTo>
                  <a:pt x="88644" y="99989"/>
                </a:lnTo>
                <a:lnTo>
                  <a:pt x="83248" y="99455"/>
                </a:lnTo>
                <a:lnTo>
                  <a:pt x="77832" y="98903"/>
                </a:lnTo>
                <a:lnTo>
                  <a:pt x="72971" y="98903"/>
                </a:lnTo>
                <a:lnTo>
                  <a:pt x="67575" y="98903"/>
                </a:lnTo>
                <a:lnTo>
                  <a:pt x="62159" y="99455"/>
                </a:lnTo>
                <a:lnTo>
                  <a:pt x="56763" y="99989"/>
                </a:lnTo>
                <a:lnTo>
                  <a:pt x="51349" y="100523"/>
                </a:lnTo>
                <a:lnTo>
                  <a:pt x="45953" y="101610"/>
                </a:lnTo>
                <a:lnTo>
                  <a:pt x="40537" y="102697"/>
                </a:lnTo>
                <a:lnTo>
                  <a:pt x="35675" y="104318"/>
                </a:lnTo>
                <a:lnTo>
                  <a:pt x="30279" y="105938"/>
                </a:lnTo>
                <a:lnTo>
                  <a:pt x="0" y="11345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38">
            <a:extLst xmlns:a="http://schemas.openxmlformats.org/drawingml/2006/main">
              <a:ext uri="{FF2B5EF4-FFF2-40B4-BE49-F238E27FC236}">
                <a16:creationId xmlns:a16="http://schemas.microsoft.com/office/drawing/2014/main" id="{EF4CA7E8-C1C2-414A-AD67-A691131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9642" y="3726613"/>
            <a:ext cx="148649" cy="144321"/>
          </a:xfrm>
          <a:custGeom xmlns:a="http://schemas.openxmlformats.org/drawingml/2006/main">
            <a:pathLst>
              <a:path w="148649" h="144321">
                <a:moveTo>
                  <a:pt x="30279" y="0"/>
                </a:moveTo>
                <a:lnTo>
                  <a:pt x="38916" y="2708"/>
                </a:lnTo>
                <a:lnTo>
                  <a:pt x="47573" y="5950"/>
                </a:lnTo>
                <a:lnTo>
                  <a:pt x="56211" y="9744"/>
                </a:lnTo>
                <a:lnTo>
                  <a:pt x="64333" y="14072"/>
                </a:lnTo>
                <a:lnTo>
                  <a:pt x="72971" y="18382"/>
                </a:lnTo>
                <a:lnTo>
                  <a:pt x="80540" y="23244"/>
                </a:lnTo>
                <a:lnTo>
                  <a:pt x="88643" y="28125"/>
                </a:lnTo>
                <a:lnTo>
                  <a:pt x="96214" y="33521"/>
                </a:lnTo>
                <a:lnTo>
                  <a:pt x="103783" y="38917"/>
                </a:lnTo>
                <a:lnTo>
                  <a:pt x="110800" y="44866"/>
                </a:lnTo>
                <a:lnTo>
                  <a:pt x="117836" y="50815"/>
                </a:lnTo>
                <a:lnTo>
                  <a:pt x="124319" y="57297"/>
                </a:lnTo>
                <a:lnTo>
                  <a:pt x="130802" y="64334"/>
                </a:lnTo>
                <a:lnTo>
                  <a:pt x="136751" y="70817"/>
                </a:lnTo>
                <a:lnTo>
                  <a:pt x="142700" y="78386"/>
                </a:lnTo>
                <a:lnTo>
                  <a:pt x="148649" y="85403"/>
                </a:lnTo>
                <a:lnTo>
                  <a:pt x="68109" y="144321"/>
                </a:lnTo>
                <a:lnTo>
                  <a:pt x="64866" y="139993"/>
                </a:lnTo>
                <a:lnTo>
                  <a:pt x="61625" y="135665"/>
                </a:lnTo>
                <a:lnTo>
                  <a:pt x="57831" y="131355"/>
                </a:lnTo>
                <a:lnTo>
                  <a:pt x="54056" y="127561"/>
                </a:lnTo>
                <a:lnTo>
                  <a:pt x="50281" y="123786"/>
                </a:lnTo>
                <a:lnTo>
                  <a:pt x="46486" y="120544"/>
                </a:lnTo>
                <a:lnTo>
                  <a:pt x="42157" y="116750"/>
                </a:lnTo>
                <a:lnTo>
                  <a:pt x="37848" y="113508"/>
                </a:lnTo>
                <a:lnTo>
                  <a:pt x="33520" y="110820"/>
                </a:lnTo>
                <a:lnTo>
                  <a:pt x="29191" y="107560"/>
                </a:lnTo>
                <a:lnTo>
                  <a:pt x="24330" y="104870"/>
                </a:lnTo>
                <a:lnTo>
                  <a:pt x="19468" y="102697"/>
                </a:lnTo>
                <a:lnTo>
                  <a:pt x="14605" y="100009"/>
                </a:lnTo>
                <a:lnTo>
                  <a:pt x="9743" y="97835"/>
                </a:lnTo>
                <a:lnTo>
                  <a:pt x="4862" y="96214"/>
                </a:lnTo>
                <a:lnTo>
                  <a:pt x="0" y="94060"/>
                </a:lnTo>
                <a:lnTo>
                  <a:pt x="30279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path-539">
            <a:extLst xmlns:a="http://schemas.openxmlformats.org/drawingml/2006/main">
              <a:ext uri="{FF2B5EF4-FFF2-40B4-BE49-F238E27FC236}">
                <a16:creationId xmlns:a16="http://schemas.microsoft.com/office/drawing/2014/main" id="{4DD7FD98-A475-4F63-9E83-0C5AEC3D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7751" y="3812569"/>
            <a:ext cx="125386" cy="138905"/>
          </a:xfrm>
          <a:custGeom xmlns:a="http://schemas.openxmlformats.org/drawingml/2006/main">
            <a:pathLst>
              <a:path w="125386" h="138905">
                <a:moveTo>
                  <a:pt x="79988" y="0"/>
                </a:moveTo>
                <a:lnTo>
                  <a:pt x="85402" y="7551"/>
                </a:lnTo>
                <a:lnTo>
                  <a:pt x="90264" y="15121"/>
                </a:lnTo>
                <a:lnTo>
                  <a:pt x="95126" y="23224"/>
                </a:lnTo>
                <a:lnTo>
                  <a:pt x="99455" y="31347"/>
                </a:lnTo>
                <a:lnTo>
                  <a:pt x="103230" y="39451"/>
                </a:lnTo>
                <a:lnTo>
                  <a:pt x="107024" y="48088"/>
                </a:lnTo>
                <a:lnTo>
                  <a:pt x="110265" y="56744"/>
                </a:lnTo>
                <a:lnTo>
                  <a:pt x="113507" y="65401"/>
                </a:lnTo>
                <a:lnTo>
                  <a:pt x="116214" y="74572"/>
                </a:lnTo>
                <a:lnTo>
                  <a:pt x="118369" y="83229"/>
                </a:lnTo>
                <a:lnTo>
                  <a:pt x="120524" y="92419"/>
                </a:lnTo>
                <a:lnTo>
                  <a:pt x="122145" y="101609"/>
                </a:lnTo>
                <a:lnTo>
                  <a:pt x="123231" y="110800"/>
                </a:lnTo>
                <a:lnTo>
                  <a:pt x="124318" y="119972"/>
                </a:lnTo>
                <a:lnTo>
                  <a:pt x="124852" y="129162"/>
                </a:lnTo>
                <a:lnTo>
                  <a:pt x="125386" y="138905"/>
                </a:lnTo>
                <a:lnTo>
                  <a:pt x="25950" y="138905"/>
                </a:lnTo>
                <a:lnTo>
                  <a:pt x="25950" y="133490"/>
                </a:lnTo>
                <a:lnTo>
                  <a:pt x="25397" y="128094"/>
                </a:lnTo>
                <a:lnTo>
                  <a:pt x="24863" y="122679"/>
                </a:lnTo>
                <a:lnTo>
                  <a:pt x="24330" y="117283"/>
                </a:lnTo>
                <a:lnTo>
                  <a:pt x="23242" y="111867"/>
                </a:lnTo>
                <a:lnTo>
                  <a:pt x="22156" y="106472"/>
                </a:lnTo>
                <a:lnTo>
                  <a:pt x="20534" y="101609"/>
                </a:lnTo>
                <a:lnTo>
                  <a:pt x="19447" y="96195"/>
                </a:lnTo>
                <a:lnTo>
                  <a:pt x="17293" y="91332"/>
                </a:lnTo>
                <a:lnTo>
                  <a:pt x="15673" y="85937"/>
                </a:lnTo>
                <a:lnTo>
                  <a:pt x="13519" y="81074"/>
                </a:lnTo>
                <a:lnTo>
                  <a:pt x="10810" y="76193"/>
                </a:lnTo>
                <a:lnTo>
                  <a:pt x="8656" y="71884"/>
                </a:lnTo>
                <a:lnTo>
                  <a:pt x="5948" y="67022"/>
                </a:lnTo>
                <a:lnTo>
                  <a:pt x="2707" y="62694"/>
                </a:lnTo>
                <a:lnTo>
                  <a:pt x="0" y="57831"/>
                </a:lnTo>
                <a:lnTo>
                  <a:pt x="79988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40">
            <a:extLst xmlns:a="http://schemas.openxmlformats.org/drawingml/2006/main">
              <a:ext uri="{FF2B5EF4-FFF2-40B4-BE49-F238E27FC236}">
                <a16:creationId xmlns:a16="http://schemas.microsoft.com/office/drawing/2014/main" id="{CA5C1436-A034-4FFA-95AE-2D78D2F9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7484" y="3772566"/>
            <a:ext cx="147028" cy="178356"/>
          </a:xfrm>
          <a:custGeom xmlns:a="http://schemas.openxmlformats.org/drawingml/2006/main">
            <a:pathLst>
              <a:path w="147028" h="178356">
                <a:moveTo>
                  <a:pt x="0" y="178356"/>
                </a:moveTo>
                <a:lnTo>
                  <a:pt x="147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267">
            <a:solidFill>
              <a:srgbClr val="111111"/>
            </a:solidFill>
            <a:prstDash val="solid"/>
          </a:ln>
        </p:spPr>
      </p:sp>
      <p:sp>
        <p:nvSpPr>
          <p:cNvPr id="598" name="path-541">
            <a:extLst xmlns:a="http://schemas.openxmlformats.org/drawingml/2006/main">
              <a:ext uri="{FF2B5EF4-FFF2-40B4-BE49-F238E27FC236}">
                <a16:creationId xmlns:a16="http://schemas.microsoft.com/office/drawing/2014/main" id="{7D388EA9-4C82-4B76-8626-FECAA9B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1809" y="3915800"/>
            <a:ext cx="70817" cy="70797"/>
          </a:xfrm>
          <a:custGeom xmlns:a="http://schemas.openxmlformats.org/drawingml/2006/main">
            <a:pathLst>
              <a:path w="7081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41" y="22690"/>
                  <a:pt x="4882" y="17294"/>
                </a:cubicBezTo>
                <a:cubicBezTo>
                  <a:pt x="8124" y="11879"/>
                  <a:pt x="12433" y="7570"/>
                  <a:pt x="17847" y="4328"/>
                </a:cubicBezTo>
                <a:cubicBezTo>
                  <a:pt x="23244" y="1621"/>
                  <a:pt x="29193" y="0"/>
                  <a:pt x="35675" y="0"/>
                </a:cubicBezTo>
                <a:cubicBezTo>
                  <a:pt x="41625" y="0"/>
                  <a:pt x="47574" y="1621"/>
                  <a:pt x="52969" y="4328"/>
                </a:cubicBezTo>
                <a:cubicBezTo>
                  <a:pt x="58384" y="7570"/>
                  <a:pt x="62712" y="11879"/>
                  <a:pt x="65955" y="17294"/>
                </a:cubicBezTo>
                <a:cubicBezTo>
                  <a:pt x="69196" y="22690"/>
                  <a:pt x="70817" y="29173"/>
                  <a:pt x="70817" y="35122"/>
                </a:cubicBezTo>
                <a:cubicBezTo>
                  <a:pt x="70817" y="41071"/>
                  <a:pt x="69196" y="47554"/>
                  <a:pt x="65955" y="52969"/>
                </a:cubicBezTo>
                <a:cubicBezTo>
                  <a:pt x="62712" y="58365"/>
                  <a:pt x="58384" y="62694"/>
                  <a:pt x="52969" y="65935"/>
                </a:cubicBezTo>
                <a:cubicBezTo>
                  <a:pt x="47574" y="68642"/>
                  <a:pt x="41625" y="70797"/>
                  <a:pt x="35675" y="70797"/>
                </a:cubicBezTo>
                <a:cubicBezTo>
                  <a:pt x="29193" y="70797"/>
                  <a:pt x="23244" y="68642"/>
                  <a:pt x="17847" y="65935"/>
                </a:cubicBezTo>
                <a:cubicBezTo>
                  <a:pt x="12433" y="62694"/>
                  <a:pt x="8124" y="58365"/>
                  <a:pt x="4882" y="52969"/>
                </a:cubicBezTo>
                <a:cubicBezTo>
                  <a:pt x="164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text-542 f(x)">
            <a:extLst xmlns:a="http://schemas.openxmlformats.org/drawingml/2006/main">
              <a:ext uri="{FF2B5EF4-FFF2-40B4-BE49-F238E27FC236}">
                <a16:creationId xmlns:a16="http://schemas.microsoft.com/office/drawing/2014/main" id="{B0124681-0B3D-4EFB-B039-BED7142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69005" y="3648965"/>
            <a:ext cx="314637" cy="27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2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600" name="path-543">
            <a:extLst xmlns:a="http://schemas.openxmlformats.org/drawingml/2006/main">
              <a:ext uri="{FF2B5EF4-FFF2-40B4-BE49-F238E27FC236}">
                <a16:creationId xmlns:a16="http://schemas.microsoft.com/office/drawing/2014/main" id="{1B6FBD3E-C00F-408E-9248-8D84F73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599" y="3692026"/>
            <a:ext cx="265378" cy="44865"/>
          </a:xfrm>
          <a:custGeom xmlns:a="http://schemas.openxmlformats.org/drawingml/2006/main">
            <a:pathLst>
              <a:path w="265378" h="44865">
                <a:moveTo>
                  <a:pt x="132955" y="44865"/>
                </a:moveTo>
                <a:lnTo>
                  <a:pt x="0" y="44865"/>
                </a:lnTo>
                <a:lnTo>
                  <a:pt x="0" y="0"/>
                </a:lnTo>
                <a:lnTo>
                  <a:pt x="265378" y="0"/>
                </a:lnTo>
                <a:lnTo>
                  <a:pt x="265378" y="44865"/>
                </a:lnTo>
                <a:lnTo>
                  <a:pt x="132955" y="44865"/>
                </a:lnTo>
              </a:path>
            </a:pathLst>
          </a:custGeom>
          <a:solidFill xmlns:a="http://schemas.openxmlformats.org/drawingml/2006/main">
            <a:srgbClr val="8FA9C6"/>
          </a:solidFill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601" name="path-544">
            <a:extLst xmlns:a="http://schemas.openxmlformats.org/drawingml/2006/main">
              <a:ext uri="{FF2B5EF4-FFF2-40B4-BE49-F238E27FC236}">
                <a16:creationId xmlns:a16="http://schemas.microsoft.com/office/drawing/2014/main" id="{0E90F580-59F2-43F5-8DE0-89ECE3DE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599" y="3737425"/>
            <a:ext cx="265378" cy="160528"/>
          </a:xfrm>
          <a:custGeom xmlns:a="http://schemas.openxmlformats.org/drawingml/2006/main">
            <a:pathLst>
              <a:path w="265378" h="160528">
                <a:moveTo>
                  <a:pt x="132955" y="160528"/>
                </a:moveTo>
                <a:lnTo>
                  <a:pt x="0" y="160528"/>
                </a:lnTo>
                <a:lnTo>
                  <a:pt x="0" y="0"/>
                </a:lnTo>
                <a:lnTo>
                  <a:pt x="265378" y="0"/>
                </a:lnTo>
                <a:lnTo>
                  <a:pt x="265378" y="160528"/>
                </a:lnTo>
                <a:lnTo>
                  <a:pt x="132955" y="1605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602" name="path-545">
            <a:extLst xmlns:a="http://schemas.openxmlformats.org/drawingml/2006/main">
              <a:ext uri="{FF2B5EF4-FFF2-40B4-BE49-F238E27FC236}">
                <a16:creationId xmlns:a16="http://schemas.microsoft.com/office/drawing/2014/main" id="{EB57F192-BFC9-4AE5-9E73-1F20DD2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599" y="3791481"/>
            <a:ext cx="265912" cy="191"/>
          </a:xfrm>
          <a:custGeom xmlns:a="http://schemas.openxmlformats.org/drawingml/2006/main">
            <a:pathLst>
              <a:path w="265912" h="191">
                <a:moveTo>
                  <a:pt x="0" y="0"/>
                </a:moveTo>
                <a:lnTo>
                  <a:pt x="265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603" name="path-546">
            <a:extLst xmlns:a="http://schemas.openxmlformats.org/drawingml/2006/main">
              <a:ext uri="{FF2B5EF4-FFF2-40B4-BE49-F238E27FC236}">
                <a16:creationId xmlns:a16="http://schemas.microsoft.com/office/drawing/2014/main" id="{AE0E267A-F286-4196-98DA-F26D365E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599" y="3845537"/>
            <a:ext cx="265912" cy="191"/>
          </a:xfrm>
          <a:custGeom xmlns:a="http://schemas.openxmlformats.org/drawingml/2006/main">
            <a:pathLst>
              <a:path w="265912" h="191">
                <a:moveTo>
                  <a:pt x="0" y="0"/>
                </a:moveTo>
                <a:lnTo>
                  <a:pt x="265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604" name="path-547">
            <a:extLst xmlns:a="http://schemas.openxmlformats.org/drawingml/2006/main">
              <a:ext uri="{FF2B5EF4-FFF2-40B4-BE49-F238E27FC236}">
                <a16:creationId xmlns:a16="http://schemas.microsoft.com/office/drawing/2014/main" id="{E7E33EF6-65F0-4C8A-9A96-E611F213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242" y="3692579"/>
            <a:ext cx="191" cy="206460"/>
          </a:xfrm>
          <a:custGeom xmlns:a="http://schemas.openxmlformats.org/drawingml/2006/main">
            <a:pathLst>
              <a:path w="191" h="206460">
                <a:moveTo>
                  <a:pt x="0" y="0"/>
                </a:moveTo>
                <a:lnTo>
                  <a:pt x="0" y="20646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605" name="path-548">
            <a:extLst xmlns:a="http://schemas.openxmlformats.org/drawingml/2006/main">
              <a:ext uri="{FF2B5EF4-FFF2-40B4-BE49-F238E27FC236}">
                <a16:creationId xmlns:a16="http://schemas.microsoft.com/office/drawing/2014/main" id="{2A1F60C6-A591-42AA-825C-A5CAD04E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7886" y="3692579"/>
            <a:ext cx="191" cy="206460"/>
          </a:xfrm>
          <a:custGeom xmlns:a="http://schemas.openxmlformats.org/drawingml/2006/main">
            <a:pathLst>
              <a:path w="191" h="206460">
                <a:moveTo>
                  <a:pt x="0" y="0"/>
                </a:moveTo>
                <a:lnTo>
                  <a:pt x="0" y="20646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606" name="path-549">
            <a:extLst xmlns:a="http://schemas.openxmlformats.org/drawingml/2006/main">
              <a:ext uri="{FF2B5EF4-FFF2-40B4-BE49-F238E27FC236}">
                <a16:creationId xmlns:a16="http://schemas.microsoft.com/office/drawing/2014/main" id="{25798339-A9B7-4FE7-AB50-2D2EA5B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039" y="3677440"/>
            <a:ext cx="178375" cy="250792"/>
          </a:xfrm>
          <a:custGeom xmlns:a="http://schemas.openxmlformats.org/drawingml/2006/main">
            <a:pathLst>
              <a:path w="178375" h="250792">
                <a:moveTo>
                  <a:pt x="52969" y="125386"/>
                </a:moveTo>
                <a:lnTo>
                  <a:pt x="52969" y="0"/>
                </a:lnTo>
                <a:lnTo>
                  <a:pt x="77300" y="2155"/>
                </a:lnTo>
                <a:lnTo>
                  <a:pt x="101076" y="9724"/>
                </a:lnTo>
                <a:lnTo>
                  <a:pt x="123232" y="21622"/>
                </a:lnTo>
                <a:lnTo>
                  <a:pt x="142147" y="37295"/>
                </a:lnTo>
                <a:lnTo>
                  <a:pt x="157841" y="56744"/>
                </a:lnTo>
                <a:lnTo>
                  <a:pt x="169185" y="78920"/>
                </a:lnTo>
                <a:lnTo>
                  <a:pt x="176201" y="102696"/>
                </a:lnTo>
                <a:lnTo>
                  <a:pt x="178375" y="127560"/>
                </a:lnTo>
                <a:lnTo>
                  <a:pt x="175134" y="152424"/>
                </a:lnTo>
                <a:lnTo>
                  <a:pt x="167563" y="176201"/>
                </a:lnTo>
                <a:lnTo>
                  <a:pt x="155131" y="197823"/>
                </a:lnTo>
                <a:lnTo>
                  <a:pt x="138905" y="216204"/>
                </a:lnTo>
                <a:lnTo>
                  <a:pt x="118923" y="231877"/>
                </a:lnTo>
                <a:lnTo>
                  <a:pt x="96747" y="242689"/>
                </a:lnTo>
                <a:lnTo>
                  <a:pt x="72971" y="249171"/>
                </a:lnTo>
                <a:lnTo>
                  <a:pt x="48108" y="250792"/>
                </a:lnTo>
                <a:lnTo>
                  <a:pt x="23244" y="246997"/>
                </a:lnTo>
                <a:lnTo>
                  <a:pt x="0" y="238894"/>
                </a:lnTo>
                <a:lnTo>
                  <a:pt x="52969" y="125386"/>
                </a:lnTo>
              </a:path>
            </a:pathLst>
          </a:custGeom>
          <a:solidFill xmlns:a="http://schemas.openxmlformats.org/drawingml/2006/main">
            <a:srgbClr val="5FA96F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607" name="path-550">
            <a:extLst xmlns:a="http://schemas.openxmlformats.org/drawingml/2006/main">
              <a:ext uri="{FF2B5EF4-FFF2-40B4-BE49-F238E27FC236}">
                <a16:creationId xmlns:a16="http://schemas.microsoft.com/office/drawing/2014/main" id="{DB0B23E1-197E-46E5-9857-EF3990A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4621" y="3719063"/>
            <a:ext cx="125387" cy="197805"/>
          </a:xfrm>
          <a:custGeom xmlns:a="http://schemas.openxmlformats.org/drawingml/2006/main">
            <a:pathLst>
              <a:path w="125387" h="197805">
                <a:moveTo>
                  <a:pt x="125387" y="83763"/>
                </a:moveTo>
                <a:lnTo>
                  <a:pt x="71885" y="197805"/>
                </a:lnTo>
                <a:lnTo>
                  <a:pt x="60539" y="191322"/>
                </a:lnTo>
                <a:lnTo>
                  <a:pt x="49728" y="184305"/>
                </a:lnTo>
                <a:lnTo>
                  <a:pt x="40003" y="175648"/>
                </a:lnTo>
                <a:lnTo>
                  <a:pt x="30813" y="166458"/>
                </a:lnTo>
                <a:lnTo>
                  <a:pt x="22710" y="156200"/>
                </a:lnTo>
                <a:lnTo>
                  <a:pt x="15674" y="145389"/>
                </a:lnTo>
                <a:lnTo>
                  <a:pt x="10278" y="133490"/>
                </a:lnTo>
                <a:lnTo>
                  <a:pt x="5396" y="121612"/>
                </a:lnTo>
                <a:lnTo>
                  <a:pt x="2155" y="108627"/>
                </a:lnTo>
                <a:lnTo>
                  <a:pt x="535" y="95661"/>
                </a:lnTo>
                <a:lnTo>
                  <a:pt x="0" y="82695"/>
                </a:lnTo>
                <a:lnTo>
                  <a:pt x="535" y="69710"/>
                </a:lnTo>
                <a:lnTo>
                  <a:pt x="2708" y="57278"/>
                </a:lnTo>
                <a:lnTo>
                  <a:pt x="5949" y="44313"/>
                </a:lnTo>
                <a:lnTo>
                  <a:pt x="10812" y="32414"/>
                </a:lnTo>
                <a:lnTo>
                  <a:pt x="16761" y="20535"/>
                </a:lnTo>
                <a:lnTo>
                  <a:pt x="23777" y="9724"/>
                </a:lnTo>
                <a:lnTo>
                  <a:pt x="31881" y="0"/>
                </a:lnTo>
                <a:lnTo>
                  <a:pt x="125387" y="83763"/>
                </a:lnTo>
              </a:path>
            </a:pathLst>
          </a:custGeom>
          <a:solidFill xmlns:a="http://schemas.openxmlformats.org/drawingml/2006/main">
            <a:srgbClr val="A8CEEA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608" name="path-551">
            <a:extLst xmlns:a="http://schemas.openxmlformats.org/drawingml/2006/main">
              <a:ext uri="{FF2B5EF4-FFF2-40B4-BE49-F238E27FC236}">
                <a16:creationId xmlns:a16="http://schemas.microsoft.com/office/drawing/2014/main" id="{5D89DD87-1FED-465B-9750-3A126BB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7588" y="3677440"/>
            <a:ext cx="93506" cy="125386"/>
          </a:xfrm>
          <a:custGeom xmlns:a="http://schemas.openxmlformats.org/drawingml/2006/main">
            <a:pathLst>
              <a:path w="93506" h="125386">
                <a:moveTo>
                  <a:pt x="93506" y="125386"/>
                </a:moveTo>
                <a:lnTo>
                  <a:pt x="0" y="41071"/>
                </a:lnTo>
                <a:lnTo>
                  <a:pt x="3795" y="36761"/>
                </a:lnTo>
                <a:lnTo>
                  <a:pt x="8104" y="32967"/>
                </a:lnTo>
                <a:lnTo>
                  <a:pt x="12433" y="29192"/>
                </a:lnTo>
                <a:lnTo>
                  <a:pt x="16761" y="25397"/>
                </a:lnTo>
                <a:lnTo>
                  <a:pt x="21623" y="22156"/>
                </a:lnTo>
                <a:lnTo>
                  <a:pt x="26486" y="18914"/>
                </a:lnTo>
                <a:lnTo>
                  <a:pt x="31348" y="15673"/>
                </a:lnTo>
                <a:lnTo>
                  <a:pt x="36762" y="12965"/>
                </a:lnTo>
                <a:lnTo>
                  <a:pt x="42159" y="10811"/>
                </a:lnTo>
                <a:lnTo>
                  <a:pt x="47573" y="8103"/>
                </a:lnTo>
                <a:lnTo>
                  <a:pt x="52969" y="6482"/>
                </a:lnTo>
                <a:lnTo>
                  <a:pt x="58385" y="4328"/>
                </a:lnTo>
                <a:lnTo>
                  <a:pt x="64315" y="3241"/>
                </a:lnTo>
                <a:lnTo>
                  <a:pt x="69731" y="2155"/>
                </a:lnTo>
                <a:lnTo>
                  <a:pt x="75678" y="1087"/>
                </a:lnTo>
                <a:lnTo>
                  <a:pt x="81609" y="533"/>
                </a:lnTo>
                <a:lnTo>
                  <a:pt x="87558" y="0"/>
                </a:lnTo>
                <a:lnTo>
                  <a:pt x="93506" y="0"/>
                </a:lnTo>
                <a:lnTo>
                  <a:pt x="93506" y="125386"/>
                </a:lnTo>
              </a:path>
            </a:pathLst>
          </a:custGeom>
          <a:solidFill xmlns:a="http://schemas.openxmlformats.org/drawingml/2006/main">
            <a:srgbClr val="E4963C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609" name="path-552">
            <a:extLst xmlns:a="http://schemas.openxmlformats.org/drawingml/2006/main">
              <a:ext uri="{FF2B5EF4-FFF2-40B4-BE49-F238E27FC236}">
                <a16:creationId xmlns:a16="http://schemas.microsoft.com/office/drawing/2014/main" id="{00397293-53E3-4C77-9082-CEE58067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1871" y="3677973"/>
            <a:ext cx="67022" cy="67022"/>
          </a:xfrm>
          <a:custGeom xmlns:a="http://schemas.openxmlformats.org/drawingml/2006/main">
            <a:pathLst>
              <a:path w="67022" h="67022">
                <a:moveTo>
                  <a:pt x="33520" y="67022"/>
                </a:moveTo>
                <a:lnTo>
                  <a:pt x="0" y="67022"/>
                </a:lnTo>
                <a:lnTo>
                  <a:pt x="0" y="0"/>
                </a:lnTo>
                <a:lnTo>
                  <a:pt x="67022" y="0"/>
                </a:lnTo>
                <a:lnTo>
                  <a:pt x="67022" y="67022"/>
                </a:lnTo>
                <a:lnTo>
                  <a:pt x="33520" y="67022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610" name="path-553">
            <a:extLst xmlns:a="http://schemas.openxmlformats.org/drawingml/2006/main">
              <a:ext uri="{FF2B5EF4-FFF2-40B4-BE49-F238E27FC236}">
                <a16:creationId xmlns:a16="http://schemas.microsoft.com/office/drawing/2014/main" id="{A4B4403F-159D-4CA2-B557-E03D3A32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5391" y="3745548"/>
            <a:ext cx="191" cy="62693"/>
          </a:xfrm>
          <a:custGeom xmlns:a="http://schemas.openxmlformats.org/drawingml/2006/main">
            <a:pathLst>
              <a:path w="191" h="62693">
                <a:moveTo>
                  <a:pt x="0" y="0"/>
                </a:moveTo>
                <a:lnTo>
                  <a:pt x="0" y="62693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611" name="path-554">
            <a:extLst xmlns:a="http://schemas.openxmlformats.org/drawingml/2006/main">
              <a:ext uri="{FF2B5EF4-FFF2-40B4-BE49-F238E27FC236}">
                <a16:creationId xmlns:a16="http://schemas.microsoft.com/office/drawing/2014/main" id="{E550C514-2A55-4343-B1BA-1E613359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3507" y="3808241"/>
            <a:ext cx="183216" cy="191"/>
          </a:xfrm>
          <a:custGeom xmlns:a="http://schemas.openxmlformats.org/drawingml/2006/main">
            <a:pathLst>
              <a:path w="183216" h="191">
                <a:moveTo>
                  <a:pt x="0" y="0"/>
                </a:moveTo>
                <a:lnTo>
                  <a:pt x="1832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612" name="path-555">
            <a:extLst xmlns:a="http://schemas.openxmlformats.org/drawingml/2006/main">
              <a:ext uri="{FF2B5EF4-FFF2-40B4-BE49-F238E27FC236}">
                <a16:creationId xmlns:a16="http://schemas.microsoft.com/office/drawing/2014/main" id="{975A9D67-37BF-4D9C-B49B-809359B1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005" y="3861210"/>
            <a:ext cx="67003" cy="67021"/>
          </a:xfrm>
          <a:custGeom xmlns:a="http://schemas.openxmlformats.org/drawingml/2006/main">
            <a:pathLst>
              <a:path w="67003" h="67021">
                <a:moveTo>
                  <a:pt x="33502" y="67021"/>
                </a:moveTo>
                <a:lnTo>
                  <a:pt x="0" y="67021"/>
                </a:lnTo>
                <a:lnTo>
                  <a:pt x="0" y="0"/>
                </a:lnTo>
                <a:lnTo>
                  <a:pt x="67003" y="0"/>
                </a:lnTo>
                <a:lnTo>
                  <a:pt x="67003" y="67021"/>
                </a:lnTo>
                <a:lnTo>
                  <a:pt x="33502" y="67021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613" name="path-556">
            <a:extLst xmlns:a="http://schemas.openxmlformats.org/drawingml/2006/main">
              <a:ext uri="{FF2B5EF4-FFF2-40B4-BE49-F238E27FC236}">
                <a16:creationId xmlns:a16="http://schemas.microsoft.com/office/drawing/2014/main" id="{CEBF8336-2FF4-405A-8CC1-6A8FB913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3507" y="3808241"/>
            <a:ext cx="191" cy="52417"/>
          </a:xfrm>
          <a:custGeom xmlns:a="http://schemas.openxmlformats.org/drawingml/2006/main">
            <a:pathLst>
              <a:path w="191" h="52417">
                <a:moveTo>
                  <a:pt x="0" y="0"/>
                </a:moveTo>
                <a:lnTo>
                  <a:pt x="0" y="52417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614" name="path-557">
            <a:extLst xmlns:a="http://schemas.openxmlformats.org/drawingml/2006/main">
              <a:ext uri="{FF2B5EF4-FFF2-40B4-BE49-F238E27FC236}">
                <a16:creationId xmlns:a16="http://schemas.microsoft.com/office/drawing/2014/main" id="{767E16AD-0CF9-4B9E-AC51-56BAEFAD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1871" y="3861210"/>
            <a:ext cx="67022" cy="67021"/>
          </a:xfrm>
          <a:custGeom xmlns:a="http://schemas.openxmlformats.org/drawingml/2006/main">
            <a:pathLst>
              <a:path w="67022" h="67021">
                <a:moveTo>
                  <a:pt x="33520" y="67021"/>
                </a:moveTo>
                <a:lnTo>
                  <a:pt x="0" y="67021"/>
                </a:lnTo>
                <a:lnTo>
                  <a:pt x="0" y="0"/>
                </a:lnTo>
                <a:lnTo>
                  <a:pt x="67022" y="0"/>
                </a:lnTo>
                <a:lnTo>
                  <a:pt x="67022" y="67021"/>
                </a:lnTo>
                <a:lnTo>
                  <a:pt x="33520" y="67021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615" name="path-558">
            <a:extLst xmlns:a="http://schemas.openxmlformats.org/drawingml/2006/main">
              <a:ext uri="{FF2B5EF4-FFF2-40B4-BE49-F238E27FC236}">
                <a16:creationId xmlns:a16="http://schemas.microsoft.com/office/drawing/2014/main" id="{80A0FF62-CA47-4B02-90DC-752C1AA5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5391" y="3808241"/>
            <a:ext cx="191" cy="52417"/>
          </a:xfrm>
          <a:custGeom xmlns:a="http://schemas.openxmlformats.org/drawingml/2006/main">
            <a:pathLst>
              <a:path w="191" h="52417">
                <a:moveTo>
                  <a:pt x="0" y="0"/>
                </a:moveTo>
                <a:lnTo>
                  <a:pt x="0" y="52417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616" name="path-559">
            <a:extLst xmlns:a="http://schemas.openxmlformats.org/drawingml/2006/main">
              <a:ext uri="{FF2B5EF4-FFF2-40B4-BE49-F238E27FC236}">
                <a16:creationId xmlns:a16="http://schemas.microsoft.com/office/drawing/2014/main" id="{7B3A5171-D9A4-4337-A25E-3BCFDBB7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3222" y="3861210"/>
            <a:ext cx="67023" cy="67021"/>
          </a:xfrm>
          <a:custGeom xmlns:a="http://schemas.openxmlformats.org/drawingml/2006/main">
            <a:pathLst>
              <a:path w="67023" h="67021">
                <a:moveTo>
                  <a:pt x="33500" y="67021"/>
                </a:moveTo>
                <a:lnTo>
                  <a:pt x="0" y="67021"/>
                </a:lnTo>
                <a:lnTo>
                  <a:pt x="0" y="0"/>
                </a:lnTo>
                <a:lnTo>
                  <a:pt x="67023" y="0"/>
                </a:lnTo>
                <a:lnTo>
                  <a:pt x="67023" y="67021"/>
                </a:lnTo>
                <a:lnTo>
                  <a:pt x="33500" y="67021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512">
            <a:solidFill>
              <a:srgbClr val="4E8B5C"/>
            </a:solidFill>
            <a:prstDash val="solid"/>
          </a:ln>
        </p:spPr>
      </p:sp>
      <p:sp>
        <p:nvSpPr>
          <p:cNvPr id="617" name="path-560">
            <a:extLst xmlns:a="http://schemas.openxmlformats.org/drawingml/2006/main">
              <a:ext uri="{FF2B5EF4-FFF2-40B4-BE49-F238E27FC236}">
                <a16:creationId xmlns:a16="http://schemas.microsoft.com/office/drawing/2014/main" id="{67B2C7AA-355D-49FB-B410-B5C5879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723" y="3808241"/>
            <a:ext cx="191" cy="52417"/>
          </a:xfrm>
          <a:custGeom xmlns:a="http://schemas.openxmlformats.org/drawingml/2006/main">
            <a:pathLst>
              <a:path w="191" h="52417">
                <a:moveTo>
                  <a:pt x="0" y="0"/>
                </a:moveTo>
                <a:lnTo>
                  <a:pt x="0" y="52417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4E8B5C"/>
            </a:solidFill>
            <a:prstDash val="solid"/>
          </a:ln>
        </p:spPr>
      </p:sp>
      <p:sp>
        <p:nvSpPr>
          <p:cNvPr id="618" name="path-561">
            <a:extLst xmlns:a="http://schemas.openxmlformats.org/drawingml/2006/main">
              <a:ext uri="{FF2B5EF4-FFF2-40B4-BE49-F238E27FC236}">
                <a16:creationId xmlns:a16="http://schemas.microsoft.com/office/drawing/2014/main" id="{B61FB2B1-D188-4BC6-892D-C0C32C99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423" y="3832018"/>
            <a:ext cx="85937" cy="95661"/>
          </a:xfrm>
          <a:custGeom xmlns:a="http://schemas.openxmlformats.org/drawingml/2006/main">
            <a:pathLst>
              <a:path w="85937" h="95661">
                <a:moveTo>
                  <a:pt x="0" y="95661"/>
                </a:moveTo>
                <a:lnTo>
                  <a:pt x="0" y="89178"/>
                </a:lnTo>
                <a:lnTo>
                  <a:pt x="0" y="82695"/>
                </a:lnTo>
                <a:lnTo>
                  <a:pt x="1086" y="76212"/>
                </a:lnTo>
                <a:lnTo>
                  <a:pt x="1619" y="69729"/>
                </a:lnTo>
                <a:lnTo>
                  <a:pt x="2705" y="63780"/>
                </a:lnTo>
                <a:lnTo>
                  <a:pt x="4327" y="57297"/>
                </a:lnTo>
                <a:lnTo>
                  <a:pt x="5949" y="51348"/>
                </a:lnTo>
                <a:lnTo>
                  <a:pt x="7568" y="44866"/>
                </a:lnTo>
                <a:lnTo>
                  <a:pt x="9724" y="38916"/>
                </a:lnTo>
                <a:lnTo>
                  <a:pt x="11898" y="32968"/>
                </a:lnTo>
                <a:lnTo>
                  <a:pt x="14587" y="27019"/>
                </a:lnTo>
                <a:lnTo>
                  <a:pt x="17292" y="21622"/>
                </a:lnTo>
                <a:lnTo>
                  <a:pt x="20533" y="15673"/>
                </a:lnTo>
                <a:lnTo>
                  <a:pt x="23777" y="10278"/>
                </a:lnTo>
                <a:lnTo>
                  <a:pt x="27018" y="4862"/>
                </a:lnTo>
                <a:lnTo>
                  <a:pt x="30812" y="0"/>
                </a:lnTo>
                <a:lnTo>
                  <a:pt x="85937" y="40003"/>
                </a:lnTo>
                <a:lnTo>
                  <a:pt x="83781" y="42692"/>
                </a:lnTo>
                <a:lnTo>
                  <a:pt x="81607" y="45953"/>
                </a:lnTo>
                <a:lnTo>
                  <a:pt x="79452" y="49194"/>
                </a:lnTo>
                <a:lnTo>
                  <a:pt x="77832" y="52436"/>
                </a:lnTo>
                <a:lnTo>
                  <a:pt x="76211" y="55677"/>
                </a:lnTo>
                <a:lnTo>
                  <a:pt x="75125" y="59452"/>
                </a:lnTo>
                <a:lnTo>
                  <a:pt x="73503" y="62694"/>
                </a:lnTo>
                <a:lnTo>
                  <a:pt x="72436" y="66488"/>
                </a:lnTo>
                <a:lnTo>
                  <a:pt x="71350" y="69729"/>
                </a:lnTo>
                <a:lnTo>
                  <a:pt x="70262" y="73505"/>
                </a:lnTo>
                <a:lnTo>
                  <a:pt x="69728" y="76746"/>
                </a:lnTo>
                <a:lnTo>
                  <a:pt x="68642" y="80541"/>
                </a:lnTo>
                <a:lnTo>
                  <a:pt x="68642" y="84316"/>
                </a:lnTo>
                <a:lnTo>
                  <a:pt x="68109" y="88111"/>
                </a:lnTo>
                <a:lnTo>
                  <a:pt x="67554" y="91886"/>
                </a:lnTo>
                <a:lnTo>
                  <a:pt x="67554" y="95661"/>
                </a:lnTo>
                <a:lnTo>
                  <a:pt x="0" y="95661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562">
            <a:extLst xmlns:a="http://schemas.openxmlformats.org/drawingml/2006/main">
              <a:ext uri="{FF2B5EF4-FFF2-40B4-BE49-F238E27FC236}">
                <a16:creationId xmlns:a16="http://schemas.microsoft.com/office/drawing/2014/main" id="{FEEFB80E-2F8E-4D3C-851B-6271B12A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0768" y="3773100"/>
            <a:ext cx="102164" cy="98921"/>
          </a:xfrm>
          <a:custGeom xmlns:a="http://schemas.openxmlformats.org/drawingml/2006/main">
            <a:pathLst>
              <a:path w="102164" h="98921">
                <a:moveTo>
                  <a:pt x="0" y="58384"/>
                </a:moveTo>
                <a:lnTo>
                  <a:pt x="3796" y="53522"/>
                </a:lnTo>
                <a:lnTo>
                  <a:pt x="7571" y="48641"/>
                </a:lnTo>
                <a:lnTo>
                  <a:pt x="11898" y="43779"/>
                </a:lnTo>
                <a:lnTo>
                  <a:pt x="16228" y="39470"/>
                </a:lnTo>
                <a:lnTo>
                  <a:pt x="21088" y="35141"/>
                </a:lnTo>
                <a:lnTo>
                  <a:pt x="25399" y="30813"/>
                </a:lnTo>
                <a:lnTo>
                  <a:pt x="30279" y="26485"/>
                </a:lnTo>
                <a:lnTo>
                  <a:pt x="35675" y="22710"/>
                </a:lnTo>
                <a:lnTo>
                  <a:pt x="41091" y="18915"/>
                </a:lnTo>
                <a:lnTo>
                  <a:pt x="45954" y="15673"/>
                </a:lnTo>
                <a:lnTo>
                  <a:pt x="51883" y="12432"/>
                </a:lnTo>
                <a:lnTo>
                  <a:pt x="57297" y="9744"/>
                </a:lnTo>
                <a:lnTo>
                  <a:pt x="63246" y="6483"/>
                </a:lnTo>
                <a:lnTo>
                  <a:pt x="68642" y="4328"/>
                </a:lnTo>
                <a:lnTo>
                  <a:pt x="74591" y="1621"/>
                </a:lnTo>
                <a:lnTo>
                  <a:pt x="81074" y="0"/>
                </a:lnTo>
                <a:lnTo>
                  <a:pt x="102164" y="64333"/>
                </a:lnTo>
                <a:lnTo>
                  <a:pt x="98368" y="65954"/>
                </a:lnTo>
                <a:lnTo>
                  <a:pt x="95127" y="67022"/>
                </a:lnTo>
                <a:lnTo>
                  <a:pt x="91352" y="68643"/>
                </a:lnTo>
                <a:lnTo>
                  <a:pt x="88111" y="70263"/>
                </a:lnTo>
                <a:lnTo>
                  <a:pt x="84868" y="71884"/>
                </a:lnTo>
                <a:lnTo>
                  <a:pt x="81626" y="73505"/>
                </a:lnTo>
                <a:lnTo>
                  <a:pt x="78921" y="75678"/>
                </a:lnTo>
                <a:lnTo>
                  <a:pt x="75677" y="77833"/>
                </a:lnTo>
                <a:lnTo>
                  <a:pt x="72972" y="80006"/>
                </a:lnTo>
                <a:lnTo>
                  <a:pt x="69728" y="82161"/>
                </a:lnTo>
                <a:lnTo>
                  <a:pt x="67023" y="84869"/>
                </a:lnTo>
                <a:lnTo>
                  <a:pt x="64315" y="87558"/>
                </a:lnTo>
                <a:lnTo>
                  <a:pt x="61626" y="90265"/>
                </a:lnTo>
                <a:lnTo>
                  <a:pt x="59452" y="92972"/>
                </a:lnTo>
                <a:lnTo>
                  <a:pt x="57297" y="95680"/>
                </a:lnTo>
                <a:lnTo>
                  <a:pt x="54591" y="98921"/>
                </a:lnTo>
                <a:lnTo>
                  <a:pt x="0" y="58384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563">
            <a:extLst xmlns:a="http://schemas.openxmlformats.org/drawingml/2006/main">
              <a:ext uri="{FF2B5EF4-FFF2-40B4-BE49-F238E27FC236}">
                <a16:creationId xmlns:a16="http://schemas.microsoft.com/office/drawing/2014/main" id="{838EDAED-38B9-40EC-ADE5-6367FB3B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1308" y="3765530"/>
            <a:ext cx="100523" cy="72971"/>
          </a:xfrm>
          <a:custGeom xmlns:a="http://schemas.openxmlformats.org/drawingml/2006/main">
            <a:pathLst>
              <a:path w="100523" h="72971">
                <a:moveTo>
                  <a:pt x="0" y="7570"/>
                </a:moveTo>
                <a:lnTo>
                  <a:pt x="5949" y="5949"/>
                </a:lnTo>
                <a:lnTo>
                  <a:pt x="11879" y="4328"/>
                </a:lnTo>
                <a:lnTo>
                  <a:pt x="18381" y="2708"/>
                </a:lnTo>
                <a:lnTo>
                  <a:pt x="24313" y="1621"/>
                </a:lnTo>
                <a:lnTo>
                  <a:pt x="30814" y="1087"/>
                </a:lnTo>
                <a:lnTo>
                  <a:pt x="37297" y="0"/>
                </a:lnTo>
                <a:lnTo>
                  <a:pt x="43779" y="0"/>
                </a:lnTo>
                <a:lnTo>
                  <a:pt x="50262" y="0"/>
                </a:lnTo>
                <a:lnTo>
                  <a:pt x="56211" y="0"/>
                </a:lnTo>
                <a:lnTo>
                  <a:pt x="62693" y="0"/>
                </a:lnTo>
                <a:lnTo>
                  <a:pt x="69175" y="1087"/>
                </a:lnTo>
                <a:lnTo>
                  <a:pt x="75660" y="1621"/>
                </a:lnTo>
                <a:lnTo>
                  <a:pt x="81609" y="2708"/>
                </a:lnTo>
                <a:lnTo>
                  <a:pt x="88092" y="4328"/>
                </a:lnTo>
                <a:lnTo>
                  <a:pt x="94041" y="5949"/>
                </a:lnTo>
                <a:lnTo>
                  <a:pt x="100523" y="7570"/>
                </a:lnTo>
                <a:lnTo>
                  <a:pt x="78901" y="72971"/>
                </a:lnTo>
                <a:lnTo>
                  <a:pt x="75660" y="71903"/>
                </a:lnTo>
                <a:lnTo>
                  <a:pt x="71883" y="70816"/>
                </a:lnTo>
                <a:lnTo>
                  <a:pt x="68642" y="69729"/>
                </a:lnTo>
                <a:lnTo>
                  <a:pt x="64848" y="69195"/>
                </a:lnTo>
                <a:lnTo>
                  <a:pt x="61074" y="68643"/>
                </a:lnTo>
                <a:lnTo>
                  <a:pt x="57297" y="68108"/>
                </a:lnTo>
                <a:lnTo>
                  <a:pt x="53503" y="68108"/>
                </a:lnTo>
                <a:lnTo>
                  <a:pt x="50262" y="68108"/>
                </a:lnTo>
                <a:lnTo>
                  <a:pt x="46487" y="68108"/>
                </a:lnTo>
                <a:lnTo>
                  <a:pt x="42693" y="68108"/>
                </a:lnTo>
                <a:lnTo>
                  <a:pt x="38916" y="68643"/>
                </a:lnTo>
                <a:lnTo>
                  <a:pt x="35122" y="69195"/>
                </a:lnTo>
                <a:lnTo>
                  <a:pt x="31348" y="69729"/>
                </a:lnTo>
                <a:lnTo>
                  <a:pt x="28107" y="70816"/>
                </a:lnTo>
                <a:lnTo>
                  <a:pt x="24313" y="71903"/>
                </a:lnTo>
                <a:lnTo>
                  <a:pt x="21071" y="72971"/>
                </a:lnTo>
                <a:lnTo>
                  <a:pt x="0" y="7570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564">
            <a:extLst xmlns:a="http://schemas.openxmlformats.org/drawingml/2006/main">
              <a:ext uri="{FF2B5EF4-FFF2-40B4-BE49-F238E27FC236}">
                <a16:creationId xmlns:a16="http://schemas.microsoft.com/office/drawing/2014/main" id="{2141E6E8-AA4E-42E1-9EBA-0BDBCF17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1296" y="3773100"/>
            <a:ext cx="102164" cy="98921"/>
          </a:xfrm>
          <a:custGeom xmlns:a="http://schemas.openxmlformats.org/drawingml/2006/main">
            <a:pathLst>
              <a:path w="102164" h="98921">
                <a:moveTo>
                  <a:pt x="20536" y="0"/>
                </a:moveTo>
                <a:lnTo>
                  <a:pt x="27018" y="1621"/>
                </a:lnTo>
                <a:lnTo>
                  <a:pt x="32967" y="4328"/>
                </a:lnTo>
                <a:lnTo>
                  <a:pt x="38383" y="6483"/>
                </a:lnTo>
                <a:lnTo>
                  <a:pt x="44313" y="9744"/>
                </a:lnTo>
                <a:lnTo>
                  <a:pt x="49728" y="12432"/>
                </a:lnTo>
                <a:lnTo>
                  <a:pt x="55677" y="15673"/>
                </a:lnTo>
                <a:lnTo>
                  <a:pt x="60538" y="18915"/>
                </a:lnTo>
                <a:lnTo>
                  <a:pt x="65934" y="22710"/>
                </a:lnTo>
                <a:lnTo>
                  <a:pt x="71350" y="26485"/>
                </a:lnTo>
                <a:lnTo>
                  <a:pt x="76213" y="30813"/>
                </a:lnTo>
                <a:lnTo>
                  <a:pt x="80540" y="35141"/>
                </a:lnTo>
                <a:lnTo>
                  <a:pt x="85403" y="39470"/>
                </a:lnTo>
                <a:lnTo>
                  <a:pt x="89731" y="43779"/>
                </a:lnTo>
                <a:lnTo>
                  <a:pt x="94041" y="48641"/>
                </a:lnTo>
                <a:lnTo>
                  <a:pt x="97835" y="53522"/>
                </a:lnTo>
                <a:lnTo>
                  <a:pt x="102164" y="58384"/>
                </a:lnTo>
                <a:lnTo>
                  <a:pt x="47020" y="98921"/>
                </a:lnTo>
                <a:lnTo>
                  <a:pt x="44313" y="95680"/>
                </a:lnTo>
                <a:lnTo>
                  <a:pt x="42157" y="92972"/>
                </a:lnTo>
                <a:lnTo>
                  <a:pt x="40005" y="90265"/>
                </a:lnTo>
                <a:lnTo>
                  <a:pt x="37297" y="87558"/>
                </a:lnTo>
                <a:lnTo>
                  <a:pt x="34589" y="84869"/>
                </a:lnTo>
                <a:lnTo>
                  <a:pt x="31900" y="82161"/>
                </a:lnTo>
                <a:lnTo>
                  <a:pt x="28640" y="80006"/>
                </a:lnTo>
                <a:lnTo>
                  <a:pt x="25951" y="77833"/>
                </a:lnTo>
                <a:lnTo>
                  <a:pt x="22708" y="75678"/>
                </a:lnTo>
                <a:lnTo>
                  <a:pt x="20002" y="73505"/>
                </a:lnTo>
                <a:lnTo>
                  <a:pt x="16761" y="71884"/>
                </a:lnTo>
                <a:lnTo>
                  <a:pt x="13518" y="70263"/>
                </a:lnTo>
                <a:lnTo>
                  <a:pt x="10276" y="68643"/>
                </a:lnTo>
                <a:lnTo>
                  <a:pt x="6482" y="67022"/>
                </a:lnTo>
                <a:lnTo>
                  <a:pt x="3241" y="65954"/>
                </a:lnTo>
                <a:lnTo>
                  <a:pt x="0" y="64333"/>
                </a:lnTo>
                <a:lnTo>
                  <a:pt x="20536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565">
            <a:extLst xmlns:a="http://schemas.openxmlformats.org/drawingml/2006/main">
              <a:ext uri="{FF2B5EF4-FFF2-40B4-BE49-F238E27FC236}">
                <a16:creationId xmlns:a16="http://schemas.microsoft.com/office/drawing/2014/main" id="{2428795E-039A-4808-BDA0-A3360CBF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8316" y="3832018"/>
            <a:ext cx="85937" cy="95661"/>
          </a:xfrm>
          <a:custGeom xmlns:a="http://schemas.openxmlformats.org/drawingml/2006/main">
            <a:pathLst>
              <a:path w="85937" h="95661">
                <a:moveTo>
                  <a:pt x="54589" y="0"/>
                </a:moveTo>
                <a:lnTo>
                  <a:pt x="58385" y="4862"/>
                </a:lnTo>
                <a:lnTo>
                  <a:pt x="61626" y="10278"/>
                </a:lnTo>
                <a:lnTo>
                  <a:pt x="64868" y="15673"/>
                </a:lnTo>
                <a:lnTo>
                  <a:pt x="68109" y="21622"/>
                </a:lnTo>
                <a:lnTo>
                  <a:pt x="70817" y="27019"/>
                </a:lnTo>
                <a:lnTo>
                  <a:pt x="73505" y="32968"/>
                </a:lnTo>
                <a:lnTo>
                  <a:pt x="75677" y="38916"/>
                </a:lnTo>
                <a:lnTo>
                  <a:pt x="77832" y="44866"/>
                </a:lnTo>
                <a:lnTo>
                  <a:pt x="79454" y="51348"/>
                </a:lnTo>
                <a:lnTo>
                  <a:pt x="81074" y="57297"/>
                </a:lnTo>
                <a:lnTo>
                  <a:pt x="82695" y="63780"/>
                </a:lnTo>
                <a:lnTo>
                  <a:pt x="83781" y="69729"/>
                </a:lnTo>
                <a:lnTo>
                  <a:pt x="84315" y="76212"/>
                </a:lnTo>
                <a:lnTo>
                  <a:pt x="85403" y="82695"/>
                </a:lnTo>
                <a:lnTo>
                  <a:pt x="85403" y="89178"/>
                </a:lnTo>
                <a:lnTo>
                  <a:pt x="85937" y="95661"/>
                </a:lnTo>
                <a:lnTo>
                  <a:pt x="17847" y="95661"/>
                </a:lnTo>
                <a:lnTo>
                  <a:pt x="17847" y="91886"/>
                </a:lnTo>
                <a:lnTo>
                  <a:pt x="17294" y="88111"/>
                </a:lnTo>
                <a:lnTo>
                  <a:pt x="16761" y="84316"/>
                </a:lnTo>
                <a:lnTo>
                  <a:pt x="16761" y="80541"/>
                </a:lnTo>
                <a:lnTo>
                  <a:pt x="15673" y="76746"/>
                </a:lnTo>
                <a:lnTo>
                  <a:pt x="15139" y="73505"/>
                </a:lnTo>
                <a:lnTo>
                  <a:pt x="14053" y="69729"/>
                </a:lnTo>
                <a:lnTo>
                  <a:pt x="12984" y="66488"/>
                </a:lnTo>
                <a:lnTo>
                  <a:pt x="11898" y="62694"/>
                </a:lnTo>
                <a:lnTo>
                  <a:pt x="10276" y="59452"/>
                </a:lnTo>
                <a:lnTo>
                  <a:pt x="9190" y="55677"/>
                </a:lnTo>
                <a:lnTo>
                  <a:pt x="7568" y="52436"/>
                </a:lnTo>
                <a:lnTo>
                  <a:pt x="5949" y="49194"/>
                </a:lnTo>
                <a:lnTo>
                  <a:pt x="3794" y="45953"/>
                </a:lnTo>
                <a:lnTo>
                  <a:pt x="1622" y="42692"/>
                </a:lnTo>
                <a:lnTo>
                  <a:pt x="0" y="40003"/>
                </a:lnTo>
                <a:lnTo>
                  <a:pt x="54589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566">
            <a:extLst xmlns:a="http://schemas.openxmlformats.org/drawingml/2006/main">
              <a:ext uri="{FF2B5EF4-FFF2-40B4-BE49-F238E27FC236}">
                <a16:creationId xmlns:a16="http://schemas.microsoft.com/office/drawing/2014/main" id="{40639C6D-7602-4846-8D45-4EDD8336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1570" y="3811483"/>
            <a:ext cx="109180" cy="116196"/>
          </a:xfrm>
          <a:custGeom xmlns:a="http://schemas.openxmlformats.org/drawingml/2006/main">
            <a:pathLst>
              <a:path w="109180" h="116196">
                <a:moveTo>
                  <a:pt x="0" y="116196"/>
                </a:moveTo>
                <a:lnTo>
                  <a:pt x="1091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111111"/>
            </a:solidFill>
            <a:prstDash val="solid"/>
          </a:ln>
        </p:spPr>
      </p:sp>
      <p:sp>
        <p:nvSpPr>
          <p:cNvPr id="624" name="path-567">
            <a:extLst xmlns:a="http://schemas.openxmlformats.org/drawingml/2006/main">
              <a:ext uri="{FF2B5EF4-FFF2-40B4-BE49-F238E27FC236}">
                <a16:creationId xmlns:a16="http://schemas.microsoft.com/office/drawing/2014/main" id="{B67A4D5A-1077-4BA0-946E-94CF5A6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7240" y="3902815"/>
            <a:ext cx="48659" cy="48659"/>
          </a:xfrm>
          <a:custGeom xmlns:a="http://schemas.openxmlformats.org/drawingml/2006/main">
            <a:pathLst>
              <a:path w="48659" h="48659">
                <a:moveTo>
                  <a:pt x="0" y="24330"/>
                </a:moveTo>
                <a:lnTo>
                  <a:pt x="0" y="24330"/>
                </a:lnTo>
                <a:cubicBezTo>
                  <a:pt x="0" y="20001"/>
                  <a:pt x="1086" y="15673"/>
                  <a:pt x="3261" y="12431"/>
                </a:cubicBezTo>
                <a:cubicBezTo>
                  <a:pt x="5416" y="8656"/>
                  <a:pt x="8657" y="5415"/>
                  <a:pt x="12431" y="3261"/>
                </a:cubicBezTo>
                <a:cubicBezTo>
                  <a:pt x="15673" y="1087"/>
                  <a:pt x="20002" y="0"/>
                  <a:pt x="24330" y="0"/>
                </a:cubicBezTo>
                <a:cubicBezTo>
                  <a:pt x="28659" y="0"/>
                  <a:pt x="32987" y="1087"/>
                  <a:pt x="36761" y="3261"/>
                </a:cubicBezTo>
                <a:cubicBezTo>
                  <a:pt x="40002" y="5415"/>
                  <a:pt x="43243" y="8656"/>
                  <a:pt x="45418" y="12431"/>
                </a:cubicBezTo>
                <a:cubicBezTo>
                  <a:pt x="47573" y="15673"/>
                  <a:pt x="48659" y="20001"/>
                  <a:pt x="48659" y="24330"/>
                </a:cubicBezTo>
                <a:cubicBezTo>
                  <a:pt x="48659" y="28658"/>
                  <a:pt x="47573" y="32987"/>
                  <a:pt x="45418" y="36762"/>
                </a:cubicBezTo>
                <a:cubicBezTo>
                  <a:pt x="43243" y="40003"/>
                  <a:pt x="40002" y="43245"/>
                  <a:pt x="36761" y="45419"/>
                </a:cubicBezTo>
                <a:cubicBezTo>
                  <a:pt x="32987" y="47573"/>
                  <a:pt x="28659" y="48659"/>
                  <a:pt x="24330" y="48659"/>
                </a:cubicBezTo>
                <a:cubicBezTo>
                  <a:pt x="20002" y="48659"/>
                  <a:pt x="15673" y="47573"/>
                  <a:pt x="12431" y="45419"/>
                </a:cubicBezTo>
                <a:cubicBezTo>
                  <a:pt x="8657" y="43245"/>
                  <a:pt x="5416" y="40003"/>
                  <a:pt x="3261" y="36762"/>
                </a:cubicBezTo>
                <a:cubicBezTo>
                  <a:pt x="1086" y="32987"/>
                  <a:pt x="0" y="28658"/>
                  <a:pt x="0" y="24330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path-568">
            <a:extLst xmlns:a="http://schemas.openxmlformats.org/drawingml/2006/main">
              <a:ext uri="{FF2B5EF4-FFF2-40B4-BE49-F238E27FC236}">
                <a16:creationId xmlns:a16="http://schemas.microsoft.com/office/drawing/2014/main" id="{6688AD8A-0B0A-4F07-8B67-E7724D0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561" y="4154160"/>
            <a:ext cx="191" cy="216186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2B2B2B"/>
            </a:solidFill>
            <a:prstDash val="solid"/>
          </a:ln>
        </p:spPr>
      </p:sp>
      <p:sp>
        <p:nvSpPr>
          <p:cNvPr id="626" name="path-569">
            <a:extLst xmlns:a="http://schemas.openxmlformats.org/drawingml/2006/main">
              <a:ext uri="{FF2B5EF4-FFF2-40B4-BE49-F238E27FC236}">
                <a16:creationId xmlns:a16="http://schemas.microsoft.com/office/drawing/2014/main" id="{FB75D450-0279-4FCE-AAC3-36B49D5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0433" y="4154160"/>
            <a:ext cx="191" cy="216186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2B2B2B"/>
            </a:solidFill>
            <a:prstDash val="solid"/>
          </a:ln>
        </p:spPr>
      </p:sp>
      <p:sp>
        <p:nvSpPr>
          <p:cNvPr id="627" name="path-570">
            <a:extLst xmlns:a="http://schemas.openxmlformats.org/drawingml/2006/main">
              <a:ext uri="{FF2B5EF4-FFF2-40B4-BE49-F238E27FC236}">
                <a16:creationId xmlns:a16="http://schemas.microsoft.com/office/drawing/2014/main" id="{8A35DF56-C2AE-4B0B-9FBD-2A98D87E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771" y="4154160"/>
            <a:ext cx="191" cy="216186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2B2B2B"/>
            </a:solidFill>
            <a:prstDash val="solid"/>
          </a:ln>
        </p:spPr>
      </p:sp>
      <p:sp>
        <p:nvSpPr>
          <p:cNvPr id="628" name="path-571">
            <a:extLst xmlns:a="http://schemas.openxmlformats.org/drawingml/2006/main">
              <a:ext uri="{FF2B5EF4-FFF2-40B4-BE49-F238E27FC236}">
                <a16:creationId xmlns:a16="http://schemas.microsoft.com/office/drawing/2014/main" id="{975BD8EC-0145-4385-8FFC-6F100879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1642" y="4154160"/>
            <a:ext cx="191" cy="216186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2B2B2B"/>
            </a:solidFill>
            <a:prstDash val="solid"/>
          </a:ln>
        </p:spPr>
      </p:sp>
      <p:sp>
        <p:nvSpPr>
          <p:cNvPr id="629" name="path-572">
            <a:extLst xmlns:a="http://schemas.openxmlformats.org/drawingml/2006/main">
              <a:ext uri="{FF2B5EF4-FFF2-40B4-BE49-F238E27FC236}">
                <a16:creationId xmlns:a16="http://schemas.microsoft.com/office/drawing/2014/main" id="{980366EB-966D-4D94-8EED-834ED823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561" y="4366571"/>
            <a:ext cx="6842081" cy="191"/>
          </a:xfrm>
          <a:custGeom xmlns:a="http://schemas.openxmlformats.org/drawingml/2006/main">
            <a:pathLst>
              <a:path w="6842081" h="191">
                <a:moveTo>
                  <a:pt x="0" y="0"/>
                </a:moveTo>
                <a:lnTo>
                  <a:pt x="6842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484">
            <a:solidFill>
              <a:srgbClr val="2B2B2B"/>
            </a:solidFill>
            <a:prstDash val="solid"/>
          </a:ln>
        </p:spPr>
      </p:sp>
      <p:sp>
        <p:nvSpPr>
          <p:cNvPr id="630" name="path-573">
            <a:extLst xmlns:a="http://schemas.openxmlformats.org/drawingml/2006/main">
              <a:ext uri="{FF2B5EF4-FFF2-40B4-BE49-F238E27FC236}">
                <a16:creationId xmlns:a16="http://schemas.microsoft.com/office/drawing/2014/main" id="{62BB7B3D-3F44-43D5-92A3-29DB0F0A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869" y="4384399"/>
            <a:ext cx="191" cy="83229"/>
          </a:xfrm>
          <a:custGeom xmlns:a="http://schemas.openxmlformats.org/drawingml/2006/main">
            <a:pathLst>
              <a:path w="191" h="83229">
                <a:moveTo>
                  <a:pt x="0" y="0"/>
                </a:moveTo>
                <a:lnTo>
                  <a:pt x="0" y="83229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631" name="path-574">
            <a:extLst xmlns:a="http://schemas.openxmlformats.org/drawingml/2006/main">
              <a:ext uri="{FF2B5EF4-FFF2-40B4-BE49-F238E27FC236}">
                <a16:creationId xmlns:a16="http://schemas.microsoft.com/office/drawing/2014/main" id="{B41A49BA-7FD7-4933-9822-49BDC330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8712" y="4462231"/>
            <a:ext cx="84316" cy="84316"/>
          </a:xfrm>
          <a:custGeom xmlns:a="http://schemas.openxmlformats.org/drawingml/2006/main">
            <a:pathLst>
              <a:path w="84316" h="84316">
                <a:moveTo>
                  <a:pt x="42157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7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path-575">
            <a:extLst xmlns:a="http://schemas.openxmlformats.org/drawingml/2006/main">
              <a:ext uri="{FF2B5EF4-FFF2-40B4-BE49-F238E27FC236}">
                <a16:creationId xmlns:a16="http://schemas.microsoft.com/office/drawing/2014/main" id="{3BDF22D1-E75A-4E83-8020-D0A2BBAD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60" y="4568703"/>
            <a:ext cx="9122951" cy="413475"/>
          </a:xfrm>
          <a:custGeom xmlns:a="http://schemas.openxmlformats.org/drawingml/2006/main">
            <a:pathLst>
              <a:path w="9122951" h="413475">
                <a:moveTo>
                  <a:pt x="0" y="173494"/>
                </a:moveTo>
                <a:lnTo>
                  <a:pt x="0" y="173494"/>
                </a:lnTo>
                <a:cubicBezTo>
                  <a:pt x="0" y="143235"/>
                  <a:pt x="8122" y="112975"/>
                  <a:pt x="23242" y="86490"/>
                </a:cubicBezTo>
                <a:cubicBezTo>
                  <a:pt x="38383" y="60539"/>
                  <a:pt x="60539" y="38383"/>
                  <a:pt x="87023" y="23244"/>
                </a:cubicBezTo>
                <a:cubicBezTo>
                  <a:pt x="112974" y="8104"/>
                  <a:pt x="143235" y="0"/>
                  <a:pt x="173512" y="0"/>
                </a:cubicBezTo>
                <a:lnTo>
                  <a:pt x="8948925" y="0"/>
                </a:lnTo>
                <a:cubicBezTo>
                  <a:pt x="8979184" y="0"/>
                  <a:pt x="9009463" y="8104"/>
                  <a:pt x="9035948" y="23244"/>
                </a:cubicBezTo>
                <a:cubicBezTo>
                  <a:pt x="9061880" y="38383"/>
                  <a:pt x="9084035" y="60539"/>
                  <a:pt x="9099174" y="87024"/>
                </a:cubicBezTo>
                <a:cubicBezTo>
                  <a:pt x="9114313" y="112975"/>
                  <a:pt x="9122418" y="143235"/>
                  <a:pt x="9122418" y="173494"/>
                </a:cubicBezTo>
                <a:lnTo>
                  <a:pt x="9122951" y="239448"/>
                </a:lnTo>
                <a:cubicBezTo>
                  <a:pt x="9122951" y="269708"/>
                  <a:pt x="9114849" y="299987"/>
                  <a:pt x="9099707" y="326471"/>
                </a:cubicBezTo>
                <a:cubicBezTo>
                  <a:pt x="9084588" y="352403"/>
                  <a:pt x="9062413" y="374559"/>
                  <a:pt x="9035948" y="389698"/>
                </a:cubicBezTo>
                <a:cubicBezTo>
                  <a:pt x="9009996" y="404838"/>
                  <a:pt x="8979718" y="412941"/>
                  <a:pt x="8949458" y="412941"/>
                </a:cubicBezTo>
                <a:lnTo>
                  <a:pt x="173512" y="413475"/>
                </a:lnTo>
                <a:cubicBezTo>
                  <a:pt x="143235" y="413475"/>
                  <a:pt x="112974" y="405372"/>
                  <a:pt x="86489" y="390232"/>
                </a:cubicBezTo>
                <a:cubicBezTo>
                  <a:pt x="60539" y="375112"/>
                  <a:pt x="38383" y="352956"/>
                  <a:pt x="23242" y="326471"/>
                </a:cubicBezTo>
                <a:cubicBezTo>
                  <a:pt x="8122" y="300521"/>
                  <a:pt x="0" y="270261"/>
                  <a:pt x="0" y="239981"/>
                </a:cubicBezTo>
                <a:lnTo>
                  <a:pt x="0" y="173494"/>
                </a:lnTo>
              </a:path>
            </a:pathLst>
          </a:custGeom>
          <a:solidFill xmlns:a="http://schemas.openxmlformats.org/drawingml/2006/main">
            <a:srgbClr val="E8F2E8"/>
          </a:solidFill>
          <a:ln xmlns:a="http://schemas.openxmlformats.org/drawingml/2006/main" w="24862">
            <a:solidFill>
              <a:srgbClr val="3A7D44"/>
            </a:solidFill>
            <a:prstDash val="solid"/>
          </a:ln>
        </p:spPr>
      </p:sp>
      <p:sp>
        <p:nvSpPr>
          <p:cNvPr id="633" name="text-576 Intervention">
            <a:extLst xmlns:a="http://schemas.openxmlformats.org/drawingml/2006/main">
              <a:ext uri="{FF2B5EF4-FFF2-40B4-BE49-F238E27FC236}">
                <a16:creationId xmlns:a16="http://schemas.microsoft.com/office/drawing/2014/main" id="{1727C382-9C07-4F2A-B52C-B0666BCE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3800" y="4644192"/>
            <a:ext cx="1238920" cy="293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3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634" name="text-576 Priority">
            <a:extLst xmlns:a="http://schemas.openxmlformats.org/drawingml/2006/main">
              <a:ext uri="{FF2B5EF4-FFF2-40B4-BE49-F238E27FC236}">
                <a16:creationId xmlns:a16="http://schemas.microsoft.com/office/drawing/2014/main" id="{D4495D0C-7E7A-4C58-84F3-B80A3611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3272" y="4644079"/>
            <a:ext cx="773049" cy="29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4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4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4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635" name="text-576 &amp;">
            <a:extLst xmlns:a="http://schemas.openxmlformats.org/drawingml/2006/main">
              <a:ext uri="{FF2B5EF4-FFF2-40B4-BE49-F238E27FC236}">
                <a16:creationId xmlns:a16="http://schemas.microsoft.com/office/drawing/2014/main" id="{09863898-1B0D-4707-B705-2544349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6994" y="4644391"/>
            <a:ext cx="189185" cy="293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1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636" name="text-576 Data-Availability">
            <a:extLst xmlns:a="http://schemas.openxmlformats.org/drawingml/2006/main">
              <a:ext uri="{FF2B5EF4-FFF2-40B4-BE49-F238E27FC236}">
                <a16:creationId xmlns:a16="http://schemas.microsoft.com/office/drawing/2014/main" id="{62126F09-7292-4DFB-BD22-DC8CF8C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7326" y="4644134"/>
            <a:ext cx="1663433" cy="293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3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Data-Availability</a:t>
            </a:r>
          </a:p>
        </p:txBody>
      </p:sp>
      <p:sp>
        <p:nvSpPr>
          <p:cNvPr id="637" name="text-576 Decision">
            <a:extLst xmlns:a="http://schemas.openxmlformats.org/drawingml/2006/main">
              <a:ext uri="{FF2B5EF4-FFF2-40B4-BE49-F238E27FC236}">
                <a16:creationId xmlns:a16="http://schemas.microsoft.com/office/drawing/2014/main" id="{BCBFDD2B-787E-4E8C-9163-C91CAE79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1654" y="4644183"/>
            <a:ext cx="912625" cy="293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3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53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638" name="path-577">
            <a:extLst xmlns:a="http://schemas.openxmlformats.org/drawingml/2006/main">
              <a:ext uri="{FF2B5EF4-FFF2-40B4-BE49-F238E27FC236}">
                <a16:creationId xmlns:a16="http://schemas.microsoft.com/office/drawing/2014/main" id="{B500F393-FA29-4194-A714-C4510232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304" y="5319460"/>
            <a:ext cx="9477510" cy="4972510"/>
          </a:xfrm>
          <a:custGeom xmlns:a="http://schemas.openxmlformats.org/drawingml/2006/main">
            <a:pathLst>
              <a:path w="9477510" h="4972510">
                <a:moveTo>
                  <a:pt x="533" y="149164"/>
                </a:moveTo>
                <a:lnTo>
                  <a:pt x="533" y="149164"/>
                </a:lnTo>
                <a:cubicBezTo>
                  <a:pt x="533" y="123212"/>
                  <a:pt x="7570" y="97281"/>
                  <a:pt x="20536" y="74572"/>
                </a:cubicBezTo>
                <a:cubicBezTo>
                  <a:pt x="33520" y="51882"/>
                  <a:pt x="52435" y="32968"/>
                  <a:pt x="75125" y="19982"/>
                </a:cubicBezTo>
                <a:cubicBezTo>
                  <a:pt x="97835" y="7016"/>
                  <a:pt x="123766" y="0"/>
                  <a:pt x="149717" y="0"/>
                </a:cubicBezTo>
                <a:lnTo>
                  <a:pt x="9328344" y="534"/>
                </a:lnTo>
                <a:cubicBezTo>
                  <a:pt x="9354276" y="534"/>
                  <a:pt x="9380228" y="7551"/>
                  <a:pt x="9402918" y="20535"/>
                </a:cubicBezTo>
                <a:cubicBezTo>
                  <a:pt x="9425626" y="33501"/>
                  <a:pt x="9444542" y="52416"/>
                  <a:pt x="9457507" y="75125"/>
                </a:cubicBezTo>
                <a:cubicBezTo>
                  <a:pt x="9470491" y="97815"/>
                  <a:pt x="9477510" y="123766"/>
                  <a:pt x="9477510" y="149697"/>
                </a:cubicBezTo>
                <a:lnTo>
                  <a:pt x="9477510" y="4823328"/>
                </a:lnTo>
                <a:cubicBezTo>
                  <a:pt x="9477510" y="4849278"/>
                  <a:pt x="9470491" y="4875228"/>
                  <a:pt x="9457507" y="4897919"/>
                </a:cubicBezTo>
                <a:cubicBezTo>
                  <a:pt x="9444542" y="4920628"/>
                  <a:pt x="9425626" y="4939543"/>
                  <a:pt x="9402918" y="4952509"/>
                </a:cubicBezTo>
                <a:cubicBezTo>
                  <a:pt x="9380228" y="4965474"/>
                  <a:pt x="9354276" y="4972510"/>
                  <a:pt x="9328344" y="4972510"/>
                </a:cubicBezTo>
                <a:lnTo>
                  <a:pt x="149182" y="4972510"/>
                </a:lnTo>
                <a:cubicBezTo>
                  <a:pt x="123232" y="4972510"/>
                  <a:pt x="97282" y="4965474"/>
                  <a:pt x="74591" y="4952509"/>
                </a:cubicBezTo>
                <a:cubicBezTo>
                  <a:pt x="51882" y="4939543"/>
                  <a:pt x="32967" y="4920628"/>
                  <a:pt x="20001" y="4897919"/>
                </a:cubicBezTo>
                <a:cubicBezTo>
                  <a:pt x="7036" y="4875228"/>
                  <a:pt x="0" y="4849278"/>
                  <a:pt x="0" y="4823328"/>
                </a:cubicBezTo>
                <a:lnTo>
                  <a:pt x="533" y="1491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374">
            <a:solidFill>
              <a:srgbClr val="8B63B8"/>
            </a:solidFill>
            <a:prstDash val="solid"/>
          </a:ln>
        </p:spPr>
      </p:sp>
      <p:sp>
        <p:nvSpPr>
          <p:cNvPr id="639" name="text-578 3.">
            <a:extLst xmlns:a="http://schemas.openxmlformats.org/drawingml/2006/main">
              <a:ext uri="{FF2B5EF4-FFF2-40B4-BE49-F238E27FC236}">
                <a16:creationId xmlns:a16="http://schemas.microsoft.com/office/drawing/2014/main" id="{188551E8-5346-407F-B972-9F0672D2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5902" y="5315262"/>
            <a:ext cx="299033" cy="412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3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3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323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640" name="text-578 Targeted">
            <a:extLst xmlns:a="http://schemas.openxmlformats.org/drawingml/2006/main">
              <a:ext uri="{FF2B5EF4-FFF2-40B4-BE49-F238E27FC236}">
                <a16:creationId xmlns:a16="http://schemas.microsoft.com/office/drawing/2014/main" id="{6F7258CF-F1A5-43C4-994D-2C1EA721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3491" y="5314935"/>
            <a:ext cx="1278020" cy="413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Targeted</a:t>
            </a:r>
          </a:p>
        </p:txBody>
      </p:sp>
      <p:sp>
        <p:nvSpPr>
          <p:cNvPr id="641" name="text-578 Data">
            <a:extLst xmlns:a="http://schemas.openxmlformats.org/drawingml/2006/main">
              <a:ext uri="{FF2B5EF4-FFF2-40B4-BE49-F238E27FC236}">
                <a16:creationId xmlns:a16="http://schemas.microsoft.com/office/drawing/2014/main" id="{F3D45FB5-B913-4FA4-A358-25A227B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9710" y="5314676"/>
            <a:ext cx="693642" cy="413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7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7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327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42" name="text-578 Synthesis">
            <a:extLst xmlns:a="http://schemas.openxmlformats.org/drawingml/2006/main">
              <a:ext uri="{FF2B5EF4-FFF2-40B4-BE49-F238E27FC236}">
                <a16:creationId xmlns:a16="http://schemas.microsoft.com/office/drawing/2014/main" id="{3DB03E82-C9C8-4EEB-8446-E71AB6F7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12003" y="5314939"/>
            <a:ext cx="1447818" cy="4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643" name="path-579">
            <a:extLst xmlns:a="http://schemas.openxmlformats.org/drawingml/2006/main">
              <a:ext uri="{FF2B5EF4-FFF2-40B4-BE49-F238E27FC236}">
                <a16:creationId xmlns:a16="http://schemas.microsoft.com/office/drawing/2014/main" id="{DC9F5BD3-A53D-43C0-A6A1-F159C28A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530" y="5001646"/>
            <a:ext cx="191" cy="785879"/>
          </a:xfrm>
          <a:custGeom xmlns:a="http://schemas.openxmlformats.org/drawingml/2006/main">
            <a:pathLst>
              <a:path w="191" h="785879">
                <a:moveTo>
                  <a:pt x="0" y="0"/>
                </a:moveTo>
                <a:lnTo>
                  <a:pt x="0" y="785879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644" name="path-580">
            <a:extLst xmlns:a="http://schemas.openxmlformats.org/drawingml/2006/main">
              <a:ext uri="{FF2B5EF4-FFF2-40B4-BE49-F238E27FC236}">
                <a16:creationId xmlns:a16="http://schemas.microsoft.com/office/drawing/2014/main" id="{DA89B548-A44F-4105-A976-3008DBA1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373" y="5782110"/>
            <a:ext cx="84315" cy="84315"/>
          </a:xfrm>
          <a:custGeom xmlns:a="http://schemas.openxmlformats.org/drawingml/2006/main">
            <a:pathLst>
              <a:path w="84315" h="84315">
                <a:moveTo>
                  <a:pt x="42157" y="84315"/>
                </a:moveTo>
                <a:lnTo>
                  <a:pt x="0" y="0"/>
                </a:lnTo>
                <a:lnTo>
                  <a:pt x="84315" y="0"/>
                </a:lnTo>
                <a:lnTo>
                  <a:pt x="42157" y="84315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581">
            <a:extLst xmlns:a="http://schemas.openxmlformats.org/drawingml/2006/main">
              <a:ext uri="{FF2B5EF4-FFF2-40B4-BE49-F238E27FC236}">
                <a16:creationId xmlns:a16="http://schemas.microsoft.com/office/drawing/2014/main" id="{D1D7DC61-7D3F-473C-BBF2-6C19882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6532" y="4978937"/>
            <a:ext cx="191" cy="785879"/>
          </a:xfrm>
          <a:custGeom xmlns:a="http://schemas.openxmlformats.org/drawingml/2006/main">
            <a:pathLst>
              <a:path w="191" h="785879">
                <a:moveTo>
                  <a:pt x="0" y="0"/>
                </a:moveTo>
                <a:lnTo>
                  <a:pt x="0" y="785879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646" name="path-582">
            <a:extLst xmlns:a="http://schemas.openxmlformats.org/drawingml/2006/main">
              <a:ext uri="{FF2B5EF4-FFF2-40B4-BE49-F238E27FC236}">
                <a16:creationId xmlns:a16="http://schemas.microsoft.com/office/drawing/2014/main" id="{59EC83B4-CEA3-4F86-8161-884FFF93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4375" y="5759419"/>
            <a:ext cx="84316" cy="84316"/>
          </a:xfrm>
          <a:custGeom xmlns:a="http://schemas.openxmlformats.org/drawingml/2006/main">
            <a:pathLst>
              <a:path w="84316" h="84316">
                <a:moveTo>
                  <a:pt x="42157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7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583">
            <a:extLst xmlns:a="http://schemas.openxmlformats.org/drawingml/2006/main">
              <a:ext uri="{FF2B5EF4-FFF2-40B4-BE49-F238E27FC236}">
                <a16:creationId xmlns:a16="http://schemas.microsoft.com/office/drawing/2014/main" id="{C51A0ABC-9B27-4B3C-9536-76EF07B8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107" y="5863184"/>
            <a:ext cx="2332220" cy="619936"/>
          </a:xfrm>
          <a:custGeom xmlns:a="http://schemas.openxmlformats.org/drawingml/2006/main">
            <a:pathLst>
              <a:path w="2332220" h="619936">
                <a:moveTo>
                  <a:pt x="0" y="123766"/>
                </a:moveTo>
                <a:lnTo>
                  <a:pt x="0" y="123766"/>
                </a:lnTo>
                <a:cubicBezTo>
                  <a:pt x="0" y="102163"/>
                  <a:pt x="5949" y="80540"/>
                  <a:pt x="16760" y="61626"/>
                </a:cubicBezTo>
                <a:cubicBezTo>
                  <a:pt x="27571" y="42692"/>
                  <a:pt x="43245" y="27019"/>
                  <a:pt x="62160" y="16207"/>
                </a:cubicBezTo>
                <a:cubicBezTo>
                  <a:pt x="81074" y="5416"/>
                  <a:pt x="102144" y="0"/>
                  <a:pt x="123766" y="0"/>
                </a:cubicBezTo>
                <a:lnTo>
                  <a:pt x="2207901" y="0"/>
                </a:lnTo>
                <a:cubicBezTo>
                  <a:pt x="2229524" y="0"/>
                  <a:pt x="2251146" y="5949"/>
                  <a:pt x="2270060" y="16761"/>
                </a:cubicBezTo>
                <a:cubicBezTo>
                  <a:pt x="2288975" y="27572"/>
                  <a:pt x="2304649" y="43245"/>
                  <a:pt x="2315460" y="62160"/>
                </a:cubicBezTo>
                <a:cubicBezTo>
                  <a:pt x="2326271" y="81075"/>
                  <a:pt x="2331686" y="102163"/>
                  <a:pt x="2331686" y="123766"/>
                </a:cubicBezTo>
                <a:lnTo>
                  <a:pt x="2332220" y="495637"/>
                </a:lnTo>
                <a:cubicBezTo>
                  <a:pt x="2332220" y="517259"/>
                  <a:pt x="2326271" y="538862"/>
                  <a:pt x="2315460" y="557796"/>
                </a:cubicBezTo>
                <a:cubicBezTo>
                  <a:pt x="2304649" y="576710"/>
                  <a:pt x="2288975" y="592384"/>
                  <a:pt x="2270060" y="603195"/>
                </a:cubicBezTo>
                <a:cubicBezTo>
                  <a:pt x="2251146" y="614006"/>
                  <a:pt x="2230056" y="619402"/>
                  <a:pt x="2208454" y="619402"/>
                </a:cubicBezTo>
                <a:lnTo>
                  <a:pt x="123766" y="619936"/>
                </a:lnTo>
                <a:cubicBezTo>
                  <a:pt x="102144" y="619936"/>
                  <a:pt x="80540" y="614006"/>
                  <a:pt x="61606" y="603195"/>
                </a:cubicBezTo>
                <a:cubicBezTo>
                  <a:pt x="42692" y="592384"/>
                  <a:pt x="27018" y="576710"/>
                  <a:pt x="16207" y="557796"/>
                </a:cubicBezTo>
                <a:cubicBezTo>
                  <a:pt x="5396" y="538862"/>
                  <a:pt x="0" y="517792"/>
                  <a:pt x="0" y="496170"/>
                </a:cubicBezTo>
                <a:lnTo>
                  <a:pt x="0" y="123766"/>
                </a:lnTo>
              </a:path>
            </a:pathLst>
          </a:custGeom>
          <a:solidFill xmlns:a="http://schemas.openxmlformats.org/drawingml/2006/main">
            <a:srgbClr val="FEF2E2"/>
          </a:solidFill>
          <a:ln xmlns:a="http://schemas.openxmlformats.org/drawingml/2006/main" w="30267">
            <a:solidFill>
              <a:srgbClr val="B56B16"/>
            </a:solidFill>
            <a:prstDash val="solid"/>
          </a:ln>
        </p:spPr>
      </p:sp>
      <p:sp>
        <p:nvSpPr>
          <p:cNvPr id="648" name="path-584">
            <a:extLst xmlns:a="http://schemas.openxmlformats.org/drawingml/2006/main">
              <a:ext uri="{FF2B5EF4-FFF2-40B4-BE49-F238E27FC236}">
                <a16:creationId xmlns:a16="http://schemas.microsoft.com/office/drawing/2014/main" id="{497BCC63-249F-4A61-A4C1-5E4ECD5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083" y="6058834"/>
            <a:ext cx="83247" cy="228637"/>
          </a:xfrm>
          <a:custGeom xmlns:a="http://schemas.openxmlformats.org/drawingml/2006/main">
            <a:pathLst>
              <a:path w="83247" h="228637">
                <a:moveTo>
                  <a:pt x="83247" y="228637"/>
                </a:moveTo>
                <a:lnTo>
                  <a:pt x="68642" y="222688"/>
                </a:lnTo>
                <a:lnTo>
                  <a:pt x="55676" y="215671"/>
                </a:lnTo>
                <a:lnTo>
                  <a:pt x="43245" y="206480"/>
                </a:lnTo>
                <a:lnTo>
                  <a:pt x="32434" y="196203"/>
                </a:lnTo>
                <a:lnTo>
                  <a:pt x="22709" y="184857"/>
                </a:lnTo>
                <a:lnTo>
                  <a:pt x="14606" y="171892"/>
                </a:lnTo>
                <a:lnTo>
                  <a:pt x="8122" y="158373"/>
                </a:lnTo>
                <a:lnTo>
                  <a:pt x="3794" y="143787"/>
                </a:lnTo>
                <a:lnTo>
                  <a:pt x="553" y="129181"/>
                </a:lnTo>
                <a:lnTo>
                  <a:pt x="0" y="114061"/>
                </a:lnTo>
                <a:lnTo>
                  <a:pt x="553" y="98921"/>
                </a:lnTo>
                <a:lnTo>
                  <a:pt x="3794" y="84334"/>
                </a:lnTo>
                <a:lnTo>
                  <a:pt x="8122" y="69729"/>
                </a:lnTo>
                <a:lnTo>
                  <a:pt x="14606" y="56211"/>
                </a:lnTo>
                <a:lnTo>
                  <a:pt x="22709" y="43245"/>
                </a:lnTo>
                <a:lnTo>
                  <a:pt x="32434" y="31899"/>
                </a:lnTo>
                <a:lnTo>
                  <a:pt x="43245" y="21622"/>
                </a:lnTo>
                <a:lnTo>
                  <a:pt x="55676" y="12431"/>
                </a:lnTo>
                <a:lnTo>
                  <a:pt x="68642" y="5415"/>
                </a:lnTo>
                <a:lnTo>
                  <a:pt x="832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A56214"/>
            </a:solidFill>
            <a:prstDash val="solid"/>
          </a:ln>
        </p:spPr>
      </p:sp>
      <p:sp>
        <p:nvSpPr>
          <p:cNvPr id="649" name="path-585">
            <a:extLst xmlns:a="http://schemas.openxmlformats.org/drawingml/2006/main">
              <a:ext uri="{FF2B5EF4-FFF2-40B4-BE49-F238E27FC236}">
                <a16:creationId xmlns:a16="http://schemas.microsoft.com/office/drawing/2014/main" id="{8057E9FD-F1A3-412F-BF3B-7721AC6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671" y="6039919"/>
            <a:ext cx="81628" cy="49728"/>
          </a:xfrm>
          <a:custGeom xmlns:a="http://schemas.openxmlformats.org/drawingml/2006/main">
            <a:pathLst>
              <a:path w="81628" h="49728">
                <a:moveTo>
                  <a:pt x="81628" y="553"/>
                </a:moveTo>
                <a:lnTo>
                  <a:pt x="16227" y="49728"/>
                </a:lnTo>
                <a:lnTo>
                  <a:pt x="0" y="0"/>
                </a:lnTo>
                <a:lnTo>
                  <a:pt x="81628" y="553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14053">
            <a:solidFill>
              <a:srgbClr val="A56214"/>
            </a:solidFill>
            <a:prstDash val="solid"/>
          </a:ln>
        </p:spPr>
      </p:sp>
      <p:sp>
        <p:nvSpPr>
          <p:cNvPr id="650" name="path-586">
            <a:extLst xmlns:a="http://schemas.openxmlformats.org/drawingml/2006/main">
              <a:ext uri="{FF2B5EF4-FFF2-40B4-BE49-F238E27FC236}">
                <a16:creationId xmlns:a16="http://schemas.microsoft.com/office/drawing/2014/main" id="{3925E46B-F196-4019-9C9D-F29BB651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369" y="6058834"/>
            <a:ext cx="83247" cy="228637"/>
          </a:xfrm>
          <a:custGeom xmlns:a="http://schemas.openxmlformats.org/drawingml/2006/main">
            <a:pathLst>
              <a:path w="83247" h="228637">
                <a:moveTo>
                  <a:pt x="0" y="0"/>
                </a:moveTo>
                <a:lnTo>
                  <a:pt x="14052" y="5415"/>
                </a:lnTo>
                <a:lnTo>
                  <a:pt x="27037" y="12431"/>
                </a:lnTo>
                <a:lnTo>
                  <a:pt x="39469" y="21622"/>
                </a:lnTo>
                <a:lnTo>
                  <a:pt x="50280" y="31899"/>
                </a:lnTo>
                <a:lnTo>
                  <a:pt x="60003" y="43245"/>
                </a:lnTo>
                <a:lnTo>
                  <a:pt x="68108" y="56211"/>
                </a:lnTo>
                <a:lnTo>
                  <a:pt x="74591" y="69729"/>
                </a:lnTo>
                <a:lnTo>
                  <a:pt x="78918" y="84334"/>
                </a:lnTo>
                <a:lnTo>
                  <a:pt x="82161" y="98921"/>
                </a:lnTo>
                <a:lnTo>
                  <a:pt x="83247" y="114061"/>
                </a:lnTo>
                <a:lnTo>
                  <a:pt x="82161" y="129181"/>
                </a:lnTo>
                <a:lnTo>
                  <a:pt x="78918" y="143787"/>
                </a:lnTo>
                <a:lnTo>
                  <a:pt x="74591" y="158373"/>
                </a:lnTo>
                <a:lnTo>
                  <a:pt x="68108" y="171892"/>
                </a:lnTo>
                <a:lnTo>
                  <a:pt x="60003" y="184857"/>
                </a:lnTo>
                <a:lnTo>
                  <a:pt x="50280" y="196203"/>
                </a:lnTo>
                <a:lnTo>
                  <a:pt x="39469" y="206480"/>
                </a:lnTo>
                <a:lnTo>
                  <a:pt x="27037" y="215671"/>
                </a:lnTo>
                <a:lnTo>
                  <a:pt x="14052" y="222688"/>
                </a:lnTo>
                <a:lnTo>
                  <a:pt x="0" y="228637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A56214"/>
            </a:solidFill>
            <a:prstDash val="solid"/>
          </a:ln>
        </p:spPr>
      </p:sp>
      <p:sp>
        <p:nvSpPr>
          <p:cNvPr id="651" name="path-587">
            <a:extLst xmlns:a="http://schemas.openxmlformats.org/drawingml/2006/main">
              <a:ext uri="{FF2B5EF4-FFF2-40B4-BE49-F238E27FC236}">
                <a16:creationId xmlns:a16="http://schemas.microsoft.com/office/drawing/2014/main" id="{7F3B434E-B0FD-4A7C-AFE0-27E9E9B4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487" y="6255037"/>
            <a:ext cx="81608" cy="49727"/>
          </a:xfrm>
          <a:custGeom xmlns:a="http://schemas.openxmlformats.org/drawingml/2006/main">
            <a:pathLst>
              <a:path w="81608" h="49727">
                <a:moveTo>
                  <a:pt x="0" y="48641"/>
                </a:moveTo>
                <a:lnTo>
                  <a:pt x="64866" y="0"/>
                </a:lnTo>
                <a:lnTo>
                  <a:pt x="81608" y="49727"/>
                </a:lnTo>
                <a:lnTo>
                  <a:pt x="0" y="48641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14053">
            <a:solidFill>
              <a:srgbClr val="A56214"/>
            </a:solidFill>
            <a:prstDash val="solid"/>
          </a:ln>
        </p:spPr>
      </p:sp>
      <p:sp>
        <p:nvSpPr>
          <p:cNvPr id="652" name="text-588 Residual-Aware">
            <a:extLst xmlns:a="http://schemas.openxmlformats.org/drawingml/2006/main">
              <a:ext uri="{FF2B5EF4-FFF2-40B4-BE49-F238E27FC236}">
                <a16:creationId xmlns:a16="http://schemas.microsoft.com/office/drawing/2014/main" id="{99B8E92A-DC9D-4009-B945-DAED26CC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8498" y="5973011"/>
            <a:ext cx="1369601" cy="250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Residual-Aware</a:t>
            </a:r>
          </a:p>
        </p:txBody>
      </p:sp>
      <p:sp>
        <p:nvSpPr>
          <p:cNvPr id="653" name="text-589 Replay">
            <a:extLst xmlns:a="http://schemas.openxmlformats.org/drawingml/2006/main">
              <a:ext uri="{FF2B5EF4-FFF2-40B4-BE49-F238E27FC236}">
                <a16:creationId xmlns:a16="http://schemas.microsoft.com/office/drawing/2014/main" id="{BF947D82-2139-4B85-B0A8-FCE9A95F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0665" y="6196135"/>
            <a:ext cx="618468" cy="250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654" name="text-589 Allocation">
            <a:extLst xmlns:a="http://schemas.openxmlformats.org/drawingml/2006/main">
              <a:ext uri="{FF2B5EF4-FFF2-40B4-BE49-F238E27FC236}">
                <a16:creationId xmlns:a16="http://schemas.microsoft.com/office/drawing/2014/main" id="{47F99290-514E-441F-A0FA-0514C663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9434" y="6196218"/>
            <a:ext cx="895995" cy="250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655" name="path-590">
            <a:extLst xmlns:a="http://schemas.openxmlformats.org/drawingml/2006/main">
              <a:ext uri="{FF2B5EF4-FFF2-40B4-BE49-F238E27FC236}">
                <a16:creationId xmlns:a16="http://schemas.microsoft.com/office/drawing/2014/main" id="{01AA77B7-6866-4941-AF16-19F3126C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8519" y="5863184"/>
            <a:ext cx="1948472" cy="619936"/>
          </a:xfrm>
          <a:custGeom xmlns:a="http://schemas.openxmlformats.org/drawingml/2006/main">
            <a:pathLst>
              <a:path w="1948472" h="619936">
                <a:moveTo>
                  <a:pt x="0" y="123766"/>
                </a:moveTo>
                <a:lnTo>
                  <a:pt x="0" y="123766"/>
                </a:lnTo>
                <a:cubicBezTo>
                  <a:pt x="0" y="102163"/>
                  <a:pt x="5950" y="80540"/>
                  <a:pt x="16760" y="61626"/>
                </a:cubicBezTo>
                <a:cubicBezTo>
                  <a:pt x="27572" y="42692"/>
                  <a:pt x="43245" y="27019"/>
                  <a:pt x="62160" y="16207"/>
                </a:cubicBezTo>
                <a:cubicBezTo>
                  <a:pt x="81075" y="5416"/>
                  <a:pt x="102163" y="0"/>
                  <a:pt x="123766" y="0"/>
                </a:cubicBezTo>
                <a:lnTo>
                  <a:pt x="1824153" y="0"/>
                </a:lnTo>
                <a:cubicBezTo>
                  <a:pt x="1845774" y="0"/>
                  <a:pt x="1867396" y="5949"/>
                  <a:pt x="1886312" y="16761"/>
                </a:cubicBezTo>
                <a:cubicBezTo>
                  <a:pt x="1905226" y="27572"/>
                  <a:pt x="1920899" y="43245"/>
                  <a:pt x="1931711" y="62160"/>
                </a:cubicBezTo>
                <a:cubicBezTo>
                  <a:pt x="1942523" y="81075"/>
                  <a:pt x="1947936" y="102163"/>
                  <a:pt x="1947936" y="123766"/>
                </a:cubicBezTo>
                <a:lnTo>
                  <a:pt x="1948472" y="495637"/>
                </a:lnTo>
                <a:cubicBezTo>
                  <a:pt x="1948472" y="517259"/>
                  <a:pt x="1942523" y="538862"/>
                  <a:pt x="1931711" y="557796"/>
                </a:cubicBezTo>
                <a:cubicBezTo>
                  <a:pt x="1920899" y="576710"/>
                  <a:pt x="1905226" y="592384"/>
                  <a:pt x="1886312" y="603195"/>
                </a:cubicBezTo>
                <a:cubicBezTo>
                  <a:pt x="1867396" y="614006"/>
                  <a:pt x="1846327" y="619402"/>
                  <a:pt x="1824705" y="619402"/>
                </a:cubicBezTo>
                <a:lnTo>
                  <a:pt x="123766" y="619936"/>
                </a:lnTo>
                <a:cubicBezTo>
                  <a:pt x="102163" y="619936"/>
                  <a:pt x="80540" y="614006"/>
                  <a:pt x="61626" y="603195"/>
                </a:cubicBezTo>
                <a:cubicBezTo>
                  <a:pt x="42711" y="592384"/>
                  <a:pt x="27019" y="576710"/>
                  <a:pt x="16227" y="557796"/>
                </a:cubicBezTo>
                <a:cubicBezTo>
                  <a:pt x="5416" y="538862"/>
                  <a:pt x="0" y="517792"/>
                  <a:pt x="0" y="496170"/>
                </a:cubicBezTo>
                <a:lnTo>
                  <a:pt x="0" y="123766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4862">
            <a:solidFill>
              <a:srgbClr val="7AAE85"/>
            </a:solidFill>
            <a:prstDash val="solid"/>
          </a:ln>
        </p:spPr>
      </p:sp>
      <p:sp>
        <p:nvSpPr>
          <p:cNvPr id="656" name="path-591">
            <a:extLst xmlns:a="http://schemas.openxmlformats.org/drawingml/2006/main">
              <a:ext uri="{FF2B5EF4-FFF2-40B4-BE49-F238E27FC236}">
                <a16:creationId xmlns:a16="http://schemas.microsoft.com/office/drawing/2014/main" id="{31F55508-2B7E-4B41-BC57-3E92DA74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410" y="6032902"/>
            <a:ext cx="254016" cy="302675"/>
          </a:xfrm>
          <a:custGeom xmlns:a="http://schemas.openxmlformats.org/drawingml/2006/main">
            <a:pathLst>
              <a:path w="254016" h="302675">
                <a:moveTo>
                  <a:pt x="535" y="25397"/>
                </a:moveTo>
                <a:lnTo>
                  <a:pt x="535" y="25397"/>
                </a:lnTo>
                <a:cubicBezTo>
                  <a:pt x="535" y="21070"/>
                  <a:pt x="1622" y="16760"/>
                  <a:pt x="3776" y="12965"/>
                </a:cubicBezTo>
                <a:cubicBezTo>
                  <a:pt x="5930" y="8638"/>
                  <a:pt x="9172" y="5396"/>
                  <a:pt x="12966" y="3241"/>
                </a:cubicBezTo>
                <a:cubicBezTo>
                  <a:pt x="17294" y="1087"/>
                  <a:pt x="21604" y="0"/>
                  <a:pt x="25932" y="0"/>
                </a:cubicBezTo>
                <a:lnTo>
                  <a:pt x="228617" y="534"/>
                </a:lnTo>
                <a:cubicBezTo>
                  <a:pt x="232946" y="534"/>
                  <a:pt x="237274" y="1621"/>
                  <a:pt x="241049" y="3775"/>
                </a:cubicBezTo>
                <a:cubicBezTo>
                  <a:pt x="245378" y="5948"/>
                  <a:pt x="248620" y="9190"/>
                  <a:pt x="250774" y="12965"/>
                </a:cubicBezTo>
                <a:cubicBezTo>
                  <a:pt x="252948" y="17294"/>
                  <a:pt x="254016" y="21622"/>
                  <a:pt x="254016" y="25931"/>
                </a:cubicBezTo>
                <a:lnTo>
                  <a:pt x="254016" y="277277"/>
                </a:lnTo>
                <a:cubicBezTo>
                  <a:pt x="254016" y="281586"/>
                  <a:pt x="252948" y="285915"/>
                  <a:pt x="250774" y="289709"/>
                </a:cubicBezTo>
                <a:cubicBezTo>
                  <a:pt x="248620" y="294018"/>
                  <a:pt x="245378" y="297259"/>
                  <a:pt x="241583" y="299433"/>
                </a:cubicBezTo>
                <a:cubicBezTo>
                  <a:pt x="237274" y="301588"/>
                  <a:pt x="232946" y="302675"/>
                  <a:pt x="228617" y="302675"/>
                </a:cubicBezTo>
                <a:lnTo>
                  <a:pt x="25397" y="302675"/>
                </a:lnTo>
                <a:cubicBezTo>
                  <a:pt x="21069" y="302675"/>
                  <a:pt x="16742" y="301588"/>
                  <a:pt x="12966" y="299433"/>
                </a:cubicBezTo>
                <a:cubicBezTo>
                  <a:pt x="8638" y="297259"/>
                  <a:pt x="5398" y="294018"/>
                  <a:pt x="3241" y="290243"/>
                </a:cubicBezTo>
                <a:cubicBezTo>
                  <a:pt x="1068" y="285915"/>
                  <a:pt x="0" y="281586"/>
                  <a:pt x="0" y="277277"/>
                </a:cubicBezTo>
                <a:lnTo>
                  <a:pt x="535" y="2539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2B2B2B"/>
            </a:solidFill>
            <a:prstDash val="solid"/>
          </a:ln>
        </p:spPr>
      </p:sp>
      <p:sp>
        <p:nvSpPr>
          <p:cNvPr id="657" name="path-592">
            <a:extLst xmlns:a="http://schemas.openxmlformats.org/drawingml/2006/main">
              <a:ext uri="{FF2B5EF4-FFF2-40B4-BE49-F238E27FC236}">
                <a16:creationId xmlns:a16="http://schemas.microsoft.com/office/drawing/2014/main" id="{FC19B0C8-A301-41C7-A1AA-B0CB90D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1207" y="6010193"/>
            <a:ext cx="110801" cy="41624"/>
          </a:xfrm>
          <a:custGeom xmlns:a="http://schemas.openxmlformats.org/drawingml/2006/main">
            <a:pathLst>
              <a:path w="110801" h="41624">
                <a:moveTo>
                  <a:pt x="55677" y="41624"/>
                </a:moveTo>
                <a:lnTo>
                  <a:pt x="0" y="41624"/>
                </a:lnTo>
                <a:lnTo>
                  <a:pt x="0" y="0"/>
                </a:lnTo>
                <a:lnTo>
                  <a:pt x="110801" y="0"/>
                </a:lnTo>
                <a:lnTo>
                  <a:pt x="110801" y="41624"/>
                </a:lnTo>
                <a:lnTo>
                  <a:pt x="55677" y="41624"/>
                </a:lnTo>
              </a:path>
            </a:pathLst>
          </a:custGeom>
          <a:solidFill xmlns:a="http://schemas.openxmlformats.org/drawingml/2006/main">
            <a:srgbClr val="C9D5E2"/>
          </a:solidFill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658" name="path-593">
            <a:extLst xmlns:a="http://schemas.openxmlformats.org/drawingml/2006/main">
              <a:ext uri="{FF2B5EF4-FFF2-40B4-BE49-F238E27FC236}">
                <a16:creationId xmlns:a16="http://schemas.microsoft.com/office/drawing/2014/main" id="{5973C930-F621-4A5B-90E5-9818CF70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378" y="6107494"/>
            <a:ext cx="41605" cy="41605"/>
          </a:xfrm>
          <a:custGeom xmlns:a="http://schemas.openxmlformats.org/drawingml/2006/main">
            <a:pathLst>
              <a:path w="41605" h="41605">
                <a:moveTo>
                  <a:pt x="21069" y="41605"/>
                </a:moveTo>
                <a:lnTo>
                  <a:pt x="0" y="41605"/>
                </a:lnTo>
                <a:lnTo>
                  <a:pt x="0" y="0"/>
                </a:lnTo>
                <a:lnTo>
                  <a:pt x="41605" y="0"/>
                </a:lnTo>
                <a:lnTo>
                  <a:pt x="41605" y="41605"/>
                </a:lnTo>
                <a:lnTo>
                  <a:pt x="21069" y="4160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659" name="path-594">
            <a:extLst xmlns:a="http://schemas.openxmlformats.org/drawingml/2006/main">
              <a:ext uri="{FF2B5EF4-FFF2-40B4-BE49-F238E27FC236}">
                <a16:creationId xmlns:a16="http://schemas.microsoft.com/office/drawing/2014/main" id="{C5B75A74-E747-4F63-A508-235BF8E3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03" y="6131270"/>
            <a:ext cx="9724" cy="10258"/>
          </a:xfrm>
          <a:custGeom xmlns:a="http://schemas.openxmlformats.org/drawingml/2006/main">
            <a:pathLst>
              <a:path w="9724" h="10258">
                <a:moveTo>
                  <a:pt x="0" y="0"/>
                </a:moveTo>
                <a:lnTo>
                  <a:pt x="9724" y="10258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660" name="path-595">
            <a:extLst xmlns:a="http://schemas.openxmlformats.org/drawingml/2006/main">
              <a:ext uri="{FF2B5EF4-FFF2-40B4-BE49-F238E27FC236}">
                <a16:creationId xmlns:a16="http://schemas.microsoft.com/office/drawing/2014/main" id="{1A9CAFED-21B6-4C42-8140-6D95265E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826" y="6117218"/>
            <a:ext cx="15673" cy="24311"/>
          </a:xfrm>
          <a:custGeom xmlns:a="http://schemas.openxmlformats.org/drawingml/2006/main">
            <a:pathLst>
              <a:path w="15673" h="24311">
                <a:moveTo>
                  <a:pt x="0" y="24311"/>
                </a:moveTo>
                <a:lnTo>
                  <a:pt x="15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661" name="path-596">
            <a:extLst xmlns:a="http://schemas.openxmlformats.org/drawingml/2006/main">
              <a:ext uri="{FF2B5EF4-FFF2-40B4-BE49-F238E27FC236}">
                <a16:creationId xmlns:a16="http://schemas.microsoft.com/office/drawing/2014/main" id="{E409D3F6-F0D6-411B-A754-4453CCFD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020" y="6129096"/>
            <a:ext cx="121610" cy="191"/>
          </a:xfrm>
          <a:custGeom xmlns:a="http://schemas.openxmlformats.org/drawingml/2006/main">
            <a:pathLst>
              <a:path w="121610" h="191">
                <a:moveTo>
                  <a:pt x="0" y="0"/>
                </a:moveTo>
                <a:lnTo>
                  <a:pt x="12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662" name="path-597">
            <a:extLst xmlns:a="http://schemas.openxmlformats.org/drawingml/2006/main">
              <a:ext uri="{FF2B5EF4-FFF2-40B4-BE49-F238E27FC236}">
                <a16:creationId xmlns:a16="http://schemas.microsoft.com/office/drawing/2014/main" id="{E75E02FA-2DC6-4235-A757-D45BB8C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378" y="6175583"/>
            <a:ext cx="41605" cy="41624"/>
          </a:xfrm>
          <a:custGeom xmlns:a="http://schemas.openxmlformats.org/drawingml/2006/main">
            <a:pathLst>
              <a:path w="41605" h="41624">
                <a:moveTo>
                  <a:pt x="21069" y="41624"/>
                </a:moveTo>
                <a:lnTo>
                  <a:pt x="0" y="41624"/>
                </a:lnTo>
                <a:lnTo>
                  <a:pt x="0" y="0"/>
                </a:lnTo>
                <a:lnTo>
                  <a:pt x="41605" y="0"/>
                </a:lnTo>
                <a:lnTo>
                  <a:pt x="41605" y="41624"/>
                </a:lnTo>
                <a:lnTo>
                  <a:pt x="21069" y="416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663" name="path-598">
            <a:extLst xmlns:a="http://schemas.openxmlformats.org/drawingml/2006/main">
              <a:ext uri="{FF2B5EF4-FFF2-40B4-BE49-F238E27FC236}">
                <a16:creationId xmlns:a16="http://schemas.microsoft.com/office/drawing/2014/main" id="{CE582256-D5D7-4E15-B6DD-95E2E4AA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03" y="6199379"/>
            <a:ext cx="9724" cy="10258"/>
          </a:xfrm>
          <a:custGeom xmlns:a="http://schemas.openxmlformats.org/drawingml/2006/main">
            <a:pathLst>
              <a:path w="9724" h="10258">
                <a:moveTo>
                  <a:pt x="0" y="0"/>
                </a:moveTo>
                <a:lnTo>
                  <a:pt x="9724" y="10258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664" name="path-599">
            <a:extLst xmlns:a="http://schemas.openxmlformats.org/drawingml/2006/main">
              <a:ext uri="{FF2B5EF4-FFF2-40B4-BE49-F238E27FC236}">
                <a16:creationId xmlns:a16="http://schemas.microsoft.com/office/drawing/2014/main" id="{9E8A47C8-0D89-4341-AF6B-437769D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826" y="6185327"/>
            <a:ext cx="15673" cy="24311"/>
          </a:xfrm>
          <a:custGeom xmlns:a="http://schemas.openxmlformats.org/drawingml/2006/main">
            <a:pathLst>
              <a:path w="15673" h="24311">
                <a:moveTo>
                  <a:pt x="0" y="24311"/>
                </a:moveTo>
                <a:lnTo>
                  <a:pt x="15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665" name="path-600">
            <a:extLst xmlns:a="http://schemas.openxmlformats.org/drawingml/2006/main">
              <a:ext uri="{FF2B5EF4-FFF2-40B4-BE49-F238E27FC236}">
                <a16:creationId xmlns:a16="http://schemas.microsoft.com/office/drawing/2014/main" id="{DB274C23-B886-47A9-A705-110898B1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020" y="6197205"/>
            <a:ext cx="121610" cy="191"/>
          </a:xfrm>
          <a:custGeom xmlns:a="http://schemas.openxmlformats.org/drawingml/2006/main">
            <a:pathLst>
              <a:path w="121610" h="191">
                <a:moveTo>
                  <a:pt x="0" y="0"/>
                </a:moveTo>
                <a:lnTo>
                  <a:pt x="12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666" name="path-601">
            <a:extLst xmlns:a="http://schemas.openxmlformats.org/drawingml/2006/main">
              <a:ext uri="{FF2B5EF4-FFF2-40B4-BE49-F238E27FC236}">
                <a16:creationId xmlns:a16="http://schemas.microsoft.com/office/drawing/2014/main" id="{45CAD6E2-172F-415D-A10D-6CBB0C88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378" y="6243691"/>
            <a:ext cx="41605" cy="41624"/>
          </a:xfrm>
          <a:custGeom xmlns:a="http://schemas.openxmlformats.org/drawingml/2006/main">
            <a:pathLst>
              <a:path w="41605" h="41624">
                <a:moveTo>
                  <a:pt x="21069" y="41624"/>
                </a:moveTo>
                <a:lnTo>
                  <a:pt x="0" y="41624"/>
                </a:lnTo>
                <a:lnTo>
                  <a:pt x="0" y="0"/>
                </a:lnTo>
                <a:lnTo>
                  <a:pt x="41605" y="0"/>
                </a:lnTo>
                <a:lnTo>
                  <a:pt x="41605" y="41624"/>
                </a:lnTo>
                <a:lnTo>
                  <a:pt x="21069" y="416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512">
            <a:solidFill>
              <a:srgbClr val="2B2B2B"/>
            </a:solidFill>
            <a:prstDash val="solid"/>
          </a:ln>
        </p:spPr>
      </p:sp>
      <p:sp>
        <p:nvSpPr>
          <p:cNvPr id="667" name="path-602">
            <a:extLst xmlns:a="http://schemas.openxmlformats.org/drawingml/2006/main">
              <a:ext uri="{FF2B5EF4-FFF2-40B4-BE49-F238E27FC236}">
                <a16:creationId xmlns:a16="http://schemas.microsoft.com/office/drawing/2014/main" id="{C0A857BD-2B2D-4442-ABA3-E389601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03" y="6267469"/>
            <a:ext cx="9724" cy="10277"/>
          </a:xfrm>
          <a:custGeom xmlns:a="http://schemas.openxmlformats.org/drawingml/2006/main">
            <a:pathLst>
              <a:path w="9724" h="10277">
                <a:moveTo>
                  <a:pt x="0" y="0"/>
                </a:moveTo>
                <a:lnTo>
                  <a:pt x="9724" y="10277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668" name="path-603">
            <a:extLst xmlns:a="http://schemas.openxmlformats.org/drawingml/2006/main">
              <a:ext uri="{FF2B5EF4-FFF2-40B4-BE49-F238E27FC236}">
                <a16:creationId xmlns:a16="http://schemas.microsoft.com/office/drawing/2014/main" id="{BE885D1C-3F5B-43BC-96D0-B7CE206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2826" y="6253416"/>
            <a:ext cx="15673" cy="24330"/>
          </a:xfrm>
          <a:custGeom xmlns:a="http://schemas.openxmlformats.org/drawingml/2006/main">
            <a:pathLst>
              <a:path w="15673" h="24330">
                <a:moveTo>
                  <a:pt x="0" y="24330"/>
                </a:moveTo>
                <a:lnTo>
                  <a:pt x="15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2B2B2B"/>
            </a:solidFill>
            <a:prstDash val="solid"/>
          </a:ln>
        </p:spPr>
      </p:sp>
      <p:sp>
        <p:nvSpPr>
          <p:cNvPr id="669" name="path-604">
            <a:extLst xmlns:a="http://schemas.openxmlformats.org/drawingml/2006/main">
              <a:ext uri="{FF2B5EF4-FFF2-40B4-BE49-F238E27FC236}">
                <a16:creationId xmlns:a16="http://schemas.microsoft.com/office/drawing/2014/main" id="{B3704125-AD94-4114-98E9-D7B0D77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020" y="6265314"/>
            <a:ext cx="121610" cy="191"/>
          </a:xfrm>
          <a:custGeom xmlns:a="http://schemas.openxmlformats.org/drawingml/2006/main">
            <a:pathLst>
              <a:path w="121610" h="191">
                <a:moveTo>
                  <a:pt x="0" y="0"/>
                </a:moveTo>
                <a:lnTo>
                  <a:pt x="12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2B2B2B"/>
            </a:solidFill>
            <a:prstDash val="solid"/>
          </a:ln>
        </p:spPr>
      </p:sp>
      <p:sp>
        <p:nvSpPr>
          <p:cNvPr id="670" name="text-605 Coverage-Gap">
            <a:extLst xmlns:a="http://schemas.openxmlformats.org/drawingml/2006/main">
              <a:ext uri="{FF2B5EF4-FFF2-40B4-BE49-F238E27FC236}">
                <a16:creationId xmlns:a16="http://schemas.microsoft.com/office/drawing/2014/main" id="{67E1B376-A7A2-4000-8BDA-6073B740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01428" y="6000099"/>
            <a:ext cx="1063701" cy="212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5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5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pPr>
            <a:r>
              <a:rPr sz="1195" b="1" i="0">
                <a:solidFill>
                  <a:srgbClr val="1B332A"/>
                </a:solidFill>
                <a:latin typeface="Arial"/>
                <a:ea typeface="Arial"/>
                <a:cs typeface="Arial"/>
              </a:rPr>
              <a:t>Coverage-Gap</a:t>
            </a:r>
          </a:p>
        </p:txBody>
      </p:sp>
      <p:sp>
        <p:nvSpPr>
          <p:cNvPr id="671" name="text-606 Specifications">
            <a:extLst xmlns:a="http://schemas.openxmlformats.org/drawingml/2006/main">
              <a:ext uri="{FF2B5EF4-FFF2-40B4-BE49-F238E27FC236}">
                <a16:creationId xmlns:a16="http://schemas.microsoft.com/office/drawing/2014/main" id="{CA217C35-7EB4-45C8-B1E6-D7731F16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1705" y="6225109"/>
            <a:ext cx="1042798" cy="209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0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0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pPr>
            <a:r>
              <a:rPr sz="1180" b="1" i="0">
                <a:solidFill>
                  <a:srgbClr val="1B332A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672" name="path-607">
            <a:extLst xmlns:a="http://schemas.openxmlformats.org/drawingml/2006/main">
              <a:ext uri="{FF2B5EF4-FFF2-40B4-BE49-F238E27FC236}">
                <a16:creationId xmlns:a16="http://schemas.microsoft.com/office/drawing/2014/main" id="{C014E380-BECF-421F-9721-DAC1666A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4103" y="6502588"/>
            <a:ext cx="191" cy="137285"/>
          </a:xfrm>
          <a:custGeom xmlns:a="http://schemas.openxmlformats.org/drawingml/2006/main">
            <a:pathLst>
              <a:path w="191" h="137285">
                <a:moveTo>
                  <a:pt x="0" y="0"/>
                </a:moveTo>
                <a:lnTo>
                  <a:pt x="0" y="137285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673" name="path-608">
            <a:extLst xmlns:a="http://schemas.openxmlformats.org/drawingml/2006/main">
              <a:ext uri="{FF2B5EF4-FFF2-40B4-BE49-F238E27FC236}">
                <a16:creationId xmlns:a16="http://schemas.microsoft.com/office/drawing/2014/main" id="{C795701C-E14F-4E69-958F-09074446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1944" y="6634457"/>
            <a:ext cx="84316" cy="84316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path-609">
            <a:extLst xmlns:a="http://schemas.openxmlformats.org/drawingml/2006/main">
              <a:ext uri="{FF2B5EF4-FFF2-40B4-BE49-F238E27FC236}">
                <a16:creationId xmlns:a16="http://schemas.microsoft.com/office/drawing/2014/main" id="{E05FC066-5797-4A04-BB93-B7F3AFD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278" y="6736086"/>
            <a:ext cx="4871988" cy="1181506"/>
          </a:xfrm>
          <a:custGeom xmlns:a="http://schemas.openxmlformats.org/drawingml/2006/main">
            <a:pathLst>
              <a:path w="4871988" h="1181506">
                <a:moveTo>
                  <a:pt x="535" y="94574"/>
                </a:moveTo>
                <a:lnTo>
                  <a:pt x="535" y="94574"/>
                </a:lnTo>
                <a:cubicBezTo>
                  <a:pt x="535" y="77814"/>
                  <a:pt x="4863" y="61606"/>
                  <a:pt x="12966" y="47554"/>
                </a:cubicBezTo>
                <a:cubicBezTo>
                  <a:pt x="21622" y="32968"/>
                  <a:pt x="33500" y="21070"/>
                  <a:pt x="47555" y="12965"/>
                </a:cubicBezTo>
                <a:cubicBezTo>
                  <a:pt x="62160" y="4309"/>
                  <a:pt x="78367" y="0"/>
                  <a:pt x="95127" y="0"/>
                </a:cubicBezTo>
                <a:lnTo>
                  <a:pt x="4777395" y="534"/>
                </a:lnTo>
                <a:cubicBezTo>
                  <a:pt x="4794155" y="534"/>
                  <a:pt x="4810361" y="4862"/>
                  <a:pt x="4824414" y="12965"/>
                </a:cubicBezTo>
                <a:cubicBezTo>
                  <a:pt x="4839020" y="21603"/>
                  <a:pt x="4850899" y="33501"/>
                  <a:pt x="4859002" y="47554"/>
                </a:cubicBezTo>
                <a:cubicBezTo>
                  <a:pt x="4867659" y="62140"/>
                  <a:pt x="4871988" y="78366"/>
                  <a:pt x="4871988" y="95127"/>
                </a:cubicBezTo>
                <a:lnTo>
                  <a:pt x="4871988" y="1086914"/>
                </a:lnTo>
                <a:cubicBezTo>
                  <a:pt x="4871988" y="1103674"/>
                  <a:pt x="4867659" y="1119881"/>
                  <a:pt x="4859555" y="1133934"/>
                </a:cubicBezTo>
                <a:cubicBezTo>
                  <a:pt x="4850899" y="1148539"/>
                  <a:pt x="4839020" y="1160418"/>
                  <a:pt x="4824968" y="1168541"/>
                </a:cubicBezTo>
                <a:cubicBezTo>
                  <a:pt x="4810361" y="1177179"/>
                  <a:pt x="4794155" y="1181506"/>
                  <a:pt x="4777395" y="1181506"/>
                </a:cubicBezTo>
                <a:lnTo>
                  <a:pt x="94573" y="1181506"/>
                </a:lnTo>
                <a:cubicBezTo>
                  <a:pt x="77832" y="1181506"/>
                  <a:pt x="61607" y="1177179"/>
                  <a:pt x="47555" y="1169075"/>
                </a:cubicBezTo>
                <a:cubicBezTo>
                  <a:pt x="32967" y="1160418"/>
                  <a:pt x="21069" y="1148539"/>
                  <a:pt x="12966" y="1134487"/>
                </a:cubicBezTo>
                <a:cubicBezTo>
                  <a:pt x="4328" y="1119881"/>
                  <a:pt x="0" y="1103674"/>
                  <a:pt x="0" y="1086914"/>
                </a:cubicBezTo>
                <a:lnTo>
                  <a:pt x="535" y="94574"/>
                </a:lnTo>
              </a:path>
            </a:pathLst>
          </a:custGeom>
          <a:solidFill xmlns:a="http://schemas.openxmlformats.org/drawingml/2006/main">
            <a:srgbClr val="F9F6FC"/>
          </a:solidFill>
          <a:ln xmlns:a="http://schemas.openxmlformats.org/drawingml/2006/main" w="22700">
            <a:solidFill>
              <a:srgbClr val="B499D2"/>
            </a:solidFill>
            <a:prstDash val="solid"/>
          </a:ln>
        </p:spPr>
      </p:sp>
      <p:sp>
        <p:nvSpPr>
          <p:cNvPr id="675" name="text-610 Controllable">
            <a:extLst xmlns:a="http://schemas.openxmlformats.org/drawingml/2006/main">
              <a:ext uri="{FF2B5EF4-FFF2-40B4-BE49-F238E27FC236}">
                <a16:creationId xmlns:a16="http://schemas.microsoft.com/office/drawing/2014/main" id="{510C29AD-85EF-409A-92A7-9CCDC6BE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3592" y="6783161"/>
            <a:ext cx="1195089" cy="278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Controllable</a:t>
            </a:r>
          </a:p>
        </p:txBody>
      </p:sp>
      <p:sp>
        <p:nvSpPr>
          <p:cNvPr id="676" name="text-610 Page">
            <a:extLst xmlns:a="http://schemas.openxmlformats.org/drawingml/2006/main">
              <a:ext uri="{FF2B5EF4-FFF2-40B4-BE49-F238E27FC236}">
                <a16:creationId xmlns:a16="http://schemas.microsoft.com/office/drawing/2014/main" id="{DB345A33-197F-4E3E-B9B8-A0446C33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7252" y="6782772"/>
            <a:ext cx="511836" cy="278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9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9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69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677" name="text-610 Program">
            <a:extLst xmlns:a="http://schemas.openxmlformats.org/drawingml/2006/main">
              <a:ext uri="{FF2B5EF4-FFF2-40B4-BE49-F238E27FC236}">
                <a16:creationId xmlns:a16="http://schemas.microsoft.com/office/drawing/2014/main" id="{10DD282B-E176-424D-A7A8-913C740C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590" y="6782888"/>
            <a:ext cx="854179" cy="278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8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8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68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678" name="text-611 Element">
            <a:extLst xmlns:a="http://schemas.openxmlformats.org/drawingml/2006/main">
              <a:ext uri="{FF2B5EF4-FFF2-40B4-BE49-F238E27FC236}">
                <a16:creationId xmlns:a16="http://schemas.microsoft.com/office/drawing/2014/main" id="{442A4ABC-46B4-4ABD-91F2-85E2744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4757" y="7064785"/>
            <a:ext cx="516467" cy="177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9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679" name="text-612 Density">
            <a:extLst xmlns:a="http://schemas.openxmlformats.org/drawingml/2006/main">
              <a:ext uri="{FF2B5EF4-FFF2-40B4-BE49-F238E27FC236}">
                <a16:creationId xmlns:a16="http://schemas.microsoft.com/office/drawing/2014/main" id="{8E7E7C87-69F4-4FF2-AD1E-F1538ED0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5846" y="7240733"/>
            <a:ext cx="473964" cy="17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8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680" name="text-613 Proportion">
            <a:extLst xmlns:a="http://schemas.openxmlformats.org/drawingml/2006/main">
              <a:ext uri="{FF2B5EF4-FFF2-40B4-BE49-F238E27FC236}">
                <a16:creationId xmlns:a16="http://schemas.microsoft.com/office/drawing/2014/main" id="{8A68DC00-A5DD-46AF-8A2B-AB1CB3E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9561" y="7064754"/>
            <a:ext cx="671461" cy="177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Proportion</a:t>
            </a:r>
          </a:p>
        </p:txBody>
      </p:sp>
      <p:sp>
        <p:nvSpPr>
          <p:cNvPr id="681" name="text-614 Nesting">
            <a:extLst xmlns:a="http://schemas.openxmlformats.org/drawingml/2006/main">
              <a:ext uri="{FF2B5EF4-FFF2-40B4-BE49-F238E27FC236}">
                <a16:creationId xmlns:a16="http://schemas.microsoft.com/office/drawing/2014/main" id="{D929CDC4-4D4B-4AF7-9981-7539EAA2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9481" y="7068034"/>
            <a:ext cx="475678" cy="173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7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Nesting</a:t>
            </a:r>
          </a:p>
        </p:txBody>
      </p:sp>
      <p:sp>
        <p:nvSpPr>
          <p:cNvPr id="682" name="text-615 Adjacency">
            <a:extLst xmlns:a="http://schemas.openxmlformats.org/drawingml/2006/main">
              <a:ext uri="{FF2B5EF4-FFF2-40B4-BE49-F238E27FC236}">
                <a16:creationId xmlns:a16="http://schemas.microsoft.com/office/drawing/2014/main" id="{7403AEE0-B813-42C9-A3F0-32E9339D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3198" y="7069431"/>
            <a:ext cx="633538" cy="171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6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Adjacency</a:t>
            </a:r>
          </a:p>
        </p:txBody>
      </p:sp>
      <p:sp>
        <p:nvSpPr>
          <p:cNvPr id="683" name="text-616 Language">
            <a:extLst xmlns:a="http://schemas.openxmlformats.org/drawingml/2006/main">
              <a:ext uri="{FF2B5EF4-FFF2-40B4-BE49-F238E27FC236}">
                <a16:creationId xmlns:a16="http://schemas.microsoft.com/office/drawing/2014/main" id="{B83DBC28-121E-4484-B5E0-1483ECDF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80972" y="7071957"/>
            <a:ext cx="586984" cy="16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4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684" name="text-616 /">
            <a:extLst xmlns:a="http://schemas.openxmlformats.org/drawingml/2006/main">
              <a:ext uri="{FF2B5EF4-FFF2-40B4-BE49-F238E27FC236}">
                <a16:creationId xmlns:a16="http://schemas.microsoft.com/office/drawing/2014/main" id="{A8D6630A-CE03-4A91-A73C-FD4685D0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78352" y="7046864"/>
            <a:ext cx="88316" cy="202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4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685" name="text-617 Context">
            <a:extLst xmlns:a="http://schemas.openxmlformats.org/drawingml/2006/main">
              <a:ext uri="{FF2B5EF4-FFF2-40B4-BE49-F238E27FC236}">
                <a16:creationId xmlns:a16="http://schemas.microsoft.com/office/drawing/2014/main" id="{78063B6E-77CE-422F-BBC5-BB6D0E5F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8806" y="7240878"/>
            <a:ext cx="487123" cy="174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8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686" name="text-618 Layout">
            <a:extLst xmlns:a="http://schemas.openxmlformats.org/drawingml/2006/main">
              <a:ext uri="{FF2B5EF4-FFF2-40B4-BE49-F238E27FC236}">
                <a16:creationId xmlns:a16="http://schemas.microsoft.com/office/drawing/2014/main" id="{87FB105C-03C9-4DD4-938A-D1C9F1D0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3324" y="7069407"/>
            <a:ext cx="422783" cy="17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6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687" name="text-619 Complexity">
            <a:extLst xmlns:a="http://schemas.openxmlformats.org/drawingml/2006/main">
              <a:ext uri="{FF2B5EF4-FFF2-40B4-BE49-F238E27FC236}">
                <a16:creationId xmlns:a16="http://schemas.microsoft.com/office/drawing/2014/main" id="{1E902694-80AB-4D9A-9208-75C86301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56574" y="7240812"/>
            <a:ext cx="695718" cy="17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8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Complexity</a:t>
            </a:r>
          </a:p>
        </p:txBody>
      </p:sp>
      <p:sp>
        <p:nvSpPr>
          <p:cNvPr id="688" name="path-620">
            <a:extLst xmlns:a="http://schemas.openxmlformats.org/drawingml/2006/main">
              <a:ext uri="{FF2B5EF4-FFF2-40B4-BE49-F238E27FC236}">
                <a16:creationId xmlns:a16="http://schemas.microsoft.com/office/drawing/2014/main" id="{4A25C412-7528-4E64-A963-FF8AB85C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959" y="7504118"/>
            <a:ext cx="457807" cy="191"/>
          </a:xfrm>
          <a:custGeom xmlns:a="http://schemas.openxmlformats.org/drawingml/2006/main">
            <a:pathLst>
              <a:path w="457807" h="191">
                <a:moveTo>
                  <a:pt x="0" y="0"/>
                </a:moveTo>
                <a:lnTo>
                  <a:pt x="457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862">
            <a:solidFill>
              <a:srgbClr val="5B4A74"/>
            </a:solidFill>
            <a:prstDash val="solid"/>
          </a:ln>
        </p:spPr>
      </p:sp>
      <p:sp>
        <p:nvSpPr>
          <p:cNvPr id="689" name="path-621">
            <a:extLst xmlns:a="http://schemas.openxmlformats.org/drawingml/2006/main">
              <a:ext uri="{FF2B5EF4-FFF2-40B4-BE49-F238E27FC236}">
                <a16:creationId xmlns:a16="http://schemas.microsoft.com/office/drawing/2014/main" id="{D156FE1D-52EB-4F62-9D62-D25ED54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071" y="7452237"/>
            <a:ext cx="96195" cy="96194"/>
          </a:xfrm>
          <a:custGeom xmlns:a="http://schemas.openxmlformats.org/drawingml/2006/main">
            <a:pathLst>
              <a:path w="96195" h="96194">
                <a:moveTo>
                  <a:pt x="0" y="48087"/>
                </a:moveTo>
                <a:lnTo>
                  <a:pt x="0" y="48087"/>
                </a:lnTo>
                <a:cubicBezTo>
                  <a:pt x="0" y="39450"/>
                  <a:pt x="2154" y="31345"/>
                  <a:pt x="6482" y="24310"/>
                </a:cubicBezTo>
                <a:cubicBezTo>
                  <a:pt x="10791" y="16741"/>
                  <a:pt x="16741" y="10810"/>
                  <a:pt x="24310" y="6482"/>
                </a:cubicBezTo>
                <a:cubicBezTo>
                  <a:pt x="31347" y="2154"/>
                  <a:pt x="39450" y="0"/>
                  <a:pt x="48087" y="0"/>
                </a:cubicBezTo>
                <a:cubicBezTo>
                  <a:pt x="56744" y="0"/>
                  <a:pt x="64848" y="2154"/>
                  <a:pt x="72418" y="6482"/>
                </a:cubicBezTo>
                <a:cubicBezTo>
                  <a:pt x="79434" y="10810"/>
                  <a:pt x="85383" y="16741"/>
                  <a:pt x="89711" y="24310"/>
                </a:cubicBezTo>
                <a:cubicBezTo>
                  <a:pt x="94040" y="31345"/>
                  <a:pt x="96195" y="39450"/>
                  <a:pt x="96195" y="48087"/>
                </a:cubicBezTo>
                <a:cubicBezTo>
                  <a:pt x="96195" y="56744"/>
                  <a:pt x="94040" y="64847"/>
                  <a:pt x="89711" y="72417"/>
                </a:cubicBezTo>
                <a:cubicBezTo>
                  <a:pt x="85383" y="79453"/>
                  <a:pt x="79434" y="85383"/>
                  <a:pt x="72418" y="89711"/>
                </a:cubicBezTo>
                <a:cubicBezTo>
                  <a:pt x="64848" y="94038"/>
                  <a:pt x="56744" y="96194"/>
                  <a:pt x="48087" y="96194"/>
                </a:cubicBezTo>
                <a:cubicBezTo>
                  <a:pt x="39450" y="96194"/>
                  <a:pt x="31347" y="94038"/>
                  <a:pt x="24310" y="89711"/>
                </a:cubicBezTo>
                <a:cubicBezTo>
                  <a:pt x="16741" y="85383"/>
                  <a:pt x="10791" y="79453"/>
                  <a:pt x="6482" y="72417"/>
                </a:cubicBezTo>
                <a:cubicBezTo>
                  <a:pt x="2154" y="64847"/>
                  <a:pt x="0" y="56744"/>
                  <a:pt x="0" y="48087"/>
                </a:cubicBezTo>
              </a:path>
            </a:pathLst>
          </a:custGeom>
          <a:solidFill xmlns:a="http://schemas.openxmlformats.org/drawingml/2006/main">
            <a:srgbClr val="A895C6"/>
          </a:solidFill>
          <a:ln xmlns:a="http://schemas.openxmlformats.org/drawingml/2006/main" w="13512">
            <a:solidFill>
              <a:srgbClr val="5B4A74"/>
            </a:solidFill>
            <a:prstDash val="solid"/>
          </a:ln>
        </p:spPr>
      </p:sp>
      <p:sp>
        <p:nvSpPr>
          <p:cNvPr id="690" name="path-622">
            <a:extLst xmlns:a="http://schemas.openxmlformats.org/drawingml/2006/main">
              <a:ext uri="{FF2B5EF4-FFF2-40B4-BE49-F238E27FC236}">
                <a16:creationId xmlns:a16="http://schemas.microsoft.com/office/drawing/2014/main" id="{B63DD1A5-3581-4339-A05C-DB629A38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959" y="7637075"/>
            <a:ext cx="457807" cy="191"/>
          </a:xfrm>
          <a:custGeom xmlns:a="http://schemas.openxmlformats.org/drawingml/2006/main">
            <a:pathLst>
              <a:path w="457807" h="191">
                <a:moveTo>
                  <a:pt x="0" y="0"/>
                </a:moveTo>
                <a:lnTo>
                  <a:pt x="457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862">
            <a:solidFill>
              <a:srgbClr val="5B4A74"/>
            </a:solidFill>
            <a:prstDash val="solid"/>
          </a:ln>
        </p:spPr>
      </p:sp>
      <p:sp>
        <p:nvSpPr>
          <p:cNvPr id="691" name="path-623">
            <a:extLst xmlns:a="http://schemas.openxmlformats.org/drawingml/2006/main">
              <a:ext uri="{FF2B5EF4-FFF2-40B4-BE49-F238E27FC236}">
                <a16:creationId xmlns:a16="http://schemas.microsoft.com/office/drawing/2014/main" id="{98F00D44-9862-4D19-9232-BAE70049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945" y="7585192"/>
            <a:ext cx="96195" cy="96214"/>
          </a:xfrm>
          <a:custGeom xmlns:a="http://schemas.openxmlformats.org/drawingml/2006/main">
            <a:pathLst>
              <a:path w="96195" h="96214">
                <a:moveTo>
                  <a:pt x="0" y="48106"/>
                </a:moveTo>
                <a:lnTo>
                  <a:pt x="0" y="48106"/>
                </a:lnTo>
                <a:cubicBezTo>
                  <a:pt x="0" y="39451"/>
                  <a:pt x="2154" y="31347"/>
                  <a:pt x="6482" y="24311"/>
                </a:cubicBezTo>
                <a:cubicBezTo>
                  <a:pt x="10791" y="16760"/>
                  <a:pt x="16741" y="10811"/>
                  <a:pt x="24310" y="6482"/>
                </a:cubicBezTo>
                <a:cubicBezTo>
                  <a:pt x="31347" y="2154"/>
                  <a:pt x="39450" y="0"/>
                  <a:pt x="48087" y="0"/>
                </a:cubicBezTo>
                <a:cubicBezTo>
                  <a:pt x="56744" y="0"/>
                  <a:pt x="64848" y="2154"/>
                  <a:pt x="72417" y="6482"/>
                </a:cubicBezTo>
                <a:cubicBezTo>
                  <a:pt x="79434" y="10811"/>
                  <a:pt x="85383" y="16760"/>
                  <a:pt x="89711" y="24311"/>
                </a:cubicBezTo>
                <a:cubicBezTo>
                  <a:pt x="94040" y="31347"/>
                  <a:pt x="96195" y="39451"/>
                  <a:pt x="96195" y="48106"/>
                </a:cubicBezTo>
                <a:cubicBezTo>
                  <a:pt x="96195" y="56744"/>
                  <a:pt x="94040" y="64847"/>
                  <a:pt x="89711" y="72418"/>
                </a:cubicBezTo>
                <a:cubicBezTo>
                  <a:pt x="85383" y="79453"/>
                  <a:pt x="79434" y="85402"/>
                  <a:pt x="72417" y="89711"/>
                </a:cubicBezTo>
                <a:cubicBezTo>
                  <a:pt x="64848" y="94040"/>
                  <a:pt x="56744" y="96214"/>
                  <a:pt x="48087" y="96214"/>
                </a:cubicBezTo>
                <a:cubicBezTo>
                  <a:pt x="39450" y="96214"/>
                  <a:pt x="31347" y="94040"/>
                  <a:pt x="24310" y="89711"/>
                </a:cubicBezTo>
                <a:cubicBezTo>
                  <a:pt x="16741" y="85402"/>
                  <a:pt x="10791" y="79453"/>
                  <a:pt x="6482" y="72418"/>
                </a:cubicBezTo>
                <a:cubicBezTo>
                  <a:pt x="2154" y="64847"/>
                  <a:pt x="0" y="56744"/>
                  <a:pt x="0" y="48106"/>
                </a:cubicBezTo>
              </a:path>
            </a:pathLst>
          </a:custGeom>
          <a:solidFill xmlns:a="http://schemas.openxmlformats.org/drawingml/2006/main">
            <a:srgbClr val="A895C6"/>
          </a:solidFill>
          <a:ln xmlns:a="http://schemas.openxmlformats.org/drawingml/2006/main" w="13512">
            <a:solidFill>
              <a:srgbClr val="5B4A74"/>
            </a:solidFill>
            <a:prstDash val="solid"/>
          </a:ln>
        </p:spPr>
      </p:sp>
      <p:sp>
        <p:nvSpPr>
          <p:cNvPr id="692" name="path-624">
            <a:extLst xmlns:a="http://schemas.openxmlformats.org/drawingml/2006/main">
              <a:ext uri="{FF2B5EF4-FFF2-40B4-BE49-F238E27FC236}">
                <a16:creationId xmlns:a16="http://schemas.microsoft.com/office/drawing/2014/main" id="{550CB955-EC58-4A22-9713-9F1491A3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84" y="7459252"/>
            <a:ext cx="209702" cy="295104"/>
          </a:xfrm>
          <a:custGeom xmlns:a="http://schemas.openxmlformats.org/drawingml/2006/main">
            <a:pathLst>
              <a:path w="209702" h="295104">
                <a:moveTo>
                  <a:pt x="62160" y="147562"/>
                </a:moveTo>
                <a:lnTo>
                  <a:pt x="62160" y="0"/>
                </a:lnTo>
                <a:lnTo>
                  <a:pt x="91332" y="2708"/>
                </a:lnTo>
                <a:lnTo>
                  <a:pt x="118903" y="11345"/>
                </a:lnTo>
                <a:lnTo>
                  <a:pt x="144854" y="25397"/>
                </a:lnTo>
                <a:lnTo>
                  <a:pt x="167544" y="43779"/>
                </a:lnTo>
                <a:lnTo>
                  <a:pt x="185391" y="67022"/>
                </a:lnTo>
                <a:lnTo>
                  <a:pt x="198890" y="92972"/>
                </a:lnTo>
                <a:lnTo>
                  <a:pt x="206993" y="121078"/>
                </a:lnTo>
                <a:lnTo>
                  <a:pt x="209702" y="150252"/>
                </a:lnTo>
                <a:lnTo>
                  <a:pt x="205926" y="179443"/>
                </a:lnTo>
                <a:lnTo>
                  <a:pt x="196736" y="207014"/>
                </a:lnTo>
                <a:lnTo>
                  <a:pt x="182130" y="232411"/>
                </a:lnTo>
                <a:lnTo>
                  <a:pt x="163216" y="254569"/>
                </a:lnTo>
                <a:lnTo>
                  <a:pt x="139973" y="272416"/>
                </a:lnTo>
                <a:lnTo>
                  <a:pt x="114041" y="285381"/>
                </a:lnTo>
                <a:lnTo>
                  <a:pt x="85383" y="292950"/>
                </a:lnTo>
                <a:lnTo>
                  <a:pt x="56209" y="295104"/>
                </a:lnTo>
                <a:lnTo>
                  <a:pt x="27553" y="290796"/>
                </a:lnTo>
                <a:lnTo>
                  <a:pt x="0" y="281052"/>
                </a:lnTo>
                <a:lnTo>
                  <a:pt x="62160" y="147562"/>
                </a:lnTo>
              </a:path>
            </a:pathLst>
          </a:custGeom>
          <a:solidFill xmlns:a="http://schemas.openxmlformats.org/drawingml/2006/main">
            <a:srgbClr val="8FACCE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693" name="path-625">
            <a:extLst xmlns:a="http://schemas.openxmlformats.org/drawingml/2006/main">
              <a:ext uri="{FF2B5EF4-FFF2-40B4-BE49-F238E27FC236}">
                <a16:creationId xmlns:a16="http://schemas.microsoft.com/office/drawing/2014/main" id="{B4AE2E2E-9438-443A-9EDC-51ABF889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4968" y="7508446"/>
            <a:ext cx="147542" cy="232412"/>
          </a:xfrm>
          <a:custGeom xmlns:a="http://schemas.openxmlformats.org/drawingml/2006/main">
            <a:pathLst>
              <a:path w="147542" h="232412">
                <a:moveTo>
                  <a:pt x="147542" y="98368"/>
                </a:moveTo>
                <a:lnTo>
                  <a:pt x="84848" y="232412"/>
                </a:lnTo>
                <a:lnTo>
                  <a:pt x="71331" y="224842"/>
                </a:lnTo>
                <a:lnTo>
                  <a:pt x="58899" y="216186"/>
                </a:lnTo>
                <a:lnTo>
                  <a:pt x="47020" y="206461"/>
                </a:lnTo>
                <a:lnTo>
                  <a:pt x="36208" y="195650"/>
                </a:lnTo>
                <a:lnTo>
                  <a:pt x="27018" y="183752"/>
                </a:lnTo>
                <a:lnTo>
                  <a:pt x="18361" y="170786"/>
                </a:lnTo>
                <a:lnTo>
                  <a:pt x="11879" y="156734"/>
                </a:lnTo>
                <a:lnTo>
                  <a:pt x="6482" y="142681"/>
                </a:lnTo>
                <a:lnTo>
                  <a:pt x="2688" y="128095"/>
                </a:lnTo>
                <a:lnTo>
                  <a:pt x="533" y="112955"/>
                </a:lnTo>
                <a:lnTo>
                  <a:pt x="0" y="97281"/>
                </a:lnTo>
                <a:lnTo>
                  <a:pt x="533" y="82141"/>
                </a:lnTo>
                <a:lnTo>
                  <a:pt x="3241" y="67022"/>
                </a:lnTo>
                <a:lnTo>
                  <a:pt x="7017" y="52416"/>
                </a:lnTo>
                <a:lnTo>
                  <a:pt x="12431" y="37829"/>
                </a:lnTo>
                <a:lnTo>
                  <a:pt x="19448" y="24311"/>
                </a:lnTo>
                <a:lnTo>
                  <a:pt x="28105" y="11345"/>
                </a:lnTo>
                <a:lnTo>
                  <a:pt x="37829" y="0"/>
                </a:lnTo>
                <a:lnTo>
                  <a:pt x="147542" y="98368"/>
                </a:lnTo>
              </a:path>
            </a:pathLst>
          </a:custGeom>
          <a:solidFill xmlns:a="http://schemas.openxmlformats.org/drawingml/2006/main">
            <a:srgbClr val="C2D3E6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694" name="path-626">
            <a:extLst xmlns:a="http://schemas.openxmlformats.org/drawingml/2006/main">
              <a:ext uri="{FF2B5EF4-FFF2-40B4-BE49-F238E27FC236}">
                <a16:creationId xmlns:a16="http://schemas.microsoft.com/office/drawing/2014/main" id="{0A2C56F2-3D68-45FC-A395-5D6B946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797" y="7459787"/>
            <a:ext cx="109713" cy="147562"/>
          </a:xfrm>
          <a:custGeom xmlns:a="http://schemas.openxmlformats.org/drawingml/2006/main">
            <a:pathLst>
              <a:path w="109713" h="147562">
                <a:moveTo>
                  <a:pt x="109713" y="147562"/>
                </a:moveTo>
                <a:lnTo>
                  <a:pt x="0" y="48659"/>
                </a:lnTo>
                <a:lnTo>
                  <a:pt x="4328" y="43797"/>
                </a:lnTo>
                <a:lnTo>
                  <a:pt x="9191" y="38916"/>
                </a:lnTo>
                <a:lnTo>
                  <a:pt x="14587" y="34054"/>
                </a:lnTo>
                <a:lnTo>
                  <a:pt x="20001" y="29744"/>
                </a:lnTo>
                <a:lnTo>
                  <a:pt x="25397" y="25950"/>
                </a:lnTo>
                <a:lnTo>
                  <a:pt x="31347" y="22174"/>
                </a:lnTo>
                <a:lnTo>
                  <a:pt x="37297" y="18933"/>
                </a:lnTo>
                <a:lnTo>
                  <a:pt x="43245" y="15692"/>
                </a:lnTo>
                <a:lnTo>
                  <a:pt x="49176" y="12431"/>
                </a:lnTo>
                <a:lnTo>
                  <a:pt x="55677" y="9743"/>
                </a:lnTo>
                <a:lnTo>
                  <a:pt x="62160" y="7570"/>
                </a:lnTo>
                <a:lnTo>
                  <a:pt x="68642" y="5415"/>
                </a:lnTo>
                <a:lnTo>
                  <a:pt x="75659" y="3794"/>
                </a:lnTo>
                <a:lnTo>
                  <a:pt x="82161" y="2173"/>
                </a:lnTo>
                <a:lnTo>
                  <a:pt x="88644" y="1086"/>
                </a:lnTo>
                <a:lnTo>
                  <a:pt x="95661" y="553"/>
                </a:lnTo>
                <a:lnTo>
                  <a:pt x="102697" y="0"/>
                </a:lnTo>
                <a:lnTo>
                  <a:pt x="109713" y="0"/>
                </a:lnTo>
                <a:lnTo>
                  <a:pt x="109713" y="147562"/>
                </a:lnTo>
              </a:path>
            </a:pathLst>
          </a:custGeom>
          <a:solidFill xmlns:a="http://schemas.openxmlformats.org/drawingml/2006/main">
            <a:srgbClr val="6384B0"/>
          </a:solidFill>
          <a:ln xmlns:a="http://schemas.openxmlformats.org/drawingml/2006/main" w="11350">
            <a:solidFill>
              <a:srgbClr val="FFFFFF"/>
            </a:solidFill>
            <a:prstDash val="solid"/>
          </a:ln>
        </p:spPr>
      </p:sp>
      <p:sp>
        <p:nvSpPr>
          <p:cNvPr id="695" name="path-627">
            <a:extLst xmlns:a="http://schemas.openxmlformats.org/drawingml/2006/main">
              <a:ext uri="{FF2B5EF4-FFF2-40B4-BE49-F238E27FC236}">
                <a16:creationId xmlns:a16="http://schemas.microsoft.com/office/drawing/2014/main" id="{4A76CD32-7BD8-4C2D-8EC8-791F5C4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6243" y="7445200"/>
            <a:ext cx="191" cy="265378"/>
          </a:xfrm>
          <a:custGeom xmlns:a="http://schemas.openxmlformats.org/drawingml/2006/main">
            <a:pathLst>
              <a:path w="191" h="265378">
                <a:moveTo>
                  <a:pt x="0" y="0"/>
                </a:moveTo>
                <a:lnTo>
                  <a:pt x="0" y="265378"/>
                </a:lnTo>
              </a:path>
            </a:pathLst>
          </a:custGeom>
          <a:noFill xmlns:a="http://schemas.openxmlformats.org/drawingml/2006/main"/>
          <a:ln xmlns:a="http://schemas.openxmlformats.org/drawingml/2006/main" w="22700">
            <a:solidFill>
              <a:srgbClr val="5B4A74"/>
            </a:solidFill>
            <a:prstDash val="solid"/>
          </a:ln>
        </p:spPr>
      </p:sp>
      <p:sp>
        <p:nvSpPr>
          <p:cNvPr id="696" name="path-628">
            <a:extLst xmlns:a="http://schemas.openxmlformats.org/drawingml/2006/main">
              <a:ext uri="{FF2B5EF4-FFF2-40B4-BE49-F238E27FC236}">
                <a16:creationId xmlns:a16="http://schemas.microsoft.com/office/drawing/2014/main" id="{730621B5-1BDC-4DED-9C30-A29333CA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6243" y="7459787"/>
            <a:ext cx="118370" cy="191"/>
          </a:xfrm>
          <a:custGeom xmlns:a="http://schemas.openxmlformats.org/drawingml/2006/main">
            <a:pathLst>
              <a:path w="118370" h="191">
                <a:moveTo>
                  <a:pt x="0" y="0"/>
                </a:moveTo>
                <a:lnTo>
                  <a:pt x="118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B4A74"/>
            </a:solidFill>
            <a:prstDash val="solid"/>
          </a:ln>
        </p:spPr>
      </p:sp>
      <p:sp>
        <p:nvSpPr>
          <p:cNvPr id="697" name="path-629">
            <a:extLst xmlns:a="http://schemas.openxmlformats.org/drawingml/2006/main">
              <a:ext uri="{FF2B5EF4-FFF2-40B4-BE49-F238E27FC236}">
                <a16:creationId xmlns:a16="http://schemas.microsoft.com/office/drawing/2014/main" id="{89FFA601-0521-4522-B6CD-77D9B14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4614" y="7459787"/>
            <a:ext cx="162129" cy="191"/>
          </a:xfrm>
          <a:custGeom xmlns:a="http://schemas.openxmlformats.org/drawingml/2006/main">
            <a:pathLst>
              <a:path w="162129" h="191">
                <a:moveTo>
                  <a:pt x="0" y="0"/>
                </a:moveTo>
                <a:lnTo>
                  <a:pt x="162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8A78A8"/>
            </a:solidFill>
            <a:prstDash val="solid"/>
          </a:ln>
        </p:spPr>
      </p:sp>
      <p:sp>
        <p:nvSpPr>
          <p:cNvPr id="698" name="path-630">
            <a:extLst xmlns:a="http://schemas.openxmlformats.org/drawingml/2006/main">
              <a:ext uri="{FF2B5EF4-FFF2-40B4-BE49-F238E27FC236}">
                <a16:creationId xmlns:a16="http://schemas.microsoft.com/office/drawing/2014/main" id="{193021D1-0B1E-46B3-A4A0-23E154B4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6243" y="7563036"/>
            <a:ext cx="118370" cy="191"/>
          </a:xfrm>
          <a:custGeom xmlns:a="http://schemas.openxmlformats.org/drawingml/2006/main">
            <a:pathLst>
              <a:path w="118370" h="191">
                <a:moveTo>
                  <a:pt x="0" y="0"/>
                </a:moveTo>
                <a:lnTo>
                  <a:pt x="118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B4A74"/>
            </a:solidFill>
            <a:prstDash val="solid"/>
          </a:ln>
        </p:spPr>
      </p:sp>
      <p:sp>
        <p:nvSpPr>
          <p:cNvPr id="699" name="path-631">
            <a:extLst xmlns:a="http://schemas.openxmlformats.org/drawingml/2006/main">
              <a:ext uri="{FF2B5EF4-FFF2-40B4-BE49-F238E27FC236}">
                <a16:creationId xmlns:a16="http://schemas.microsoft.com/office/drawing/2014/main" id="{FD039AB0-1334-42B7-BC07-98CD78B8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4614" y="7563036"/>
            <a:ext cx="162129" cy="191"/>
          </a:xfrm>
          <a:custGeom xmlns:a="http://schemas.openxmlformats.org/drawingml/2006/main">
            <a:pathLst>
              <a:path w="162129" h="191">
                <a:moveTo>
                  <a:pt x="0" y="0"/>
                </a:moveTo>
                <a:lnTo>
                  <a:pt x="162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8A78A8"/>
            </a:solidFill>
            <a:prstDash val="solid"/>
          </a:ln>
        </p:spPr>
      </p:sp>
      <p:sp>
        <p:nvSpPr>
          <p:cNvPr id="700" name="path-632">
            <a:extLst xmlns:a="http://schemas.openxmlformats.org/drawingml/2006/main">
              <a:ext uri="{FF2B5EF4-FFF2-40B4-BE49-F238E27FC236}">
                <a16:creationId xmlns:a16="http://schemas.microsoft.com/office/drawing/2014/main" id="{D5D35C0B-ED97-4241-95AC-E4F572C3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6243" y="7666266"/>
            <a:ext cx="118370" cy="191"/>
          </a:xfrm>
          <a:custGeom xmlns:a="http://schemas.openxmlformats.org/drawingml/2006/main">
            <a:pathLst>
              <a:path w="118370" h="191">
                <a:moveTo>
                  <a:pt x="0" y="0"/>
                </a:moveTo>
                <a:lnTo>
                  <a:pt x="118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5B4A74"/>
            </a:solidFill>
            <a:prstDash val="solid"/>
          </a:ln>
        </p:spPr>
      </p:sp>
      <p:sp>
        <p:nvSpPr>
          <p:cNvPr id="701" name="path-633">
            <a:extLst xmlns:a="http://schemas.openxmlformats.org/drawingml/2006/main">
              <a:ext uri="{FF2B5EF4-FFF2-40B4-BE49-F238E27FC236}">
                <a16:creationId xmlns:a16="http://schemas.microsoft.com/office/drawing/2014/main" id="{B999614F-E849-4744-AE03-D47C9244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4614" y="7666266"/>
            <a:ext cx="162129" cy="191"/>
          </a:xfrm>
          <a:custGeom xmlns:a="http://schemas.openxmlformats.org/drawingml/2006/main">
            <a:pathLst>
              <a:path w="162129" h="191">
                <a:moveTo>
                  <a:pt x="0" y="0"/>
                </a:moveTo>
                <a:lnTo>
                  <a:pt x="162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8A78A8"/>
            </a:solidFill>
            <a:prstDash val="solid"/>
          </a:ln>
        </p:spPr>
      </p:sp>
      <p:sp>
        <p:nvSpPr>
          <p:cNvPr id="702" name="path-634">
            <a:extLst xmlns:a="http://schemas.openxmlformats.org/drawingml/2006/main">
              <a:ext uri="{FF2B5EF4-FFF2-40B4-BE49-F238E27FC236}">
                <a16:creationId xmlns:a16="http://schemas.microsoft.com/office/drawing/2014/main" id="{2F239DBD-49DE-4519-AD60-AA1AD815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136" y="7444666"/>
            <a:ext cx="132424" cy="132422"/>
          </a:xfrm>
          <a:custGeom xmlns:a="http://schemas.openxmlformats.org/drawingml/2006/main">
            <a:pathLst>
              <a:path w="132424" h="132422">
                <a:moveTo>
                  <a:pt x="66488" y="132422"/>
                </a:moveTo>
                <a:lnTo>
                  <a:pt x="0" y="132422"/>
                </a:lnTo>
                <a:lnTo>
                  <a:pt x="0" y="0"/>
                </a:lnTo>
                <a:lnTo>
                  <a:pt x="132424" y="0"/>
                </a:lnTo>
                <a:lnTo>
                  <a:pt x="132424" y="132422"/>
                </a:lnTo>
                <a:lnTo>
                  <a:pt x="66488" y="132422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5134">
            <a:solidFill>
              <a:srgbClr val="6384B0"/>
            </a:solidFill>
            <a:prstDash val="solid"/>
          </a:ln>
        </p:spPr>
      </p:sp>
      <p:sp>
        <p:nvSpPr>
          <p:cNvPr id="703" name="path-635">
            <a:extLst xmlns:a="http://schemas.openxmlformats.org/drawingml/2006/main">
              <a:ext uri="{FF2B5EF4-FFF2-40B4-BE49-F238E27FC236}">
                <a16:creationId xmlns:a16="http://schemas.microsoft.com/office/drawing/2014/main" id="{0B5FA2DC-B6BF-4EDB-9AE6-39F78345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424" y="7445200"/>
            <a:ext cx="191341" cy="191341"/>
          </a:xfrm>
          <a:custGeom xmlns:a="http://schemas.openxmlformats.org/drawingml/2006/main">
            <a:pathLst>
              <a:path w="191341" h="191341">
                <a:moveTo>
                  <a:pt x="95661" y="191341"/>
                </a:moveTo>
                <a:lnTo>
                  <a:pt x="0" y="191341"/>
                </a:lnTo>
                <a:lnTo>
                  <a:pt x="0" y="0"/>
                </a:lnTo>
                <a:lnTo>
                  <a:pt x="191341" y="0"/>
                </a:lnTo>
                <a:lnTo>
                  <a:pt x="191341" y="191341"/>
                </a:lnTo>
                <a:lnTo>
                  <a:pt x="95661" y="191341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5134">
            <a:solidFill>
              <a:srgbClr val="6384B0"/>
            </a:solidFill>
            <a:prstDash val="solid"/>
          </a:ln>
        </p:spPr>
      </p:sp>
      <p:sp>
        <p:nvSpPr>
          <p:cNvPr id="704" name="path-636">
            <a:extLst xmlns:a="http://schemas.openxmlformats.org/drawingml/2006/main">
              <a:ext uri="{FF2B5EF4-FFF2-40B4-BE49-F238E27FC236}">
                <a16:creationId xmlns:a16="http://schemas.microsoft.com/office/drawing/2014/main" id="{44460272-5E1D-4C70-AA1A-C3FB15D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690" y="7622488"/>
            <a:ext cx="191320" cy="191322"/>
          </a:xfrm>
          <a:custGeom xmlns:a="http://schemas.openxmlformats.org/drawingml/2006/main">
            <a:pathLst>
              <a:path w="191320" h="191322">
                <a:moveTo>
                  <a:pt x="95659" y="191322"/>
                </a:moveTo>
                <a:lnTo>
                  <a:pt x="0" y="191322"/>
                </a:lnTo>
                <a:lnTo>
                  <a:pt x="0" y="0"/>
                </a:lnTo>
                <a:lnTo>
                  <a:pt x="191320" y="0"/>
                </a:lnTo>
                <a:lnTo>
                  <a:pt x="191320" y="191322"/>
                </a:lnTo>
                <a:lnTo>
                  <a:pt x="95659" y="191322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5134">
            <a:solidFill>
              <a:srgbClr val="6384B0"/>
            </a:solidFill>
            <a:prstDash val="solid"/>
          </a:ln>
        </p:spPr>
      </p:sp>
      <p:sp>
        <p:nvSpPr>
          <p:cNvPr id="705" name="path-637">
            <a:extLst xmlns:a="http://schemas.openxmlformats.org/drawingml/2006/main">
              <a:ext uri="{FF2B5EF4-FFF2-40B4-BE49-F238E27FC236}">
                <a16:creationId xmlns:a16="http://schemas.microsoft.com/office/drawing/2014/main" id="{2F78F657-8156-4931-9C3E-10C184B3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203" y="7651127"/>
            <a:ext cx="132422" cy="132422"/>
          </a:xfrm>
          <a:custGeom xmlns:a="http://schemas.openxmlformats.org/drawingml/2006/main">
            <a:pathLst>
              <a:path w="132422" h="132422">
                <a:moveTo>
                  <a:pt x="66488" y="132422"/>
                </a:moveTo>
                <a:lnTo>
                  <a:pt x="0" y="132422"/>
                </a:lnTo>
                <a:lnTo>
                  <a:pt x="0" y="0"/>
                </a:lnTo>
                <a:lnTo>
                  <a:pt x="132422" y="0"/>
                </a:lnTo>
                <a:lnTo>
                  <a:pt x="132422" y="132422"/>
                </a:lnTo>
                <a:lnTo>
                  <a:pt x="66488" y="132422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5134">
            <a:solidFill>
              <a:srgbClr val="6384B0"/>
            </a:solidFill>
            <a:prstDash val="solid"/>
          </a:ln>
        </p:spPr>
      </p:sp>
      <p:sp>
        <p:nvSpPr>
          <p:cNvPr id="706" name="path-638">
            <a:extLst xmlns:a="http://schemas.openxmlformats.org/drawingml/2006/main">
              <a:ext uri="{FF2B5EF4-FFF2-40B4-BE49-F238E27FC236}">
                <a16:creationId xmlns:a16="http://schemas.microsoft.com/office/drawing/2014/main" id="{6F7E6891-E70C-4AED-BC91-66EB1285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9591" y="7444666"/>
            <a:ext cx="295125" cy="295105"/>
          </a:xfrm>
          <a:custGeom xmlns:a="http://schemas.openxmlformats.org/drawingml/2006/main">
            <a:pathLst>
              <a:path w="295125" h="295105">
                <a:moveTo>
                  <a:pt x="0" y="147544"/>
                </a:moveTo>
                <a:lnTo>
                  <a:pt x="0" y="147544"/>
                </a:lnTo>
                <a:cubicBezTo>
                  <a:pt x="0" y="121612"/>
                  <a:pt x="7036" y="96195"/>
                  <a:pt x="20002" y="74038"/>
                </a:cubicBezTo>
                <a:cubicBezTo>
                  <a:pt x="32987" y="51349"/>
                  <a:pt x="51348" y="32967"/>
                  <a:pt x="73523" y="20002"/>
                </a:cubicBezTo>
                <a:cubicBezTo>
                  <a:pt x="96214" y="7017"/>
                  <a:pt x="121612" y="0"/>
                  <a:pt x="147562" y="0"/>
                </a:cubicBezTo>
                <a:cubicBezTo>
                  <a:pt x="173512" y="0"/>
                  <a:pt x="198911" y="7017"/>
                  <a:pt x="221067" y="20002"/>
                </a:cubicBezTo>
                <a:cubicBezTo>
                  <a:pt x="243776" y="32967"/>
                  <a:pt x="262157" y="51349"/>
                  <a:pt x="275123" y="74038"/>
                </a:cubicBezTo>
                <a:cubicBezTo>
                  <a:pt x="288089" y="96195"/>
                  <a:pt x="295125" y="121612"/>
                  <a:pt x="295125" y="147544"/>
                </a:cubicBezTo>
                <a:cubicBezTo>
                  <a:pt x="295125" y="173494"/>
                  <a:pt x="288089" y="198891"/>
                  <a:pt x="275123" y="221600"/>
                </a:cubicBezTo>
                <a:cubicBezTo>
                  <a:pt x="262157" y="243757"/>
                  <a:pt x="243776" y="262138"/>
                  <a:pt x="221067" y="275103"/>
                </a:cubicBezTo>
                <a:cubicBezTo>
                  <a:pt x="198911" y="288069"/>
                  <a:pt x="173512" y="295105"/>
                  <a:pt x="147562" y="295105"/>
                </a:cubicBezTo>
                <a:cubicBezTo>
                  <a:pt x="121612" y="295105"/>
                  <a:pt x="96214" y="288069"/>
                  <a:pt x="73523" y="275103"/>
                </a:cubicBezTo>
                <a:cubicBezTo>
                  <a:pt x="51348" y="262138"/>
                  <a:pt x="32987" y="243757"/>
                  <a:pt x="20002" y="221600"/>
                </a:cubicBezTo>
                <a:cubicBezTo>
                  <a:pt x="7036" y="198891"/>
                  <a:pt x="0" y="173494"/>
                  <a:pt x="0" y="1475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079">
            <a:solidFill>
              <a:srgbClr val="333333"/>
            </a:solidFill>
            <a:prstDash val="solid"/>
          </a:ln>
        </p:spPr>
      </p:sp>
      <p:sp>
        <p:nvSpPr>
          <p:cNvPr id="707" name="path-639">
            <a:extLst xmlns:a="http://schemas.openxmlformats.org/drawingml/2006/main">
              <a:ext uri="{FF2B5EF4-FFF2-40B4-BE49-F238E27FC236}">
                <a16:creationId xmlns:a16="http://schemas.microsoft.com/office/drawing/2014/main" id="{2A37998C-69D5-47B3-B9C2-2ACBE00E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43" y="7444666"/>
            <a:ext cx="112420" cy="295105"/>
          </a:xfrm>
          <a:custGeom xmlns:a="http://schemas.openxmlformats.org/drawingml/2006/main">
            <a:pathLst>
              <a:path w="112420" h="295105">
                <a:moveTo>
                  <a:pt x="0" y="147544"/>
                </a:moveTo>
                <a:lnTo>
                  <a:pt x="0" y="147544"/>
                </a:lnTo>
                <a:cubicBezTo>
                  <a:pt x="0" y="121612"/>
                  <a:pt x="2707" y="96195"/>
                  <a:pt x="7568" y="74038"/>
                </a:cubicBezTo>
                <a:cubicBezTo>
                  <a:pt x="12431" y="51349"/>
                  <a:pt x="19467" y="32967"/>
                  <a:pt x="28104" y="20002"/>
                </a:cubicBezTo>
                <a:cubicBezTo>
                  <a:pt x="36761" y="7017"/>
                  <a:pt x="46486" y="0"/>
                  <a:pt x="56209" y="0"/>
                </a:cubicBezTo>
                <a:cubicBezTo>
                  <a:pt x="65934" y="0"/>
                  <a:pt x="75677" y="7017"/>
                  <a:pt x="84315" y="20002"/>
                </a:cubicBezTo>
                <a:cubicBezTo>
                  <a:pt x="92972" y="32967"/>
                  <a:pt x="99989" y="51349"/>
                  <a:pt x="104850" y="74038"/>
                </a:cubicBezTo>
                <a:cubicBezTo>
                  <a:pt x="109712" y="96195"/>
                  <a:pt x="112420" y="121612"/>
                  <a:pt x="112420" y="147544"/>
                </a:cubicBezTo>
                <a:cubicBezTo>
                  <a:pt x="112420" y="173494"/>
                  <a:pt x="109712" y="198891"/>
                  <a:pt x="104850" y="221600"/>
                </a:cubicBezTo>
                <a:cubicBezTo>
                  <a:pt x="99989" y="243757"/>
                  <a:pt x="92972" y="262138"/>
                  <a:pt x="84315" y="275103"/>
                </a:cubicBezTo>
                <a:cubicBezTo>
                  <a:pt x="75677" y="288069"/>
                  <a:pt x="65934" y="295105"/>
                  <a:pt x="56209" y="295105"/>
                </a:cubicBezTo>
                <a:cubicBezTo>
                  <a:pt x="46486" y="295105"/>
                  <a:pt x="36761" y="288069"/>
                  <a:pt x="28104" y="275103"/>
                </a:cubicBezTo>
                <a:cubicBezTo>
                  <a:pt x="19467" y="262138"/>
                  <a:pt x="12431" y="243757"/>
                  <a:pt x="7568" y="221600"/>
                </a:cubicBezTo>
                <a:cubicBezTo>
                  <a:pt x="2707" y="198891"/>
                  <a:pt x="0" y="173494"/>
                  <a:pt x="0" y="1475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708" name="path-640">
            <a:extLst xmlns:a="http://schemas.openxmlformats.org/drawingml/2006/main">
              <a:ext uri="{FF2B5EF4-FFF2-40B4-BE49-F238E27FC236}">
                <a16:creationId xmlns:a16="http://schemas.microsoft.com/office/drawing/2014/main" id="{62B39FB0-5ECD-4893-BA9A-6E19F533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9591" y="7592762"/>
            <a:ext cx="295125" cy="191"/>
          </a:xfrm>
          <a:custGeom xmlns:a="http://schemas.openxmlformats.org/drawingml/2006/main">
            <a:pathLst>
              <a:path w="295125" h="191">
                <a:moveTo>
                  <a:pt x="0" y="0"/>
                </a:moveTo>
                <a:lnTo>
                  <a:pt x="295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709" name="path-641">
            <a:extLst xmlns:a="http://schemas.openxmlformats.org/drawingml/2006/main">
              <a:ext uri="{FF2B5EF4-FFF2-40B4-BE49-F238E27FC236}">
                <a16:creationId xmlns:a16="http://schemas.microsoft.com/office/drawing/2014/main" id="{7B26458C-1E36-488A-8AEB-391A3A85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074" y="7521945"/>
            <a:ext cx="242155" cy="191"/>
          </a:xfrm>
          <a:custGeom xmlns:a="http://schemas.openxmlformats.org/drawingml/2006/main">
            <a:pathLst>
              <a:path w="242155" h="191">
                <a:moveTo>
                  <a:pt x="0" y="0"/>
                </a:moveTo>
                <a:lnTo>
                  <a:pt x="2421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710" name="path-642">
            <a:extLst xmlns:a="http://schemas.openxmlformats.org/drawingml/2006/main">
              <a:ext uri="{FF2B5EF4-FFF2-40B4-BE49-F238E27FC236}">
                <a16:creationId xmlns:a16="http://schemas.microsoft.com/office/drawing/2014/main" id="{DC88F7CC-5067-4F3E-8118-80FCD076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6074" y="7663559"/>
            <a:ext cx="242155" cy="191"/>
          </a:xfrm>
          <a:custGeom xmlns:a="http://schemas.openxmlformats.org/drawingml/2006/main">
            <a:pathLst>
              <a:path w="242155" h="191">
                <a:moveTo>
                  <a:pt x="0" y="0"/>
                </a:moveTo>
                <a:lnTo>
                  <a:pt x="2421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711" name="path-643">
            <a:extLst xmlns:a="http://schemas.openxmlformats.org/drawingml/2006/main">
              <a:ext uri="{FF2B5EF4-FFF2-40B4-BE49-F238E27FC236}">
                <a16:creationId xmlns:a16="http://schemas.microsoft.com/office/drawing/2014/main" id="{B3AACCAA-28C4-4620-8089-89DA2C38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7642" y="7445200"/>
            <a:ext cx="324297" cy="279984"/>
          </a:xfrm>
          <a:custGeom xmlns:a="http://schemas.openxmlformats.org/drawingml/2006/main">
            <a:pathLst>
              <a:path w="324297" h="279984">
                <a:moveTo>
                  <a:pt x="162148" y="279984"/>
                </a:moveTo>
                <a:lnTo>
                  <a:pt x="0" y="279984"/>
                </a:lnTo>
                <a:lnTo>
                  <a:pt x="0" y="0"/>
                </a:lnTo>
                <a:lnTo>
                  <a:pt x="324297" y="0"/>
                </a:lnTo>
                <a:lnTo>
                  <a:pt x="324297" y="279984"/>
                </a:lnTo>
                <a:lnTo>
                  <a:pt x="162148" y="2799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384B0"/>
            </a:solidFill>
            <a:prstDash val="solid"/>
          </a:ln>
        </p:spPr>
      </p:sp>
      <p:sp>
        <p:nvSpPr>
          <p:cNvPr id="712" name="path-644">
            <a:extLst xmlns:a="http://schemas.openxmlformats.org/drawingml/2006/main">
              <a:ext uri="{FF2B5EF4-FFF2-40B4-BE49-F238E27FC236}">
                <a16:creationId xmlns:a16="http://schemas.microsoft.com/office/drawing/2014/main" id="{932C9CFA-B070-4712-9C90-73B5718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7642" y="7444666"/>
            <a:ext cx="147009" cy="117283"/>
          </a:xfrm>
          <a:custGeom xmlns:a="http://schemas.openxmlformats.org/drawingml/2006/main">
            <a:pathLst>
              <a:path w="147009" h="117283">
                <a:moveTo>
                  <a:pt x="73504" y="117283"/>
                </a:moveTo>
                <a:lnTo>
                  <a:pt x="0" y="117283"/>
                </a:lnTo>
                <a:lnTo>
                  <a:pt x="0" y="0"/>
                </a:lnTo>
                <a:lnTo>
                  <a:pt x="147009" y="0"/>
                </a:lnTo>
                <a:lnTo>
                  <a:pt x="147009" y="117283"/>
                </a:lnTo>
                <a:lnTo>
                  <a:pt x="73504" y="117283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3512">
            <a:solidFill>
              <a:srgbClr val="6384B0"/>
            </a:solidFill>
            <a:prstDash val="solid"/>
          </a:ln>
        </p:spPr>
      </p:sp>
      <p:sp>
        <p:nvSpPr>
          <p:cNvPr id="713" name="path-645">
            <a:extLst xmlns:a="http://schemas.openxmlformats.org/drawingml/2006/main">
              <a:ext uri="{FF2B5EF4-FFF2-40B4-BE49-F238E27FC236}">
                <a16:creationId xmlns:a16="http://schemas.microsoft.com/office/drawing/2014/main" id="{92434927-4EB3-451B-A01A-F7D96247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4651" y="7563036"/>
            <a:ext cx="176735" cy="161596"/>
          </a:xfrm>
          <a:custGeom xmlns:a="http://schemas.openxmlformats.org/drawingml/2006/main">
            <a:pathLst>
              <a:path w="176735" h="161596">
                <a:moveTo>
                  <a:pt x="88643" y="161596"/>
                </a:moveTo>
                <a:lnTo>
                  <a:pt x="0" y="161596"/>
                </a:lnTo>
                <a:lnTo>
                  <a:pt x="0" y="0"/>
                </a:lnTo>
                <a:lnTo>
                  <a:pt x="176735" y="0"/>
                </a:lnTo>
                <a:lnTo>
                  <a:pt x="176735" y="161596"/>
                </a:lnTo>
                <a:lnTo>
                  <a:pt x="88643" y="161596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3512">
            <a:solidFill>
              <a:srgbClr val="6384B0"/>
            </a:solidFill>
            <a:prstDash val="solid"/>
          </a:ln>
        </p:spPr>
      </p:sp>
      <p:sp>
        <p:nvSpPr>
          <p:cNvPr id="714" name="path-646">
            <a:extLst xmlns:a="http://schemas.openxmlformats.org/drawingml/2006/main">
              <a:ext uri="{FF2B5EF4-FFF2-40B4-BE49-F238E27FC236}">
                <a16:creationId xmlns:a16="http://schemas.microsoft.com/office/drawing/2014/main" id="{18372A03-C166-4256-AA4F-34009C52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1071" y="7344677"/>
            <a:ext cx="759393" cy="191"/>
          </a:xfrm>
          <a:custGeom xmlns:a="http://schemas.openxmlformats.org/drawingml/2006/main">
            <a:pathLst>
              <a:path w="759393" h="191">
                <a:moveTo>
                  <a:pt x="75939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941">
            <a:solidFill>
              <a:srgbClr val="111111"/>
            </a:solidFill>
            <a:prstDash val="solid"/>
          </a:ln>
        </p:spPr>
      </p:sp>
      <p:sp>
        <p:nvSpPr>
          <p:cNvPr id="715" name="path-647">
            <a:extLst xmlns:a="http://schemas.openxmlformats.org/drawingml/2006/main">
              <a:ext uri="{FF2B5EF4-FFF2-40B4-BE49-F238E27FC236}">
                <a16:creationId xmlns:a16="http://schemas.microsoft.com/office/drawing/2014/main" id="{10499677-A12F-4682-B405-1D371AE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134" y="7298724"/>
            <a:ext cx="91886" cy="91886"/>
          </a:xfrm>
          <a:custGeom xmlns:a="http://schemas.openxmlformats.org/drawingml/2006/main">
            <a:pathLst>
              <a:path w="91886" h="91886">
                <a:moveTo>
                  <a:pt x="0" y="45953"/>
                </a:moveTo>
                <a:lnTo>
                  <a:pt x="91886" y="0"/>
                </a:lnTo>
                <a:lnTo>
                  <a:pt x="91886" y="91886"/>
                </a:lnTo>
                <a:lnTo>
                  <a:pt x="0" y="4595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path-648">
            <a:extLst xmlns:a="http://schemas.openxmlformats.org/drawingml/2006/main">
              <a:ext uri="{FF2B5EF4-FFF2-40B4-BE49-F238E27FC236}">
                <a16:creationId xmlns:a16="http://schemas.microsoft.com/office/drawing/2014/main" id="{8F88FC39-1CCD-4169-9AD3-EFBB4D97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616" y="6818228"/>
            <a:ext cx="1358795" cy="1030722"/>
          </a:xfrm>
          <a:custGeom xmlns:a="http://schemas.openxmlformats.org/drawingml/2006/main">
            <a:pathLst>
              <a:path w="1358795" h="1030722">
                <a:moveTo>
                  <a:pt x="535" y="144321"/>
                </a:moveTo>
                <a:lnTo>
                  <a:pt x="535" y="144321"/>
                </a:lnTo>
                <a:cubicBezTo>
                  <a:pt x="535" y="118904"/>
                  <a:pt x="7017" y="94059"/>
                  <a:pt x="20002" y="72437"/>
                </a:cubicBezTo>
                <a:cubicBezTo>
                  <a:pt x="32434" y="50262"/>
                  <a:pt x="50795" y="31899"/>
                  <a:pt x="72417" y="19468"/>
                </a:cubicBezTo>
                <a:cubicBezTo>
                  <a:pt x="94574" y="6482"/>
                  <a:pt x="119437" y="0"/>
                  <a:pt x="144854" y="0"/>
                </a:cubicBezTo>
                <a:lnTo>
                  <a:pt x="1214474" y="553"/>
                </a:lnTo>
                <a:cubicBezTo>
                  <a:pt x="1239891" y="553"/>
                  <a:pt x="1264755" y="7036"/>
                  <a:pt x="1286358" y="20001"/>
                </a:cubicBezTo>
                <a:cubicBezTo>
                  <a:pt x="1308534" y="32434"/>
                  <a:pt x="1326896" y="50814"/>
                  <a:pt x="1339328" y="72437"/>
                </a:cubicBezTo>
                <a:cubicBezTo>
                  <a:pt x="1352312" y="94593"/>
                  <a:pt x="1358795" y="119456"/>
                  <a:pt x="1358795" y="144854"/>
                </a:cubicBezTo>
                <a:lnTo>
                  <a:pt x="1358795" y="886402"/>
                </a:lnTo>
                <a:cubicBezTo>
                  <a:pt x="1358795" y="911818"/>
                  <a:pt x="1352312" y="936682"/>
                  <a:pt x="1339328" y="958286"/>
                </a:cubicBezTo>
                <a:cubicBezTo>
                  <a:pt x="1326896" y="980460"/>
                  <a:pt x="1308534" y="998823"/>
                  <a:pt x="1286911" y="1011254"/>
                </a:cubicBezTo>
                <a:cubicBezTo>
                  <a:pt x="1264755" y="1024239"/>
                  <a:pt x="1239891" y="1030722"/>
                  <a:pt x="1214474" y="1030722"/>
                </a:cubicBezTo>
                <a:lnTo>
                  <a:pt x="144301" y="1030722"/>
                </a:lnTo>
                <a:cubicBezTo>
                  <a:pt x="118904" y="1030722"/>
                  <a:pt x="94040" y="1024239"/>
                  <a:pt x="72417" y="1011254"/>
                </a:cubicBezTo>
                <a:cubicBezTo>
                  <a:pt x="50262" y="998823"/>
                  <a:pt x="31881" y="980460"/>
                  <a:pt x="19450" y="958839"/>
                </a:cubicBezTo>
                <a:cubicBezTo>
                  <a:pt x="6484" y="936682"/>
                  <a:pt x="0" y="911818"/>
                  <a:pt x="0" y="886402"/>
                </a:cubicBezTo>
                <a:lnTo>
                  <a:pt x="535" y="144321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4862">
            <a:solidFill>
              <a:srgbClr val="7AAE85"/>
            </a:solidFill>
            <a:prstDash val="solid"/>
          </a:ln>
        </p:spPr>
      </p:sp>
      <p:sp>
        <p:nvSpPr>
          <p:cNvPr id="717" name="text-649 Semantic">
            <a:extLst xmlns:a="http://schemas.openxmlformats.org/drawingml/2006/main">
              <a:ext uri="{FF2B5EF4-FFF2-40B4-BE49-F238E27FC236}">
                <a16:creationId xmlns:a16="http://schemas.microsoft.com/office/drawing/2014/main" id="{4CE26D74-B599-4094-A7F5-A412965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5499" y="6903357"/>
            <a:ext cx="743603" cy="225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718" name="text-650 HTML/CSS">
            <a:extLst xmlns:a="http://schemas.openxmlformats.org/drawingml/2006/main">
              <a:ext uri="{FF2B5EF4-FFF2-40B4-BE49-F238E27FC236}">
                <a16:creationId xmlns:a16="http://schemas.microsoft.com/office/drawing/2014/main" id="{89F467B1-9780-41C7-B44B-DDBCF28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7391" y="7138348"/>
            <a:ext cx="839585" cy="222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HTML/CSS</a:t>
            </a:r>
          </a:p>
        </p:txBody>
      </p:sp>
      <p:sp>
        <p:nvSpPr>
          <p:cNvPr id="719" name="text-651 &lt;/&gt;">
            <a:extLst xmlns:a="http://schemas.openxmlformats.org/drawingml/2006/main">
              <a:ext uri="{FF2B5EF4-FFF2-40B4-BE49-F238E27FC236}">
                <a16:creationId xmlns:a16="http://schemas.microsoft.com/office/drawing/2014/main" id="{E1929F06-91D9-4D17-8DFB-C0C44A26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0891" y="7375128"/>
            <a:ext cx="396730" cy="341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2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2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922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720" name="path-652">
            <a:extLst xmlns:a="http://schemas.openxmlformats.org/drawingml/2006/main">
              <a:ext uri="{FF2B5EF4-FFF2-40B4-BE49-F238E27FC236}">
                <a16:creationId xmlns:a16="http://schemas.microsoft.com/office/drawing/2014/main" id="{621BD1AA-EE19-4344-B42C-C2E0086E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6168" y="7866245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721" name="path-653">
            <a:extLst xmlns:a="http://schemas.openxmlformats.org/drawingml/2006/main">
              <a:ext uri="{FF2B5EF4-FFF2-40B4-BE49-F238E27FC236}">
                <a16:creationId xmlns:a16="http://schemas.microsoft.com/office/drawing/2014/main" id="{8785D9C4-5DBD-429F-AE2D-825E1284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816" y="7872727"/>
            <a:ext cx="191" cy="137286"/>
          </a:xfrm>
          <a:custGeom xmlns:a="http://schemas.openxmlformats.org/drawingml/2006/main">
            <a:pathLst>
              <a:path w="191" h="137286">
                <a:moveTo>
                  <a:pt x="0" y="0"/>
                </a:moveTo>
                <a:lnTo>
                  <a:pt x="0" y="137286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722" name="path-654">
            <a:extLst xmlns:a="http://schemas.openxmlformats.org/drawingml/2006/main">
              <a:ext uri="{FF2B5EF4-FFF2-40B4-BE49-F238E27FC236}">
                <a16:creationId xmlns:a16="http://schemas.microsoft.com/office/drawing/2014/main" id="{C8DE07D5-BAC5-483E-9C5F-94223C7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657" y="8004616"/>
            <a:ext cx="84316" cy="84316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655">
            <a:extLst xmlns:a="http://schemas.openxmlformats.org/drawingml/2006/main">
              <a:ext uri="{FF2B5EF4-FFF2-40B4-BE49-F238E27FC236}">
                <a16:creationId xmlns:a16="http://schemas.microsoft.com/office/drawing/2014/main" id="{ECCB3E1C-87D9-44ED-B890-65AF3397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60" y="8115950"/>
            <a:ext cx="9122951" cy="1476078"/>
          </a:xfrm>
          <a:custGeom xmlns:a="http://schemas.openxmlformats.org/drawingml/2006/main">
            <a:pathLst>
              <a:path w="9122951" h="1476078">
                <a:moveTo>
                  <a:pt x="0" y="103230"/>
                </a:moveTo>
                <a:lnTo>
                  <a:pt x="0" y="103230"/>
                </a:lnTo>
                <a:cubicBezTo>
                  <a:pt x="0" y="84849"/>
                  <a:pt x="4881" y="67022"/>
                  <a:pt x="14052" y="51348"/>
                </a:cubicBezTo>
                <a:cubicBezTo>
                  <a:pt x="22709" y="35675"/>
                  <a:pt x="36228" y="22709"/>
                  <a:pt x="51902" y="13519"/>
                </a:cubicBezTo>
                <a:cubicBezTo>
                  <a:pt x="67574" y="4862"/>
                  <a:pt x="85402" y="0"/>
                  <a:pt x="103249" y="0"/>
                </a:cubicBezTo>
                <a:lnTo>
                  <a:pt x="9019189" y="0"/>
                </a:lnTo>
                <a:cubicBezTo>
                  <a:pt x="9037570" y="0"/>
                  <a:pt x="9055397" y="4862"/>
                  <a:pt x="9071070" y="14052"/>
                </a:cubicBezTo>
                <a:cubicBezTo>
                  <a:pt x="9086743" y="22709"/>
                  <a:pt x="9099707" y="36208"/>
                  <a:pt x="9108898" y="51882"/>
                </a:cubicBezTo>
                <a:cubicBezTo>
                  <a:pt x="9117557" y="67555"/>
                  <a:pt x="9122418" y="85402"/>
                  <a:pt x="9122418" y="103230"/>
                </a:cubicBezTo>
                <a:lnTo>
                  <a:pt x="9122951" y="1372313"/>
                </a:lnTo>
                <a:cubicBezTo>
                  <a:pt x="9122951" y="1390695"/>
                  <a:pt x="9118090" y="1408523"/>
                  <a:pt x="9108898" y="1424195"/>
                </a:cubicBezTo>
                <a:cubicBezTo>
                  <a:pt x="9100260" y="1439869"/>
                  <a:pt x="9086743" y="1452835"/>
                  <a:pt x="9071070" y="1462026"/>
                </a:cubicBezTo>
                <a:cubicBezTo>
                  <a:pt x="9055397" y="1470681"/>
                  <a:pt x="9037570" y="1475544"/>
                  <a:pt x="9019720" y="1475544"/>
                </a:cubicBezTo>
                <a:lnTo>
                  <a:pt x="103249" y="1476078"/>
                </a:lnTo>
                <a:cubicBezTo>
                  <a:pt x="84869" y="1476078"/>
                  <a:pt x="67022" y="1471216"/>
                  <a:pt x="51349" y="1462026"/>
                </a:cubicBezTo>
                <a:cubicBezTo>
                  <a:pt x="35675" y="1453388"/>
                  <a:pt x="22709" y="1439869"/>
                  <a:pt x="13519" y="1424195"/>
                </a:cubicBezTo>
                <a:cubicBezTo>
                  <a:pt x="4881" y="1408523"/>
                  <a:pt x="0" y="1390695"/>
                  <a:pt x="0" y="1372848"/>
                </a:cubicBezTo>
                <a:lnTo>
                  <a:pt x="0" y="103230"/>
                </a:lnTo>
              </a:path>
            </a:pathLst>
          </a:custGeom>
          <a:solidFill xmlns:a="http://schemas.openxmlformats.org/drawingml/2006/main">
            <a:srgbClr val="F9F6FC"/>
          </a:solidFill>
          <a:ln xmlns:a="http://schemas.openxmlformats.org/drawingml/2006/main" w="22700">
            <a:solidFill>
              <a:srgbClr val="B499D2"/>
            </a:solidFill>
            <a:prstDash val="solid"/>
          </a:ln>
        </p:spPr>
      </p:sp>
      <p:sp>
        <p:nvSpPr>
          <p:cNvPr id="724" name="text-656 Synchronized">
            <a:extLst xmlns:a="http://schemas.openxmlformats.org/drawingml/2006/main">
              <a:ext uri="{FF2B5EF4-FFF2-40B4-BE49-F238E27FC236}">
                <a16:creationId xmlns:a16="http://schemas.microsoft.com/office/drawing/2014/main" id="{849A98A8-AED2-4C06-9885-A3CD7E72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8800" y="8162467"/>
            <a:ext cx="1339016" cy="278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Synchronized</a:t>
            </a:r>
          </a:p>
        </p:txBody>
      </p:sp>
      <p:sp>
        <p:nvSpPr>
          <p:cNvPr id="725" name="text-656 Outputs">
            <a:extLst xmlns:a="http://schemas.openxmlformats.org/drawingml/2006/main">
              <a:ext uri="{FF2B5EF4-FFF2-40B4-BE49-F238E27FC236}">
                <a16:creationId xmlns:a16="http://schemas.microsoft.com/office/drawing/2014/main" id="{54B2CDFF-3FC8-4015-B1EB-1802B9EB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6646" y="8162408"/>
            <a:ext cx="797752" cy="278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6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6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66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726" name="path-657">
            <a:extLst xmlns:a="http://schemas.openxmlformats.org/drawingml/2006/main">
              <a:ext uri="{FF2B5EF4-FFF2-40B4-BE49-F238E27FC236}">
                <a16:creationId xmlns:a16="http://schemas.microsoft.com/office/drawing/2014/main" id="{616C25BD-2218-49D6-B1D8-343BAA8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410" y="8439714"/>
            <a:ext cx="1801462" cy="1063136"/>
          </a:xfrm>
          <a:custGeom xmlns:a="http://schemas.openxmlformats.org/drawingml/2006/main">
            <a:pathLst>
              <a:path w="1801462" h="1063136">
                <a:moveTo>
                  <a:pt x="553" y="106471"/>
                </a:moveTo>
                <a:lnTo>
                  <a:pt x="553" y="106471"/>
                </a:lnTo>
                <a:cubicBezTo>
                  <a:pt x="553" y="87557"/>
                  <a:pt x="5415" y="69710"/>
                  <a:pt x="14605" y="53503"/>
                </a:cubicBezTo>
                <a:cubicBezTo>
                  <a:pt x="24330" y="37296"/>
                  <a:pt x="37296" y="23777"/>
                  <a:pt x="53521" y="14587"/>
                </a:cubicBezTo>
                <a:cubicBezTo>
                  <a:pt x="69728" y="4862"/>
                  <a:pt x="88110" y="0"/>
                  <a:pt x="107025" y="0"/>
                </a:cubicBezTo>
                <a:lnTo>
                  <a:pt x="1694990" y="533"/>
                </a:lnTo>
                <a:cubicBezTo>
                  <a:pt x="1713903" y="533"/>
                  <a:pt x="1731732" y="5395"/>
                  <a:pt x="1747958" y="14587"/>
                </a:cubicBezTo>
                <a:cubicBezTo>
                  <a:pt x="1764166" y="24310"/>
                  <a:pt x="1777685" y="37296"/>
                  <a:pt x="1786875" y="53503"/>
                </a:cubicBezTo>
                <a:cubicBezTo>
                  <a:pt x="1796599" y="69710"/>
                  <a:pt x="1801462" y="88091"/>
                  <a:pt x="1801462" y="107006"/>
                </a:cubicBezTo>
                <a:lnTo>
                  <a:pt x="1801462" y="956664"/>
                </a:lnTo>
                <a:cubicBezTo>
                  <a:pt x="1801462" y="975579"/>
                  <a:pt x="1796599" y="993407"/>
                  <a:pt x="1787409" y="1009633"/>
                </a:cubicBezTo>
                <a:cubicBezTo>
                  <a:pt x="1777685" y="1025841"/>
                  <a:pt x="1764700" y="1039359"/>
                  <a:pt x="1748492" y="1048550"/>
                </a:cubicBezTo>
                <a:cubicBezTo>
                  <a:pt x="1732285" y="1058275"/>
                  <a:pt x="1713903" y="1063136"/>
                  <a:pt x="1694990" y="1063136"/>
                </a:cubicBezTo>
                <a:lnTo>
                  <a:pt x="106490" y="1063136"/>
                </a:lnTo>
                <a:cubicBezTo>
                  <a:pt x="87556" y="1063136"/>
                  <a:pt x="69728" y="1058275"/>
                  <a:pt x="53521" y="1049084"/>
                </a:cubicBezTo>
                <a:cubicBezTo>
                  <a:pt x="37296" y="1039359"/>
                  <a:pt x="23795" y="1026393"/>
                  <a:pt x="14605" y="1010167"/>
                </a:cubicBezTo>
                <a:cubicBezTo>
                  <a:pt x="4862" y="993960"/>
                  <a:pt x="0" y="975579"/>
                  <a:pt x="0" y="956664"/>
                </a:cubicBezTo>
                <a:lnTo>
                  <a:pt x="553" y="10647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B499D2"/>
            </a:solidFill>
            <a:prstDash val="solid"/>
          </a:ln>
        </p:spPr>
      </p:sp>
      <p:sp>
        <p:nvSpPr>
          <p:cNvPr id="727" name="text-658 Rendered">
            <a:extLst xmlns:a="http://schemas.openxmlformats.org/drawingml/2006/main">
              <a:ext uri="{FF2B5EF4-FFF2-40B4-BE49-F238E27FC236}">
                <a16:creationId xmlns:a16="http://schemas.microsoft.com/office/drawing/2014/main" id="{35C5E0A8-696C-4FDD-B418-FDFBCC61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0743" y="8476119"/>
            <a:ext cx="765665" cy="223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Rendered</a:t>
            </a:r>
          </a:p>
        </p:txBody>
      </p:sp>
      <p:sp>
        <p:nvSpPr>
          <p:cNvPr id="728" name="text-658 Page">
            <a:extLst xmlns:a="http://schemas.openxmlformats.org/drawingml/2006/main">
              <a:ext uri="{FF2B5EF4-FFF2-40B4-BE49-F238E27FC236}">
                <a16:creationId xmlns:a16="http://schemas.microsoft.com/office/drawing/2014/main" id="{99C43A9E-5245-4172-8E4E-69801750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2152" y="8476112"/>
            <a:ext cx="410692" cy="22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729" name="text-658 Image">
            <a:extLst xmlns:a="http://schemas.openxmlformats.org/drawingml/2006/main">
              <a:ext uri="{FF2B5EF4-FFF2-40B4-BE49-F238E27FC236}">
                <a16:creationId xmlns:a16="http://schemas.microsoft.com/office/drawing/2014/main" id="{CF90F767-4EFC-43E0-934E-C5607413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8376" y="8475969"/>
            <a:ext cx="491035" cy="223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730" name="path-659">
            <a:extLst xmlns:a="http://schemas.openxmlformats.org/drawingml/2006/main">
              <a:ext uri="{FF2B5EF4-FFF2-40B4-BE49-F238E27FC236}">
                <a16:creationId xmlns:a16="http://schemas.microsoft.com/office/drawing/2014/main" id="{A36054C4-37A5-4FDD-B3A7-D3CE8DA4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866" y="8909399"/>
            <a:ext cx="1564169" cy="383196"/>
          </a:xfrm>
          <a:custGeom xmlns:a="http://schemas.openxmlformats.org/drawingml/2006/main">
            <a:pathLst>
              <a:path w="1564169" h="383196">
                <a:moveTo>
                  <a:pt x="782084" y="383196"/>
                </a:moveTo>
                <a:lnTo>
                  <a:pt x="0" y="383196"/>
                </a:lnTo>
                <a:lnTo>
                  <a:pt x="0" y="0"/>
                </a:lnTo>
                <a:lnTo>
                  <a:pt x="1564169" y="0"/>
                </a:lnTo>
                <a:lnTo>
                  <a:pt x="1564169" y="383196"/>
                </a:lnTo>
                <a:lnTo>
                  <a:pt x="782084" y="3831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9A9A9A"/>
            </a:solidFill>
            <a:prstDash val="solid"/>
          </a:ln>
        </p:spPr>
      </p:sp>
      <p:sp>
        <p:nvSpPr>
          <p:cNvPr id="731" name="path-660">
            <a:extLst xmlns:a="http://schemas.openxmlformats.org/drawingml/2006/main">
              <a:ext uri="{FF2B5EF4-FFF2-40B4-BE49-F238E27FC236}">
                <a16:creationId xmlns:a16="http://schemas.microsoft.com/office/drawing/2014/main" id="{A46EBD74-734E-4FC2-8A8B-9601F84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231" y="8968851"/>
            <a:ext cx="44320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93ACC8"/>
            </a:solidFill>
            <a:prstDash val="solid"/>
          </a:ln>
        </p:spPr>
      </p:sp>
      <p:sp>
        <p:nvSpPr>
          <p:cNvPr id="732" name="path-661">
            <a:extLst xmlns:a="http://schemas.openxmlformats.org/drawingml/2006/main">
              <a:ext uri="{FF2B5EF4-FFF2-40B4-BE49-F238E27FC236}">
                <a16:creationId xmlns:a16="http://schemas.microsoft.com/office/drawing/2014/main" id="{C7A4BC24-5DFC-41F7-A32E-3E62406F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231" y="9027768"/>
            <a:ext cx="44320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93ACC8"/>
            </a:solidFill>
            <a:prstDash val="solid"/>
          </a:ln>
        </p:spPr>
      </p:sp>
      <p:sp>
        <p:nvSpPr>
          <p:cNvPr id="733" name="path-662">
            <a:extLst xmlns:a="http://schemas.openxmlformats.org/drawingml/2006/main">
              <a:ext uri="{FF2B5EF4-FFF2-40B4-BE49-F238E27FC236}">
                <a16:creationId xmlns:a16="http://schemas.microsoft.com/office/drawing/2014/main" id="{961788FD-D90F-4AE2-A432-286C5D51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231" y="9086668"/>
            <a:ext cx="44320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93ACC8"/>
            </a:solidFill>
            <a:prstDash val="solid"/>
          </a:ln>
        </p:spPr>
      </p:sp>
      <p:sp>
        <p:nvSpPr>
          <p:cNvPr id="734" name="path-663">
            <a:extLst xmlns:a="http://schemas.openxmlformats.org/drawingml/2006/main">
              <a:ext uri="{FF2B5EF4-FFF2-40B4-BE49-F238E27FC236}">
                <a16:creationId xmlns:a16="http://schemas.microsoft.com/office/drawing/2014/main" id="{3365458A-21C2-4492-8773-C7C2471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231" y="9145586"/>
            <a:ext cx="44320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93ACC8"/>
            </a:solidFill>
            <a:prstDash val="solid"/>
          </a:ln>
        </p:spPr>
      </p:sp>
      <p:sp>
        <p:nvSpPr>
          <p:cNvPr id="735" name="path-664">
            <a:extLst xmlns:a="http://schemas.openxmlformats.org/drawingml/2006/main">
              <a:ext uri="{FF2B5EF4-FFF2-40B4-BE49-F238E27FC236}">
                <a16:creationId xmlns:a16="http://schemas.microsoft.com/office/drawing/2014/main" id="{153A645B-03F8-4AF8-8DC4-09F6C07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076" y="8954245"/>
            <a:ext cx="442133" cy="191341"/>
          </a:xfrm>
          <a:custGeom xmlns:a="http://schemas.openxmlformats.org/drawingml/2006/main">
            <a:pathLst>
              <a:path w="442133" h="191341">
                <a:moveTo>
                  <a:pt x="221066" y="191341"/>
                </a:moveTo>
                <a:lnTo>
                  <a:pt x="0" y="191341"/>
                </a:lnTo>
                <a:lnTo>
                  <a:pt x="0" y="0"/>
                </a:lnTo>
                <a:lnTo>
                  <a:pt x="442133" y="0"/>
                </a:lnTo>
                <a:lnTo>
                  <a:pt x="442133" y="191341"/>
                </a:lnTo>
                <a:lnTo>
                  <a:pt x="221066" y="191341"/>
                </a:lnTo>
              </a:path>
            </a:pathLst>
          </a:custGeom>
          <a:solidFill xmlns:a="http://schemas.openxmlformats.org/drawingml/2006/main">
            <a:srgbClr val="C4DBEC"/>
          </a:solidFill>
          <a:ln xmlns:a="http://schemas.openxmlformats.org/drawingml/2006/main" w="11350">
            <a:solidFill>
              <a:srgbClr val="8A9CAE"/>
            </a:solidFill>
            <a:prstDash val="solid"/>
          </a:ln>
        </p:spPr>
      </p:sp>
      <p:sp>
        <p:nvSpPr>
          <p:cNvPr id="736" name="path-665">
            <a:extLst xmlns:a="http://schemas.openxmlformats.org/drawingml/2006/main">
              <a:ext uri="{FF2B5EF4-FFF2-40B4-BE49-F238E27FC236}">
                <a16:creationId xmlns:a16="http://schemas.microsoft.com/office/drawing/2014/main" id="{EEED146A-4FBF-497F-807B-EBB861AF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008" y="8983971"/>
            <a:ext cx="66468" cy="66488"/>
          </a:xfrm>
          <a:custGeom xmlns:a="http://schemas.openxmlformats.org/drawingml/2006/main">
            <a:pathLst>
              <a:path w="66468" h="66488">
                <a:moveTo>
                  <a:pt x="0" y="32987"/>
                </a:moveTo>
                <a:lnTo>
                  <a:pt x="0" y="32987"/>
                </a:lnTo>
                <a:cubicBezTo>
                  <a:pt x="0" y="27037"/>
                  <a:pt x="1621" y="21623"/>
                  <a:pt x="4308" y="16227"/>
                </a:cubicBezTo>
                <a:cubicBezTo>
                  <a:pt x="7550" y="11365"/>
                  <a:pt x="11344" y="7036"/>
                  <a:pt x="16741" y="4328"/>
                </a:cubicBezTo>
                <a:cubicBezTo>
                  <a:pt x="21604" y="1087"/>
                  <a:pt x="27553" y="0"/>
                  <a:pt x="33500" y="0"/>
                </a:cubicBezTo>
                <a:cubicBezTo>
                  <a:pt x="38915" y="0"/>
                  <a:pt x="44846" y="1087"/>
                  <a:pt x="49727" y="4328"/>
                </a:cubicBezTo>
                <a:cubicBezTo>
                  <a:pt x="55123" y="7036"/>
                  <a:pt x="58899" y="11365"/>
                  <a:pt x="62140" y="16227"/>
                </a:cubicBezTo>
                <a:cubicBezTo>
                  <a:pt x="64848" y="21623"/>
                  <a:pt x="66468" y="27037"/>
                  <a:pt x="66468" y="32987"/>
                </a:cubicBezTo>
                <a:cubicBezTo>
                  <a:pt x="66468" y="38916"/>
                  <a:pt x="64848" y="44332"/>
                  <a:pt x="62140" y="49728"/>
                </a:cubicBezTo>
                <a:cubicBezTo>
                  <a:pt x="58899" y="54590"/>
                  <a:pt x="55123" y="58919"/>
                  <a:pt x="49727" y="61625"/>
                </a:cubicBezTo>
                <a:cubicBezTo>
                  <a:pt x="44846" y="64868"/>
                  <a:pt x="38915" y="66488"/>
                  <a:pt x="33500" y="66488"/>
                </a:cubicBezTo>
                <a:cubicBezTo>
                  <a:pt x="27553" y="66488"/>
                  <a:pt x="21604" y="64868"/>
                  <a:pt x="16741" y="61625"/>
                </a:cubicBezTo>
                <a:cubicBezTo>
                  <a:pt x="11344" y="58919"/>
                  <a:pt x="7550" y="54590"/>
                  <a:pt x="4308" y="49728"/>
                </a:cubicBezTo>
                <a:cubicBezTo>
                  <a:pt x="1621" y="44332"/>
                  <a:pt x="0" y="38916"/>
                  <a:pt x="0" y="32987"/>
                </a:cubicBezTo>
              </a:path>
            </a:pathLst>
          </a:custGeom>
          <a:solidFill xmlns:a="http://schemas.openxmlformats.org/drawingml/2006/main">
            <a:srgbClr val="F0D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666">
            <a:extLst xmlns:a="http://schemas.openxmlformats.org/drawingml/2006/main">
              <a:ext uri="{FF2B5EF4-FFF2-40B4-BE49-F238E27FC236}">
                <a16:creationId xmlns:a16="http://schemas.microsoft.com/office/drawing/2014/main" id="{8F0FB60D-DA23-45BF-AB30-798BEAA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387" y="9145586"/>
            <a:ext cx="73505" cy="88110"/>
          </a:xfrm>
          <a:custGeom xmlns:a="http://schemas.openxmlformats.org/drawingml/2006/main">
            <a:pathLst>
              <a:path w="73505" h="88110">
                <a:moveTo>
                  <a:pt x="36743" y="88110"/>
                </a:moveTo>
                <a:lnTo>
                  <a:pt x="0" y="88110"/>
                </a:lnTo>
                <a:lnTo>
                  <a:pt x="0" y="0"/>
                </a:lnTo>
                <a:lnTo>
                  <a:pt x="73505" y="0"/>
                </a:lnTo>
                <a:lnTo>
                  <a:pt x="73505" y="88110"/>
                </a:lnTo>
                <a:lnTo>
                  <a:pt x="36743" y="88110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729">
            <a:solidFill>
              <a:srgbClr val="6384B0"/>
            </a:solidFill>
            <a:prstDash val="solid"/>
          </a:ln>
        </p:spPr>
      </p:sp>
      <p:sp>
        <p:nvSpPr>
          <p:cNvPr id="738" name="path-667">
            <a:extLst xmlns:a="http://schemas.openxmlformats.org/drawingml/2006/main">
              <a:ext uri="{FF2B5EF4-FFF2-40B4-BE49-F238E27FC236}">
                <a16:creationId xmlns:a16="http://schemas.microsoft.com/office/drawing/2014/main" id="{B171E112-D640-4C6C-9094-523BF11A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152" y="9087220"/>
            <a:ext cx="73504" cy="147009"/>
          </a:xfrm>
          <a:custGeom xmlns:a="http://schemas.openxmlformats.org/drawingml/2006/main">
            <a:pathLst>
              <a:path w="73504" h="147009">
                <a:moveTo>
                  <a:pt x="36761" y="147009"/>
                </a:moveTo>
                <a:lnTo>
                  <a:pt x="0" y="147009"/>
                </a:lnTo>
                <a:lnTo>
                  <a:pt x="0" y="0"/>
                </a:lnTo>
                <a:lnTo>
                  <a:pt x="73504" y="0"/>
                </a:lnTo>
                <a:lnTo>
                  <a:pt x="73504" y="147009"/>
                </a:lnTo>
                <a:lnTo>
                  <a:pt x="36761" y="147009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729">
            <a:solidFill>
              <a:srgbClr val="6384B0"/>
            </a:solidFill>
            <a:prstDash val="solid"/>
          </a:ln>
        </p:spPr>
      </p:sp>
      <p:sp>
        <p:nvSpPr>
          <p:cNvPr id="739" name="path-668">
            <a:extLst xmlns:a="http://schemas.openxmlformats.org/drawingml/2006/main">
              <a:ext uri="{FF2B5EF4-FFF2-40B4-BE49-F238E27FC236}">
                <a16:creationId xmlns:a16="http://schemas.microsoft.com/office/drawing/2014/main" id="{C1E47308-4D3C-47E1-A956-FA37DE2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382" y="9115860"/>
            <a:ext cx="73525" cy="117283"/>
          </a:xfrm>
          <a:custGeom xmlns:a="http://schemas.openxmlformats.org/drawingml/2006/main">
            <a:pathLst>
              <a:path w="73525" h="117283">
                <a:moveTo>
                  <a:pt x="36761" y="117283"/>
                </a:moveTo>
                <a:lnTo>
                  <a:pt x="0" y="117283"/>
                </a:lnTo>
                <a:lnTo>
                  <a:pt x="0" y="0"/>
                </a:lnTo>
                <a:lnTo>
                  <a:pt x="73525" y="0"/>
                </a:lnTo>
                <a:lnTo>
                  <a:pt x="73525" y="117283"/>
                </a:lnTo>
                <a:lnTo>
                  <a:pt x="36761" y="117283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729">
            <a:solidFill>
              <a:srgbClr val="6384B0"/>
            </a:solidFill>
            <a:prstDash val="solid"/>
          </a:ln>
        </p:spPr>
      </p:sp>
      <p:sp>
        <p:nvSpPr>
          <p:cNvPr id="740" name="path-669">
            <a:extLst xmlns:a="http://schemas.openxmlformats.org/drawingml/2006/main">
              <a:ext uri="{FF2B5EF4-FFF2-40B4-BE49-F238E27FC236}">
                <a16:creationId xmlns:a16="http://schemas.microsoft.com/office/drawing/2014/main" id="{F71AF055-EFDB-452E-AF7E-342B2A91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631" y="9056942"/>
            <a:ext cx="73505" cy="176754"/>
          </a:xfrm>
          <a:custGeom xmlns:a="http://schemas.openxmlformats.org/drawingml/2006/main">
            <a:pathLst>
              <a:path w="73505" h="176754">
                <a:moveTo>
                  <a:pt x="36743" y="176754"/>
                </a:moveTo>
                <a:lnTo>
                  <a:pt x="0" y="176754"/>
                </a:lnTo>
                <a:lnTo>
                  <a:pt x="0" y="0"/>
                </a:lnTo>
                <a:lnTo>
                  <a:pt x="73505" y="0"/>
                </a:lnTo>
                <a:lnTo>
                  <a:pt x="73505" y="176754"/>
                </a:lnTo>
                <a:lnTo>
                  <a:pt x="36743" y="176754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729">
            <a:solidFill>
              <a:srgbClr val="6384B0"/>
            </a:solidFill>
            <a:prstDash val="solid"/>
          </a:ln>
        </p:spPr>
      </p:sp>
      <p:sp>
        <p:nvSpPr>
          <p:cNvPr id="741" name="path-670">
            <a:extLst xmlns:a="http://schemas.openxmlformats.org/drawingml/2006/main">
              <a:ext uri="{FF2B5EF4-FFF2-40B4-BE49-F238E27FC236}">
                <a16:creationId xmlns:a16="http://schemas.microsoft.com/office/drawing/2014/main" id="{1B35BC8E-6C92-4ABD-A189-4E5BE32F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5967" y="8440247"/>
            <a:ext cx="6938274" cy="1062603"/>
          </a:xfrm>
          <a:custGeom xmlns:a="http://schemas.openxmlformats.org/drawingml/2006/main">
            <a:pathLst>
              <a:path w="6938274" h="1062603">
                <a:moveTo>
                  <a:pt x="0" y="84849"/>
                </a:moveTo>
                <a:lnTo>
                  <a:pt x="0" y="84849"/>
                </a:lnTo>
                <a:cubicBezTo>
                  <a:pt x="0" y="69729"/>
                  <a:pt x="3776" y="55123"/>
                  <a:pt x="11345" y="42157"/>
                </a:cubicBezTo>
                <a:cubicBezTo>
                  <a:pt x="18915" y="29193"/>
                  <a:pt x="29726" y="18915"/>
                  <a:pt x="42692" y="11345"/>
                </a:cubicBezTo>
                <a:cubicBezTo>
                  <a:pt x="55677" y="3776"/>
                  <a:pt x="70263" y="0"/>
                  <a:pt x="84849" y="0"/>
                </a:cubicBezTo>
                <a:lnTo>
                  <a:pt x="6852892" y="0"/>
                </a:lnTo>
                <a:cubicBezTo>
                  <a:pt x="6868012" y="0"/>
                  <a:pt x="6882618" y="3776"/>
                  <a:pt x="6895583" y="11345"/>
                </a:cubicBezTo>
                <a:cubicBezTo>
                  <a:pt x="6908550" y="18915"/>
                  <a:pt x="6918827" y="29726"/>
                  <a:pt x="6926395" y="42692"/>
                </a:cubicBezTo>
                <a:cubicBezTo>
                  <a:pt x="6933966" y="55677"/>
                  <a:pt x="6937740" y="70263"/>
                  <a:pt x="6937740" y="84849"/>
                </a:cubicBezTo>
                <a:lnTo>
                  <a:pt x="6938274" y="977201"/>
                </a:lnTo>
                <a:cubicBezTo>
                  <a:pt x="6938274" y="992340"/>
                  <a:pt x="6934499" y="1006927"/>
                  <a:pt x="6926931" y="1019911"/>
                </a:cubicBezTo>
                <a:cubicBezTo>
                  <a:pt x="6919360" y="1032877"/>
                  <a:pt x="6908550" y="1043155"/>
                  <a:pt x="6895583" y="1050705"/>
                </a:cubicBezTo>
                <a:cubicBezTo>
                  <a:pt x="6882618" y="1058275"/>
                  <a:pt x="6868012" y="1062070"/>
                  <a:pt x="6853426" y="1062070"/>
                </a:cubicBezTo>
                <a:lnTo>
                  <a:pt x="84849" y="1062603"/>
                </a:lnTo>
                <a:cubicBezTo>
                  <a:pt x="69729" y="1062603"/>
                  <a:pt x="55123" y="1058827"/>
                  <a:pt x="42157" y="1051258"/>
                </a:cubicBezTo>
                <a:cubicBezTo>
                  <a:pt x="29193" y="1043688"/>
                  <a:pt x="18915" y="1032877"/>
                  <a:pt x="11345" y="1019911"/>
                </a:cubicBezTo>
                <a:cubicBezTo>
                  <a:pt x="3776" y="1006927"/>
                  <a:pt x="0" y="992340"/>
                  <a:pt x="0" y="977754"/>
                </a:cubicBezTo>
                <a:lnTo>
                  <a:pt x="0" y="848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917">
            <a:solidFill>
              <a:srgbClr val="B499D2"/>
            </a:solidFill>
            <a:prstDash val="solid"/>
          </a:ln>
        </p:spPr>
      </p:sp>
      <p:sp>
        <p:nvSpPr>
          <p:cNvPr id="742" name="text-671 Exact">
            <a:extLst xmlns:a="http://schemas.openxmlformats.org/drawingml/2006/main">
              <a:ext uri="{FF2B5EF4-FFF2-40B4-BE49-F238E27FC236}">
                <a16:creationId xmlns:a16="http://schemas.microsoft.com/office/drawing/2014/main" id="{40B3A5E3-3C6E-4103-A54F-8112A4A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5754" y="8471743"/>
            <a:ext cx="475032" cy="23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1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743" name="text-671 Structured">
            <a:extLst xmlns:a="http://schemas.openxmlformats.org/drawingml/2006/main">
              <a:ext uri="{FF2B5EF4-FFF2-40B4-BE49-F238E27FC236}">
                <a16:creationId xmlns:a16="http://schemas.microsoft.com/office/drawing/2014/main" id="{28C51CED-0430-432D-9305-18DEE0CF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6993" y="8471526"/>
            <a:ext cx="874302" cy="23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1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Structured</a:t>
            </a:r>
          </a:p>
        </p:txBody>
      </p:sp>
      <p:sp>
        <p:nvSpPr>
          <p:cNvPr id="744" name="text-671 Supervision">
            <a:extLst xmlns:a="http://schemas.openxmlformats.org/drawingml/2006/main">
              <a:ext uri="{FF2B5EF4-FFF2-40B4-BE49-F238E27FC236}">
                <a16:creationId xmlns:a16="http://schemas.microsoft.com/office/drawing/2014/main" id="{0C730B75-B478-49A0-A21D-6D5B334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6821" y="8471615"/>
            <a:ext cx="985200" cy="233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1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Supervision</a:t>
            </a:r>
          </a:p>
        </p:txBody>
      </p:sp>
      <p:sp>
        <p:nvSpPr>
          <p:cNvPr id="745" name="text-672 Structured">
            <a:extLst xmlns:a="http://schemas.openxmlformats.org/drawingml/2006/main">
              <a:ext uri="{FF2B5EF4-FFF2-40B4-BE49-F238E27FC236}">
                <a16:creationId xmlns:a16="http://schemas.microsoft.com/office/drawing/2014/main" id="{5056ACA6-C87D-4A3B-8495-C259EFF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3500" y="9040656"/>
            <a:ext cx="645285" cy="188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6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Structured</a:t>
            </a:r>
          </a:p>
        </p:txBody>
      </p:sp>
      <p:sp>
        <p:nvSpPr>
          <p:cNvPr id="746" name="text-673 Markdown">
            <a:extLst xmlns:a="http://schemas.openxmlformats.org/drawingml/2006/main">
              <a:ext uri="{FF2B5EF4-FFF2-40B4-BE49-F238E27FC236}">
                <a16:creationId xmlns:a16="http://schemas.microsoft.com/office/drawing/2014/main" id="{F01C0996-B22E-4412-94F6-CEBBF79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018" y="9211856"/>
            <a:ext cx="658836" cy="192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8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Markdown</a:t>
            </a:r>
          </a:p>
        </p:txBody>
      </p:sp>
      <p:sp>
        <p:nvSpPr>
          <p:cNvPr id="747" name="text-674 Element">
            <a:extLst xmlns:a="http://schemas.openxmlformats.org/drawingml/2006/main">
              <a:ext uri="{FF2B5EF4-FFF2-40B4-BE49-F238E27FC236}">
                <a16:creationId xmlns:a16="http://schemas.microsoft.com/office/drawing/2014/main" id="{E46B80AE-4CB9-4533-BCFC-A27224DE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8271" y="9043186"/>
            <a:ext cx="508315" cy="184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4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748" name="text-675 Categories">
            <a:extLst xmlns:a="http://schemas.openxmlformats.org/drawingml/2006/main">
              <a:ext uri="{FF2B5EF4-FFF2-40B4-BE49-F238E27FC236}">
                <a16:creationId xmlns:a16="http://schemas.microsoft.com/office/drawing/2014/main" id="{FE2110F1-AD3A-429A-8D06-5973246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2317" y="9221800"/>
            <a:ext cx="639623" cy="178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749" name="text-676 Bounding">
            <a:extLst xmlns:a="http://schemas.openxmlformats.org/drawingml/2006/main">
              <a:ext uri="{FF2B5EF4-FFF2-40B4-BE49-F238E27FC236}">
                <a16:creationId xmlns:a16="http://schemas.microsoft.com/office/drawing/2014/main" id="{4AA3BCB3-0626-418D-AA92-DC522C8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7619" y="9043216"/>
            <a:ext cx="581859" cy="184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4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Bounding</a:t>
            </a:r>
          </a:p>
        </p:txBody>
      </p:sp>
      <p:sp>
        <p:nvSpPr>
          <p:cNvPr id="750" name="text-677 Boxes">
            <a:extLst xmlns:a="http://schemas.openxmlformats.org/drawingml/2006/main">
              <a:ext uri="{FF2B5EF4-FFF2-40B4-BE49-F238E27FC236}">
                <a16:creationId xmlns:a16="http://schemas.microsoft.com/office/drawing/2014/main" id="{2F9943DC-358E-4EDA-A75B-92CE70DA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7884" y="9227606"/>
            <a:ext cx="360166" cy="170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5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59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Boxes</a:t>
            </a:r>
          </a:p>
        </p:txBody>
      </p:sp>
      <p:sp>
        <p:nvSpPr>
          <p:cNvPr id="751" name="text-678 HTML">
            <a:extLst xmlns:a="http://schemas.openxmlformats.org/drawingml/2006/main">
              <a:ext uri="{FF2B5EF4-FFF2-40B4-BE49-F238E27FC236}">
                <a16:creationId xmlns:a16="http://schemas.microsoft.com/office/drawing/2014/main" id="{49BAC55D-69E1-45E1-956F-56FDDF06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820" y="9048938"/>
            <a:ext cx="366691" cy="176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9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752" name="text-679 Tables">
            <a:extLst xmlns:a="http://schemas.openxmlformats.org/drawingml/2006/main">
              <a:ext uri="{FF2B5EF4-FFF2-40B4-BE49-F238E27FC236}">
                <a16:creationId xmlns:a16="http://schemas.microsoft.com/office/drawing/2014/main" id="{A883597E-3E2C-44A9-BBBA-49F2E776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1009" y="9223192"/>
            <a:ext cx="387325" cy="176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9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Tables</a:t>
            </a:r>
          </a:p>
        </p:txBody>
      </p:sp>
      <p:sp>
        <p:nvSpPr>
          <p:cNvPr id="753" name="text-680 LaTeX">
            <a:extLst xmlns:a="http://schemas.openxmlformats.org/drawingml/2006/main">
              <a:ext uri="{FF2B5EF4-FFF2-40B4-BE49-F238E27FC236}">
                <a16:creationId xmlns:a16="http://schemas.microsoft.com/office/drawing/2014/main" id="{8BE9FC49-49E6-4594-8F66-B156E80F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72811" y="9057677"/>
            <a:ext cx="354636" cy="164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2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LaTeX</a:t>
            </a:r>
          </a:p>
        </p:txBody>
      </p:sp>
      <p:sp>
        <p:nvSpPr>
          <p:cNvPr id="754" name="text-681 Formulas">
            <a:extLst xmlns:a="http://schemas.openxmlformats.org/drawingml/2006/main">
              <a:ext uri="{FF2B5EF4-FFF2-40B4-BE49-F238E27FC236}">
                <a16:creationId xmlns:a16="http://schemas.microsoft.com/office/drawing/2014/main" id="{A984EF80-D023-49A3-955A-91CC93C6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9561" y="9219843"/>
            <a:ext cx="562912" cy="181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Formulas</a:t>
            </a:r>
          </a:p>
        </p:txBody>
      </p:sp>
      <p:sp>
        <p:nvSpPr>
          <p:cNvPr id="755" name="text-682 Reading-Order">
            <a:extLst xmlns:a="http://schemas.openxmlformats.org/drawingml/2006/main">
              <a:ext uri="{FF2B5EF4-FFF2-40B4-BE49-F238E27FC236}">
                <a16:creationId xmlns:a16="http://schemas.microsoft.com/office/drawing/2014/main" id="{29164483-1829-4499-9D49-C9873DEF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68403" y="9046225"/>
            <a:ext cx="876809" cy="180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1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Reading-Order</a:t>
            </a:r>
          </a:p>
        </p:txBody>
      </p:sp>
      <p:sp>
        <p:nvSpPr>
          <p:cNvPr id="756" name="text-683 Indices">
            <a:extLst xmlns:a="http://schemas.openxmlformats.org/drawingml/2006/main">
              <a:ext uri="{FF2B5EF4-FFF2-40B4-BE49-F238E27FC236}">
                <a16:creationId xmlns:a16="http://schemas.microsoft.com/office/drawing/2014/main" id="{4A64E974-FC3F-442B-A6DE-376EC74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1072" y="9219931"/>
            <a:ext cx="433253" cy="181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19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Indices</a:t>
            </a:r>
          </a:p>
        </p:txBody>
      </p:sp>
      <p:sp>
        <p:nvSpPr>
          <p:cNvPr id="757" name="path-684">
            <a:extLst xmlns:a="http://schemas.openxmlformats.org/drawingml/2006/main">
              <a:ext uri="{FF2B5EF4-FFF2-40B4-BE49-F238E27FC236}">
                <a16:creationId xmlns:a16="http://schemas.microsoft.com/office/drawing/2014/main" id="{A1E0B6EF-130B-4E83-A7EB-53C7E319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871" y="8793737"/>
            <a:ext cx="383215" cy="176735"/>
          </a:xfrm>
          <a:custGeom xmlns:a="http://schemas.openxmlformats.org/drawingml/2006/main">
            <a:pathLst>
              <a:path w="383215" h="176735">
                <a:moveTo>
                  <a:pt x="191874" y="176735"/>
                </a:moveTo>
                <a:lnTo>
                  <a:pt x="0" y="176735"/>
                </a:lnTo>
                <a:lnTo>
                  <a:pt x="0" y="0"/>
                </a:lnTo>
                <a:lnTo>
                  <a:pt x="383215" y="0"/>
                </a:lnTo>
                <a:lnTo>
                  <a:pt x="383215" y="176735"/>
                </a:lnTo>
                <a:lnTo>
                  <a:pt x="191874" y="1767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3A3A3A"/>
            </a:solidFill>
            <a:prstDash val="solid"/>
          </a:ln>
        </p:spPr>
      </p:sp>
      <p:sp>
        <p:nvSpPr>
          <p:cNvPr id="758" name="path-685">
            <a:extLst xmlns:a="http://schemas.openxmlformats.org/drawingml/2006/main">
              <a:ext uri="{FF2B5EF4-FFF2-40B4-BE49-F238E27FC236}">
                <a16:creationId xmlns:a16="http://schemas.microsoft.com/office/drawing/2014/main" id="{1DB5B9D7-8CE1-4F25-833A-899A3D2B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323" y="8845619"/>
            <a:ext cx="265398" cy="191"/>
          </a:xfrm>
          <a:custGeom xmlns:a="http://schemas.openxmlformats.org/drawingml/2006/main">
            <a:pathLst>
              <a:path w="265398" h="191">
                <a:moveTo>
                  <a:pt x="0" y="0"/>
                </a:moveTo>
                <a:lnTo>
                  <a:pt x="2653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6E86A4"/>
            </a:solidFill>
            <a:prstDash val="solid"/>
          </a:ln>
        </p:spPr>
      </p:sp>
      <p:sp>
        <p:nvSpPr>
          <p:cNvPr id="759" name="path-686">
            <a:extLst xmlns:a="http://schemas.openxmlformats.org/drawingml/2006/main">
              <a:ext uri="{FF2B5EF4-FFF2-40B4-BE49-F238E27FC236}">
                <a16:creationId xmlns:a16="http://schemas.microsoft.com/office/drawing/2014/main" id="{CD2E2F4E-04C3-4C45-89D1-7F27C2B8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323" y="8904536"/>
            <a:ext cx="265398" cy="191"/>
          </a:xfrm>
          <a:custGeom xmlns:a="http://schemas.openxmlformats.org/drawingml/2006/main">
            <a:pathLst>
              <a:path w="265398" h="191">
                <a:moveTo>
                  <a:pt x="0" y="0"/>
                </a:moveTo>
                <a:lnTo>
                  <a:pt x="2653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6E86A4"/>
            </a:solidFill>
            <a:prstDash val="solid"/>
          </a:ln>
        </p:spPr>
      </p:sp>
      <p:sp>
        <p:nvSpPr>
          <p:cNvPr id="760" name="path-687">
            <a:extLst xmlns:a="http://schemas.openxmlformats.org/drawingml/2006/main">
              <a:ext uri="{FF2B5EF4-FFF2-40B4-BE49-F238E27FC236}">
                <a16:creationId xmlns:a16="http://schemas.microsoft.com/office/drawing/2014/main" id="{BA5992A2-09AC-4849-8523-C91FA74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927" y="8793737"/>
            <a:ext cx="412941" cy="80521"/>
          </a:xfrm>
          <a:custGeom xmlns:a="http://schemas.openxmlformats.org/drawingml/2006/main">
            <a:pathLst>
              <a:path w="412941" h="80521">
                <a:moveTo>
                  <a:pt x="206482" y="80521"/>
                </a:moveTo>
                <a:lnTo>
                  <a:pt x="0" y="80521"/>
                </a:lnTo>
                <a:lnTo>
                  <a:pt x="0" y="0"/>
                </a:lnTo>
                <a:lnTo>
                  <a:pt x="412941" y="0"/>
                </a:lnTo>
                <a:lnTo>
                  <a:pt x="412941" y="80521"/>
                </a:lnTo>
                <a:lnTo>
                  <a:pt x="206482" y="80521"/>
                </a:lnTo>
              </a:path>
            </a:pathLst>
          </a:custGeom>
          <a:solidFill xmlns:a="http://schemas.openxmlformats.org/drawingml/2006/main">
            <a:srgbClr val="C9D9EC"/>
          </a:solidFill>
          <a:ln xmlns:a="http://schemas.openxmlformats.org/drawingml/2006/main" w="13512">
            <a:solidFill>
              <a:srgbClr val="6384B0"/>
            </a:solidFill>
            <a:prstDash val="solid"/>
          </a:ln>
        </p:spPr>
      </p:sp>
      <p:sp>
        <p:nvSpPr>
          <p:cNvPr id="761" name="path-688">
            <a:extLst xmlns:a="http://schemas.openxmlformats.org/drawingml/2006/main">
              <a:ext uri="{FF2B5EF4-FFF2-40B4-BE49-F238E27FC236}">
                <a16:creationId xmlns:a16="http://schemas.microsoft.com/office/drawing/2014/main" id="{5DB11DB2-2A0F-4C01-8A32-5707EAC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927" y="8889397"/>
            <a:ext cx="412941" cy="80522"/>
          </a:xfrm>
          <a:custGeom xmlns:a="http://schemas.openxmlformats.org/drawingml/2006/main">
            <a:pathLst>
              <a:path w="412941" h="80522">
                <a:moveTo>
                  <a:pt x="206482" y="80522"/>
                </a:moveTo>
                <a:lnTo>
                  <a:pt x="0" y="80522"/>
                </a:lnTo>
                <a:lnTo>
                  <a:pt x="0" y="0"/>
                </a:lnTo>
                <a:lnTo>
                  <a:pt x="412941" y="0"/>
                </a:lnTo>
                <a:lnTo>
                  <a:pt x="412941" y="80522"/>
                </a:lnTo>
                <a:lnTo>
                  <a:pt x="206482" y="80522"/>
                </a:lnTo>
              </a:path>
            </a:pathLst>
          </a:custGeom>
          <a:solidFill xmlns:a="http://schemas.openxmlformats.org/drawingml/2006/main">
            <a:srgbClr val="D9E7D2"/>
          </a:solidFill>
          <a:ln xmlns:a="http://schemas.openxmlformats.org/drawingml/2006/main" w="13512">
            <a:solidFill>
              <a:srgbClr val="6384B0"/>
            </a:solidFill>
            <a:prstDash val="solid"/>
          </a:ln>
        </p:spPr>
      </p:sp>
      <p:sp>
        <p:nvSpPr>
          <p:cNvPr id="762" name="path-689">
            <a:extLst xmlns:a="http://schemas.openxmlformats.org/drawingml/2006/main">
              <a:ext uri="{FF2B5EF4-FFF2-40B4-BE49-F238E27FC236}">
                <a16:creationId xmlns:a16="http://schemas.microsoft.com/office/drawing/2014/main" id="{6935866B-01BE-44BE-ABB0-57DC37E1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589" y="8793737"/>
            <a:ext cx="412922" cy="176735"/>
          </a:xfrm>
          <a:custGeom xmlns:a="http://schemas.openxmlformats.org/drawingml/2006/main">
            <a:pathLst>
              <a:path w="412922" h="176735">
                <a:moveTo>
                  <a:pt x="206461" y="176735"/>
                </a:moveTo>
                <a:lnTo>
                  <a:pt x="0" y="176735"/>
                </a:lnTo>
                <a:lnTo>
                  <a:pt x="0" y="0"/>
                </a:lnTo>
                <a:lnTo>
                  <a:pt x="412922" y="0"/>
                </a:lnTo>
                <a:lnTo>
                  <a:pt x="412922" y="176735"/>
                </a:lnTo>
                <a:lnTo>
                  <a:pt x="206461" y="1767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350">
            <a:solidFill>
              <a:srgbClr val="AAAAAA"/>
            </a:solidFill>
            <a:prstDash val="solid"/>
          </a:ln>
        </p:spPr>
      </p:sp>
      <p:sp>
        <p:nvSpPr>
          <p:cNvPr id="763" name="path-690">
            <a:extLst xmlns:a="http://schemas.openxmlformats.org/drawingml/2006/main">
              <a:ext uri="{FF2B5EF4-FFF2-40B4-BE49-F238E27FC236}">
                <a16:creationId xmlns:a16="http://schemas.microsoft.com/office/drawing/2014/main" id="{64032C14-BADA-4C2F-8F13-B9C4AAF6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833" y="8823463"/>
            <a:ext cx="176736" cy="73504"/>
          </a:xfrm>
          <a:custGeom xmlns:a="http://schemas.openxmlformats.org/drawingml/2006/main">
            <a:pathLst>
              <a:path w="176736" h="73504">
                <a:moveTo>
                  <a:pt x="88625" y="73504"/>
                </a:moveTo>
                <a:lnTo>
                  <a:pt x="0" y="73504"/>
                </a:lnTo>
                <a:lnTo>
                  <a:pt x="0" y="0"/>
                </a:lnTo>
                <a:lnTo>
                  <a:pt x="176736" y="0"/>
                </a:lnTo>
                <a:lnTo>
                  <a:pt x="176736" y="73504"/>
                </a:lnTo>
                <a:lnTo>
                  <a:pt x="88625" y="73504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2B2B2B"/>
            </a:solidFill>
            <a:prstDash val="dash"/>
          </a:ln>
        </p:spPr>
      </p:sp>
      <p:sp>
        <p:nvSpPr>
          <p:cNvPr id="764" name="path-691">
            <a:extLst xmlns:a="http://schemas.openxmlformats.org/drawingml/2006/main">
              <a:ext uri="{FF2B5EF4-FFF2-40B4-BE49-F238E27FC236}">
                <a16:creationId xmlns:a16="http://schemas.microsoft.com/office/drawing/2014/main" id="{8F799D50-380B-4E87-B82D-FA0D3A75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325" y="8882914"/>
            <a:ext cx="191340" cy="65934"/>
          </a:xfrm>
          <a:custGeom xmlns:a="http://schemas.openxmlformats.org/drawingml/2006/main">
            <a:pathLst>
              <a:path w="191340" h="65934">
                <a:moveTo>
                  <a:pt x="95660" y="65934"/>
                </a:moveTo>
                <a:lnTo>
                  <a:pt x="0" y="65934"/>
                </a:lnTo>
                <a:lnTo>
                  <a:pt x="0" y="0"/>
                </a:lnTo>
                <a:lnTo>
                  <a:pt x="191340" y="0"/>
                </a:lnTo>
                <a:lnTo>
                  <a:pt x="191340" y="65934"/>
                </a:lnTo>
                <a:lnTo>
                  <a:pt x="95660" y="65934"/>
                </a:lnTo>
              </a:path>
            </a:pathLst>
          </a:custGeom>
          <a:noFill xmlns:a="http://schemas.openxmlformats.org/drawingml/2006/main"/>
          <a:ln xmlns:a="http://schemas.openxmlformats.org/drawingml/2006/main" w="17295">
            <a:solidFill>
              <a:srgbClr val="B0393C"/>
            </a:solidFill>
            <a:prstDash val="dash"/>
          </a:ln>
        </p:spPr>
      </p:sp>
      <p:sp>
        <p:nvSpPr>
          <p:cNvPr id="765" name="path-692">
            <a:extLst xmlns:a="http://schemas.openxmlformats.org/drawingml/2006/main">
              <a:ext uri="{FF2B5EF4-FFF2-40B4-BE49-F238E27FC236}">
                <a16:creationId xmlns:a16="http://schemas.microsoft.com/office/drawing/2014/main" id="{50FB38E1-EC5A-4019-A06D-A3AFD14C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1010" y="8793737"/>
            <a:ext cx="324297" cy="38363"/>
          </a:xfrm>
          <a:custGeom xmlns:a="http://schemas.openxmlformats.org/drawingml/2006/main">
            <a:pathLst>
              <a:path w="324297" h="38363">
                <a:moveTo>
                  <a:pt x="162148" y="38363"/>
                </a:moveTo>
                <a:lnTo>
                  <a:pt x="0" y="38363"/>
                </a:lnTo>
                <a:lnTo>
                  <a:pt x="0" y="0"/>
                </a:lnTo>
                <a:lnTo>
                  <a:pt x="324297" y="0"/>
                </a:lnTo>
                <a:lnTo>
                  <a:pt x="324297" y="38363"/>
                </a:lnTo>
                <a:lnTo>
                  <a:pt x="162148" y="38363"/>
                </a:lnTo>
              </a:path>
            </a:pathLst>
          </a:custGeom>
          <a:solidFill xmlns:a="http://schemas.openxmlformats.org/drawingml/2006/main">
            <a:srgbClr val="8FA9C6"/>
          </a:solidFill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766" name="path-693">
            <a:extLst xmlns:a="http://schemas.openxmlformats.org/drawingml/2006/main">
              <a:ext uri="{FF2B5EF4-FFF2-40B4-BE49-F238E27FC236}">
                <a16:creationId xmlns:a16="http://schemas.microsoft.com/office/drawing/2014/main" id="{415BCB98-FBA0-41B7-BB37-D33C8253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1010" y="8832633"/>
            <a:ext cx="324297" cy="137838"/>
          </a:xfrm>
          <a:custGeom xmlns:a="http://schemas.openxmlformats.org/drawingml/2006/main">
            <a:pathLst>
              <a:path w="324297" h="137838">
                <a:moveTo>
                  <a:pt x="162148" y="137838"/>
                </a:moveTo>
                <a:lnTo>
                  <a:pt x="0" y="137838"/>
                </a:lnTo>
                <a:lnTo>
                  <a:pt x="0" y="0"/>
                </a:lnTo>
                <a:lnTo>
                  <a:pt x="324297" y="0"/>
                </a:lnTo>
                <a:lnTo>
                  <a:pt x="324297" y="137838"/>
                </a:lnTo>
                <a:lnTo>
                  <a:pt x="162148" y="13783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134">
            <a:solidFill>
              <a:srgbClr val="333333"/>
            </a:solidFill>
            <a:prstDash val="solid"/>
          </a:ln>
        </p:spPr>
      </p:sp>
      <p:sp>
        <p:nvSpPr>
          <p:cNvPr id="767" name="path-694">
            <a:extLst xmlns:a="http://schemas.openxmlformats.org/drawingml/2006/main">
              <a:ext uri="{FF2B5EF4-FFF2-40B4-BE49-F238E27FC236}">
                <a16:creationId xmlns:a16="http://schemas.microsoft.com/office/drawing/2014/main" id="{845FCFC4-47AA-4742-8E67-E7C1771F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477" y="8879120"/>
            <a:ext cx="324830" cy="191"/>
          </a:xfrm>
          <a:custGeom xmlns:a="http://schemas.openxmlformats.org/drawingml/2006/main">
            <a:pathLst>
              <a:path w="324830" h="191">
                <a:moveTo>
                  <a:pt x="0" y="0"/>
                </a:moveTo>
                <a:lnTo>
                  <a:pt x="324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768" name="path-695">
            <a:extLst xmlns:a="http://schemas.openxmlformats.org/drawingml/2006/main">
              <a:ext uri="{FF2B5EF4-FFF2-40B4-BE49-F238E27FC236}">
                <a16:creationId xmlns:a16="http://schemas.microsoft.com/office/drawing/2014/main" id="{B355216A-0061-44B5-B471-513F10E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477" y="8925072"/>
            <a:ext cx="324830" cy="191"/>
          </a:xfrm>
          <a:custGeom xmlns:a="http://schemas.openxmlformats.org/drawingml/2006/main">
            <a:pathLst>
              <a:path w="324830" h="191">
                <a:moveTo>
                  <a:pt x="0" y="0"/>
                </a:moveTo>
                <a:lnTo>
                  <a:pt x="324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769" name="path-696">
            <a:extLst xmlns:a="http://schemas.openxmlformats.org/drawingml/2006/main">
              <a:ext uri="{FF2B5EF4-FFF2-40B4-BE49-F238E27FC236}">
                <a16:creationId xmlns:a16="http://schemas.microsoft.com/office/drawing/2014/main" id="{8F599D74-78BB-4259-940C-DD4BD2CF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9123" y="8793737"/>
            <a:ext cx="191" cy="177268"/>
          </a:xfrm>
          <a:custGeom xmlns:a="http://schemas.openxmlformats.org/drawingml/2006/main">
            <a:pathLst>
              <a:path w="191" h="177268">
                <a:moveTo>
                  <a:pt x="0" y="0"/>
                </a:moveTo>
                <a:lnTo>
                  <a:pt x="0" y="177268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770" name="path-697">
            <a:extLst xmlns:a="http://schemas.openxmlformats.org/drawingml/2006/main">
              <a:ext uri="{FF2B5EF4-FFF2-40B4-BE49-F238E27FC236}">
                <a16:creationId xmlns:a16="http://schemas.microsoft.com/office/drawing/2014/main" id="{4FA318A6-A3C1-457A-B417-291E50EF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7216" y="8793737"/>
            <a:ext cx="191" cy="177268"/>
          </a:xfrm>
          <a:custGeom xmlns:a="http://schemas.openxmlformats.org/drawingml/2006/main">
            <a:pathLst>
              <a:path w="191" h="177268">
                <a:moveTo>
                  <a:pt x="0" y="0"/>
                </a:moveTo>
                <a:lnTo>
                  <a:pt x="0" y="177268"/>
                </a:lnTo>
              </a:path>
            </a:pathLst>
          </a:custGeom>
          <a:noFill xmlns:a="http://schemas.openxmlformats.org/drawingml/2006/main"/>
          <a:ln xmlns:a="http://schemas.openxmlformats.org/drawingml/2006/main" w="11350">
            <a:solidFill>
              <a:srgbClr val="333333"/>
            </a:solidFill>
            <a:prstDash val="solid"/>
          </a:ln>
        </p:spPr>
      </p:sp>
      <p:sp>
        <p:nvSpPr>
          <p:cNvPr id="771" name="text-698 f(x)">
            <a:extLst xmlns:a="http://schemas.openxmlformats.org/drawingml/2006/main">
              <a:ext uri="{FF2B5EF4-FFF2-40B4-BE49-F238E27FC236}">
                <a16:creationId xmlns:a16="http://schemas.microsoft.com/office/drawing/2014/main" id="{7CCC7F8B-D5A5-4295-9716-E8741692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2259" y="8736027"/>
            <a:ext cx="331324" cy="285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08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772" name="text-699 1">
            <a:extLst xmlns:a="http://schemas.openxmlformats.org/drawingml/2006/main">
              <a:ext uri="{FF2B5EF4-FFF2-40B4-BE49-F238E27FC236}">
                <a16:creationId xmlns:a16="http://schemas.microsoft.com/office/drawing/2014/main" id="{975EABFE-539F-42DB-9850-25374210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2432" y="8759772"/>
            <a:ext cx="74331" cy="141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9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73" name="path-700">
            <a:extLst xmlns:a="http://schemas.openxmlformats.org/drawingml/2006/main">
              <a:ext uri="{FF2B5EF4-FFF2-40B4-BE49-F238E27FC236}">
                <a16:creationId xmlns:a16="http://schemas.microsoft.com/office/drawing/2014/main" id="{97342C3E-2AFA-4AAA-8733-B1FB9068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2955" y="8817513"/>
            <a:ext cx="339437" cy="191"/>
          </a:xfrm>
          <a:custGeom xmlns:a="http://schemas.openxmlformats.org/drawingml/2006/main">
            <a:pathLst>
              <a:path w="339437" h="191">
                <a:moveTo>
                  <a:pt x="0" y="0"/>
                </a:moveTo>
                <a:lnTo>
                  <a:pt x="33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3A3A3A"/>
            </a:solidFill>
            <a:prstDash val="solid"/>
          </a:ln>
        </p:spPr>
      </p:sp>
      <p:sp>
        <p:nvSpPr>
          <p:cNvPr id="774" name="text-701 2">
            <a:extLst xmlns:a="http://schemas.openxmlformats.org/drawingml/2006/main">
              <a:ext uri="{FF2B5EF4-FFF2-40B4-BE49-F238E27FC236}">
                <a16:creationId xmlns:a16="http://schemas.microsoft.com/office/drawing/2014/main" id="{688DD2D0-29A3-485D-899B-2D50201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2432" y="8845174"/>
            <a:ext cx="74331" cy="141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9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75" name="path-702">
            <a:extLst xmlns:a="http://schemas.openxmlformats.org/drawingml/2006/main">
              <a:ext uri="{FF2B5EF4-FFF2-40B4-BE49-F238E27FC236}">
                <a16:creationId xmlns:a16="http://schemas.microsoft.com/office/drawing/2014/main" id="{321391C8-489D-4856-9CF8-40CF7D6C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2955" y="8908312"/>
            <a:ext cx="339437" cy="191"/>
          </a:xfrm>
          <a:custGeom xmlns:a="http://schemas.openxmlformats.org/drawingml/2006/main">
            <a:pathLst>
              <a:path w="339437" h="191">
                <a:moveTo>
                  <a:pt x="0" y="0"/>
                </a:moveTo>
                <a:lnTo>
                  <a:pt x="33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3A3A3A"/>
            </a:solidFill>
            <a:prstDash val="solid"/>
          </a:ln>
        </p:spPr>
      </p:sp>
      <p:sp>
        <p:nvSpPr>
          <p:cNvPr id="776" name="text-703 3">
            <a:extLst xmlns:a="http://schemas.openxmlformats.org/drawingml/2006/main">
              <a:ext uri="{FF2B5EF4-FFF2-40B4-BE49-F238E27FC236}">
                <a16:creationId xmlns:a16="http://schemas.microsoft.com/office/drawing/2014/main" id="{CE8A33D3-4BC5-481C-8799-6F7F3328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2432" y="8930044"/>
            <a:ext cx="74331" cy="141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9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9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77" name="path-704">
            <a:extLst xmlns:a="http://schemas.openxmlformats.org/drawingml/2006/main">
              <a:ext uri="{FF2B5EF4-FFF2-40B4-BE49-F238E27FC236}">
                <a16:creationId xmlns:a16="http://schemas.microsoft.com/office/drawing/2014/main" id="{9821A08F-F488-4422-94E5-B3EDB16C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2955" y="8987765"/>
            <a:ext cx="339437" cy="191"/>
          </a:xfrm>
          <a:custGeom xmlns:a="http://schemas.openxmlformats.org/drawingml/2006/main">
            <a:pathLst>
              <a:path w="339437" h="191">
                <a:moveTo>
                  <a:pt x="0" y="0"/>
                </a:moveTo>
                <a:lnTo>
                  <a:pt x="33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3A3A3A"/>
            </a:solidFill>
            <a:prstDash val="solid"/>
          </a:ln>
        </p:spPr>
      </p:sp>
      <p:sp>
        <p:nvSpPr>
          <p:cNvPr id="778" name="path-705">
            <a:extLst xmlns:a="http://schemas.openxmlformats.org/drawingml/2006/main">
              <a:ext uri="{FF2B5EF4-FFF2-40B4-BE49-F238E27FC236}">
                <a16:creationId xmlns:a16="http://schemas.microsoft.com/office/drawing/2014/main" id="{D5B027A4-9104-4029-BEC3-C03678CD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0307" y="9614184"/>
            <a:ext cx="191" cy="83248"/>
          </a:xfrm>
          <a:custGeom xmlns:a="http://schemas.openxmlformats.org/drawingml/2006/main">
            <a:pathLst>
              <a:path w="191" h="83248">
                <a:moveTo>
                  <a:pt x="0" y="0"/>
                </a:moveTo>
                <a:lnTo>
                  <a:pt x="0" y="83248"/>
                </a:lnTo>
              </a:path>
            </a:pathLst>
          </a:custGeom>
          <a:noFill xmlns:a="http://schemas.openxmlformats.org/drawingml/2006/main"/>
          <a:ln xmlns:a="http://schemas.openxmlformats.org/drawingml/2006/main" w="42158">
            <a:solidFill>
              <a:srgbClr val="111111"/>
            </a:solidFill>
            <a:prstDash val="solid"/>
          </a:ln>
        </p:spPr>
      </p:sp>
      <p:sp>
        <p:nvSpPr>
          <p:cNvPr id="779" name="path-706">
            <a:extLst xmlns:a="http://schemas.openxmlformats.org/drawingml/2006/main">
              <a:ext uri="{FF2B5EF4-FFF2-40B4-BE49-F238E27FC236}">
                <a16:creationId xmlns:a16="http://schemas.microsoft.com/office/drawing/2014/main" id="{CD2212A9-6656-49CB-8C05-6BC442C3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8148" y="9692017"/>
            <a:ext cx="84316" cy="84316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path-707">
            <a:extLst xmlns:a="http://schemas.openxmlformats.org/drawingml/2006/main">
              <a:ext uri="{FF2B5EF4-FFF2-40B4-BE49-F238E27FC236}">
                <a16:creationId xmlns:a16="http://schemas.microsoft.com/office/drawing/2014/main" id="{331D90A9-5CA5-4777-B9A1-EA3F2B0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0479" y="9804991"/>
            <a:ext cx="3720187" cy="324831"/>
          </a:xfrm>
          <a:custGeom xmlns:a="http://schemas.openxmlformats.org/drawingml/2006/main">
            <a:pathLst>
              <a:path w="3720187" h="324831">
                <a:moveTo>
                  <a:pt x="0" y="129716"/>
                </a:moveTo>
                <a:lnTo>
                  <a:pt x="0" y="129716"/>
                </a:lnTo>
                <a:cubicBezTo>
                  <a:pt x="0" y="107006"/>
                  <a:pt x="5930" y="84316"/>
                  <a:pt x="17293" y="64848"/>
                </a:cubicBezTo>
                <a:cubicBezTo>
                  <a:pt x="28639" y="44865"/>
                  <a:pt x="45400" y="28640"/>
                  <a:pt x="64847" y="17294"/>
                </a:cubicBezTo>
                <a:cubicBezTo>
                  <a:pt x="84849" y="5949"/>
                  <a:pt x="107006" y="0"/>
                  <a:pt x="129716" y="0"/>
                </a:cubicBezTo>
                <a:lnTo>
                  <a:pt x="3589939" y="0"/>
                </a:lnTo>
                <a:cubicBezTo>
                  <a:pt x="3612629" y="0"/>
                  <a:pt x="3635338" y="5949"/>
                  <a:pt x="3654786" y="17294"/>
                </a:cubicBezTo>
                <a:cubicBezTo>
                  <a:pt x="3674788" y="28640"/>
                  <a:pt x="3691014" y="45400"/>
                  <a:pt x="3702360" y="64848"/>
                </a:cubicBezTo>
                <a:cubicBezTo>
                  <a:pt x="3713705" y="84849"/>
                  <a:pt x="3719654" y="107006"/>
                  <a:pt x="3719654" y="129716"/>
                </a:cubicBezTo>
                <a:lnTo>
                  <a:pt x="3720187" y="194563"/>
                </a:lnTo>
                <a:cubicBezTo>
                  <a:pt x="3720187" y="217273"/>
                  <a:pt x="3714238" y="239982"/>
                  <a:pt x="3702893" y="259430"/>
                </a:cubicBezTo>
                <a:cubicBezTo>
                  <a:pt x="3691549" y="279432"/>
                  <a:pt x="3674788" y="295639"/>
                  <a:pt x="3655340" y="307004"/>
                </a:cubicBezTo>
                <a:cubicBezTo>
                  <a:pt x="3635338" y="318348"/>
                  <a:pt x="3613182" y="324297"/>
                  <a:pt x="3590472" y="324297"/>
                </a:cubicBezTo>
                <a:lnTo>
                  <a:pt x="129716" y="324831"/>
                </a:lnTo>
                <a:cubicBezTo>
                  <a:pt x="107006" y="324831"/>
                  <a:pt x="84315" y="318882"/>
                  <a:pt x="64847" y="307537"/>
                </a:cubicBezTo>
                <a:cubicBezTo>
                  <a:pt x="44846" y="296193"/>
                  <a:pt x="28639" y="279432"/>
                  <a:pt x="17293" y="259964"/>
                </a:cubicBezTo>
                <a:cubicBezTo>
                  <a:pt x="5930" y="239982"/>
                  <a:pt x="0" y="217806"/>
                  <a:pt x="0" y="195117"/>
                </a:cubicBezTo>
                <a:lnTo>
                  <a:pt x="0" y="1297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700">
            <a:solidFill>
              <a:srgbClr val="B499D2"/>
            </a:solidFill>
            <a:prstDash val="solid"/>
          </a:ln>
        </p:spPr>
      </p:sp>
      <p:sp>
        <p:nvSpPr>
          <p:cNvPr id="781" name="path-708">
            <a:extLst xmlns:a="http://schemas.openxmlformats.org/drawingml/2006/main">
              <a:ext uri="{FF2B5EF4-FFF2-40B4-BE49-F238E27FC236}">
                <a16:creationId xmlns:a16="http://schemas.microsoft.com/office/drawing/2014/main" id="{DE99574B-F052-4462-8A8E-65229B8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8570" y="9863909"/>
            <a:ext cx="206461" cy="206461"/>
          </a:xfrm>
          <a:custGeom xmlns:a="http://schemas.openxmlformats.org/drawingml/2006/main">
            <a:pathLst>
              <a:path w="206461" h="206461">
                <a:moveTo>
                  <a:pt x="0" y="103230"/>
                </a:moveTo>
                <a:lnTo>
                  <a:pt x="0" y="103230"/>
                </a:lnTo>
                <a:cubicBezTo>
                  <a:pt x="0" y="84849"/>
                  <a:pt x="4862" y="67555"/>
                  <a:pt x="14052" y="51882"/>
                </a:cubicBezTo>
                <a:cubicBezTo>
                  <a:pt x="22710" y="35656"/>
                  <a:pt x="35675" y="22690"/>
                  <a:pt x="51882" y="14052"/>
                </a:cubicBezTo>
                <a:cubicBezTo>
                  <a:pt x="67556" y="4862"/>
                  <a:pt x="84849" y="0"/>
                  <a:pt x="103231" y="0"/>
                </a:cubicBezTo>
                <a:cubicBezTo>
                  <a:pt x="121612" y="0"/>
                  <a:pt x="138906" y="4862"/>
                  <a:pt x="155133" y="14052"/>
                </a:cubicBezTo>
                <a:cubicBezTo>
                  <a:pt x="170805" y="22690"/>
                  <a:pt x="183771" y="35656"/>
                  <a:pt x="192409" y="51882"/>
                </a:cubicBezTo>
                <a:cubicBezTo>
                  <a:pt x="201599" y="67555"/>
                  <a:pt x="206461" y="84849"/>
                  <a:pt x="206461" y="103230"/>
                </a:cubicBezTo>
                <a:cubicBezTo>
                  <a:pt x="206461" y="121592"/>
                  <a:pt x="201599" y="138905"/>
                  <a:pt x="192409" y="155112"/>
                </a:cubicBezTo>
                <a:cubicBezTo>
                  <a:pt x="183771" y="170786"/>
                  <a:pt x="170805" y="183752"/>
                  <a:pt x="155133" y="192408"/>
                </a:cubicBezTo>
                <a:cubicBezTo>
                  <a:pt x="138906" y="201599"/>
                  <a:pt x="121612" y="206461"/>
                  <a:pt x="103231" y="206461"/>
                </a:cubicBezTo>
                <a:cubicBezTo>
                  <a:pt x="84849" y="206461"/>
                  <a:pt x="67556" y="201599"/>
                  <a:pt x="51882" y="192408"/>
                </a:cubicBezTo>
                <a:cubicBezTo>
                  <a:pt x="35675" y="183752"/>
                  <a:pt x="22710" y="170786"/>
                  <a:pt x="14052" y="155112"/>
                </a:cubicBezTo>
                <a:cubicBezTo>
                  <a:pt x="4862" y="138905"/>
                  <a:pt x="0" y="121592"/>
                  <a:pt x="0" y="10323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484">
            <a:solidFill>
              <a:srgbClr val="3D8C4B"/>
            </a:solidFill>
            <a:prstDash val="solid"/>
          </a:ln>
        </p:spPr>
      </p:sp>
      <p:sp>
        <p:nvSpPr>
          <p:cNvPr id="782" name="path-709">
            <a:extLst xmlns:a="http://schemas.openxmlformats.org/drawingml/2006/main">
              <a:ext uri="{FF2B5EF4-FFF2-40B4-BE49-F238E27FC236}">
                <a16:creationId xmlns:a16="http://schemas.microsoft.com/office/drawing/2014/main" id="{8D3EA738-C0FB-4E97-A8B3-073119CC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780" y="9971448"/>
            <a:ext cx="36762" cy="37297"/>
          </a:xfrm>
          <a:custGeom xmlns:a="http://schemas.openxmlformats.org/drawingml/2006/main">
            <a:pathLst>
              <a:path w="36762" h="37297">
                <a:moveTo>
                  <a:pt x="0" y="0"/>
                </a:moveTo>
                <a:lnTo>
                  <a:pt x="36762" y="37297"/>
                </a:lnTo>
              </a:path>
            </a:pathLst>
          </a:custGeom>
          <a:noFill xmlns:a="http://schemas.openxmlformats.org/drawingml/2006/main"/>
          <a:ln xmlns:a="http://schemas.openxmlformats.org/drawingml/2006/main" w="31888">
            <a:solidFill>
              <a:srgbClr val="3D8C4B"/>
            </a:solidFill>
            <a:prstDash val="solid"/>
          </a:ln>
        </p:spPr>
      </p:sp>
      <p:sp>
        <p:nvSpPr>
          <p:cNvPr id="783" name="path-710">
            <a:extLst xmlns:a="http://schemas.openxmlformats.org/drawingml/2006/main">
              <a:ext uri="{FF2B5EF4-FFF2-40B4-BE49-F238E27FC236}">
                <a16:creationId xmlns:a16="http://schemas.microsoft.com/office/drawing/2014/main" id="{48A1ED25-ADC7-434F-A9FA-92DEBA5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543" y="9926050"/>
            <a:ext cx="64314" cy="82695"/>
          </a:xfrm>
          <a:custGeom xmlns:a="http://schemas.openxmlformats.org/drawingml/2006/main">
            <a:pathLst>
              <a:path w="64314" h="82695">
                <a:moveTo>
                  <a:pt x="0" y="82695"/>
                </a:moveTo>
                <a:lnTo>
                  <a:pt x="643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888">
            <a:solidFill>
              <a:srgbClr val="3D8C4B"/>
            </a:solidFill>
            <a:prstDash val="solid"/>
          </a:ln>
        </p:spPr>
      </p:sp>
      <p:sp>
        <p:nvSpPr>
          <p:cNvPr id="784" name="text-711 Validation">
            <a:extLst xmlns:a="http://schemas.openxmlformats.org/drawingml/2006/main">
              <a:ext uri="{FF2B5EF4-FFF2-40B4-BE49-F238E27FC236}">
                <a16:creationId xmlns:a16="http://schemas.microsoft.com/office/drawing/2014/main" id="{A88E0A46-4D37-47B0-AD92-1DA8905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4502" y="9849478"/>
            <a:ext cx="875884" cy="250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7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7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407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785" name="text-711 &amp;">
            <a:extLst xmlns:a="http://schemas.openxmlformats.org/drawingml/2006/main">
              <a:ext uri="{FF2B5EF4-FFF2-40B4-BE49-F238E27FC236}">
                <a16:creationId xmlns:a16="http://schemas.microsoft.com/office/drawing/2014/main" id="{F815D377-90A2-4182-84F3-AB2346A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7590" y="9848703"/>
            <a:ext cx="161899" cy="251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3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3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413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786" name="text-711 Fixed-Cluster">
            <a:extLst xmlns:a="http://schemas.openxmlformats.org/drawingml/2006/main">
              <a:ext uri="{FF2B5EF4-FFF2-40B4-BE49-F238E27FC236}">
                <a16:creationId xmlns:a16="http://schemas.microsoft.com/office/drawing/2014/main" id="{96233DCE-DBED-4017-86C8-A3EE2646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6136" y="9849331"/>
            <a:ext cx="1174562" cy="2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9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9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409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Fixed-Cluster</a:t>
            </a:r>
          </a:p>
        </p:txBody>
      </p:sp>
      <p:sp>
        <p:nvSpPr>
          <p:cNvPr id="787" name="text-711 Assignment">
            <a:extLst xmlns:a="http://schemas.openxmlformats.org/drawingml/2006/main">
              <a:ext uri="{FF2B5EF4-FFF2-40B4-BE49-F238E27FC236}">
                <a16:creationId xmlns:a16="http://schemas.microsoft.com/office/drawing/2014/main" id="{EF7EDF4A-4DEA-4DD1-8D65-B1A3A439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1179" y="9849459"/>
            <a:ext cx="1054644" cy="250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408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788" name="path-712">
            <a:extLst xmlns:a="http://schemas.openxmlformats.org/drawingml/2006/main">
              <a:ext uri="{FF2B5EF4-FFF2-40B4-BE49-F238E27FC236}">
                <a16:creationId xmlns:a16="http://schemas.microsoft.com/office/drawing/2014/main" id="{25C9DB66-52CA-445E-BBD0-63BC8589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859" y="9967139"/>
            <a:ext cx="1064224" cy="191"/>
          </a:xfrm>
          <a:custGeom xmlns:a="http://schemas.openxmlformats.org/drawingml/2006/main">
            <a:pathLst>
              <a:path w="1064224" h="191">
                <a:moveTo>
                  <a:pt x="0" y="0"/>
                </a:moveTo>
                <a:lnTo>
                  <a:pt x="10642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591">
            <a:solidFill>
              <a:srgbClr val="AE3639"/>
            </a:solidFill>
            <a:prstDash val="solid"/>
          </a:ln>
        </p:spPr>
      </p:sp>
      <p:sp>
        <p:nvSpPr>
          <p:cNvPr id="789" name="path-713">
            <a:extLst xmlns:a="http://schemas.openxmlformats.org/drawingml/2006/main">
              <a:ext uri="{FF2B5EF4-FFF2-40B4-BE49-F238E27FC236}">
                <a16:creationId xmlns:a16="http://schemas.microsoft.com/office/drawing/2014/main" id="{7DB6BEE4-7100-4656-9D88-546F2D9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9220" y="9929291"/>
            <a:ext cx="75678" cy="75678"/>
          </a:xfrm>
          <a:custGeom xmlns:a="http://schemas.openxmlformats.org/drawingml/2006/main">
            <a:pathLst>
              <a:path w="75678" h="75678">
                <a:moveTo>
                  <a:pt x="75678" y="37848"/>
                </a:moveTo>
                <a:lnTo>
                  <a:pt x="0" y="75678"/>
                </a:lnTo>
                <a:lnTo>
                  <a:pt x="0" y="0"/>
                </a:lnTo>
                <a:lnTo>
                  <a:pt x="75678" y="37848"/>
                </a:lnTo>
              </a:path>
            </a:pathLst>
          </a:custGeom>
          <a:solidFill xmlns:a="http://schemas.openxmlformats.org/drawingml/2006/main">
            <a:srgbClr val="AE36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path-714">
            <a:extLst xmlns:a="http://schemas.openxmlformats.org/drawingml/2006/main">
              <a:ext uri="{FF2B5EF4-FFF2-40B4-BE49-F238E27FC236}">
                <a16:creationId xmlns:a16="http://schemas.microsoft.com/office/drawing/2014/main" id="{DDC3D0D1-E5F9-479C-AD27-20FA5663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0021" y="9804991"/>
            <a:ext cx="1003684" cy="324831"/>
          </a:xfrm>
          <a:custGeom xmlns:a="http://schemas.openxmlformats.org/drawingml/2006/main">
            <a:pathLst>
              <a:path w="1003684" h="324831">
                <a:moveTo>
                  <a:pt x="0" y="129716"/>
                </a:moveTo>
                <a:lnTo>
                  <a:pt x="0" y="129716"/>
                </a:lnTo>
                <a:cubicBezTo>
                  <a:pt x="0" y="107006"/>
                  <a:pt x="5948" y="84316"/>
                  <a:pt x="17294" y="64848"/>
                </a:cubicBezTo>
                <a:cubicBezTo>
                  <a:pt x="28639" y="44865"/>
                  <a:pt x="45400" y="28640"/>
                  <a:pt x="64866" y="17294"/>
                </a:cubicBezTo>
                <a:cubicBezTo>
                  <a:pt x="84849" y="5949"/>
                  <a:pt x="107025" y="0"/>
                  <a:pt x="129715" y="0"/>
                </a:cubicBezTo>
                <a:lnTo>
                  <a:pt x="873435" y="0"/>
                </a:lnTo>
                <a:cubicBezTo>
                  <a:pt x="896126" y="0"/>
                  <a:pt x="918834" y="5949"/>
                  <a:pt x="938303" y="17294"/>
                </a:cubicBezTo>
                <a:cubicBezTo>
                  <a:pt x="958286" y="28640"/>
                  <a:pt x="974511" y="45400"/>
                  <a:pt x="985857" y="64848"/>
                </a:cubicBezTo>
                <a:cubicBezTo>
                  <a:pt x="997200" y="84849"/>
                  <a:pt x="1003151" y="107006"/>
                  <a:pt x="1003151" y="129716"/>
                </a:cubicBezTo>
                <a:lnTo>
                  <a:pt x="1003684" y="194563"/>
                </a:lnTo>
                <a:cubicBezTo>
                  <a:pt x="1003684" y="217273"/>
                  <a:pt x="997755" y="239982"/>
                  <a:pt x="986390" y="259430"/>
                </a:cubicBezTo>
                <a:cubicBezTo>
                  <a:pt x="975045" y="279432"/>
                  <a:pt x="958286" y="295639"/>
                  <a:pt x="938836" y="307004"/>
                </a:cubicBezTo>
                <a:cubicBezTo>
                  <a:pt x="918834" y="318348"/>
                  <a:pt x="896679" y="324297"/>
                  <a:pt x="873969" y="324297"/>
                </a:cubicBezTo>
                <a:lnTo>
                  <a:pt x="129715" y="324831"/>
                </a:lnTo>
                <a:cubicBezTo>
                  <a:pt x="107025" y="324831"/>
                  <a:pt x="84316" y="318882"/>
                  <a:pt x="64866" y="307537"/>
                </a:cubicBezTo>
                <a:cubicBezTo>
                  <a:pt x="44865" y="296193"/>
                  <a:pt x="28639" y="279432"/>
                  <a:pt x="17294" y="259964"/>
                </a:cubicBezTo>
                <a:cubicBezTo>
                  <a:pt x="5948" y="239982"/>
                  <a:pt x="0" y="217806"/>
                  <a:pt x="0" y="195117"/>
                </a:cubicBezTo>
                <a:lnTo>
                  <a:pt x="0" y="129716"/>
                </a:lnTo>
              </a:path>
            </a:pathLst>
          </a:custGeom>
          <a:solidFill xmlns:a="http://schemas.openxmlformats.org/drawingml/2006/main">
            <a:srgbClr val="FCF3F2"/>
          </a:solidFill>
          <a:ln xmlns:a="http://schemas.openxmlformats.org/drawingml/2006/main" w="22700">
            <a:solidFill>
              <a:srgbClr val="AE3639"/>
            </a:solidFill>
            <a:prstDash val="dash"/>
          </a:ln>
        </p:spPr>
      </p:sp>
      <p:sp>
        <p:nvSpPr>
          <p:cNvPr id="791" name="text-715 Reject">
            <a:extLst xmlns:a="http://schemas.openxmlformats.org/drawingml/2006/main">
              <a:ext uri="{FF2B5EF4-FFF2-40B4-BE49-F238E27FC236}">
                <a16:creationId xmlns:a16="http://schemas.microsoft.com/office/drawing/2014/main" id="{A8677E3B-2328-4A6C-808A-AA7C4538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81347" y="9858120"/>
            <a:ext cx="530489" cy="233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4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4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pPr>
            <a:r>
              <a:rPr sz="1314" b="1" i="0">
                <a:solidFill>
                  <a:srgbClr val="AE3639"/>
                </a:solidFill>
                <a:latin typeface="Arial"/>
                <a:ea typeface="Arial"/>
                <a:cs typeface="Arial"/>
              </a:rPr>
              <a:t>Reject</a:t>
            </a:r>
          </a:p>
        </p:txBody>
      </p:sp>
      <p:sp>
        <p:nvSpPr>
          <p:cNvPr id="792" name="path-716">
            <a:extLst xmlns:a="http://schemas.openxmlformats.org/drawingml/2006/main">
              <a:ext uri="{FF2B5EF4-FFF2-40B4-BE49-F238E27FC236}">
                <a16:creationId xmlns:a16="http://schemas.microsoft.com/office/drawing/2014/main" id="{BD672054-0303-4FDF-9388-0BE01DF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593" y="9804991"/>
            <a:ext cx="2745696" cy="324831"/>
          </a:xfrm>
          <a:custGeom xmlns:a="http://schemas.openxmlformats.org/drawingml/2006/main">
            <a:pathLst>
              <a:path w="2745696" h="324831">
                <a:moveTo>
                  <a:pt x="0" y="129716"/>
                </a:moveTo>
                <a:lnTo>
                  <a:pt x="0" y="129716"/>
                </a:lnTo>
                <a:cubicBezTo>
                  <a:pt x="0" y="107006"/>
                  <a:pt x="5931" y="84316"/>
                  <a:pt x="17294" y="64848"/>
                </a:cubicBezTo>
                <a:cubicBezTo>
                  <a:pt x="28640" y="44865"/>
                  <a:pt x="45400" y="28640"/>
                  <a:pt x="64848" y="17294"/>
                </a:cubicBezTo>
                <a:cubicBezTo>
                  <a:pt x="84851" y="5949"/>
                  <a:pt x="107007" y="0"/>
                  <a:pt x="129716" y="0"/>
                </a:cubicBezTo>
                <a:lnTo>
                  <a:pt x="2615427" y="0"/>
                </a:lnTo>
                <a:cubicBezTo>
                  <a:pt x="2638137" y="0"/>
                  <a:pt x="2660827" y="5949"/>
                  <a:pt x="2680295" y="17294"/>
                </a:cubicBezTo>
                <a:cubicBezTo>
                  <a:pt x="2700276" y="28640"/>
                  <a:pt x="2716503" y="45400"/>
                  <a:pt x="2727850" y="64848"/>
                </a:cubicBezTo>
                <a:cubicBezTo>
                  <a:pt x="2739194" y="84849"/>
                  <a:pt x="2745143" y="107006"/>
                  <a:pt x="2745143" y="129716"/>
                </a:cubicBezTo>
                <a:lnTo>
                  <a:pt x="2745696" y="194563"/>
                </a:lnTo>
                <a:cubicBezTo>
                  <a:pt x="2745696" y="217273"/>
                  <a:pt x="2739747" y="239982"/>
                  <a:pt x="2728382" y="259430"/>
                </a:cubicBezTo>
                <a:cubicBezTo>
                  <a:pt x="2717038" y="279432"/>
                  <a:pt x="2700276" y="295639"/>
                  <a:pt x="2680829" y="307004"/>
                </a:cubicBezTo>
                <a:cubicBezTo>
                  <a:pt x="2660827" y="318348"/>
                  <a:pt x="2638672" y="324297"/>
                  <a:pt x="2615962" y="324297"/>
                </a:cubicBezTo>
                <a:lnTo>
                  <a:pt x="129716" y="324831"/>
                </a:lnTo>
                <a:cubicBezTo>
                  <a:pt x="107007" y="324831"/>
                  <a:pt x="84316" y="318882"/>
                  <a:pt x="64848" y="307537"/>
                </a:cubicBezTo>
                <a:cubicBezTo>
                  <a:pt x="44847" y="296193"/>
                  <a:pt x="28640" y="279432"/>
                  <a:pt x="17294" y="259964"/>
                </a:cubicBezTo>
                <a:cubicBezTo>
                  <a:pt x="5931" y="239982"/>
                  <a:pt x="0" y="217806"/>
                  <a:pt x="0" y="195117"/>
                </a:cubicBezTo>
                <a:lnTo>
                  <a:pt x="0" y="129716"/>
                </a:lnTo>
              </a:path>
            </a:pathLst>
          </a:custGeom>
          <a:solidFill xmlns:a="http://schemas.openxmlformats.org/drawingml/2006/main">
            <a:srgbClr val="ECF6EA"/>
          </a:solidFill>
          <a:ln xmlns:a="http://schemas.openxmlformats.org/drawingml/2006/main" w="30267">
            <a:solidFill>
              <a:srgbClr val="4F8E66"/>
            </a:solidFill>
            <a:prstDash val="solid"/>
          </a:ln>
        </p:spPr>
      </p:sp>
      <p:sp>
        <p:nvSpPr>
          <p:cNvPr id="793" name="path-717">
            <a:extLst xmlns:a="http://schemas.openxmlformats.org/drawingml/2006/main">
              <a:ext uri="{FF2B5EF4-FFF2-40B4-BE49-F238E27FC236}">
                <a16:creationId xmlns:a16="http://schemas.microsoft.com/office/drawing/2014/main" id="{0E75FF27-4FE1-4FAD-BD55-F35750E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944" y="9849303"/>
            <a:ext cx="184324" cy="236206"/>
          </a:xfrm>
          <a:custGeom xmlns:a="http://schemas.openxmlformats.org/drawingml/2006/main">
            <a:pathLst>
              <a:path w="184324" h="236206">
                <a:moveTo>
                  <a:pt x="0" y="0"/>
                </a:moveTo>
                <a:lnTo>
                  <a:pt x="128648" y="0"/>
                </a:lnTo>
                <a:lnTo>
                  <a:pt x="184324" y="55123"/>
                </a:lnTo>
                <a:lnTo>
                  <a:pt x="184324" y="236206"/>
                </a:lnTo>
                <a:lnTo>
                  <a:pt x="0" y="2362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295">
            <a:solidFill>
              <a:srgbClr val="606060"/>
            </a:solidFill>
            <a:prstDash val="solid"/>
          </a:ln>
        </p:spPr>
      </p:sp>
      <p:sp>
        <p:nvSpPr>
          <p:cNvPr id="794" name="path-718">
            <a:extLst xmlns:a="http://schemas.openxmlformats.org/drawingml/2006/main">
              <a:ext uri="{FF2B5EF4-FFF2-40B4-BE49-F238E27FC236}">
                <a16:creationId xmlns:a16="http://schemas.microsoft.com/office/drawing/2014/main" id="{9AE2AFFF-D3A0-4426-83EC-AF057254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126" y="9849303"/>
            <a:ext cx="191" cy="55123"/>
          </a:xfrm>
          <a:custGeom xmlns:a="http://schemas.openxmlformats.org/drawingml/2006/main">
            <a:pathLst>
              <a:path w="191" h="55123">
                <a:moveTo>
                  <a:pt x="0" y="0"/>
                </a:moveTo>
                <a:lnTo>
                  <a:pt x="0" y="55123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606060"/>
            </a:solidFill>
            <a:prstDash val="solid"/>
          </a:ln>
        </p:spPr>
      </p:sp>
      <p:sp>
        <p:nvSpPr>
          <p:cNvPr id="795" name="path-719">
            <a:extLst xmlns:a="http://schemas.openxmlformats.org/drawingml/2006/main">
              <a:ext uri="{FF2B5EF4-FFF2-40B4-BE49-F238E27FC236}">
                <a16:creationId xmlns:a16="http://schemas.microsoft.com/office/drawing/2014/main" id="{2305E69B-A2CA-4A12-8B37-9D49A8DF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126" y="9904427"/>
            <a:ext cx="55143" cy="191"/>
          </a:xfrm>
          <a:custGeom xmlns:a="http://schemas.openxmlformats.org/drawingml/2006/main">
            <a:pathLst>
              <a:path w="55143" h="191">
                <a:moveTo>
                  <a:pt x="0" y="0"/>
                </a:moveTo>
                <a:lnTo>
                  <a:pt x="551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512">
            <a:solidFill>
              <a:srgbClr val="606060"/>
            </a:solidFill>
            <a:prstDash val="solid"/>
          </a:ln>
        </p:spPr>
      </p:sp>
      <p:sp>
        <p:nvSpPr>
          <p:cNvPr id="796" name="path-720">
            <a:extLst xmlns:a="http://schemas.openxmlformats.org/drawingml/2006/main">
              <a:ext uri="{FF2B5EF4-FFF2-40B4-BE49-F238E27FC236}">
                <a16:creationId xmlns:a16="http://schemas.microsoft.com/office/drawing/2014/main" id="{54306FE7-7C23-445B-B824-0193F98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310" y="9943897"/>
            <a:ext cx="121592" cy="191"/>
          </a:xfrm>
          <a:custGeom xmlns:a="http://schemas.openxmlformats.org/drawingml/2006/main">
            <a:pathLst>
              <a:path w="121592" h="191">
                <a:moveTo>
                  <a:pt x="0" y="0"/>
                </a:moveTo>
                <a:lnTo>
                  <a:pt x="121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606060"/>
            </a:solidFill>
            <a:prstDash val="solid"/>
          </a:ln>
        </p:spPr>
      </p:sp>
      <p:sp>
        <p:nvSpPr>
          <p:cNvPr id="797" name="path-721">
            <a:extLst xmlns:a="http://schemas.openxmlformats.org/drawingml/2006/main">
              <a:ext uri="{FF2B5EF4-FFF2-40B4-BE49-F238E27FC236}">
                <a16:creationId xmlns:a16="http://schemas.microsoft.com/office/drawing/2014/main" id="{374F13A9-093A-425F-B82A-3E684079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310" y="9983881"/>
            <a:ext cx="121592" cy="191"/>
          </a:xfrm>
          <a:custGeom xmlns:a="http://schemas.openxmlformats.org/drawingml/2006/main">
            <a:pathLst>
              <a:path w="121592" h="191">
                <a:moveTo>
                  <a:pt x="0" y="0"/>
                </a:moveTo>
                <a:lnTo>
                  <a:pt x="121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34">
            <a:solidFill>
              <a:srgbClr val="606060"/>
            </a:solidFill>
            <a:prstDash val="solid"/>
          </a:ln>
        </p:spPr>
      </p:sp>
      <p:sp>
        <p:nvSpPr>
          <p:cNvPr id="798" name="text-722 Validated">
            <a:extLst xmlns:a="http://schemas.openxmlformats.org/drawingml/2006/main">
              <a:ext uri="{FF2B5EF4-FFF2-40B4-BE49-F238E27FC236}">
                <a16:creationId xmlns:a16="http://schemas.microsoft.com/office/drawing/2014/main" id="{B07E46A4-0A89-4892-B32A-CFC7663D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2602" y="9846803"/>
            <a:ext cx="836508" cy="256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1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1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441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799" name="text-722 Targeted">
            <a:extLst xmlns:a="http://schemas.openxmlformats.org/drawingml/2006/main">
              <a:ext uri="{FF2B5EF4-FFF2-40B4-BE49-F238E27FC236}">
                <a16:creationId xmlns:a16="http://schemas.microsoft.com/office/drawing/2014/main" id="{44B354B2-5994-47D9-9632-E3C417E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6946" y="9846825"/>
            <a:ext cx="792166" cy="256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1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1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441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Targeted</a:t>
            </a:r>
          </a:p>
        </p:txBody>
      </p:sp>
      <p:sp>
        <p:nvSpPr>
          <p:cNvPr id="800" name="text-722 Refill">
            <a:extLst xmlns:a="http://schemas.openxmlformats.org/drawingml/2006/main">
              <a:ext uri="{FF2B5EF4-FFF2-40B4-BE49-F238E27FC236}">
                <a16:creationId xmlns:a16="http://schemas.microsoft.com/office/drawing/2014/main" id="{FE3CC618-C48D-4BE4-B62B-C27D4DEB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6768" y="9846737"/>
            <a:ext cx="480525" cy="256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2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2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442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Refill</a:t>
            </a:r>
          </a:p>
        </p:txBody>
      </p:sp>
      <p:sp>
        <p:nvSpPr>
          <p:cNvPr id="801" name="path-723">
            <a:extLst xmlns:a="http://schemas.openxmlformats.org/drawingml/2006/main">
              <a:ext uri="{FF2B5EF4-FFF2-40B4-BE49-F238E27FC236}">
                <a16:creationId xmlns:a16="http://schemas.microsoft.com/office/drawing/2014/main" id="{F145B20E-A720-4651-ABB0-E4E6486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6155" y="9967139"/>
            <a:ext cx="164322" cy="191"/>
          </a:xfrm>
          <a:custGeom xmlns:a="http://schemas.openxmlformats.org/drawingml/2006/main">
            <a:pathLst>
              <a:path w="164322" h="191">
                <a:moveTo>
                  <a:pt x="1643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4">
            <a:solidFill>
              <a:srgbClr val="111111"/>
            </a:solidFill>
            <a:prstDash val="solid"/>
          </a:ln>
        </p:spPr>
      </p:sp>
      <p:sp>
        <p:nvSpPr>
          <p:cNvPr id="802" name="path-724">
            <a:extLst xmlns:a="http://schemas.openxmlformats.org/drawingml/2006/main">
              <a:ext uri="{FF2B5EF4-FFF2-40B4-BE49-F238E27FC236}">
                <a16:creationId xmlns:a16="http://schemas.microsoft.com/office/drawing/2014/main" id="{0757D713-3360-46F5-8F38-46F7B99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271" y="9928757"/>
            <a:ext cx="76766" cy="76745"/>
          </a:xfrm>
          <a:custGeom xmlns:a="http://schemas.openxmlformats.org/drawingml/2006/main">
            <a:pathLst>
              <a:path w="76766" h="76745">
                <a:moveTo>
                  <a:pt x="0" y="38382"/>
                </a:moveTo>
                <a:lnTo>
                  <a:pt x="76766" y="0"/>
                </a:lnTo>
                <a:lnTo>
                  <a:pt x="76766" y="76745"/>
                </a:lnTo>
                <a:lnTo>
                  <a:pt x="0" y="3838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725">
            <a:extLst xmlns:a="http://schemas.openxmlformats.org/drawingml/2006/main">
              <a:ext uri="{FF2B5EF4-FFF2-40B4-BE49-F238E27FC236}">
                <a16:creationId xmlns:a16="http://schemas.microsoft.com/office/drawing/2014/main" id="{47E78B8B-CF46-41A1-8657-AB29366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401" y="9981192"/>
            <a:ext cx="1400419" cy="191"/>
          </a:xfrm>
          <a:custGeom xmlns:a="http://schemas.openxmlformats.org/drawingml/2006/main">
            <a:pathLst>
              <a:path w="1400419" h="191">
                <a:moveTo>
                  <a:pt x="0" y="0"/>
                </a:moveTo>
                <a:lnTo>
                  <a:pt x="1400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075">
            <a:solidFill>
              <a:srgbClr val="1F4E99"/>
            </a:solidFill>
            <a:prstDash val="solid"/>
          </a:ln>
        </p:spPr>
      </p:sp>
      <p:sp>
        <p:nvSpPr>
          <p:cNvPr id="804" name="path-726">
            <a:extLst xmlns:a="http://schemas.openxmlformats.org/drawingml/2006/main">
              <a:ext uri="{FF2B5EF4-FFF2-40B4-BE49-F238E27FC236}">
                <a16:creationId xmlns:a16="http://schemas.microsoft.com/office/drawing/2014/main" id="{3C5710B6-7443-4C98-8977-A9CB49E8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889" y="9225574"/>
            <a:ext cx="191" cy="748049"/>
          </a:xfrm>
          <a:custGeom xmlns:a="http://schemas.openxmlformats.org/drawingml/2006/main">
            <a:pathLst>
              <a:path w="191" h="748049">
                <a:moveTo>
                  <a:pt x="0" y="7480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075">
            <a:solidFill>
              <a:srgbClr val="1F4E99"/>
            </a:solidFill>
            <a:prstDash val="solid"/>
          </a:ln>
        </p:spPr>
      </p:sp>
      <p:sp>
        <p:nvSpPr>
          <p:cNvPr id="805" name="path-727">
            <a:extLst xmlns:a="http://schemas.openxmlformats.org/drawingml/2006/main">
              <a:ext uri="{FF2B5EF4-FFF2-40B4-BE49-F238E27FC236}">
                <a16:creationId xmlns:a16="http://schemas.microsoft.com/office/drawing/2014/main" id="{6BCD5A00-884C-4D34-8774-88C3079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537" y="9054788"/>
            <a:ext cx="183217" cy="183217"/>
          </a:xfrm>
          <a:custGeom xmlns:a="http://schemas.openxmlformats.org/drawingml/2006/main">
            <a:pathLst>
              <a:path w="183217" h="183217">
                <a:moveTo>
                  <a:pt x="91351" y="0"/>
                </a:moveTo>
                <a:lnTo>
                  <a:pt x="183217" y="183217"/>
                </a:lnTo>
                <a:lnTo>
                  <a:pt x="0" y="183217"/>
                </a:lnTo>
                <a:lnTo>
                  <a:pt x="91351" y="0"/>
                </a:lnTo>
              </a:path>
            </a:pathLst>
          </a:custGeom>
          <a:solidFill xmlns:a="http://schemas.openxmlformats.org/drawingml/2006/main">
            <a:srgbClr val="1F4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728">
            <a:extLst xmlns:a="http://schemas.openxmlformats.org/drawingml/2006/main">
              <a:ext uri="{FF2B5EF4-FFF2-40B4-BE49-F238E27FC236}">
                <a16:creationId xmlns:a16="http://schemas.microsoft.com/office/drawing/2014/main" id="{E7098686-6E3F-4167-A0D0-6566B76A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7" y="9954155"/>
            <a:ext cx="1291240" cy="191"/>
          </a:xfrm>
          <a:custGeom xmlns:a="http://schemas.openxmlformats.org/drawingml/2006/main">
            <a:pathLst>
              <a:path w="1291240" h="191">
                <a:moveTo>
                  <a:pt x="12912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075">
            <a:solidFill>
              <a:srgbClr val="2E6B3D"/>
            </a:solidFill>
            <a:prstDash val="solid"/>
          </a:ln>
        </p:spPr>
      </p:sp>
      <p:sp>
        <p:nvSpPr>
          <p:cNvPr id="807" name="path-729">
            <a:extLst xmlns:a="http://schemas.openxmlformats.org/drawingml/2006/main">
              <a:ext uri="{FF2B5EF4-FFF2-40B4-BE49-F238E27FC236}">
                <a16:creationId xmlns:a16="http://schemas.microsoft.com/office/drawing/2014/main" id="{5D6AD52C-D5BE-4E2E-B7BD-BD925A5E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4921" y="9263955"/>
            <a:ext cx="191" cy="723186"/>
          </a:xfrm>
          <a:custGeom xmlns:a="http://schemas.openxmlformats.org/drawingml/2006/main">
            <a:pathLst>
              <a:path w="191" h="723186">
                <a:moveTo>
                  <a:pt x="0" y="7231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075">
            <a:solidFill>
              <a:srgbClr val="2E6B3D"/>
            </a:solidFill>
            <a:prstDash val="solid"/>
          </a:ln>
        </p:spPr>
      </p:sp>
      <p:sp>
        <p:nvSpPr>
          <p:cNvPr id="808" name="path-730">
            <a:extLst xmlns:a="http://schemas.openxmlformats.org/drawingml/2006/main">
              <a:ext uri="{FF2B5EF4-FFF2-40B4-BE49-F238E27FC236}">
                <a16:creationId xmlns:a16="http://schemas.microsoft.com/office/drawing/2014/main" id="{C7CA6AC0-9EE8-4F3B-93F2-33BAC65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588" y="9093151"/>
            <a:ext cx="183219" cy="183237"/>
          </a:xfrm>
          <a:custGeom xmlns:a="http://schemas.openxmlformats.org/drawingml/2006/main">
            <a:pathLst>
              <a:path w="183219" h="183237">
                <a:moveTo>
                  <a:pt x="91333" y="0"/>
                </a:moveTo>
                <a:lnTo>
                  <a:pt x="183219" y="183237"/>
                </a:lnTo>
                <a:lnTo>
                  <a:pt x="0" y="183237"/>
                </a:lnTo>
                <a:lnTo>
                  <a:pt x="91333" y="0"/>
                </a:lnTo>
              </a:path>
            </a:pathLst>
          </a:custGeom>
          <a:solidFill xmlns:a="http://schemas.openxmlformats.org/drawingml/2006/main">
            <a:srgbClr val="2E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731">
            <a:extLst xmlns:a="http://schemas.openxmlformats.org/drawingml/2006/main">
              <a:ext uri="{FF2B5EF4-FFF2-40B4-BE49-F238E27FC236}">
                <a16:creationId xmlns:a16="http://schemas.microsoft.com/office/drawing/2014/main" id="{1EA8D432-068D-4B7B-A94D-98046EB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738" y="6188015"/>
            <a:ext cx="639938" cy="191"/>
          </a:xfrm>
          <a:custGeom xmlns:a="http://schemas.openxmlformats.org/drawingml/2006/main">
            <a:pathLst>
              <a:path w="639938" h="191">
                <a:moveTo>
                  <a:pt x="6399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075">
            <a:solidFill>
              <a:srgbClr val="B56B16"/>
            </a:solidFill>
            <a:prstDash val="solid"/>
          </a:ln>
        </p:spPr>
      </p:sp>
      <p:sp>
        <p:nvSpPr>
          <p:cNvPr id="810" name="path-732">
            <a:extLst xmlns:a="http://schemas.openxmlformats.org/drawingml/2006/main">
              <a:ext uri="{FF2B5EF4-FFF2-40B4-BE49-F238E27FC236}">
                <a16:creationId xmlns:a16="http://schemas.microsoft.com/office/drawing/2014/main" id="{ED4FB3C0-3A1D-4E9A-B084-0D79233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933" y="6096682"/>
            <a:ext cx="183237" cy="183219"/>
          </a:xfrm>
          <a:custGeom xmlns:a="http://schemas.openxmlformats.org/drawingml/2006/main">
            <a:pathLst>
              <a:path w="183237" h="183219">
                <a:moveTo>
                  <a:pt x="0" y="91333"/>
                </a:moveTo>
                <a:lnTo>
                  <a:pt x="183237" y="0"/>
                </a:lnTo>
                <a:lnTo>
                  <a:pt x="183237" y="183219"/>
                </a:lnTo>
                <a:lnTo>
                  <a:pt x="0" y="91333"/>
                </a:lnTo>
              </a:path>
            </a:pathLst>
          </a:custGeom>
          <a:solidFill xmlns:a="http://schemas.openxmlformats.org/drawingml/2006/main">
            <a:srgbClr val="B56B1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0573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2026-10-14T12:21:18.2300000Z</dcterms:created>
  <dcterms:modified xsi:type="dcterms:W3CDTF">2026-10-14T12:21:18.2300000Z</dcterms:modified>
</coreProperties>
</file>