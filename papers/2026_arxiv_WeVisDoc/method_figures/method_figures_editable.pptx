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16775c524249e4" /><Relationship Type="http://schemas.openxmlformats.org/officeDocument/2006/relationships/extended-properties" Target="/docProps/app.xml" Id="R1d2571e9b5e54580" /><Relationship Type="http://schemas.openxmlformats.org/officeDocument/2006/relationships/officeDocument" Target="/ppt/presentation.xml" Id="R648091c88db04d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174e1b6fe549b3"/>
  </p:sldMasterIdLst>
  <p:notesMasterIdLst>
    <p:notesMasterId xmlns:r="http://schemas.openxmlformats.org/officeDocument/2006/relationships" r:id="Rf5a43bee746b4a0d"/>
  </p:notesMasterIdLst>
  <p:sldIdLst>
    <p:sldId xmlns:r="http://schemas.openxmlformats.org/officeDocument/2006/relationships" id="256" r:id="R4c95be946b954e0f"/>
    <p:sldId xmlns:r="http://schemas.openxmlformats.org/officeDocument/2006/relationships" id="257" r:id="R3b4ef2516fb14ff5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c6b75db54e49e8" /><Relationship Type="http://schemas.openxmlformats.org/officeDocument/2006/relationships/slideMaster" Target="/ppt/slideMasters/slideMaster1.xml" Id="Rfb174e1b6fe549b3" /><Relationship Type="http://schemas.openxmlformats.org/officeDocument/2006/relationships/notesMaster" Target="/ppt/notesMasters/notesMaster1.xml" Id="Rf5a43bee746b4a0d" /><Relationship Type="http://schemas.openxmlformats.org/officeDocument/2006/relationships/presProps" Target="/ppt/presProps.xml" Id="Rcca196a692ad43d1" /><Relationship Type="http://schemas.openxmlformats.org/officeDocument/2006/relationships/tableStyles" Target="/ppt/tableStyles.xml" Id="Re164786cecba49f0" /><Relationship Type="http://schemas.openxmlformats.org/officeDocument/2006/relationships/slide" Target="/ppt/slides/slide1.xml" Id="R4c95be946b954e0f" /><Relationship Type="http://schemas.openxmlformats.org/officeDocument/2006/relationships/slide" Target="/ppt/slides/slide2.xml" Id="R3b4ef2516fb14f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c3673c99ed42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a7d18006934996" /><Relationship Type="http://schemas.openxmlformats.org/officeDocument/2006/relationships/notesMaster" Target="/ppt/notesMasters/notesMaster1.xml" Id="Rf7e49f6cb1a54d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4f69eb0ea74a53" /><Relationship Type="http://schemas.openxmlformats.org/officeDocument/2006/relationships/notesMaster" Target="/ppt/notesMasters/notesMaster1.xml" Id="Raac3013bdd5244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Stage I: Coverage-Oriented Data Construction</a:t>
            </a:r>
          </a:p>
          <a:p xmlns:a="http://schemas.openxmlformats.org/drawingml/2006/main">
            <a:r>
              <a:t>Source: https://arxiv.org/abs/2609.20423v1</a:t>
            </a:r>
          </a:p>
          <a:p xmlns:a="http://schemas.openxmlformats.org/drawingml/2006/main">
            <a:r>
              <a:t>Approved image: fig2_stage1_coverage_data_construction.png; SHA-256: 4029672a84275587cf8ac65be99e04043473146998a7767f75337985cf03e1fb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(73), whose internal pixels are not editable.</a:t>
            </a:r>
          </a:p>
          <a:p xmlns:a="http://schemas.openxmlformats.org/drawingml/2006/main">
            <a:r>
              <a:t>Font substitution: source PDF families mapped to Arial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Stage II: Capability-Aware Data Refinement</a:t>
            </a:r>
          </a:p>
          <a:p xmlns:a="http://schemas.openxmlformats.org/drawingml/2006/main">
            <a:r>
              <a:t>Source: https://arxiv.org/abs/2609.20423v1</a:t>
            </a:r>
          </a:p>
          <a:p xmlns:a="http://schemas.openxmlformats.org/drawingml/2006/main">
            <a:r>
              <a:t>Approved image: fig5_stage2_capability_refinement.png; SHA-256: a9539bdf066797a1a4674490bfe4e4a4f59918ca9021624d8d264be8b092c586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(0), whose internal pixels are not editable.</a:t>
            </a:r>
          </a:p>
          <a:p xmlns:a="http://schemas.openxmlformats.org/drawingml/2006/main">
            <a:r>
              <a:t>Font substitution: source PDF families mapped to Arial, Times New Roman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7e9efceac84d6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0eb05a00a1467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3e13e726d84f5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d00eb5b98d4e1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c1a816b9a244b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5166181ff545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449034-3C03-4687-A4FF-399DAC3E2B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AE7A80B-7A05-4B95-9C6E-EE3696B5781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BC431C7-00D0-4228-A065-C84B26D5CF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41B0A9-43A1-4D8C-A2C0-E9A0B4A4E0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62705AA-AD2A-495E-9304-3842384331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2D0627-C465-4284-9763-4FB4AEF3B4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742A64-E16D-4F33-844C-9EDEEED039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CAC7ED1-21AF-4F1C-97AF-DA3EF4C9759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6E004B-2F23-4499-930C-A4BC9E87F3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8698F72-30F0-4810-8C4C-FA80E81CF1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d613247fbe49df" /><Relationship Type="http://schemas.openxmlformats.org/officeDocument/2006/relationships/slideLayout" Target="/ppt/slideLayouts/slideLayout1.xml" Id="Rcd5907dc84804bad" /><Relationship Type="http://schemas.openxmlformats.org/officeDocument/2006/relationships/slideLayout" Target="/ppt/slideLayouts/slideLayout2.xml" Id="R84fa2251e6e44b84" /><Relationship Type="http://schemas.openxmlformats.org/officeDocument/2006/relationships/slideLayout" Target="/ppt/slideLayouts/slideLayout3.xml" Id="R9b97cea8124741eb" /><Relationship Type="http://schemas.openxmlformats.org/officeDocument/2006/relationships/slideLayout" Target="/ppt/slideLayouts/slideLayout4.xml" Id="Rb38ddd92ea384cef" /><Relationship Type="http://schemas.openxmlformats.org/officeDocument/2006/relationships/slideLayout" Target="/ppt/slideLayouts/slideLayout5.xml" Id="R71fe7a84cfcc408d" /><Relationship Type="http://schemas.openxmlformats.org/officeDocument/2006/relationships/slideLayout" Target="/ppt/slideLayouts/slideLayout6.xml" Id="Rd2982f99a9dd4f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5907dc84804bad"/>
    <p:sldLayoutId xmlns:r="http://schemas.openxmlformats.org/officeDocument/2006/relationships" id="2147483650" r:id="R84fa2251e6e44b84"/>
    <p:sldLayoutId xmlns:r="http://schemas.openxmlformats.org/officeDocument/2006/relationships" id="2147483651" r:id="R9b97cea8124741eb"/>
    <p:sldLayoutId xmlns:r="http://schemas.openxmlformats.org/officeDocument/2006/relationships" id="2147483652" r:id="Rb38ddd92ea384cef"/>
    <p:sldLayoutId xmlns:r="http://schemas.openxmlformats.org/officeDocument/2006/relationships" id="2147483653" r:id="R71fe7a84cfcc408d"/>
    <p:sldLayoutId xmlns:r="http://schemas.openxmlformats.org/officeDocument/2006/relationships" id="2147483654" r:id="Rd2982f99a9dd4f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bd53877b4940e5" /><Relationship Type="http://schemas.openxmlformats.org/officeDocument/2006/relationships/image" Target="/ppt/media/image.png" Id="R9870a7935e7e4fce" /><Relationship Type="http://schemas.openxmlformats.org/officeDocument/2006/relationships/image" Target="/ppt/media/image2.png" Id="R50a7ed62b8084482" /><Relationship Type="http://schemas.openxmlformats.org/officeDocument/2006/relationships/image" Target="/ppt/media/image3.png" Id="Rf315ba581e374b59" /><Relationship Type="http://schemas.openxmlformats.org/officeDocument/2006/relationships/image" Target="/ppt/media/image4.png" Id="R63173fac38364433" /><Relationship Type="http://schemas.openxmlformats.org/officeDocument/2006/relationships/image" Target="/ppt/media/image5.png" Id="R5a18547c54974210" /><Relationship Type="http://schemas.openxmlformats.org/officeDocument/2006/relationships/image" Target="/ppt/media/image6.png" Id="Rad718dabc1314b08" /><Relationship Type="http://schemas.openxmlformats.org/officeDocument/2006/relationships/image" Target="/ppt/media/image7.png" Id="R6cba9eaeefd14e9f" /><Relationship Type="http://schemas.openxmlformats.org/officeDocument/2006/relationships/image" Target="/ppt/media/image8.png" Id="R3e180413fd644822" /><Relationship Type="http://schemas.openxmlformats.org/officeDocument/2006/relationships/image" Target="/ppt/media/image9.png" Id="Rc0173efcefdb43e9" /><Relationship Type="http://schemas.openxmlformats.org/officeDocument/2006/relationships/image" Target="/ppt/media/image10.png" Id="Re0acf9e646c9436c" /><Relationship Type="http://schemas.openxmlformats.org/officeDocument/2006/relationships/image" Target="/ppt/media/image11.png" Id="R1ba2d3499ef643b0" /><Relationship Type="http://schemas.openxmlformats.org/officeDocument/2006/relationships/image" Target="/ppt/media/image12.png" Id="Rfc450b6006b845e3" /><Relationship Type="http://schemas.openxmlformats.org/officeDocument/2006/relationships/image" Target="/ppt/media/image13.png" Id="R5d174680f498402a" /><Relationship Type="http://schemas.openxmlformats.org/officeDocument/2006/relationships/image" Target="/ppt/media/image14.png" Id="Ra97a49a87b3e4ffa" /><Relationship Type="http://schemas.openxmlformats.org/officeDocument/2006/relationships/image" Target="/ppt/media/image15.png" Id="R8a0cf9f22b8844ba" /><Relationship Type="http://schemas.openxmlformats.org/officeDocument/2006/relationships/image" Target="/ppt/media/image16.png" Id="R5a640747da43488d" /><Relationship Type="http://schemas.openxmlformats.org/officeDocument/2006/relationships/image" Target="/ppt/media/image17.png" Id="Rd415279d0713447e" /><Relationship Type="http://schemas.openxmlformats.org/officeDocument/2006/relationships/image" Target="/ppt/media/image18.png" Id="R24e89df8a417481a" /><Relationship Type="http://schemas.openxmlformats.org/officeDocument/2006/relationships/image" Target="/ppt/media/image19.png" Id="R96db015ae88545ed" /><Relationship Type="http://schemas.openxmlformats.org/officeDocument/2006/relationships/image" Target="/ppt/media/image20.png" Id="R6c5f30bd3dd641b2" /><Relationship Type="http://schemas.openxmlformats.org/officeDocument/2006/relationships/image" Target="/ppt/media/image21.png" Id="R189352439285400b" /><Relationship Type="http://schemas.openxmlformats.org/officeDocument/2006/relationships/image" Target="/ppt/media/image22.png" Id="R6fcc2be6dcdb458d" /><Relationship Type="http://schemas.openxmlformats.org/officeDocument/2006/relationships/image" Target="/ppt/media/image23.png" Id="Rccac748525a9477b" /><Relationship Type="http://schemas.openxmlformats.org/officeDocument/2006/relationships/image" Target="/ppt/media/image24.png" Id="Rdef01ccecaaa44e8" /><Relationship Type="http://schemas.openxmlformats.org/officeDocument/2006/relationships/image" Target="/ppt/media/image25.png" Id="R4c0fe83e6f934427" /><Relationship Type="http://schemas.openxmlformats.org/officeDocument/2006/relationships/image" Target="/ppt/media/image26.png" Id="R504f1a1154544ee7" /><Relationship Type="http://schemas.openxmlformats.org/officeDocument/2006/relationships/image" Target="/ppt/media/image27.png" Id="R03062d7a27b546ff" /><Relationship Type="http://schemas.openxmlformats.org/officeDocument/2006/relationships/image" Target="/ppt/media/image28.png" Id="Rd505789e4b5c4ee2" /><Relationship Type="http://schemas.openxmlformats.org/officeDocument/2006/relationships/image" Target="/ppt/media/image29.png" Id="R410e38c7dfcf40ee" /><Relationship Type="http://schemas.openxmlformats.org/officeDocument/2006/relationships/image" Target="/ppt/media/image30.png" Id="R99e219ac0fe549e6" /><Relationship Type="http://schemas.openxmlformats.org/officeDocument/2006/relationships/image" Target="/ppt/media/image31.png" Id="Rfac9b5315b164f71" /><Relationship Type="http://schemas.openxmlformats.org/officeDocument/2006/relationships/image" Target="/ppt/media/image32.png" Id="Rd5bda3e77feb499b" /><Relationship Type="http://schemas.openxmlformats.org/officeDocument/2006/relationships/image" Target="/ppt/media/image33.png" Id="Rd95b250a8f944d16" /><Relationship Type="http://schemas.openxmlformats.org/officeDocument/2006/relationships/image" Target="/ppt/media/image34.png" Id="Rdcae05f55f8244a2" /><Relationship Type="http://schemas.openxmlformats.org/officeDocument/2006/relationships/image" Target="/ppt/media/image35.png" Id="R62423c63179c40c5" /><Relationship Type="http://schemas.openxmlformats.org/officeDocument/2006/relationships/image" Target="/ppt/media/image36.png" Id="R6d39b9c711c4409a" /><Relationship Type="http://schemas.openxmlformats.org/officeDocument/2006/relationships/image" Target="/ppt/media/image37.png" Id="R7eeb28dec7474eed" /><Relationship Type="http://schemas.openxmlformats.org/officeDocument/2006/relationships/image" Target="/ppt/media/image38.png" Id="R51bb75be5eef4a37" /><Relationship Type="http://schemas.openxmlformats.org/officeDocument/2006/relationships/image" Target="/ppt/media/image39.png" Id="R702e5040c3ba413a" /><Relationship Type="http://schemas.openxmlformats.org/officeDocument/2006/relationships/image" Target="/ppt/media/image40.png" Id="Rdf4acdedb0364adc" /><Relationship Type="http://schemas.openxmlformats.org/officeDocument/2006/relationships/image" Target="/ppt/media/image41.png" Id="Rc62e31da146a4f53" /><Relationship Type="http://schemas.openxmlformats.org/officeDocument/2006/relationships/image" Target="/ppt/media/image42.png" Id="R9a66f16a50ab4534" /><Relationship Type="http://schemas.openxmlformats.org/officeDocument/2006/relationships/image" Target="/ppt/media/image43.png" Id="Ra1495433795046f4" /><Relationship Type="http://schemas.openxmlformats.org/officeDocument/2006/relationships/image" Target="/ppt/media/image44.png" Id="R1e0ea200ece34f2c" /><Relationship Type="http://schemas.openxmlformats.org/officeDocument/2006/relationships/image" Target="/ppt/media/image45.png" Id="R88c8b41c14c54f9b" /><Relationship Type="http://schemas.openxmlformats.org/officeDocument/2006/relationships/image" Target="/ppt/media/image46.png" Id="Rd5fa315589514f27" /><Relationship Type="http://schemas.openxmlformats.org/officeDocument/2006/relationships/image" Target="/ppt/media/image47.png" Id="Rbe0aba8924b245b1" /><Relationship Type="http://schemas.openxmlformats.org/officeDocument/2006/relationships/image" Target="/ppt/media/image48.png" Id="R6b445e7341ab48a5" /><Relationship Type="http://schemas.openxmlformats.org/officeDocument/2006/relationships/image" Target="/ppt/media/image49.png" Id="Reb28b9fe59ce4e93" /><Relationship Type="http://schemas.openxmlformats.org/officeDocument/2006/relationships/image" Target="/ppt/media/image50.png" Id="Rbebdd922e64a4e09" /><Relationship Type="http://schemas.openxmlformats.org/officeDocument/2006/relationships/image" Target="/ppt/media/image51.png" Id="Rd06bb5b275d5409f" /><Relationship Type="http://schemas.openxmlformats.org/officeDocument/2006/relationships/image" Target="/ppt/media/image52.png" Id="Rd5e34c0d6d7c4b4e" /><Relationship Type="http://schemas.openxmlformats.org/officeDocument/2006/relationships/image" Target="/ppt/media/image53.png" Id="Ra6d452d154ef40a1" /><Relationship Type="http://schemas.openxmlformats.org/officeDocument/2006/relationships/image" Target="/ppt/media/image54.png" Id="R25b8dcdc23b543a2" /><Relationship Type="http://schemas.openxmlformats.org/officeDocument/2006/relationships/image" Target="/ppt/media/image55.png" Id="Rc97bc21aa11b4f65" /><Relationship Type="http://schemas.openxmlformats.org/officeDocument/2006/relationships/image" Target="/ppt/media/image56.png" Id="R10a3e919a2ad4329" /><Relationship Type="http://schemas.openxmlformats.org/officeDocument/2006/relationships/image" Target="/ppt/media/image57.png" Id="R34fe7dd53c294172" /><Relationship Type="http://schemas.openxmlformats.org/officeDocument/2006/relationships/image" Target="/ppt/media/image58.png" Id="R871577d2f38c4356" /><Relationship Type="http://schemas.openxmlformats.org/officeDocument/2006/relationships/image" Target="/ppt/media/image59.png" Id="R277c27de8e8442da" /><Relationship Type="http://schemas.openxmlformats.org/officeDocument/2006/relationships/image" Target="/ppt/media/image60.png" Id="R67d6d956d7614215" /><Relationship Type="http://schemas.openxmlformats.org/officeDocument/2006/relationships/image" Target="/ppt/media/image61.png" Id="R203617d1c21f438c" /><Relationship Type="http://schemas.openxmlformats.org/officeDocument/2006/relationships/image" Target="/ppt/media/image62.png" Id="R9073d5ba43be4d82" /><Relationship Type="http://schemas.openxmlformats.org/officeDocument/2006/relationships/image" Target="/ppt/media/image63.png" Id="Rba0e43dae30146da" /><Relationship Type="http://schemas.openxmlformats.org/officeDocument/2006/relationships/image" Target="/ppt/media/image64.png" Id="Re0c036177aaa47ad" /><Relationship Type="http://schemas.openxmlformats.org/officeDocument/2006/relationships/image" Target="/ppt/media/image65.png" Id="R4e75f0da3a4c404f" /><Relationship Type="http://schemas.openxmlformats.org/officeDocument/2006/relationships/image" Target="/ppt/media/image66.png" Id="R609e093a6f5446f9" /><Relationship Type="http://schemas.openxmlformats.org/officeDocument/2006/relationships/image" Target="/ppt/media/image67.png" Id="Rd49109d520984273" /><Relationship Type="http://schemas.openxmlformats.org/officeDocument/2006/relationships/image" Target="/ppt/media/image68.png" Id="R84c05e1f4ff343df" /><Relationship Type="http://schemas.openxmlformats.org/officeDocument/2006/relationships/image" Target="/ppt/media/image69.png" Id="R1f1c0b0da4704893" /><Relationship Type="http://schemas.openxmlformats.org/officeDocument/2006/relationships/image" Target="/ppt/media/image70.png" Id="R78d75ffeea2d41d1" /><Relationship Type="http://schemas.openxmlformats.org/officeDocument/2006/relationships/image" Target="/ppt/media/image71.png" Id="R07b638e462d5481a" /><Relationship Type="http://schemas.openxmlformats.org/officeDocument/2006/relationships/image" Target="/ppt/media/image72.png" Id="R5099a8aa560440b6" /><Relationship Type="http://schemas.openxmlformats.org/officeDocument/2006/relationships/image" Target="/ppt/media/image73.png" Id="Ra3224f1cd42b4f55" /><Relationship Type="http://schemas.openxmlformats.org/officeDocument/2006/relationships/notesSlide" Target="/ppt/notesSlides/notesSlide1.xml" Id="Rb8f2d797d9b048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298ed42a9a423b" /><Relationship Type="http://schemas.openxmlformats.org/officeDocument/2006/relationships/notesSlide" Target="/ppt/notesSlides/notesSlide2.xml" Id="R49b2dd022d4841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5" name="path-1">
            <a:extLst xmlns:a="http://schemas.openxmlformats.org/drawingml/2006/main">
              <a:ext uri="{FF2B5EF4-FFF2-40B4-BE49-F238E27FC236}">
                <a16:creationId xmlns:a16="http://schemas.microsoft.com/office/drawing/2014/main" id="{37ACE759-DB69-46EE-9DC7-952AF229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583" y="0"/>
            <a:ext cx="15168834" cy="10287000"/>
          </a:xfrm>
          <a:custGeom xmlns:a="http://schemas.openxmlformats.org/drawingml/2006/main">
            <a:pathLst>
              <a:path w="18497550" h="12544425">
                <a:moveTo>
                  <a:pt x="18497550" y="12544425"/>
                </a:moveTo>
                <a:lnTo>
                  <a:pt x="18497550" y="0"/>
                </a:lnTo>
                <a:lnTo>
                  <a:pt x="0" y="0"/>
                </a:lnTo>
                <a:lnTo>
                  <a:pt x="0" y="12544425"/>
                </a:lnTo>
                <a:lnTo>
                  <a:pt x="18497550" y="125444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AD58A094-03DF-4DCB-9FE1-7E1090C5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583" y="0"/>
            <a:ext cx="15168834" cy="10287000"/>
          </a:xfrm>
          <a:custGeom xmlns:a="http://schemas.openxmlformats.org/drawingml/2006/main">
            <a:pathLst>
              <a:path w="18497550" h="12544425">
                <a:moveTo>
                  <a:pt x="18497550" y="12544425"/>
                </a:moveTo>
                <a:lnTo>
                  <a:pt x="18497550" y="0"/>
                </a:lnTo>
                <a:lnTo>
                  <a:pt x="0" y="0"/>
                </a:lnTo>
                <a:lnTo>
                  <a:pt x="0" y="12544425"/>
                </a:lnTo>
                <a:lnTo>
                  <a:pt x="18497550" y="125444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F1CBF46C-501B-4190-9790-EC80E919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052" y="92246"/>
            <a:ext cx="6150059" cy="5159289"/>
          </a:xfrm>
          <a:custGeom xmlns:a="http://schemas.openxmlformats.org/drawingml/2006/main">
            <a:pathLst>
              <a:path w="7499655" h="6291466">
                <a:moveTo>
                  <a:pt x="443" y="102619"/>
                </a:moveTo>
                <a:lnTo>
                  <a:pt x="443" y="102619"/>
                </a:lnTo>
                <a:cubicBezTo>
                  <a:pt x="443" y="84691"/>
                  <a:pt x="5375" y="66764"/>
                  <a:pt x="14339" y="51539"/>
                </a:cubicBezTo>
                <a:cubicBezTo>
                  <a:pt x="23303" y="35841"/>
                  <a:pt x="36299" y="22844"/>
                  <a:pt x="51539" y="13880"/>
                </a:cubicBezTo>
                <a:cubicBezTo>
                  <a:pt x="67222" y="4917"/>
                  <a:pt x="84691" y="0"/>
                  <a:pt x="103078" y="0"/>
                </a:cubicBezTo>
                <a:lnTo>
                  <a:pt x="7397037" y="443"/>
                </a:lnTo>
                <a:cubicBezTo>
                  <a:pt x="7414948" y="443"/>
                  <a:pt x="7432877" y="5376"/>
                  <a:pt x="7448117" y="14339"/>
                </a:cubicBezTo>
                <a:cubicBezTo>
                  <a:pt x="7463801" y="23303"/>
                  <a:pt x="7476796" y="36299"/>
                  <a:pt x="7485759" y="51539"/>
                </a:cubicBezTo>
                <a:cubicBezTo>
                  <a:pt x="7494723" y="67222"/>
                  <a:pt x="7499655" y="84691"/>
                  <a:pt x="7499655" y="103061"/>
                </a:cubicBezTo>
                <a:lnTo>
                  <a:pt x="7499655" y="6188831"/>
                </a:lnTo>
                <a:cubicBezTo>
                  <a:pt x="7499655" y="6206759"/>
                  <a:pt x="7494723" y="6224686"/>
                  <a:pt x="7485759" y="6239927"/>
                </a:cubicBezTo>
                <a:cubicBezTo>
                  <a:pt x="7476796" y="6255610"/>
                  <a:pt x="7463801" y="6268605"/>
                  <a:pt x="7448559" y="6277569"/>
                </a:cubicBezTo>
                <a:cubicBezTo>
                  <a:pt x="7432877" y="6286534"/>
                  <a:pt x="7415408" y="6291466"/>
                  <a:pt x="7397037" y="6291466"/>
                </a:cubicBezTo>
                <a:lnTo>
                  <a:pt x="102619" y="6291466"/>
                </a:lnTo>
                <a:cubicBezTo>
                  <a:pt x="84691" y="6291466"/>
                  <a:pt x="66779" y="6286534"/>
                  <a:pt x="51539" y="6277569"/>
                </a:cubicBezTo>
                <a:cubicBezTo>
                  <a:pt x="35856" y="6268605"/>
                  <a:pt x="22861" y="6255610"/>
                  <a:pt x="13897" y="6240369"/>
                </a:cubicBezTo>
                <a:cubicBezTo>
                  <a:pt x="4933" y="6224686"/>
                  <a:pt x="0" y="6207201"/>
                  <a:pt x="0" y="6188831"/>
                </a:cubicBezTo>
                <a:lnTo>
                  <a:pt x="443" y="102619"/>
                </a:lnTo>
              </a:path>
            </a:pathLst>
          </a:custGeom>
          <a:solidFill xmlns:a="http://schemas.openxmlformats.org/drawingml/2006/main">
            <a:srgbClr val="F8F6FC"/>
          </a:solidFill>
          <a:ln xmlns:a="http://schemas.openxmlformats.org/drawingml/2006/main" w="14332">
            <a:solidFill>
              <a:srgbClr val="A98FCB"/>
            </a:solidFill>
            <a:prstDash val="solid"/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428DFE19-F144-44B3-8C28-DA60AF79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0683" y="208006"/>
            <a:ext cx="247699" cy="247686"/>
          </a:xfrm>
          <a:custGeom xmlns:a="http://schemas.openxmlformats.org/drawingml/2006/main">
            <a:pathLst>
              <a:path w="302055" h="302039">
                <a:moveTo>
                  <a:pt x="0" y="151027"/>
                </a:moveTo>
                <a:lnTo>
                  <a:pt x="0" y="151027"/>
                </a:lnTo>
                <a:cubicBezTo>
                  <a:pt x="0" y="124579"/>
                  <a:pt x="7177" y="98588"/>
                  <a:pt x="20172" y="75727"/>
                </a:cubicBezTo>
                <a:cubicBezTo>
                  <a:pt x="33611" y="52423"/>
                  <a:pt x="52440" y="33611"/>
                  <a:pt x="75300" y="20156"/>
                </a:cubicBezTo>
                <a:cubicBezTo>
                  <a:pt x="98603" y="7162"/>
                  <a:pt x="124594" y="0"/>
                  <a:pt x="151027" y="0"/>
                </a:cubicBezTo>
                <a:cubicBezTo>
                  <a:pt x="177477" y="0"/>
                  <a:pt x="203467" y="7162"/>
                  <a:pt x="226312" y="20156"/>
                </a:cubicBezTo>
                <a:cubicBezTo>
                  <a:pt x="249615" y="33611"/>
                  <a:pt x="268444" y="52423"/>
                  <a:pt x="281882" y="75284"/>
                </a:cubicBezTo>
                <a:cubicBezTo>
                  <a:pt x="294878" y="98588"/>
                  <a:pt x="302055" y="124579"/>
                  <a:pt x="302055" y="151027"/>
                </a:cubicBezTo>
                <a:cubicBezTo>
                  <a:pt x="302055" y="177460"/>
                  <a:pt x="294878" y="203453"/>
                  <a:pt x="281882" y="226755"/>
                </a:cubicBezTo>
                <a:cubicBezTo>
                  <a:pt x="268444" y="249616"/>
                  <a:pt x="249615" y="268428"/>
                  <a:pt x="226312" y="281883"/>
                </a:cubicBezTo>
                <a:cubicBezTo>
                  <a:pt x="203467" y="294878"/>
                  <a:pt x="177477" y="302039"/>
                  <a:pt x="151027" y="302039"/>
                </a:cubicBezTo>
                <a:cubicBezTo>
                  <a:pt x="124594" y="302039"/>
                  <a:pt x="98603" y="294878"/>
                  <a:pt x="75300" y="281883"/>
                </a:cubicBezTo>
                <a:cubicBezTo>
                  <a:pt x="52440" y="268428"/>
                  <a:pt x="33611" y="249616"/>
                  <a:pt x="20172" y="226755"/>
                </a:cubicBezTo>
                <a:cubicBezTo>
                  <a:pt x="7177" y="203453"/>
                  <a:pt x="0" y="177460"/>
                  <a:pt x="0" y="151027"/>
                </a:cubicBezTo>
              </a:path>
            </a:pathLst>
          </a:custGeom>
          <a:solidFill xmlns:a="http://schemas.openxmlformats.org/drawingml/2006/main">
            <a:srgbClr val="4A2A73"/>
          </a:solidFill>
          <a:ln xmlns:a="http://schemas.openxmlformats.org/drawingml/2006/main" w="5145">
            <a:solidFill>
              <a:srgbClr val="4A2A73"/>
            </a:solidFill>
            <a:prstDash val="solid"/>
          </a:ln>
        </p:spPr>
      </p:sp>
      <p:sp>
        <p:nvSpPr>
          <p:cNvPr id="5" name="text-5 1">
            <a:extLst xmlns:a="http://schemas.openxmlformats.org/drawingml/2006/main">
              <a:ext uri="{FF2B5EF4-FFF2-40B4-BE49-F238E27FC236}">
                <a16:creationId xmlns:a16="http://schemas.microsoft.com/office/drawing/2014/main" id="{8D7CB4C8-DB40-40EA-B6F3-BEC2C013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0064" y="235626"/>
            <a:ext cx="118209" cy="224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4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4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64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text-6 Data">
            <a:extLst xmlns:a="http://schemas.openxmlformats.org/drawingml/2006/main">
              <a:ext uri="{FF2B5EF4-FFF2-40B4-BE49-F238E27FC236}">
                <a16:creationId xmlns:a16="http://schemas.microsoft.com/office/drawing/2014/main" id="{A6C458A5-64B0-4CC2-9F38-419BC166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2405" y="217138"/>
            <a:ext cx="448519" cy="267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5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5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pPr>
            <a:r>
              <a:rPr sz="1505" b="1" i="0">
                <a:solidFill>
                  <a:srgbClr val="18233C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7" name="text-6 Sources">
            <a:extLst xmlns:a="http://schemas.openxmlformats.org/drawingml/2006/main">
              <a:ext uri="{FF2B5EF4-FFF2-40B4-BE49-F238E27FC236}">
                <a16:creationId xmlns:a16="http://schemas.microsoft.com/office/drawing/2014/main" id="{AF7F5914-A231-4840-B920-65CAC3B6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29701" y="217199"/>
            <a:ext cx="788204" cy="267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5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5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pPr>
            <a:r>
              <a:rPr sz="1505" b="1" i="0">
                <a:solidFill>
                  <a:srgbClr val="18233C"/>
                </a:solidFill>
                <a:latin typeface="Arial"/>
                <a:ea typeface="Arial"/>
                <a:cs typeface="Arial"/>
              </a:rPr>
              <a:t>Sources</a:t>
            </a:r>
          </a:p>
        </p:txBody>
      </p:sp>
      <p:sp>
        <p:nvSpPr>
          <p:cNvPr id="8" name="text-6 &amp;">
            <a:extLst xmlns:a="http://schemas.openxmlformats.org/drawingml/2006/main">
              <a:ext uri="{FF2B5EF4-FFF2-40B4-BE49-F238E27FC236}">
                <a16:creationId xmlns:a16="http://schemas.microsoft.com/office/drawing/2014/main" id="{524C9C2E-748D-479D-9E5E-1BB938C0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6694" y="217415"/>
            <a:ext cx="172100" cy="2672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3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3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pPr>
            <a:r>
              <a:rPr sz="1503" b="1" i="0">
                <a:solidFill>
                  <a:srgbClr val="18233C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9" name="text-6 Coverage">
            <a:extLst xmlns:a="http://schemas.openxmlformats.org/drawingml/2006/main">
              <a:ext uri="{FF2B5EF4-FFF2-40B4-BE49-F238E27FC236}">
                <a16:creationId xmlns:a16="http://schemas.microsoft.com/office/drawing/2014/main" id="{C1561570-E24E-42EA-A79A-7F0E110C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7999" y="217111"/>
            <a:ext cx="905330" cy="267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5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5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pPr>
            <a:r>
              <a:rPr sz="1505" b="1" i="0">
                <a:solidFill>
                  <a:srgbClr val="18233C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sp>
        <p:nvSpPr>
          <p:cNvPr id="10" name="path-7">
            <a:extLst xmlns:a="http://schemas.openxmlformats.org/drawingml/2006/main">
              <a:ext uri="{FF2B5EF4-FFF2-40B4-BE49-F238E27FC236}">
                <a16:creationId xmlns:a16="http://schemas.microsoft.com/office/drawing/2014/main" id="{66F269F7-C278-43B1-8993-1224AAA6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461" y="605640"/>
            <a:ext cx="2852883" cy="1742294"/>
          </a:xfrm>
          <a:custGeom xmlns:a="http://schemas.openxmlformats.org/drawingml/2006/main">
            <a:pathLst>
              <a:path w="3478933" h="2124631">
                <a:moveTo>
                  <a:pt x="0" y="68106"/>
                </a:moveTo>
                <a:lnTo>
                  <a:pt x="0" y="68106"/>
                </a:lnTo>
                <a:cubicBezTo>
                  <a:pt x="0" y="56012"/>
                  <a:pt x="3146" y="44361"/>
                  <a:pt x="8964" y="34053"/>
                </a:cubicBezTo>
                <a:cubicBezTo>
                  <a:pt x="15240" y="23744"/>
                  <a:pt x="23762" y="14781"/>
                  <a:pt x="34054" y="8963"/>
                </a:cubicBezTo>
                <a:cubicBezTo>
                  <a:pt x="44361" y="3130"/>
                  <a:pt x="56471" y="0"/>
                  <a:pt x="68123" y="0"/>
                </a:cubicBezTo>
                <a:lnTo>
                  <a:pt x="3410368" y="0"/>
                </a:lnTo>
                <a:cubicBezTo>
                  <a:pt x="3422462" y="0"/>
                  <a:pt x="3434113" y="3130"/>
                  <a:pt x="3444420" y="8963"/>
                </a:cubicBezTo>
                <a:cubicBezTo>
                  <a:pt x="3454729" y="15223"/>
                  <a:pt x="3463692" y="23744"/>
                  <a:pt x="3469510" y="34053"/>
                </a:cubicBezTo>
                <a:cubicBezTo>
                  <a:pt x="3475344" y="44361"/>
                  <a:pt x="3478475" y="56455"/>
                  <a:pt x="3478475" y="68106"/>
                </a:cubicBezTo>
                <a:lnTo>
                  <a:pt x="3478933" y="2056066"/>
                </a:lnTo>
                <a:cubicBezTo>
                  <a:pt x="3478933" y="2068176"/>
                  <a:pt x="3475787" y="2079827"/>
                  <a:pt x="3469969" y="2090134"/>
                </a:cubicBezTo>
                <a:cubicBezTo>
                  <a:pt x="3463692" y="2100443"/>
                  <a:pt x="3455171" y="2109391"/>
                  <a:pt x="3444864" y="2115225"/>
                </a:cubicBezTo>
                <a:cubicBezTo>
                  <a:pt x="3434556" y="2121043"/>
                  <a:pt x="3422462" y="2124189"/>
                  <a:pt x="3410810" y="2124189"/>
                </a:cubicBezTo>
                <a:lnTo>
                  <a:pt x="68123" y="2124631"/>
                </a:lnTo>
                <a:cubicBezTo>
                  <a:pt x="56013" y="2124631"/>
                  <a:pt x="44361" y="2121500"/>
                  <a:pt x="34054" y="2115668"/>
                </a:cubicBezTo>
                <a:cubicBezTo>
                  <a:pt x="23762" y="2109391"/>
                  <a:pt x="14798" y="2100886"/>
                  <a:pt x="8964" y="2090578"/>
                </a:cubicBezTo>
                <a:cubicBezTo>
                  <a:pt x="3146" y="2080270"/>
                  <a:pt x="0" y="2068176"/>
                  <a:pt x="0" y="2056524"/>
                </a:cubicBezTo>
                <a:lnTo>
                  <a:pt x="0" y="68106"/>
                </a:lnTo>
              </a:path>
            </a:pathLst>
          </a:custGeom>
          <a:solidFill xmlns:a="http://schemas.openxmlformats.org/drawingml/2006/main">
            <a:srgbClr val="FEFDFF"/>
          </a:solidFill>
          <a:ln xmlns:a="http://schemas.openxmlformats.org/drawingml/2006/main" w="12862">
            <a:solidFill>
              <a:srgbClr val="A98FCB"/>
            </a:solidFill>
            <a:prstDash val="solid"/>
          </a:ln>
        </p:spPr>
      </p:sp>
      <p:sp>
        <p:nvSpPr>
          <p:cNvPr id="11" name="path-8">
            <a:extLst xmlns:a="http://schemas.openxmlformats.org/drawingml/2006/main">
              <a:ext uri="{FF2B5EF4-FFF2-40B4-BE49-F238E27FC236}">
                <a16:creationId xmlns:a16="http://schemas.microsoft.com/office/drawing/2014/main" id="{AACDE0EB-83B8-463B-83B3-891614DB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82" y="605640"/>
            <a:ext cx="2826047" cy="1742294"/>
          </a:xfrm>
          <a:custGeom xmlns:a="http://schemas.openxmlformats.org/drawingml/2006/main">
            <a:pathLst>
              <a:path w="3446207" h="2124631">
                <a:moveTo>
                  <a:pt x="0" y="68106"/>
                </a:moveTo>
                <a:lnTo>
                  <a:pt x="0" y="68106"/>
                </a:lnTo>
                <a:cubicBezTo>
                  <a:pt x="0" y="56012"/>
                  <a:pt x="3130" y="44361"/>
                  <a:pt x="8964" y="34053"/>
                </a:cubicBezTo>
                <a:cubicBezTo>
                  <a:pt x="15240" y="23744"/>
                  <a:pt x="23745" y="14781"/>
                  <a:pt x="34053" y="8963"/>
                </a:cubicBezTo>
                <a:cubicBezTo>
                  <a:pt x="44361" y="3130"/>
                  <a:pt x="56471" y="0"/>
                  <a:pt x="68122" y="0"/>
                </a:cubicBezTo>
                <a:lnTo>
                  <a:pt x="3377642" y="0"/>
                </a:lnTo>
                <a:cubicBezTo>
                  <a:pt x="3389751" y="0"/>
                  <a:pt x="3401402" y="3130"/>
                  <a:pt x="3411711" y="8963"/>
                </a:cubicBezTo>
                <a:cubicBezTo>
                  <a:pt x="3422003" y="15223"/>
                  <a:pt x="3430967" y="23744"/>
                  <a:pt x="3436801" y="34053"/>
                </a:cubicBezTo>
                <a:cubicBezTo>
                  <a:pt x="3442618" y="44361"/>
                  <a:pt x="3445764" y="56455"/>
                  <a:pt x="3445764" y="68106"/>
                </a:cubicBezTo>
                <a:lnTo>
                  <a:pt x="3446207" y="2056066"/>
                </a:lnTo>
                <a:cubicBezTo>
                  <a:pt x="3446207" y="2068176"/>
                  <a:pt x="3443077" y="2079827"/>
                  <a:pt x="3437243" y="2090134"/>
                </a:cubicBezTo>
                <a:cubicBezTo>
                  <a:pt x="3430967" y="2100443"/>
                  <a:pt x="3422461" y="2109391"/>
                  <a:pt x="3412154" y="2115225"/>
                </a:cubicBezTo>
                <a:cubicBezTo>
                  <a:pt x="3401846" y="2121043"/>
                  <a:pt x="3389751" y="2124189"/>
                  <a:pt x="3378100" y="2124189"/>
                </a:cubicBezTo>
                <a:lnTo>
                  <a:pt x="68122" y="2124631"/>
                </a:lnTo>
                <a:cubicBezTo>
                  <a:pt x="56013" y="2124631"/>
                  <a:pt x="44361" y="2121500"/>
                  <a:pt x="34053" y="2115668"/>
                </a:cubicBezTo>
                <a:cubicBezTo>
                  <a:pt x="23745" y="2109391"/>
                  <a:pt x="14781" y="2100886"/>
                  <a:pt x="8964" y="2090578"/>
                </a:cubicBezTo>
                <a:cubicBezTo>
                  <a:pt x="3130" y="2080270"/>
                  <a:pt x="0" y="2068176"/>
                  <a:pt x="0" y="2056524"/>
                </a:cubicBezTo>
                <a:lnTo>
                  <a:pt x="0" y="68106"/>
                </a:lnTo>
              </a:path>
            </a:pathLst>
          </a:custGeom>
          <a:solidFill xmlns:a="http://schemas.openxmlformats.org/drawingml/2006/main">
            <a:srgbClr val="F7FBFE"/>
          </a:solidFill>
          <a:ln xmlns:a="http://schemas.openxmlformats.org/drawingml/2006/main" w="12862">
            <a:solidFill>
              <a:srgbClr val="9CBEE0"/>
            </a:solidFill>
            <a:prstDash val="solid"/>
          </a:ln>
        </p:spPr>
      </p:sp>
      <p:sp>
        <p:nvSpPr>
          <p:cNvPr id="12" name="path-9">
            <a:extLst xmlns:a="http://schemas.openxmlformats.org/drawingml/2006/main">
              <a:ext uri="{FF2B5EF4-FFF2-40B4-BE49-F238E27FC236}">
                <a16:creationId xmlns:a16="http://schemas.microsoft.com/office/drawing/2014/main" id="{8C4C978B-EDE9-4658-AB6D-CA3279C6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461" y="2689704"/>
            <a:ext cx="2852883" cy="1742308"/>
          </a:xfrm>
          <a:custGeom xmlns:a="http://schemas.openxmlformats.org/drawingml/2006/main">
            <a:pathLst>
              <a:path w="3478933" h="2124648">
                <a:moveTo>
                  <a:pt x="0" y="68123"/>
                </a:moveTo>
                <a:lnTo>
                  <a:pt x="0" y="68123"/>
                </a:lnTo>
                <a:cubicBezTo>
                  <a:pt x="0" y="56028"/>
                  <a:pt x="3146" y="44377"/>
                  <a:pt x="8964" y="34070"/>
                </a:cubicBezTo>
                <a:cubicBezTo>
                  <a:pt x="15240" y="23761"/>
                  <a:pt x="23762" y="14798"/>
                  <a:pt x="34054" y="8964"/>
                </a:cubicBezTo>
                <a:cubicBezTo>
                  <a:pt x="44361" y="3147"/>
                  <a:pt x="56471" y="0"/>
                  <a:pt x="68123" y="0"/>
                </a:cubicBezTo>
                <a:lnTo>
                  <a:pt x="3410368" y="0"/>
                </a:lnTo>
                <a:cubicBezTo>
                  <a:pt x="3422462" y="0"/>
                  <a:pt x="3434113" y="3147"/>
                  <a:pt x="3444420" y="8964"/>
                </a:cubicBezTo>
                <a:cubicBezTo>
                  <a:pt x="3454729" y="15240"/>
                  <a:pt x="3463692" y="23761"/>
                  <a:pt x="3469510" y="34070"/>
                </a:cubicBezTo>
                <a:cubicBezTo>
                  <a:pt x="3475344" y="44377"/>
                  <a:pt x="3478475" y="56472"/>
                  <a:pt x="3478475" y="68123"/>
                </a:cubicBezTo>
                <a:lnTo>
                  <a:pt x="3478933" y="2056083"/>
                </a:lnTo>
                <a:cubicBezTo>
                  <a:pt x="3478933" y="2068177"/>
                  <a:pt x="3475787" y="2079829"/>
                  <a:pt x="3469969" y="2090136"/>
                </a:cubicBezTo>
                <a:cubicBezTo>
                  <a:pt x="3463692" y="2100444"/>
                  <a:pt x="3455171" y="2109408"/>
                  <a:pt x="3444864" y="2115241"/>
                </a:cubicBezTo>
                <a:cubicBezTo>
                  <a:pt x="3434556" y="2121059"/>
                  <a:pt x="3422462" y="2124205"/>
                  <a:pt x="3410810" y="2124205"/>
                </a:cubicBezTo>
                <a:lnTo>
                  <a:pt x="68123" y="2124648"/>
                </a:lnTo>
                <a:cubicBezTo>
                  <a:pt x="56013" y="2124648"/>
                  <a:pt x="44361" y="2121518"/>
                  <a:pt x="34054" y="2115684"/>
                </a:cubicBezTo>
                <a:cubicBezTo>
                  <a:pt x="23762" y="2109408"/>
                  <a:pt x="14798" y="2100902"/>
                  <a:pt x="8964" y="2090595"/>
                </a:cubicBezTo>
                <a:cubicBezTo>
                  <a:pt x="3146" y="2080287"/>
                  <a:pt x="0" y="2068177"/>
                  <a:pt x="0" y="2056525"/>
                </a:cubicBezTo>
                <a:lnTo>
                  <a:pt x="0" y="68123"/>
                </a:lnTo>
              </a:path>
            </a:pathLst>
          </a:custGeom>
          <a:solidFill xmlns:a="http://schemas.openxmlformats.org/drawingml/2006/main">
            <a:srgbClr val="F8FDFA"/>
          </a:solidFill>
          <a:ln xmlns:a="http://schemas.openxmlformats.org/drawingml/2006/main" w="12862">
            <a:solidFill>
              <a:srgbClr val="9CCCB0"/>
            </a:solidFill>
            <a:prstDash val="solid"/>
          </a:ln>
        </p:spPr>
      </p:sp>
      <p:sp>
        <p:nvSpPr>
          <p:cNvPr id="13" name="path-10">
            <a:extLst xmlns:a="http://schemas.openxmlformats.org/drawingml/2006/main">
              <a:ext uri="{FF2B5EF4-FFF2-40B4-BE49-F238E27FC236}">
                <a16:creationId xmlns:a16="http://schemas.microsoft.com/office/drawing/2014/main" id="{C23A79D9-6504-4513-A025-75CF9AD8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982" y="2689704"/>
            <a:ext cx="2826047" cy="1742308"/>
          </a:xfrm>
          <a:custGeom xmlns:a="http://schemas.openxmlformats.org/drawingml/2006/main">
            <a:pathLst>
              <a:path w="3446207" h="2124648">
                <a:moveTo>
                  <a:pt x="0" y="68123"/>
                </a:moveTo>
                <a:lnTo>
                  <a:pt x="0" y="68123"/>
                </a:lnTo>
                <a:cubicBezTo>
                  <a:pt x="0" y="56028"/>
                  <a:pt x="3130" y="44377"/>
                  <a:pt x="8964" y="34070"/>
                </a:cubicBezTo>
                <a:cubicBezTo>
                  <a:pt x="15240" y="23761"/>
                  <a:pt x="23745" y="14798"/>
                  <a:pt x="34053" y="8964"/>
                </a:cubicBezTo>
                <a:cubicBezTo>
                  <a:pt x="44361" y="3147"/>
                  <a:pt x="56471" y="0"/>
                  <a:pt x="68122" y="0"/>
                </a:cubicBezTo>
                <a:lnTo>
                  <a:pt x="3377642" y="0"/>
                </a:lnTo>
                <a:cubicBezTo>
                  <a:pt x="3389751" y="0"/>
                  <a:pt x="3401402" y="3147"/>
                  <a:pt x="3411711" y="8964"/>
                </a:cubicBezTo>
                <a:cubicBezTo>
                  <a:pt x="3422003" y="15240"/>
                  <a:pt x="3430967" y="23761"/>
                  <a:pt x="3436801" y="34070"/>
                </a:cubicBezTo>
                <a:cubicBezTo>
                  <a:pt x="3442618" y="44377"/>
                  <a:pt x="3445764" y="56472"/>
                  <a:pt x="3445764" y="68123"/>
                </a:cubicBezTo>
                <a:lnTo>
                  <a:pt x="3446207" y="2056083"/>
                </a:lnTo>
                <a:cubicBezTo>
                  <a:pt x="3446207" y="2068177"/>
                  <a:pt x="3443077" y="2079829"/>
                  <a:pt x="3437243" y="2090136"/>
                </a:cubicBezTo>
                <a:cubicBezTo>
                  <a:pt x="3430967" y="2100444"/>
                  <a:pt x="3422461" y="2109408"/>
                  <a:pt x="3412154" y="2115241"/>
                </a:cubicBezTo>
                <a:cubicBezTo>
                  <a:pt x="3401846" y="2121059"/>
                  <a:pt x="3389751" y="2124205"/>
                  <a:pt x="3378100" y="2124205"/>
                </a:cubicBezTo>
                <a:lnTo>
                  <a:pt x="68122" y="2124648"/>
                </a:lnTo>
                <a:cubicBezTo>
                  <a:pt x="56013" y="2124648"/>
                  <a:pt x="44361" y="2121518"/>
                  <a:pt x="34053" y="2115684"/>
                </a:cubicBezTo>
                <a:cubicBezTo>
                  <a:pt x="23745" y="2109408"/>
                  <a:pt x="14781" y="2100902"/>
                  <a:pt x="8964" y="2090595"/>
                </a:cubicBezTo>
                <a:cubicBezTo>
                  <a:pt x="3130" y="2080287"/>
                  <a:pt x="0" y="2068177"/>
                  <a:pt x="0" y="2056525"/>
                </a:cubicBezTo>
                <a:lnTo>
                  <a:pt x="0" y="68123"/>
                </a:lnTo>
              </a:path>
            </a:pathLst>
          </a:custGeom>
          <a:solidFill xmlns:a="http://schemas.openxmlformats.org/drawingml/2006/main">
            <a:srgbClr val="FFFDF8"/>
          </a:solidFill>
          <a:ln xmlns:a="http://schemas.openxmlformats.org/drawingml/2006/main" w="12862">
            <a:solidFill>
              <a:srgbClr val="EEBB90"/>
            </a:solidFill>
            <a:prstDash val="solid"/>
          </a:ln>
        </p:spPr>
      </p:sp>
      <p:sp>
        <p:nvSpPr>
          <p:cNvPr id="14" name="text-11 Content">
            <a:extLst xmlns:a="http://schemas.openxmlformats.org/drawingml/2006/main">
              <a:ext uri="{FF2B5EF4-FFF2-40B4-BE49-F238E27FC236}">
                <a16:creationId xmlns:a16="http://schemas.microsoft.com/office/drawing/2014/main" id="{10D49409-E21E-4E9F-81FD-8F53545E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9609" y="662885"/>
            <a:ext cx="657492" cy="232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09" b="1" i="0">
                <a:solidFill>
                  <a:srgbClr val="6B3F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09" b="1" i="0">
                <a:solidFill>
                  <a:srgbClr val="6B3FA0"/>
                </a:solidFill>
                <a:latin typeface="Arial"/>
                <a:ea typeface="Arial"/>
                <a:cs typeface="Arial"/>
              </a:defRPr>
            </a:pPr>
            <a:r>
              <a:rPr sz="1309" b="1" i="0">
                <a:solidFill>
                  <a:srgbClr val="6B3FA0"/>
                </a:solidFill>
                <a:latin typeface="Arial"/>
                <a:ea typeface="Arial"/>
                <a:cs typeface="Arial"/>
              </a:rPr>
              <a:t>Content</a:t>
            </a:r>
          </a:p>
        </p:txBody>
      </p:sp>
      <p:sp>
        <p:nvSpPr>
          <p:cNvPr id="15" name="text-11 &amp;">
            <a:extLst xmlns:a="http://schemas.openxmlformats.org/drawingml/2006/main">
              <a:ext uri="{FF2B5EF4-FFF2-40B4-BE49-F238E27FC236}">
                <a16:creationId xmlns:a16="http://schemas.microsoft.com/office/drawing/2014/main" id="{21D60B65-3368-4602-9292-D72A592E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3367" y="662896"/>
            <a:ext cx="149873" cy="232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08" b="1" i="0">
                <a:solidFill>
                  <a:srgbClr val="6B3F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08" b="1" i="0">
                <a:solidFill>
                  <a:srgbClr val="6B3FA0"/>
                </a:solidFill>
                <a:latin typeface="Arial"/>
                <a:ea typeface="Arial"/>
                <a:cs typeface="Arial"/>
              </a:defRPr>
            </a:pPr>
            <a:r>
              <a:rPr sz="1308" b="1" i="0">
                <a:solidFill>
                  <a:srgbClr val="6B3FA0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16" name="text-11 Domains">
            <a:extLst xmlns:a="http://schemas.openxmlformats.org/drawingml/2006/main">
              <a:ext uri="{FF2B5EF4-FFF2-40B4-BE49-F238E27FC236}">
                <a16:creationId xmlns:a16="http://schemas.microsoft.com/office/drawing/2014/main" id="{B1A0E161-7610-47FA-8031-F623A9B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49647" y="662734"/>
            <a:ext cx="732294" cy="2328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10" b="1" i="0">
                <a:solidFill>
                  <a:srgbClr val="6B3F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10" b="1" i="0">
                <a:solidFill>
                  <a:srgbClr val="6B3FA0"/>
                </a:solidFill>
                <a:latin typeface="Arial"/>
                <a:ea typeface="Arial"/>
                <a:cs typeface="Arial"/>
              </a:defRPr>
            </a:pPr>
            <a:r>
              <a:rPr sz="1310" b="1" i="0">
                <a:solidFill>
                  <a:srgbClr val="6B3FA0"/>
                </a:solidFill>
                <a:latin typeface="Arial"/>
                <a:ea typeface="Arial"/>
                <a:cs typeface="Arial"/>
              </a:rPr>
              <a:t>Domains</a:t>
            </a:r>
          </a:p>
        </p:txBody>
      </p:sp>
      <p:sp>
        <p:nvSpPr>
          <p:cNvPr id="17" name="text-12 Layout">
            <a:extLst xmlns:a="http://schemas.openxmlformats.org/drawingml/2006/main">
              <a:ext uri="{FF2B5EF4-FFF2-40B4-BE49-F238E27FC236}">
                <a16:creationId xmlns:a16="http://schemas.microsoft.com/office/drawing/2014/main" id="{64D4BEE7-7A50-44A7-81AB-BF148AC8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55580" y="662882"/>
            <a:ext cx="574601" cy="2326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09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09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pPr>
            <a:r>
              <a:rPr sz="1309" b="1" i="0">
                <a:solidFill>
                  <a:srgbClr val="1F5FA8"/>
                </a:solidFill>
                <a:latin typeface="Arial"/>
                <a:ea typeface="Arial"/>
                <a:cs typeface="Arial"/>
              </a:rPr>
              <a:t>Layout</a:t>
            </a:r>
          </a:p>
        </p:txBody>
      </p:sp>
      <p:sp>
        <p:nvSpPr>
          <p:cNvPr id="18" name="text-12 &amp;">
            <a:extLst xmlns:a="http://schemas.openxmlformats.org/drawingml/2006/main">
              <a:ext uri="{FF2B5EF4-FFF2-40B4-BE49-F238E27FC236}">
                <a16:creationId xmlns:a16="http://schemas.microsoft.com/office/drawing/2014/main" id="{079784CC-DC8C-48DC-8306-4962D30E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6446" y="662897"/>
            <a:ext cx="149873" cy="232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08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08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pPr>
            <a:r>
              <a:rPr sz="1308" b="1" i="0">
                <a:solidFill>
                  <a:srgbClr val="1F5FA8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19" name="text-12 Element">
            <a:extLst xmlns:a="http://schemas.openxmlformats.org/drawingml/2006/main">
              <a:ext uri="{FF2B5EF4-FFF2-40B4-BE49-F238E27FC236}">
                <a16:creationId xmlns:a16="http://schemas.microsoft.com/office/drawing/2014/main" id="{D383716C-F5AE-4242-B68E-58DF2925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2726" y="662758"/>
            <a:ext cx="676784" cy="232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10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10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pPr>
            <a:r>
              <a:rPr sz="1310" b="1" i="0">
                <a:solidFill>
                  <a:srgbClr val="1F5FA8"/>
                </a:solidFill>
                <a:latin typeface="Arial"/>
                <a:ea typeface="Arial"/>
                <a:cs typeface="Arial"/>
              </a:rPr>
              <a:t>Element</a:t>
            </a:r>
          </a:p>
        </p:txBody>
      </p:sp>
      <p:sp>
        <p:nvSpPr>
          <p:cNvPr id="20" name="text-12 Composition">
            <a:extLst xmlns:a="http://schemas.openxmlformats.org/drawingml/2006/main">
              <a:ext uri="{FF2B5EF4-FFF2-40B4-BE49-F238E27FC236}">
                <a16:creationId xmlns:a16="http://schemas.microsoft.com/office/drawing/2014/main" id="{BC337774-C5BA-4314-9B27-60923EC8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5752" y="662785"/>
            <a:ext cx="1045856" cy="232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09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09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pPr>
            <a:r>
              <a:rPr sz="1309" b="1" i="0">
                <a:solidFill>
                  <a:srgbClr val="1F5FA8"/>
                </a:solidFill>
                <a:latin typeface="Arial"/>
                <a:ea typeface="Arial"/>
                <a:cs typeface="Arial"/>
              </a:rPr>
              <a:t>Composition</a:t>
            </a:r>
          </a:p>
        </p:txBody>
      </p:sp>
      <p:sp>
        <p:nvSpPr>
          <p:cNvPr id="21" name="text-13 Language">
            <a:extLst xmlns:a="http://schemas.openxmlformats.org/drawingml/2006/main">
              <a:ext uri="{FF2B5EF4-FFF2-40B4-BE49-F238E27FC236}">
                <a16:creationId xmlns:a16="http://schemas.microsoft.com/office/drawing/2014/main" id="{FF849AE9-60D2-4F9D-B0E7-C1284608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5510" y="2746886"/>
            <a:ext cx="815006" cy="232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09" b="1" i="0">
                <a:solidFill>
                  <a:srgbClr val="1E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09" b="1" i="0">
                <a:solidFill>
                  <a:srgbClr val="1E7A45"/>
                </a:solidFill>
                <a:latin typeface="Arial"/>
                <a:ea typeface="Arial"/>
                <a:cs typeface="Arial"/>
              </a:defRPr>
            </a:pPr>
            <a:r>
              <a:rPr sz="1309" b="1" i="0">
                <a:solidFill>
                  <a:srgbClr val="1E7A45"/>
                </a:solidFill>
                <a:latin typeface="Arial"/>
                <a:ea typeface="Arial"/>
                <a:cs typeface="Arial"/>
              </a:rPr>
              <a:t>Language</a:t>
            </a:r>
          </a:p>
        </p:txBody>
      </p:sp>
      <p:sp>
        <p:nvSpPr>
          <p:cNvPr id="22" name="text-13 &amp;">
            <a:extLst xmlns:a="http://schemas.openxmlformats.org/drawingml/2006/main">
              <a:ext uri="{FF2B5EF4-FFF2-40B4-BE49-F238E27FC236}">
                <a16:creationId xmlns:a16="http://schemas.microsoft.com/office/drawing/2014/main" id="{ACA75B17-142F-418D-AF98-D8385221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6910" y="2746975"/>
            <a:ext cx="149873" cy="232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08" b="1" i="0">
                <a:solidFill>
                  <a:srgbClr val="1E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08" b="1" i="0">
                <a:solidFill>
                  <a:srgbClr val="1E7A45"/>
                </a:solidFill>
                <a:latin typeface="Arial"/>
                <a:ea typeface="Arial"/>
                <a:cs typeface="Arial"/>
              </a:defRPr>
            </a:pPr>
            <a:r>
              <a:rPr sz="1308" b="1" i="0">
                <a:solidFill>
                  <a:srgbClr val="1E7A45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23" name="text-13 Writing">
            <a:extLst xmlns:a="http://schemas.openxmlformats.org/drawingml/2006/main">
              <a:ext uri="{FF2B5EF4-FFF2-40B4-BE49-F238E27FC236}">
                <a16:creationId xmlns:a16="http://schemas.microsoft.com/office/drawing/2014/main" id="{D7107D1E-ACCF-4E95-A0CB-40BC8E37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3189" y="2746941"/>
            <a:ext cx="599162" cy="232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09" b="1" i="0">
                <a:solidFill>
                  <a:srgbClr val="1E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09" b="1" i="0">
                <a:solidFill>
                  <a:srgbClr val="1E7A45"/>
                </a:solidFill>
                <a:latin typeface="Arial"/>
                <a:ea typeface="Arial"/>
                <a:cs typeface="Arial"/>
              </a:defRPr>
            </a:pPr>
            <a:r>
              <a:rPr sz="1309" b="1" i="0">
                <a:solidFill>
                  <a:srgbClr val="1E7A45"/>
                </a:solidFill>
                <a:latin typeface="Arial"/>
                <a:ea typeface="Arial"/>
                <a:cs typeface="Arial"/>
              </a:rPr>
              <a:t>Writing</a:t>
            </a:r>
          </a:p>
        </p:txBody>
      </p:sp>
      <p:sp>
        <p:nvSpPr>
          <p:cNvPr id="24" name="text-13 Style">
            <a:extLst xmlns:a="http://schemas.openxmlformats.org/drawingml/2006/main">
              <a:ext uri="{FF2B5EF4-FFF2-40B4-BE49-F238E27FC236}">
                <a16:creationId xmlns:a16="http://schemas.microsoft.com/office/drawing/2014/main" id="{E70A8FBD-705B-490B-9B9A-30B360CD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8807" y="2746880"/>
            <a:ext cx="427297" cy="232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09" b="1" i="0">
                <a:solidFill>
                  <a:srgbClr val="1E7A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09" b="1" i="0">
                <a:solidFill>
                  <a:srgbClr val="1E7A45"/>
                </a:solidFill>
                <a:latin typeface="Arial"/>
                <a:ea typeface="Arial"/>
                <a:cs typeface="Arial"/>
              </a:defRPr>
            </a:pPr>
            <a:r>
              <a:rPr sz="1309" b="1" i="0">
                <a:solidFill>
                  <a:srgbClr val="1E7A45"/>
                </a:solidFill>
                <a:latin typeface="Arial"/>
                <a:ea typeface="Arial"/>
                <a:cs typeface="Arial"/>
              </a:rPr>
              <a:t>Style</a:t>
            </a:r>
          </a:p>
        </p:txBody>
      </p:sp>
      <p:sp>
        <p:nvSpPr>
          <p:cNvPr id="25" name="text-14 Acquisition">
            <a:extLst xmlns:a="http://schemas.openxmlformats.org/drawingml/2006/main">
              <a:ext uri="{FF2B5EF4-FFF2-40B4-BE49-F238E27FC236}">
                <a16:creationId xmlns:a16="http://schemas.microsoft.com/office/drawing/2014/main" id="{284D0307-BEC3-42BC-9ADC-1E68B80D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9355" y="2746913"/>
            <a:ext cx="934882" cy="232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09" b="1" i="0">
                <a:solidFill>
                  <a:srgbClr val="C063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09" b="1" i="0">
                <a:solidFill>
                  <a:srgbClr val="C0631A"/>
                </a:solidFill>
                <a:latin typeface="Arial"/>
                <a:ea typeface="Arial"/>
                <a:cs typeface="Arial"/>
              </a:defRPr>
            </a:pPr>
            <a:r>
              <a:rPr sz="1309" b="1" i="0">
                <a:solidFill>
                  <a:srgbClr val="C0631A"/>
                </a:solidFill>
                <a:latin typeface="Arial"/>
                <a:ea typeface="Arial"/>
                <a:cs typeface="Arial"/>
              </a:rPr>
              <a:t>Acquisition</a:t>
            </a:r>
          </a:p>
        </p:txBody>
      </p:sp>
      <p:sp>
        <p:nvSpPr>
          <p:cNvPr id="26" name="text-14 Conditions">
            <a:extLst xmlns:a="http://schemas.openxmlformats.org/drawingml/2006/main">
              <a:ext uri="{FF2B5EF4-FFF2-40B4-BE49-F238E27FC236}">
                <a16:creationId xmlns:a16="http://schemas.microsoft.com/office/drawing/2014/main" id="{D9825043-F529-4D1C-AF7C-4F4E1023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0521" y="2746814"/>
            <a:ext cx="898241" cy="232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10" b="1" i="0">
                <a:solidFill>
                  <a:srgbClr val="C063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10" b="1" i="0">
                <a:solidFill>
                  <a:srgbClr val="C0631A"/>
                </a:solidFill>
                <a:latin typeface="Arial"/>
                <a:ea typeface="Arial"/>
                <a:cs typeface="Arial"/>
              </a:defRPr>
            </a:pPr>
            <a:r>
              <a:rPr sz="1310" b="1" i="0">
                <a:solidFill>
                  <a:srgbClr val="C0631A"/>
                </a:solidFill>
                <a:latin typeface="Arial"/>
                <a:ea typeface="Arial"/>
                <a:cs typeface="Arial"/>
              </a:rPr>
              <a:t>Conditions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1BACE3-9AC9-4186-9C0A-A0ECB74F2F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0a7935e7e4fce"/>
          <a:stretch xmlns:a="http://schemas.openxmlformats.org/drawingml/2006/main"/>
        </p:blipFill>
        <p:spPr>
          <a:xfrm xmlns:a="http://schemas.openxmlformats.org/drawingml/2006/main">
            <a:off x="1941787" y="967620"/>
            <a:ext cx="256878" cy="256878"/>
          </a:xfrm>
          <a:prstGeom xmlns:a="http://schemas.openxmlformats.org/drawingml/2006/main" prst="rect">
            <a:avLst/>
          </a:prstGeom>
        </p:spPr>
      </p:pic>
      <p:sp>
        <p:nvSpPr>
          <p:cNvPr id="28" name="text-16 Academic">
            <a:extLst xmlns:a="http://schemas.openxmlformats.org/drawingml/2006/main">
              <a:ext uri="{FF2B5EF4-FFF2-40B4-BE49-F238E27FC236}">
                <a16:creationId xmlns:a16="http://schemas.microsoft.com/office/drawing/2014/main" id="{35515096-405D-4335-B3BA-C7A439F9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7601" y="936171"/>
            <a:ext cx="652643" cy="199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Academic</a:t>
            </a:r>
          </a:p>
        </p:txBody>
      </p:sp>
      <p:sp>
        <p:nvSpPr>
          <p:cNvPr id="29" name="text-17 papers">
            <a:extLst xmlns:a="http://schemas.openxmlformats.org/drawingml/2006/main">
              <a:ext uri="{FF2B5EF4-FFF2-40B4-BE49-F238E27FC236}">
                <a16:creationId xmlns:a16="http://schemas.microsoft.com/office/drawing/2014/main" id="{F610D568-29D7-47CB-A2C4-CB90B53E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7601" y="1090162"/>
            <a:ext cx="462292" cy="199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papers</a:t>
            </a:r>
          </a:p>
        </p:txBody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B69037-8F4A-45D5-9D06-7BC30DC306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7ed62b8084482"/>
          <a:stretch xmlns:a="http://schemas.openxmlformats.org/drawingml/2006/main"/>
        </p:blipFill>
        <p:spPr>
          <a:xfrm xmlns:a="http://schemas.openxmlformats.org/drawingml/2006/main">
            <a:off x="1941787" y="1421481"/>
            <a:ext cx="256878" cy="256878"/>
          </a:xfrm>
          <a:prstGeom xmlns:a="http://schemas.openxmlformats.org/drawingml/2006/main" prst="rect">
            <a:avLst/>
          </a:prstGeom>
        </p:spPr>
      </p:pic>
      <p:sp>
        <p:nvSpPr>
          <p:cNvPr id="31" name="text-19 Textbooks">
            <a:extLst xmlns:a="http://schemas.openxmlformats.org/drawingml/2006/main">
              <a:ext uri="{FF2B5EF4-FFF2-40B4-BE49-F238E27FC236}">
                <a16:creationId xmlns:a16="http://schemas.microsoft.com/office/drawing/2014/main" id="{B49CE375-C3A5-4330-A257-7B802853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1503" y="1462800"/>
            <a:ext cx="668610" cy="199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Textbooks</a:t>
            </a:r>
          </a:p>
        </p:txBody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62D751-26AB-4732-91D0-858375CB73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15ba581e374b59"/>
          <a:stretch xmlns:a="http://schemas.openxmlformats.org/drawingml/2006/main"/>
        </p:blipFill>
        <p:spPr>
          <a:xfrm xmlns:a="http://schemas.openxmlformats.org/drawingml/2006/main">
            <a:off x="1941787" y="1887838"/>
            <a:ext cx="256878" cy="256878"/>
          </a:xfrm>
          <a:prstGeom xmlns:a="http://schemas.openxmlformats.org/drawingml/2006/main" prst="rect">
            <a:avLst/>
          </a:prstGeom>
        </p:spPr>
      </p:pic>
      <p:sp>
        <p:nvSpPr>
          <p:cNvPr id="33" name="text-21 Reports">
            <a:extLst xmlns:a="http://schemas.openxmlformats.org/drawingml/2006/main">
              <a:ext uri="{FF2B5EF4-FFF2-40B4-BE49-F238E27FC236}">
                <a16:creationId xmlns:a16="http://schemas.microsoft.com/office/drawing/2014/main" id="{081F2B5E-E2B5-4F10-8D92-B8C59E4B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7601" y="1902787"/>
            <a:ext cx="525298" cy="199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Reports</a:t>
            </a:r>
          </a:p>
        </p:txBody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25E846-957E-44C0-91C7-C3CA671C96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173fac38364433"/>
          <a:stretch xmlns:a="http://schemas.openxmlformats.org/drawingml/2006/main"/>
        </p:blipFill>
        <p:spPr>
          <a:xfrm xmlns:a="http://schemas.openxmlformats.org/drawingml/2006/main">
            <a:off x="3292334" y="980857"/>
            <a:ext cx="256878" cy="256878"/>
          </a:xfrm>
          <a:prstGeom xmlns:a="http://schemas.openxmlformats.org/drawingml/2006/main" prst="rect">
            <a:avLst/>
          </a:prstGeom>
        </p:spPr>
      </p:pic>
      <p:sp>
        <p:nvSpPr>
          <p:cNvPr id="35" name="text-23 Forms">
            <a:extLst xmlns:a="http://schemas.openxmlformats.org/drawingml/2006/main">
              <a:ext uri="{FF2B5EF4-FFF2-40B4-BE49-F238E27FC236}">
                <a16:creationId xmlns:a16="http://schemas.microsoft.com/office/drawing/2014/main" id="{B72AD3E5-A1B1-4292-A48F-8435497C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888" y="935881"/>
            <a:ext cx="430057" cy="1998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Forms</a:t>
            </a:r>
          </a:p>
        </p:txBody>
      </p:sp>
      <p:sp>
        <p:nvSpPr>
          <p:cNvPr id="36" name="text-23 &amp;">
            <a:extLst xmlns:a="http://schemas.openxmlformats.org/drawingml/2006/main">
              <a:ext uri="{FF2B5EF4-FFF2-40B4-BE49-F238E27FC236}">
                <a16:creationId xmlns:a16="http://schemas.microsoft.com/office/drawing/2014/main" id="{3FF0EBC6-629D-41E0-BEF2-47CCE01E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3035" y="935962"/>
            <a:ext cx="120778" cy="199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3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37" name="text-24 receipts">
            <a:extLst xmlns:a="http://schemas.openxmlformats.org/drawingml/2006/main">
              <a:ext uri="{FF2B5EF4-FFF2-40B4-BE49-F238E27FC236}">
                <a16:creationId xmlns:a16="http://schemas.microsoft.com/office/drawing/2014/main" id="{8C732371-3CCD-4925-8531-3CE237D6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888" y="1089888"/>
            <a:ext cx="525297" cy="199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receipts</a:t>
            </a:r>
          </a:p>
        </p:txBody>
      </p:sp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FD6693-66A5-4315-9E4E-A2988C12DF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18547c54974210"/>
          <a:stretch xmlns:a="http://schemas.openxmlformats.org/drawingml/2006/main"/>
        </p:blipFill>
        <p:spPr>
          <a:xfrm xmlns:a="http://schemas.openxmlformats.org/drawingml/2006/main">
            <a:off x="3292334" y="1421481"/>
            <a:ext cx="256878" cy="256878"/>
          </a:xfrm>
          <a:prstGeom xmlns:a="http://schemas.openxmlformats.org/drawingml/2006/main" prst="rect">
            <a:avLst/>
          </a:prstGeom>
        </p:spPr>
      </p:pic>
      <p:sp>
        <p:nvSpPr>
          <p:cNvPr id="39" name="text-26 News">
            <a:extLst xmlns:a="http://schemas.openxmlformats.org/drawingml/2006/main">
              <a:ext uri="{FF2B5EF4-FFF2-40B4-BE49-F238E27FC236}">
                <a16:creationId xmlns:a16="http://schemas.microsoft.com/office/drawing/2014/main" id="{24E2F85E-F68A-4FEF-A557-239160CC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2487" y="1460542"/>
            <a:ext cx="382883" cy="199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News</a:t>
            </a:r>
          </a:p>
        </p:txBody>
      </p:sp>
      <p:sp>
        <p:nvSpPr>
          <p:cNvPr id="40" name="text-26 &amp;">
            <a:extLst xmlns:a="http://schemas.openxmlformats.org/drawingml/2006/main">
              <a:ext uri="{FF2B5EF4-FFF2-40B4-BE49-F238E27FC236}">
                <a16:creationId xmlns:a16="http://schemas.microsoft.com/office/drawing/2014/main" id="{F21E7416-87DF-4294-A1E6-E93F9504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9581" y="1460738"/>
            <a:ext cx="120778" cy="199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3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41" name="text-26 media">
            <a:extLst xmlns:a="http://schemas.openxmlformats.org/drawingml/2006/main">
              <a:ext uri="{FF2B5EF4-FFF2-40B4-BE49-F238E27FC236}">
                <a16:creationId xmlns:a16="http://schemas.microsoft.com/office/drawing/2014/main" id="{B9851306-56D8-4998-B614-FB6C0286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4465" y="1460614"/>
            <a:ext cx="414545" cy="199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media</a:t>
            </a:r>
          </a:p>
        </p:txBody>
      </p:sp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F469F2-982C-4792-A037-9F40E561B4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18dabc1314b08"/>
          <a:stretch xmlns:a="http://schemas.openxmlformats.org/drawingml/2006/main"/>
        </p:blipFill>
        <p:spPr>
          <a:xfrm xmlns:a="http://schemas.openxmlformats.org/drawingml/2006/main">
            <a:off x="3305558" y="1874977"/>
            <a:ext cx="256878" cy="256878"/>
          </a:xfrm>
          <a:prstGeom xmlns:a="http://schemas.openxmlformats.org/drawingml/2006/main" prst="rect">
            <a:avLst/>
          </a:prstGeom>
        </p:spPr>
      </p:pic>
      <p:sp>
        <p:nvSpPr>
          <p:cNvPr id="43" name="text-28 Handwritten">
            <a:extLst xmlns:a="http://schemas.openxmlformats.org/drawingml/2006/main">
              <a:ext uri="{FF2B5EF4-FFF2-40B4-BE49-F238E27FC236}">
                <a16:creationId xmlns:a16="http://schemas.microsoft.com/office/drawing/2014/main" id="{BEB7F77F-ACE7-457E-86C3-A77146EA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2487" y="1864145"/>
            <a:ext cx="787399" cy="199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Handwritten</a:t>
            </a:r>
          </a:p>
        </p:txBody>
      </p:sp>
      <p:sp>
        <p:nvSpPr>
          <p:cNvPr id="44" name="text-29 notes">
            <a:extLst xmlns:a="http://schemas.openxmlformats.org/drawingml/2006/main">
              <a:ext uri="{FF2B5EF4-FFF2-40B4-BE49-F238E27FC236}">
                <a16:creationId xmlns:a16="http://schemas.microsoft.com/office/drawing/2014/main" id="{5CCDF78A-69F0-42C8-B364-CC89202B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2487" y="2018144"/>
            <a:ext cx="374879" cy="199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notes</a:t>
            </a:r>
          </a:p>
        </p:txBody>
      </p:sp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4F40D07-652C-40FF-B63D-9115BE64AF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a9eaeefd14e9f"/>
          <a:stretch xmlns:a="http://schemas.openxmlformats.org/drawingml/2006/main"/>
        </p:blipFill>
        <p:spPr>
          <a:xfrm xmlns:a="http://schemas.openxmlformats.org/drawingml/2006/main">
            <a:off x="5001194" y="904043"/>
            <a:ext cx="174567" cy="174567"/>
          </a:xfrm>
          <a:prstGeom xmlns:a="http://schemas.openxmlformats.org/drawingml/2006/main" prst="rect">
            <a:avLst/>
          </a:prstGeom>
        </p:spPr>
      </p:pic>
      <p:sp>
        <p:nvSpPr>
          <p:cNvPr id="46" name="text-31 Single-column">
            <a:extLst xmlns:a="http://schemas.openxmlformats.org/drawingml/2006/main">
              <a:ext uri="{FF2B5EF4-FFF2-40B4-BE49-F238E27FC236}">
                <a16:creationId xmlns:a16="http://schemas.microsoft.com/office/drawing/2014/main" id="{32C02920-5CA9-4700-AAF5-F9EF9436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2350" y="919261"/>
            <a:ext cx="930561" cy="199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Single-column</a:t>
            </a:r>
          </a:p>
        </p:txBody>
      </p:sp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353F74-DF37-4EA3-AAF2-085A545008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180413fd644822"/>
          <a:stretch xmlns:a="http://schemas.openxmlformats.org/drawingml/2006/main"/>
        </p:blipFill>
        <p:spPr>
          <a:xfrm xmlns:a="http://schemas.openxmlformats.org/drawingml/2006/main">
            <a:off x="5001194" y="1262717"/>
            <a:ext cx="174567" cy="174567"/>
          </a:xfrm>
          <a:prstGeom xmlns:a="http://schemas.openxmlformats.org/drawingml/2006/main" prst="rect">
            <a:avLst/>
          </a:prstGeom>
        </p:spPr>
      </p:pic>
      <p:sp>
        <p:nvSpPr>
          <p:cNvPr id="48" name="text-33 Multi-column">
            <a:extLst xmlns:a="http://schemas.openxmlformats.org/drawingml/2006/main">
              <a:ext uri="{FF2B5EF4-FFF2-40B4-BE49-F238E27FC236}">
                <a16:creationId xmlns:a16="http://schemas.microsoft.com/office/drawing/2014/main" id="{CF00C61E-17A1-4941-A517-B6A1C86B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7861" y="1261413"/>
            <a:ext cx="835029" cy="1999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Multi-column</a:t>
            </a:r>
          </a:p>
        </p:txBody>
      </p:sp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4498D36-6B63-407F-9085-8A882EA404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173efcefdb43e9"/>
          <a:stretch xmlns:a="http://schemas.openxmlformats.org/drawingml/2006/main"/>
        </p:blipFill>
        <p:spPr>
          <a:xfrm xmlns:a="http://schemas.openxmlformats.org/drawingml/2006/main">
            <a:off x="5001194" y="1621755"/>
            <a:ext cx="174567" cy="174567"/>
          </a:xfrm>
          <a:prstGeom xmlns:a="http://schemas.openxmlformats.org/drawingml/2006/main" prst="rect">
            <a:avLst/>
          </a:prstGeom>
        </p:spPr>
      </p:pic>
      <p:sp>
        <p:nvSpPr>
          <p:cNvPr id="50" name="text-35 Free-form">
            <a:extLst xmlns:a="http://schemas.openxmlformats.org/drawingml/2006/main">
              <a:ext uri="{FF2B5EF4-FFF2-40B4-BE49-F238E27FC236}">
                <a16:creationId xmlns:a16="http://schemas.microsoft.com/office/drawing/2014/main" id="{8F82758D-B3C7-4D1E-A8C0-6ABB767F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6464" y="1636411"/>
            <a:ext cx="617732" cy="189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5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5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065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Free-form</a:t>
            </a:r>
          </a:p>
        </p:txBody>
      </p:sp>
      <p:sp>
        <p:nvSpPr>
          <p:cNvPr id="51" name="text-35 layouts">
            <a:extLst xmlns:a="http://schemas.openxmlformats.org/drawingml/2006/main">
              <a:ext uri="{FF2B5EF4-FFF2-40B4-BE49-F238E27FC236}">
                <a16:creationId xmlns:a16="http://schemas.microsoft.com/office/drawing/2014/main" id="{09E46001-9475-4090-AFEC-CF219CAB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6691" y="1636347"/>
            <a:ext cx="452946" cy="189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6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6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066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layouts</a:t>
            </a:r>
          </a:p>
        </p:txBody>
      </p:sp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B943E98-D824-4102-88BF-624C715A11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acf9e646c9436c"/>
          <a:stretch xmlns:a="http://schemas.openxmlformats.org/drawingml/2006/main"/>
        </p:blipFill>
        <p:spPr>
          <a:xfrm xmlns:a="http://schemas.openxmlformats.org/drawingml/2006/main">
            <a:off x="5028018" y="2035932"/>
            <a:ext cx="113919" cy="113919"/>
          </a:xfrm>
          <a:prstGeom xmlns:a="http://schemas.openxmlformats.org/drawingml/2006/main" prst="rect">
            <a:avLst/>
          </a:prstGeom>
        </p:spPr>
      </p:pic>
      <p:sp>
        <p:nvSpPr>
          <p:cNvPr id="53" name="text-37 Sparse">
            <a:extLst xmlns:a="http://schemas.openxmlformats.org/drawingml/2006/main">
              <a:ext uri="{FF2B5EF4-FFF2-40B4-BE49-F238E27FC236}">
                <a16:creationId xmlns:a16="http://schemas.microsoft.com/office/drawing/2014/main" id="{148344F9-DC3D-442E-BA70-A31E535B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0955" y="2012625"/>
            <a:ext cx="477991" cy="199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Sparse</a:t>
            </a:r>
          </a:p>
        </p:txBody>
      </p:sp>
      <p:sp>
        <p:nvSpPr>
          <p:cNvPr id="54" name="text-37 pages">
            <a:extLst xmlns:a="http://schemas.openxmlformats.org/drawingml/2006/main">
              <a:ext uri="{FF2B5EF4-FFF2-40B4-BE49-F238E27FC236}">
                <a16:creationId xmlns:a16="http://schemas.microsoft.com/office/drawing/2014/main" id="{E9316751-E322-4C7A-9ADA-471A8C00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3010" y="2012593"/>
            <a:ext cx="414668" cy="199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pages</a:t>
            </a:r>
          </a:p>
        </p:txBody>
      </p:sp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6D27A42-8175-4982-A246-DE9B67875D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a2d3499ef643b0"/>
          <a:stretch xmlns:a="http://schemas.openxmlformats.org/drawingml/2006/main"/>
        </p:blipFill>
        <p:spPr>
          <a:xfrm xmlns:a="http://schemas.openxmlformats.org/drawingml/2006/main">
            <a:off x="6357628" y="904043"/>
            <a:ext cx="174567" cy="174567"/>
          </a:xfrm>
          <a:prstGeom xmlns:a="http://schemas.openxmlformats.org/drawingml/2006/main" prst="rect">
            <a:avLst/>
          </a:prstGeom>
        </p:spPr>
      </p:pic>
      <p:sp>
        <p:nvSpPr>
          <p:cNvPr id="56" name="text-39 Dense">
            <a:extLst xmlns:a="http://schemas.openxmlformats.org/drawingml/2006/main">
              <a:ext uri="{FF2B5EF4-FFF2-40B4-BE49-F238E27FC236}">
                <a16:creationId xmlns:a16="http://schemas.microsoft.com/office/drawing/2014/main" id="{342790EF-FA6B-4DBC-9A9A-F0DBA7B1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9804" y="919257"/>
            <a:ext cx="438506" cy="199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Dense</a:t>
            </a:r>
          </a:p>
        </p:txBody>
      </p:sp>
      <p:sp>
        <p:nvSpPr>
          <p:cNvPr id="57" name="text-39 pages">
            <a:extLst xmlns:a="http://schemas.openxmlformats.org/drawingml/2006/main">
              <a:ext uri="{FF2B5EF4-FFF2-40B4-BE49-F238E27FC236}">
                <a16:creationId xmlns:a16="http://schemas.microsoft.com/office/drawing/2014/main" id="{2582E186-8FF3-4636-8076-0C79FE06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2506" y="919286"/>
            <a:ext cx="414668" cy="199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pages</a:t>
            </a:r>
          </a:p>
        </p:txBody>
      </p:sp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A77C274-CD82-4544-869E-EB2219AF4B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50b6006b845e3"/>
          <a:stretch xmlns:a="http://schemas.openxmlformats.org/drawingml/2006/main"/>
        </p:blipFill>
        <p:spPr>
          <a:xfrm xmlns:a="http://schemas.openxmlformats.org/drawingml/2006/main">
            <a:off x="6357628" y="1262717"/>
            <a:ext cx="174567" cy="174567"/>
          </a:xfrm>
          <a:prstGeom xmlns:a="http://schemas.openxmlformats.org/drawingml/2006/main" prst="rect">
            <a:avLst/>
          </a:prstGeom>
        </p:spPr>
      </p:pic>
      <p:sp>
        <p:nvSpPr>
          <p:cNvPr id="59" name="text-41 Formula-rich">
            <a:extLst xmlns:a="http://schemas.openxmlformats.org/drawingml/2006/main">
              <a:ext uri="{FF2B5EF4-FFF2-40B4-BE49-F238E27FC236}">
                <a16:creationId xmlns:a16="http://schemas.microsoft.com/office/drawing/2014/main" id="{EAE42D88-9643-49A0-B364-40D663C8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9804" y="1201111"/>
            <a:ext cx="827192" cy="199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Formula-rich</a:t>
            </a:r>
          </a:p>
        </p:txBody>
      </p:sp>
      <p:sp>
        <p:nvSpPr>
          <p:cNvPr id="60" name="text-42 pages">
            <a:extLst xmlns:a="http://schemas.openxmlformats.org/drawingml/2006/main">
              <a:ext uri="{FF2B5EF4-FFF2-40B4-BE49-F238E27FC236}">
                <a16:creationId xmlns:a16="http://schemas.microsoft.com/office/drawing/2014/main" id="{506D2BC4-EC69-4298-BA11-7FB00F9B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9804" y="1355138"/>
            <a:ext cx="414668" cy="199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pages</a:t>
            </a:r>
          </a:p>
        </p:txBody>
      </p:sp>
      <p:pic>
        <p:nvPic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AB98CEA-E0A8-46D0-9968-D188AF7732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174680f498402a"/>
          <a:stretch xmlns:a="http://schemas.openxmlformats.org/drawingml/2006/main"/>
        </p:blipFill>
        <p:spPr>
          <a:xfrm xmlns:a="http://schemas.openxmlformats.org/drawingml/2006/main">
            <a:off x="6357628" y="1621755"/>
            <a:ext cx="174567" cy="174567"/>
          </a:xfrm>
          <a:prstGeom xmlns:a="http://schemas.openxmlformats.org/drawingml/2006/main" prst="rect">
            <a:avLst/>
          </a:prstGeom>
        </p:spPr>
      </p:pic>
      <p:sp>
        <p:nvSpPr>
          <p:cNvPr id="62" name="text-44 Table-rich">
            <a:extLst xmlns:a="http://schemas.openxmlformats.org/drawingml/2006/main">
              <a:ext uri="{FF2B5EF4-FFF2-40B4-BE49-F238E27FC236}">
                <a16:creationId xmlns:a16="http://schemas.microsoft.com/office/drawing/2014/main" id="{A0F7EFE4-1EA4-4761-AC23-479B3084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9804" y="1636626"/>
            <a:ext cx="644678" cy="199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Table-rich</a:t>
            </a:r>
          </a:p>
        </p:txBody>
      </p:sp>
      <p:sp>
        <p:nvSpPr>
          <p:cNvPr id="63" name="text-45 pages">
            <a:extLst xmlns:a="http://schemas.openxmlformats.org/drawingml/2006/main">
              <a:ext uri="{FF2B5EF4-FFF2-40B4-BE49-F238E27FC236}">
                <a16:creationId xmlns:a16="http://schemas.microsoft.com/office/drawing/2014/main" id="{B5554F5C-458E-4F1C-924A-9E1D5845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9637" y="1636635"/>
            <a:ext cx="414669" cy="199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pages</a:t>
            </a:r>
          </a:p>
        </p:txBody>
      </p:sp>
      <p:pic>
        <p:nvPic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94DCFC3-B764-458B-A510-01905BB77D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7a49a87b3e4ffa"/>
          <a:stretch xmlns:a="http://schemas.openxmlformats.org/drawingml/2006/main"/>
        </p:blipFill>
        <p:spPr>
          <a:xfrm xmlns:a="http://schemas.openxmlformats.org/drawingml/2006/main">
            <a:off x="6357628" y="2014618"/>
            <a:ext cx="174567" cy="174567"/>
          </a:xfrm>
          <a:prstGeom xmlns:a="http://schemas.openxmlformats.org/drawingml/2006/main" prst="rect">
            <a:avLst/>
          </a:prstGeom>
        </p:spPr>
      </p:pic>
      <p:sp>
        <p:nvSpPr>
          <p:cNvPr id="65" name="text-47 Mixed">
            <a:extLst xmlns:a="http://schemas.openxmlformats.org/drawingml/2006/main">
              <a:ext uri="{FF2B5EF4-FFF2-40B4-BE49-F238E27FC236}">
                <a16:creationId xmlns:a16="http://schemas.microsoft.com/office/drawing/2014/main" id="{65BF5E52-1B49-4C36-A926-7739C276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9441" y="1968346"/>
            <a:ext cx="367970" cy="1810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18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18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018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Mixed</a:t>
            </a:r>
          </a:p>
        </p:txBody>
      </p:sp>
      <p:sp>
        <p:nvSpPr>
          <p:cNvPr id="66" name="text-47 text,">
            <a:extLst xmlns:a="http://schemas.openxmlformats.org/drawingml/2006/main">
              <a:ext uri="{FF2B5EF4-FFF2-40B4-BE49-F238E27FC236}">
                <a16:creationId xmlns:a16="http://schemas.microsoft.com/office/drawing/2014/main" id="{4FAE88A8-0FFB-4A11-B33B-6CC91AA1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9787" y="1968268"/>
            <a:ext cx="267667" cy="1811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19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19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019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text,</a:t>
            </a:r>
          </a:p>
        </p:txBody>
      </p:sp>
      <p:sp>
        <p:nvSpPr>
          <p:cNvPr id="67" name="text-47 image">
            <a:extLst xmlns:a="http://schemas.openxmlformats.org/drawingml/2006/main">
              <a:ext uri="{FF2B5EF4-FFF2-40B4-BE49-F238E27FC236}">
                <a16:creationId xmlns:a16="http://schemas.microsoft.com/office/drawing/2014/main" id="{4BBFE94A-7BC1-41B2-AFDB-559D7463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9728" y="1968173"/>
            <a:ext cx="375784" cy="181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20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20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020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68" name="text-48 &amp;">
            <a:extLst xmlns:a="http://schemas.openxmlformats.org/drawingml/2006/main">
              <a:ext uri="{FF2B5EF4-FFF2-40B4-BE49-F238E27FC236}">
                <a16:creationId xmlns:a16="http://schemas.microsoft.com/office/drawing/2014/main" id="{C8B057E7-CD2D-44C8-B97C-584B841B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9441" y="2108283"/>
            <a:ext cx="109884" cy="181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2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2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022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69" name="text-48 chart">
            <a:extLst xmlns:a="http://schemas.openxmlformats.org/drawingml/2006/main">
              <a:ext uri="{FF2B5EF4-FFF2-40B4-BE49-F238E27FC236}">
                <a16:creationId xmlns:a16="http://schemas.microsoft.com/office/drawing/2014/main" id="{F0ABFA21-6023-4A70-BCBE-0B80A17D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1121" y="2108574"/>
            <a:ext cx="311009" cy="181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20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20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020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chart</a:t>
            </a:r>
          </a:p>
        </p:txBody>
      </p:sp>
      <p:sp>
        <p:nvSpPr>
          <p:cNvPr id="70" name="text-48 layouts">
            <a:extLst xmlns:a="http://schemas.openxmlformats.org/drawingml/2006/main">
              <a:ext uri="{FF2B5EF4-FFF2-40B4-BE49-F238E27FC236}">
                <a16:creationId xmlns:a16="http://schemas.microsoft.com/office/drawing/2014/main" id="{0D554239-44D0-417A-8724-4B060651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4389" y="2108630"/>
            <a:ext cx="433090" cy="181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19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19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019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layouts</a:t>
            </a:r>
          </a:p>
        </p:txBody>
      </p:sp>
      <p:pic>
        <p:nvPic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350A7B9-E4F9-4ECF-B334-D1E7A5861C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0cf9f22b8844ba"/>
          <a:stretch xmlns:a="http://schemas.openxmlformats.org/drawingml/2006/main"/>
        </p:blipFill>
        <p:spPr>
          <a:xfrm xmlns:a="http://schemas.openxmlformats.org/drawingml/2006/main">
            <a:off x="1863144" y="3116378"/>
            <a:ext cx="201390" cy="201390"/>
          </a:xfrm>
          <a:prstGeom xmlns:a="http://schemas.openxmlformats.org/drawingml/2006/main" prst="rect">
            <a:avLst/>
          </a:prstGeom>
        </p:spPr>
      </p:pic>
      <p:pic>
        <p:nvPic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5E14FFB-92E6-41B5-B7DC-FF01CFC39A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640747da43488d"/>
          <a:stretch xmlns:a="http://schemas.openxmlformats.org/drawingml/2006/main"/>
        </p:blipFill>
        <p:spPr>
          <a:xfrm xmlns:a="http://schemas.openxmlformats.org/drawingml/2006/main">
            <a:off x="1863144" y="3560307"/>
            <a:ext cx="201390" cy="201390"/>
          </a:xfrm>
          <a:prstGeom xmlns:a="http://schemas.openxmlformats.org/drawingml/2006/main" prst="rect">
            <a:avLst/>
          </a:prstGeom>
        </p:spPr>
      </p:pic>
      <p:sp>
        <p:nvSpPr>
          <p:cNvPr id="73" name="text-51 Simplified">
            <a:extLst xmlns:a="http://schemas.openxmlformats.org/drawingml/2006/main">
              <a:ext uri="{FF2B5EF4-FFF2-40B4-BE49-F238E27FC236}">
                <a16:creationId xmlns:a16="http://schemas.microsoft.com/office/drawing/2014/main" id="{C3DDC7FA-B721-495A-86CD-E75497FD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5744" y="3147513"/>
            <a:ext cx="644233" cy="199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Simplified</a:t>
            </a:r>
          </a:p>
        </p:txBody>
      </p:sp>
      <p:sp>
        <p:nvSpPr>
          <p:cNvPr id="74" name="text-51 Chinese">
            <a:extLst xmlns:a="http://schemas.openxmlformats.org/drawingml/2006/main">
              <a:ext uri="{FF2B5EF4-FFF2-40B4-BE49-F238E27FC236}">
                <a16:creationId xmlns:a16="http://schemas.microsoft.com/office/drawing/2014/main" id="{D99CEAD9-F5B7-4658-A4B6-4D90AFD5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4051" y="3147376"/>
            <a:ext cx="549724" cy="199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Chinese</a:t>
            </a:r>
          </a:p>
        </p:txBody>
      </p:sp>
      <p:sp>
        <p:nvSpPr>
          <p:cNvPr id="75" name="text-52 Traditional">
            <a:extLst xmlns:a="http://schemas.openxmlformats.org/drawingml/2006/main">
              <a:ext uri="{FF2B5EF4-FFF2-40B4-BE49-F238E27FC236}">
                <a16:creationId xmlns:a16="http://schemas.microsoft.com/office/drawing/2014/main" id="{8D2E0CA6-9B85-4678-B234-8099B7F3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5744" y="3591252"/>
            <a:ext cx="687472" cy="20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Traditional</a:t>
            </a:r>
          </a:p>
        </p:txBody>
      </p:sp>
      <p:sp>
        <p:nvSpPr>
          <p:cNvPr id="76" name="text-52 Chinese">
            <a:extLst xmlns:a="http://schemas.openxmlformats.org/drawingml/2006/main">
              <a:ext uri="{FF2B5EF4-FFF2-40B4-BE49-F238E27FC236}">
                <a16:creationId xmlns:a16="http://schemas.microsoft.com/office/drawing/2014/main" id="{E1F1E7B2-FCBB-4BCF-8A5F-866311C1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7396" y="3591305"/>
            <a:ext cx="549725" cy="199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Chinese</a:t>
            </a:r>
          </a:p>
        </p:txBody>
      </p:sp>
      <p:sp>
        <p:nvSpPr>
          <p:cNvPr id="77" name="path-53">
            <a:extLst xmlns:a="http://schemas.openxmlformats.org/drawingml/2006/main">
              <a:ext uri="{FF2B5EF4-FFF2-40B4-BE49-F238E27FC236}">
                <a16:creationId xmlns:a16="http://schemas.microsoft.com/office/drawing/2014/main" id="{A0B46A4A-F31C-4BE1-8D52-FF68E13F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005" y="4004612"/>
            <a:ext cx="215716" cy="256515"/>
          </a:xfrm>
          <a:custGeom xmlns:a="http://schemas.openxmlformats.org/drawingml/2006/main">
            <a:pathLst>
              <a:path w="263053" h="312806">
                <a:moveTo>
                  <a:pt x="442" y="22860"/>
                </a:moveTo>
                <a:lnTo>
                  <a:pt x="442" y="22860"/>
                </a:lnTo>
                <a:cubicBezTo>
                  <a:pt x="442" y="18829"/>
                  <a:pt x="1344" y="14782"/>
                  <a:pt x="3589" y="11652"/>
                </a:cubicBezTo>
                <a:cubicBezTo>
                  <a:pt x="5375" y="8063"/>
                  <a:pt x="8505" y="4933"/>
                  <a:pt x="11651" y="3130"/>
                </a:cubicBezTo>
                <a:cubicBezTo>
                  <a:pt x="15240" y="1344"/>
                  <a:pt x="19271" y="0"/>
                  <a:pt x="23303" y="0"/>
                </a:cubicBezTo>
                <a:lnTo>
                  <a:pt x="240193" y="443"/>
                </a:lnTo>
                <a:cubicBezTo>
                  <a:pt x="244240" y="443"/>
                  <a:pt x="248271" y="1344"/>
                  <a:pt x="251402" y="3589"/>
                </a:cubicBezTo>
                <a:cubicBezTo>
                  <a:pt x="254991" y="5375"/>
                  <a:pt x="258121" y="8521"/>
                  <a:pt x="259923" y="11652"/>
                </a:cubicBezTo>
                <a:cubicBezTo>
                  <a:pt x="261710" y="15240"/>
                  <a:pt x="263053" y="19272"/>
                  <a:pt x="263053" y="23303"/>
                </a:cubicBezTo>
                <a:lnTo>
                  <a:pt x="263053" y="289945"/>
                </a:lnTo>
                <a:cubicBezTo>
                  <a:pt x="263053" y="293976"/>
                  <a:pt x="262152" y="298008"/>
                  <a:pt x="259923" y="301154"/>
                </a:cubicBezTo>
                <a:cubicBezTo>
                  <a:pt x="258121" y="304743"/>
                  <a:pt x="254991" y="307873"/>
                  <a:pt x="251844" y="309659"/>
                </a:cubicBezTo>
                <a:cubicBezTo>
                  <a:pt x="248271" y="311462"/>
                  <a:pt x="244240" y="312806"/>
                  <a:pt x="240193" y="312806"/>
                </a:cubicBezTo>
                <a:lnTo>
                  <a:pt x="22844" y="312806"/>
                </a:lnTo>
                <a:cubicBezTo>
                  <a:pt x="18813" y="312806"/>
                  <a:pt x="14782" y="311905"/>
                  <a:pt x="11651" y="309659"/>
                </a:cubicBezTo>
                <a:cubicBezTo>
                  <a:pt x="8063" y="307873"/>
                  <a:pt x="4932" y="304743"/>
                  <a:pt x="3130" y="301596"/>
                </a:cubicBezTo>
                <a:cubicBezTo>
                  <a:pt x="1344" y="298008"/>
                  <a:pt x="0" y="293976"/>
                  <a:pt x="0" y="289945"/>
                </a:cubicBezTo>
                <a:lnTo>
                  <a:pt x="442" y="2286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0290">
            <a:solidFill>
              <a:srgbClr val="64748B"/>
            </a:solidFill>
            <a:prstDash val="solid"/>
          </a:ln>
        </p:spPr>
      </p:sp>
      <p:sp>
        <p:nvSpPr>
          <p:cNvPr id="78" name="text-54 En">
            <a:extLst xmlns:a="http://schemas.openxmlformats.org/drawingml/2006/main">
              <a:ext uri="{FF2B5EF4-FFF2-40B4-BE49-F238E27FC236}">
                <a16:creationId xmlns:a16="http://schemas.microsoft.com/office/drawing/2014/main" id="{78A8A778-87BE-4E2A-82C1-A16AFCFF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5689" y="4057085"/>
            <a:ext cx="156370" cy="156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7" b="0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7" b="0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877" b="0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En</a:t>
            </a:r>
          </a:p>
        </p:txBody>
      </p:sp>
      <p:sp>
        <p:nvSpPr>
          <p:cNvPr id="79" name="text-55 English">
            <a:extLst xmlns:a="http://schemas.openxmlformats.org/drawingml/2006/main">
              <a:ext uri="{FF2B5EF4-FFF2-40B4-BE49-F238E27FC236}">
                <a16:creationId xmlns:a16="http://schemas.microsoft.com/office/drawing/2014/main" id="{E9A5306D-9B07-4C1B-8117-2C349E09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5381" y="4035736"/>
            <a:ext cx="493667" cy="1997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English</a:t>
            </a:r>
          </a:p>
        </p:txBody>
      </p:sp>
      <p:pic>
        <p:nvPic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B7E9C27-A2CF-45EB-940B-5715B46DF2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15279d0713447e"/>
          <a:stretch xmlns:a="http://schemas.openxmlformats.org/drawingml/2006/main"/>
        </p:blipFill>
        <p:spPr>
          <a:xfrm xmlns:a="http://schemas.openxmlformats.org/drawingml/2006/main">
            <a:off x="3451097" y="3124818"/>
            <a:ext cx="174567" cy="174567"/>
          </a:xfrm>
          <a:prstGeom xmlns:a="http://schemas.openxmlformats.org/drawingml/2006/main" prst="rect">
            <a:avLst/>
          </a:prstGeom>
        </p:spPr>
      </p:pic>
      <p:sp>
        <p:nvSpPr>
          <p:cNvPr id="81" name="text-57 Multilingual">
            <a:extLst xmlns:a="http://schemas.openxmlformats.org/drawingml/2006/main">
              <a:ext uri="{FF2B5EF4-FFF2-40B4-BE49-F238E27FC236}">
                <a16:creationId xmlns:a16="http://schemas.microsoft.com/office/drawing/2014/main" id="{BB2D946C-6AA1-42E0-B871-AAB282C4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3931" y="3073916"/>
            <a:ext cx="739924" cy="199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Multilingual</a:t>
            </a:r>
          </a:p>
        </p:txBody>
      </p:sp>
      <p:sp>
        <p:nvSpPr>
          <p:cNvPr id="82" name="text-58 pages">
            <a:extLst xmlns:a="http://schemas.openxmlformats.org/drawingml/2006/main">
              <a:ext uri="{FF2B5EF4-FFF2-40B4-BE49-F238E27FC236}">
                <a16:creationId xmlns:a16="http://schemas.microsoft.com/office/drawing/2014/main" id="{6225053B-428C-4115-9985-944FEC64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3931" y="3227895"/>
            <a:ext cx="414667" cy="199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pages</a:t>
            </a:r>
          </a:p>
        </p:txBody>
      </p:sp>
      <p:pic>
        <p:nvPic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ED8D388-27D4-4B91-A0CC-0D0D15BC8E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e89df8a417481a"/>
          <a:stretch xmlns:a="http://schemas.openxmlformats.org/drawingml/2006/main"/>
        </p:blipFill>
        <p:spPr>
          <a:xfrm xmlns:a="http://schemas.openxmlformats.org/drawingml/2006/main">
            <a:off x="3467264" y="3615432"/>
            <a:ext cx="147730" cy="147730"/>
          </a:xfrm>
          <a:prstGeom xmlns:a="http://schemas.openxmlformats.org/drawingml/2006/main" prst="rect">
            <a:avLst/>
          </a:prstGeom>
        </p:spPr>
      </p:pic>
      <p:sp>
        <p:nvSpPr>
          <p:cNvPr id="84" name="text-60 Printed">
            <a:extLst xmlns:a="http://schemas.openxmlformats.org/drawingml/2006/main">
              <a:ext uri="{FF2B5EF4-FFF2-40B4-BE49-F238E27FC236}">
                <a16:creationId xmlns:a16="http://schemas.microsoft.com/office/drawing/2014/main" id="{41E7940D-88A6-49BF-9D68-3B3282CD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3274" y="3600623"/>
            <a:ext cx="477840" cy="1997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Printed</a:t>
            </a:r>
          </a:p>
        </p:txBody>
      </p:sp>
      <p:sp>
        <p:nvSpPr>
          <p:cNvPr id="85" name="text-60 text">
            <a:extLst xmlns:a="http://schemas.openxmlformats.org/drawingml/2006/main">
              <a:ext uri="{FF2B5EF4-FFF2-40B4-BE49-F238E27FC236}">
                <a16:creationId xmlns:a16="http://schemas.microsoft.com/office/drawing/2014/main" id="{495F42E2-5BE9-45F3-9ED6-A5963208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5185" y="3600666"/>
            <a:ext cx="255642" cy="19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3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pic>
        <p:nvPic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7907263-2C61-4E8F-9E8C-57D3F172C9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b015ae88545ed"/>
          <a:stretch xmlns:a="http://schemas.openxmlformats.org/drawingml/2006/main"/>
        </p:blipFill>
        <p:spPr>
          <a:xfrm xmlns:a="http://schemas.openxmlformats.org/drawingml/2006/main">
            <a:off x="3437498" y="4020779"/>
            <a:ext cx="201390" cy="201390"/>
          </a:xfrm>
          <a:prstGeom xmlns:a="http://schemas.openxmlformats.org/drawingml/2006/main" prst="rect">
            <a:avLst/>
          </a:prstGeom>
        </p:spPr>
      </p:pic>
      <p:sp>
        <p:nvSpPr>
          <p:cNvPr id="87" name="text-62 Handwriting">
            <a:extLst xmlns:a="http://schemas.openxmlformats.org/drawingml/2006/main">
              <a:ext uri="{FF2B5EF4-FFF2-40B4-BE49-F238E27FC236}">
                <a16:creationId xmlns:a16="http://schemas.microsoft.com/office/drawing/2014/main" id="{5293DE54-EA2D-4CF6-9837-2FBB5B7C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3274" y="4044885"/>
            <a:ext cx="779412" cy="19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Handwriting</a:t>
            </a:r>
          </a:p>
        </p:txBody>
      </p:sp>
      <p:pic>
        <p:nvPic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A11139F-55D2-4CD5-984D-F20D7D2345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5f30bd3dd641b2"/>
          <a:stretch xmlns:a="http://schemas.openxmlformats.org/drawingml/2006/main"/>
        </p:blipFill>
        <p:spPr>
          <a:xfrm xmlns:a="http://schemas.openxmlformats.org/drawingml/2006/main">
            <a:off x="5029120" y="3122613"/>
            <a:ext cx="174567" cy="174567"/>
          </a:xfrm>
          <a:prstGeom xmlns:a="http://schemas.openxmlformats.org/drawingml/2006/main" prst="rect">
            <a:avLst/>
          </a:prstGeom>
        </p:spPr>
      </p:pic>
      <p:sp>
        <p:nvSpPr>
          <p:cNvPr id="89" name="text-64 Born-digital">
            <a:extLst xmlns:a="http://schemas.openxmlformats.org/drawingml/2006/main">
              <a:ext uri="{FF2B5EF4-FFF2-40B4-BE49-F238E27FC236}">
                <a16:creationId xmlns:a16="http://schemas.microsoft.com/office/drawing/2014/main" id="{409CC937-2668-4B8B-94DD-11E49193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4027" y="3137884"/>
            <a:ext cx="747764" cy="199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Born-digital</a:t>
            </a:r>
          </a:p>
        </p:txBody>
      </p:sp>
      <p:sp>
        <p:nvSpPr>
          <p:cNvPr id="90" name="text-64 PDFs">
            <a:extLst xmlns:a="http://schemas.openxmlformats.org/drawingml/2006/main">
              <a:ext uri="{FF2B5EF4-FFF2-40B4-BE49-F238E27FC236}">
                <a16:creationId xmlns:a16="http://schemas.microsoft.com/office/drawing/2014/main" id="{CF777BA0-6528-494F-B585-EDB4CF4F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5993" y="3137826"/>
            <a:ext cx="382737" cy="1999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PDFs</a:t>
            </a:r>
          </a:p>
        </p:txBody>
      </p:sp>
      <p:pic>
        <p:nvPic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F444B31-114C-4F9A-916C-4A814FD131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9352439285400b"/>
          <a:stretch xmlns:a="http://schemas.openxmlformats.org/drawingml/2006/main"/>
        </p:blipFill>
        <p:spPr>
          <a:xfrm xmlns:a="http://schemas.openxmlformats.org/drawingml/2006/main">
            <a:off x="5011851" y="3585289"/>
            <a:ext cx="174567" cy="174567"/>
          </a:xfrm>
          <a:prstGeom xmlns:a="http://schemas.openxmlformats.org/drawingml/2006/main" prst="rect">
            <a:avLst/>
          </a:prstGeom>
        </p:spPr>
      </p:pic>
      <p:sp>
        <p:nvSpPr>
          <p:cNvPr id="92" name="text-66 Scanned">
            <a:extLst xmlns:a="http://schemas.openxmlformats.org/drawingml/2006/main">
              <a:ext uri="{FF2B5EF4-FFF2-40B4-BE49-F238E27FC236}">
                <a16:creationId xmlns:a16="http://schemas.microsoft.com/office/drawing/2014/main" id="{CF6CB1EA-BDF0-42AB-AC81-985E9311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8366" y="3582927"/>
            <a:ext cx="589207" cy="1998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Scanned</a:t>
            </a:r>
          </a:p>
        </p:txBody>
      </p:sp>
      <p:sp>
        <p:nvSpPr>
          <p:cNvPr id="93" name="text-66 pages">
            <a:extLst xmlns:a="http://schemas.openxmlformats.org/drawingml/2006/main">
              <a:ext uri="{FF2B5EF4-FFF2-40B4-BE49-F238E27FC236}">
                <a16:creationId xmlns:a16="http://schemas.microsoft.com/office/drawing/2014/main" id="{5E2A0BA6-8A18-4029-9296-C0BDB6CE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1636" y="3582796"/>
            <a:ext cx="414973" cy="20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pages</a:t>
            </a:r>
          </a:p>
        </p:txBody>
      </p:sp>
      <p:pic>
        <p:nvPic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127823E-869B-4063-AA32-F8B7FFB377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c2be6dcdb458d"/>
          <a:stretch xmlns:a="http://schemas.openxmlformats.org/drawingml/2006/main"/>
        </p:blipFill>
        <p:spPr>
          <a:xfrm xmlns:a="http://schemas.openxmlformats.org/drawingml/2006/main">
            <a:off x="5011851" y="4012326"/>
            <a:ext cx="174567" cy="174567"/>
          </a:xfrm>
          <a:prstGeom xmlns:a="http://schemas.openxmlformats.org/drawingml/2006/main" prst="rect">
            <a:avLst/>
          </a:prstGeom>
        </p:spPr>
      </p:pic>
      <p:sp>
        <p:nvSpPr>
          <p:cNvPr id="95" name="text-68 Mobile">
            <a:extLst xmlns:a="http://schemas.openxmlformats.org/drawingml/2006/main">
              <a:ext uri="{FF2B5EF4-FFF2-40B4-BE49-F238E27FC236}">
                <a16:creationId xmlns:a16="http://schemas.microsoft.com/office/drawing/2014/main" id="{4184B937-8CB3-47FD-9F5E-DE84E297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7627" y="4001122"/>
            <a:ext cx="446198" cy="19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Mobile</a:t>
            </a:r>
          </a:p>
        </p:txBody>
      </p:sp>
      <p:sp>
        <p:nvSpPr>
          <p:cNvPr id="96" name="text-68 photographs">
            <a:extLst xmlns:a="http://schemas.openxmlformats.org/drawingml/2006/main">
              <a:ext uri="{FF2B5EF4-FFF2-40B4-BE49-F238E27FC236}">
                <a16:creationId xmlns:a16="http://schemas.microsoft.com/office/drawing/2014/main" id="{B3C89DB3-30EB-487C-91D6-6F99981F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7886" y="4001076"/>
            <a:ext cx="819754" cy="1999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photographs</a:t>
            </a:r>
          </a:p>
        </p:txBody>
      </p:sp>
      <p:pic>
        <p:nvPic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F74EAEE-7264-41AB-928A-7B28DE32CE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ac748525a9477b"/>
          <a:stretch xmlns:a="http://schemas.openxmlformats.org/drawingml/2006/main"/>
        </p:blipFill>
        <p:spPr>
          <a:xfrm xmlns:a="http://schemas.openxmlformats.org/drawingml/2006/main">
            <a:off x="6450972" y="3139519"/>
            <a:ext cx="174567" cy="174567"/>
          </a:xfrm>
          <a:prstGeom xmlns:a="http://schemas.openxmlformats.org/drawingml/2006/main" prst="rect">
            <a:avLst/>
          </a:prstGeom>
        </p:spPr>
      </p:pic>
      <p:sp>
        <p:nvSpPr>
          <p:cNvPr id="98" name="text-70 Screenshots">
            <a:extLst xmlns:a="http://schemas.openxmlformats.org/drawingml/2006/main">
              <a:ext uri="{FF2B5EF4-FFF2-40B4-BE49-F238E27FC236}">
                <a16:creationId xmlns:a16="http://schemas.microsoft.com/office/drawing/2014/main" id="{1164492F-11C4-49A3-8546-AFCC2BB3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6009" y="3131204"/>
            <a:ext cx="819613" cy="199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Screenshots</a:t>
            </a:r>
          </a:p>
        </p:txBody>
      </p:sp>
      <p:pic>
        <p:nvPic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CB863A4-ED05-46E9-A0E2-687F05D89B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f01ccecaaa44e8"/>
          <a:stretch xmlns:a="http://schemas.openxmlformats.org/drawingml/2006/main"/>
        </p:blipFill>
        <p:spPr>
          <a:xfrm xmlns:a="http://schemas.openxmlformats.org/drawingml/2006/main">
            <a:off x="6458685" y="3593743"/>
            <a:ext cx="174567" cy="174567"/>
          </a:xfrm>
          <a:prstGeom xmlns:a="http://schemas.openxmlformats.org/drawingml/2006/main" prst="rect">
            <a:avLst/>
          </a:prstGeom>
        </p:spPr>
      </p:pic>
      <p:sp>
        <p:nvSpPr>
          <p:cNvPr id="100" name="text-72 Screen">
            <a:extLst xmlns:a="http://schemas.openxmlformats.org/drawingml/2006/main">
              <a:ext uri="{FF2B5EF4-FFF2-40B4-BE49-F238E27FC236}">
                <a16:creationId xmlns:a16="http://schemas.microsoft.com/office/drawing/2014/main" id="{E09BEA45-D478-4481-A233-5BDF28C7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1449" y="3524538"/>
            <a:ext cx="452967" cy="189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6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6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066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Screen</a:t>
            </a:r>
          </a:p>
        </p:txBody>
      </p:sp>
      <p:sp>
        <p:nvSpPr>
          <p:cNvPr id="101" name="text-73 recapture">
            <a:extLst xmlns:a="http://schemas.openxmlformats.org/drawingml/2006/main">
              <a:ext uri="{FF2B5EF4-FFF2-40B4-BE49-F238E27FC236}">
                <a16:creationId xmlns:a16="http://schemas.microsoft.com/office/drawing/2014/main" id="{E7F8E097-94D0-4A22-A160-0D56E80C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1449" y="3671604"/>
            <a:ext cx="595590" cy="189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5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5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065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recapture</a:t>
            </a:r>
          </a:p>
        </p:txBody>
      </p:sp>
      <p:sp>
        <p:nvSpPr>
          <p:cNvPr id="102" name="path-74">
            <a:extLst xmlns:a="http://schemas.openxmlformats.org/drawingml/2006/main">
              <a:ext uri="{FF2B5EF4-FFF2-40B4-BE49-F238E27FC236}">
                <a16:creationId xmlns:a16="http://schemas.microsoft.com/office/drawing/2014/main" id="{AC519425-EAD3-4EA1-BCA8-025C61E8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9875" y="2235857"/>
            <a:ext cx="565212" cy="565198"/>
          </a:xfrm>
          <a:custGeom xmlns:a="http://schemas.openxmlformats.org/drawingml/2006/main">
            <a:pathLst>
              <a:path w="689245" h="689228">
                <a:moveTo>
                  <a:pt x="0" y="344614"/>
                </a:moveTo>
                <a:lnTo>
                  <a:pt x="0" y="344614"/>
                </a:lnTo>
                <a:cubicBezTo>
                  <a:pt x="0" y="284110"/>
                  <a:pt x="16126" y="224509"/>
                  <a:pt x="46148" y="172528"/>
                </a:cubicBezTo>
                <a:cubicBezTo>
                  <a:pt x="76629" y="120088"/>
                  <a:pt x="120104" y="76628"/>
                  <a:pt x="172529" y="46148"/>
                </a:cubicBezTo>
                <a:cubicBezTo>
                  <a:pt x="224510" y="16125"/>
                  <a:pt x="284112" y="0"/>
                  <a:pt x="344614" y="0"/>
                </a:cubicBezTo>
                <a:cubicBezTo>
                  <a:pt x="405117" y="0"/>
                  <a:pt x="464720" y="16125"/>
                  <a:pt x="517159" y="46148"/>
                </a:cubicBezTo>
                <a:cubicBezTo>
                  <a:pt x="569140" y="76628"/>
                  <a:pt x="612600" y="120088"/>
                  <a:pt x="643081" y="172528"/>
                </a:cubicBezTo>
                <a:cubicBezTo>
                  <a:pt x="673104" y="224509"/>
                  <a:pt x="689245" y="284110"/>
                  <a:pt x="689245" y="344614"/>
                </a:cubicBezTo>
                <a:cubicBezTo>
                  <a:pt x="689245" y="405117"/>
                  <a:pt x="673104" y="464718"/>
                  <a:pt x="643081" y="517142"/>
                </a:cubicBezTo>
                <a:cubicBezTo>
                  <a:pt x="612600" y="569140"/>
                  <a:pt x="569140" y="612599"/>
                  <a:pt x="517159" y="643081"/>
                </a:cubicBezTo>
                <a:cubicBezTo>
                  <a:pt x="464720" y="673103"/>
                  <a:pt x="405117" y="689228"/>
                  <a:pt x="344614" y="689228"/>
                </a:cubicBezTo>
                <a:cubicBezTo>
                  <a:pt x="284112" y="689228"/>
                  <a:pt x="224510" y="673103"/>
                  <a:pt x="172529" y="643081"/>
                </a:cubicBezTo>
                <a:cubicBezTo>
                  <a:pt x="120104" y="612599"/>
                  <a:pt x="76629" y="569140"/>
                  <a:pt x="46148" y="517142"/>
                </a:cubicBezTo>
                <a:cubicBezTo>
                  <a:pt x="16126" y="464718"/>
                  <a:pt x="0" y="405117"/>
                  <a:pt x="0" y="344614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007">
            <a:solidFill>
              <a:srgbClr val="8271B5"/>
            </a:solidFill>
            <a:prstDash val="solid"/>
          </a:ln>
        </p:spPr>
      </p:sp>
      <p:pic>
        <p:nvPic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E1947D1-78A3-44AE-8B10-1E1042FCCA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0fe83e6f934427"/>
          <a:stretch xmlns:a="http://schemas.openxmlformats.org/drawingml/2006/main"/>
        </p:blipFill>
        <p:spPr>
          <a:xfrm xmlns:a="http://schemas.openxmlformats.org/drawingml/2006/main">
            <a:off x="4597876" y="2329927"/>
            <a:ext cx="289951" cy="376319"/>
          </a:xfrm>
          <a:prstGeom xmlns:a="http://schemas.openxmlformats.org/drawingml/2006/main" prst="rect">
            <a:avLst/>
          </a:prstGeom>
        </p:spPr>
      </p:pic>
      <p:sp>
        <p:nvSpPr>
          <p:cNvPr id="104" name="path-76">
            <a:extLst xmlns:a="http://schemas.openxmlformats.org/drawingml/2006/main">
              <a:ext uri="{FF2B5EF4-FFF2-40B4-BE49-F238E27FC236}">
                <a16:creationId xmlns:a16="http://schemas.microsoft.com/office/drawing/2014/main" id="{6649F410-1829-42A2-AEF2-E750EFCD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9191" y="2182197"/>
            <a:ext cx="107670" cy="107670"/>
          </a:xfrm>
          <a:custGeom xmlns:a="http://schemas.openxmlformats.org/drawingml/2006/main">
            <a:pathLst>
              <a:path w="131298" h="131297">
                <a:moveTo>
                  <a:pt x="0" y="65436"/>
                </a:moveTo>
                <a:lnTo>
                  <a:pt x="0" y="65436"/>
                </a:lnTo>
                <a:cubicBezTo>
                  <a:pt x="0" y="53784"/>
                  <a:pt x="3130" y="42574"/>
                  <a:pt x="8964" y="32710"/>
                </a:cubicBezTo>
                <a:cubicBezTo>
                  <a:pt x="14339" y="22402"/>
                  <a:pt x="22861" y="14340"/>
                  <a:pt x="32710" y="8521"/>
                </a:cubicBezTo>
                <a:cubicBezTo>
                  <a:pt x="43018" y="2688"/>
                  <a:pt x="54227" y="0"/>
                  <a:pt x="65420" y="0"/>
                </a:cubicBezTo>
                <a:cubicBezTo>
                  <a:pt x="77071" y="0"/>
                  <a:pt x="88280" y="2688"/>
                  <a:pt x="98588" y="8521"/>
                </a:cubicBezTo>
                <a:cubicBezTo>
                  <a:pt x="108453" y="14340"/>
                  <a:pt x="116959" y="22402"/>
                  <a:pt x="122334" y="32710"/>
                </a:cubicBezTo>
                <a:cubicBezTo>
                  <a:pt x="128168" y="42574"/>
                  <a:pt x="131298" y="53784"/>
                  <a:pt x="131298" y="65436"/>
                </a:cubicBezTo>
                <a:cubicBezTo>
                  <a:pt x="131298" y="77087"/>
                  <a:pt x="128168" y="88281"/>
                  <a:pt x="122334" y="98145"/>
                </a:cubicBezTo>
                <a:cubicBezTo>
                  <a:pt x="116959" y="108453"/>
                  <a:pt x="108453" y="116515"/>
                  <a:pt x="98588" y="122349"/>
                </a:cubicBezTo>
                <a:cubicBezTo>
                  <a:pt x="88280" y="128167"/>
                  <a:pt x="77071" y="131297"/>
                  <a:pt x="65420" y="131297"/>
                </a:cubicBezTo>
                <a:cubicBezTo>
                  <a:pt x="54227" y="131297"/>
                  <a:pt x="43018" y="128167"/>
                  <a:pt x="32710" y="122349"/>
                </a:cubicBezTo>
                <a:cubicBezTo>
                  <a:pt x="22861" y="116515"/>
                  <a:pt x="14339" y="108453"/>
                  <a:pt x="8964" y="98145"/>
                </a:cubicBezTo>
                <a:cubicBezTo>
                  <a:pt x="3130" y="88281"/>
                  <a:pt x="0" y="77087"/>
                  <a:pt x="0" y="65436"/>
                </a:cubicBezTo>
              </a:path>
            </a:pathLst>
          </a:custGeom>
          <a:solidFill xmlns:a="http://schemas.openxmlformats.org/drawingml/2006/main">
            <a:srgbClr val="9C8BC4"/>
          </a:solidFill>
          <a:ln xmlns:a="http://schemas.openxmlformats.org/drawingml/2006/main" w="4042">
            <a:solidFill>
              <a:srgbClr val="9C8BC4"/>
            </a:solidFill>
            <a:prstDash val="solid"/>
          </a:ln>
        </p:spPr>
      </p:sp>
      <p:sp>
        <p:nvSpPr>
          <p:cNvPr id="105" name="path-77">
            <a:extLst xmlns:a="http://schemas.openxmlformats.org/drawingml/2006/main">
              <a:ext uri="{FF2B5EF4-FFF2-40B4-BE49-F238E27FC236}">
                <a16:creationId xmlns:a16="http://schemas.microsoft.com/office/drawing/2014/main" id="{D560DA88-33E2-479C-AB2C-75859649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1790" y="2464797"/>
            <a:ext cx="107683" cy="107683"/>
          </a:xfrm>
          <a:custGeom xmlns:a="http://schemas.openxmlformats.org/drawingml/2006/main">
            <a:pathLst>
              <a:path w="131314" h="131313">
                <a:moveTo>
                  <a:pt x="0" y="65435"/>
                </a:moveTo>
                <a:lnTo>
                  <a:pt x="0" y="65435"/>
                </a:lnTo>
                <a:cubicBezTo>
                  <a:pt x="0" y="53783"/>
                  <a:pt x="3147" y="42575"/>
                  <a:pt x="8964" y="32726"/>
                </a:cubicBezTo>
                <a:cubicBezTo>
                  <a:pt x="14340" y="22417"/>
                  <a:pt x="22861" y="14339"/>
                  <a:pt x="32726" y="8521"/>
                </a:cubicBezTo>
                <a:cubicBezTo>
                  <a:pt x="43034" y="2687"/>
                  <a:pt x="54227" y="0"/>
                  <a:pt x="65879" y="0"/>
                </a:cubicBezTo>
                <a:cubicBezTo>
                  <a:pt x="77087" y="0"/>
                  <a:pt x="88296" y="2687"/>
                  <a:pt x="98603" y="8521"/>
                </a:cubicBezTo>
                <a:cubicBezTo>
                  <a:pt x="108453" y="14339"/>
                  <a:pt x="116975" y="22417"/>
                  <a:pt x="122350" y="32726"/>
                </a:cubicBezTo>
                <a:cubicBezTo>
                  <a:pt x="128168" y="42575"/>
                  <a:pt x="131314" y="53783"/>
                  <a:pt x="131314" y="65435"/>
                </a:cubicBezTo>
                <a:cubicBezTo>
                  <a:pt x="131314" y="77086"/>
                  <a:pt x="128168" y="88295"/>
                  <a:pt x="122350" y="98145"/>
                </a:cubicBezTo>
                <a:cubicBezTo>
                  <a:pt x="116975" y="108453"/>
                  <a:pt x="108453" y="116515"/>
                  <a:pt x="98603" y="122349"/>
                </a:cubicBezTo>
                <a:cubicBezTo>
                  <a:pt x="88296" y="128167"/>
                  <a:pt x="77087" y="131313"/>
                  <a:pt x="65879" y="131313"/>
                </a:cubicBezTo>
                <a:cubicBezTo>
                  <a:pt x="54227" y="131313"/>
                  <a:pt x="43034" y="128167"/>
                  <a:pt x="32726" y="122349"/>
                </a:cubicBezTo>
                <a:cubicBezTo>
                  <a:pt x="22861" y="116515"/>
                  <a:pt x="14340" y="108453"/>
                  <a:pt x="8964" y="98145"/>
                </a:cubicBezTo>
                <a:cubicBezTo>
                  <a:pt x="3147" y="88295"/>
                  <a:pt x="0" y="77086"/>
                  <a:pt x="0" y="65435"/>
                </a:cubicBezTo>
              </a:path>
            </a:pathLst>
          </a:custGeom>
          <a:solidFill xmlns:a="http://schemas.openxmlformats.org/drawingml/2006/main">
            <a:srgbClr val="1F6FBF"/>
          </a:solidFill>
          <a:ln xmlns:a="http://schemas.openxmlformats.org/drawingml/2006/main" w="4042">
            <a:solidFill>
              <a:srgbClr val="1F6FBF"/>
            </a:solidFill>
            <a:prstDash val="solid"/>
          </a:ln>
        </p:spPr>
      </p:sp>
      <p:sp>
        <p:nvSpPr>
          <p:cNvPr id="106" name="path-78">
            <a:extLst xmlns:a="http://schemas.openxmlformats.org/drawingml/2006/main">
              <a:ext uri="{FF2B5EF4-FFF2-40B4-BE49-F238E27FC236}">
                <a16:creationId xmlns:a16="http://schemas.microsoft.com/office/drawing/2014/main" id="{934F5C5D-771F-4382-9633-354D04C6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579" y="2464797"/>
            <a:ext cx="107683" cy="107683"/>
          </a:xfrm>
          <a:custGeom xmlns:a="http://schemas.openxmlformats.org/drawingml/2006/main">
            <a:pathLst>
              <a:path w="131313" h="131313">
                <a:moveTo>
                  <a:pt x="0" y="65435"/>
                </a:moveTo>
                <a:lnTo>
                  <a:pt x="0" y="65435"/>
                </a:lnTo>
                <a:cubicBezTo>
                  <a:pt x="0" y="53783"/>
                  <a:pt x="3146" y="42575"/>
                  <a:pt x="8964" y="32726"/>
                </a:cubicBezTo>
                <a:cubicBezTo>
                  <a:pt x="14355" y="22417"/>
                  <a:pt x="22860" y="14339"/>
                  <a:pt x="32725" y="8521"/>
                </a:cubicBezTo>
                <a:cubicBezTo>
                  <a:pt x="43033" y="2687"/>
                  <a:pt x="54226" y="0"/>
                  <a:pt x="65878" y="0"/>
                </a:cubicBezTo>
                <a:cubicBezTo>
                  <a:pt x="77087" y="0"/>
                  <a:pt x="88296" y="2687"/>
                  <a:pt x="98603" y="8521"/>
                </a:cubicBezTo>
                <a:cubicBezTo>
                  <a:pt x="108453" y="14339"/>
                  <a:pt x="116974" y="22417"/>
                  <a:pt x="122349" y="32726"/>
                </a:cubicBezTo>
                <a:cubicBezTo>
                  <a:pt x="128183" y="42575"/>
                  <a:pt x="131313" y="53783"/>
                  <a:pt x="131313" y="65435"/>
                </a:cubicBezTo>
                <a:cubicBezTo>
                  <a:pt x="131313" y="77086"/>
                  <a:pt x="128183" y="88295"/>
                  <a:pt x="122349" y="98145"/>
                </a:cubicBezTo>
                <a:cubicBezTo>
                  <a:pt x="116974" y="108453"/>
                  <a:pt x="108453" y="116515"/>
                  <a:pt x="98603" y="122349"/>
                </a:cubicBezTo>
                <a:cubicBezTo>
                  <a:pt x="88296" y="128167"/>
                  <a:pt x="77087" y="131313"/>
                  <a:pt x="65878" y="131313"/>
                </a:cubicBezTo>
                <a:cubicBezTo>
                  <a:pt x="54226" y="131313"/>
                  <a:pt x="43033" y="128167"/>
                  <a:pt x="32725" y="122349"/>
                </a:cubicBezTo>
                <a:cubicBezTo>
                  <a:pt x="22860" y="116515"/>
                  <a:pt x="14355" y="108453"/>
                  <a:pt x="8964" y="98145"/>
                </a:cubicBezTo>
                <a:cubicBezTo>
                  <a:pt x="3146" y="88295"/>
                  <a:pt x="0" y="77086"/>
                  <a:pt x="0" y="65435"/>
                </a:cubicBezTo>
              </a:path>
            </a:pathLst>
          </a:custGeom>
          <a:solidFill xmlns:a="http://schemas.openxmlformats.org/drawingml/2006/main">
            <a:srgbClr val="4A9B4E"/>
          </a:solidFill>
          <a:ln xmlns:a="http://schemas.openxmlformats.org/drawingml/2006/main" w="4042">
            <a:solidFill>
              <a:srgbClr val="4A9B4E"/>
            </a:solidFill>
            <a:prstDash val="solid"/>
          </a:ln>
        </p:spPr>
      </p:sp>
      <p:sp>
        <p:nvSpPr>
          <p:cNvPr id="107" name="path-79">
            <a:extLst xmlns:a="http://schemas.openxmlformats.org/drawingml/2006/main">
              <a:ext uri="{FF2B5EF4-FFF2-40B4-BE49-F238E27FC236}">
                <a16:creationId xmlns:a16="http://schemas.microsoft.com/office/drawing/2014/main" id="{A6CEB2E0-4284-42EA-802B-EA9D3BCA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9191" y="2747032"/>
            <a:ext cx="107670" cy="107684"/>
          </a:xfrm>
          <a:custGeom xmlns:a="http://schemas.openxmlformats.org/drawingml/2006/main">
            <a:pathLst>
              <a:path w="131298" h="131314">
                <a:moveTo>
                  <a:pt x="0" y="65878"/>
                </a:moveTo>
                <a:lnTo>
                  <a:pt x="0" y="65878"/>
                </a:lnTo>
                <a:cubicBezTo>
                  <a:pt x="0" y="54227"/>
                  <a:pt x="3130" y="43034"/>
                  <a:pt x="8964" y="33169"/>
                </a:cubicBezTo>
                <a:cubicBezTo>
                  <a:pt x="14339" y="22862"/>
                  <a:pt x="22861" y="14799"/>
                  <a:pt x="32710" y="8965"/>
                </a:cubicBezTo>
                <a:cubicBezTo>
                  <a:pt x="43018" y="3147"/>
                  <a:pt x="54227" y="0"/>
                  <a:pt x="65420" y="0"/>
                </a:cubicBezTo>
                <a:cubicBezTo>
                  <a:pt x="77071" y="0"/>
                  <a:pt x="88280" y="3147"/>
                  <a:pt x="98588" y="8965"/>
                </a:cubicBezTo>
                <a:cubicBezTo>
                  <a:pt x="108453" y="14799"/>
                  <a:pt x="116959" y="22862"/>
                  <a:pt x="122334" y="33169"/>
                </a:cubicBezTo>
                <a:cubicBezTo>
                  <a:pt x="128168" y="43034"/>
                  <a:pt x="131298" y="54227"/>
                  <a:pt x="131298" y="65878"/>
                </a:cubicBezTo>
                <a:cubicBezTo>
                  <a:pt x="131298" y="77530"/>
                  <a:pt x="128168" y="88739"/>
                  <a:pt x="122334" y="98604"/>
                </a:cubicBezTo>
                <a:cubicBezTo>
                  <a:pt x="116959" y="108912"/>
                  <a:pt x="108453" y="116975"/>
                  <a:pt x="98588" y="122793"/>
                </a:cubicBezTo>
                <a:cubicBezTo>
                  <a:pt x="88280" y="128627"/>
                  <a:pt x="77071" y="131314"/>
                  <a:pt x="65420" y="131314"/>
                </a:cubicBezTo>
                <a:cubicBezTo>
                  <a:pt x="54227" y="131314"/>
                  <a:pt x="43018" y="128627"/>
                  <a:pt x="32710" y="122793"/>
                </a:cubicBezTo>
                <a:cubicBezTo>
                  <a:pt x="22861" y="116975"/>
                  <a:pt x="14339" y="108912"/>
                  <a:pt x="8964" y="98604"/>
                </a:cubicBezTo>
                <a:cubicBezTo>
                  <a:pt x="3130" y="88739"/>
                  <a:pt x="0" y="77530"/>
                  <a:pt x="0" y="65878"/>
                </a:cubicBezTo>
              </a:path>
            </a:pathLst>
          </a:custGeom>
          <a:solidFill xmlns:a="http://schemas.openxmlformats.org/drawingml/2006/main">
            <a:srgbClr val="F0A020"/>
          </a:solidFill>
          <a:ln xmlns:a="http://schemas.openxmlformats.org/drawingml/2006/main" w="4042">
            <a:solidFill>
              <a:srgbClr val="F0A020"/>
            </a:solidFill>
            <a:prstDash val="solid"/>
          </a:ln>
        </p:spPr>
      </p:sp>
      <p:sp>
        <p:nvSpPr>
          <p:cNvPr id="108" name="path-80">
            <a:extLst xmlns:a="http://schemas.openxmlformats.org/drawingml/2006/main">
              <a:ext uri="{FF2B5EF4-FFF2-40B4-BE49-F238E27FC236}">
                <a16:creationId xmlns:a16="http://schemas.microsoft.com/office/drawing/2014/main" id="{2CC8707F-C63E-43A8-8ABB-BA17B6F5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6134" y="4602534"/>
            <a:ext cx="2045859" cy="478480"/>
          </a:xfrm>
          <a:custGeom xmlns:a="http://schemas.openxmlformats.org/drawingml/2006/main">
            <a:pathLst>
              <a:path w="2494811" h="583480">
                <a:moveTo>
                  <a:pt x="443" y="113828"/>
                </a:moveTo>
                <a:lnTo>
                  <a:pt x="443" y="113828"/>
                </a:lnTo>
                <a:cubicBezTo>
                  <a:pt x="443" y="93656"/>
                  <a:pt x="5834" y="74384"/>
                  <a:pt x="15684" y="56914"/>
                </a:cubicBezTo>
                <a:cubicBezTo>
                  <a:pt x="25548" y="39429"/>
                  <a:pt x="39888" y="25089"/>
                  <a:pt x="57357" y="15241"/>
                </a:cubicBezTo>
                <a:cubicBezTo>
                  <a:pt x="74842" y="5375"/>
                  <a:pt x="94114" y="0"/>
                  <a:pt x="114271" y="0"/>
                </a:cubicBezTo>
                <a:lnTo>
                  <a:pt x="2380983" y="443"/>
                </a:lnTo>
                <a:cubicBezTo>
                  <a:pt x="2401140" y="443"/>
                  <a:pt x="2420412" y="5818"/>
                  <a:pt x="2437897" y="15683"/>
                </a:cubicBezTo>
                <a:cubicBezTo>
                  <a:pt x="2455367" y="25533"/>
                  <a:pt x="2469705" y="39888"/>
                  <a:pt x="2479571" y="57357"/>
                </a:cubicBezTo>
                <a:cubicBezTo>
                  <a:pt x="2489436" y="74842"/>
                  <a:pt x="2494811" y="94098"/>
                  <a:pt x="2494811" y="114271"/>
                </a:cubicBezTo>
                <a:lnTo>
                  <a:pt x="2494811" y="469652"/>
                </a:lnTo>
                <a:cubicBezTo>
                  <a:pt x="2494811" y="489809"/>
                  <a:pt x="2489436" y="509081"/>
                  <a:pt x="2479571" y="526566"/>
                </a:cubicBezTo>
                <a:cubicBezTo>
                  <a:pt x="2469705" y="544035"/>
                  <a:pt x="2455367" y="558374"/>
                  <a:pt x="2437897" y="568239"/>
                </a:cubicBezTo>
                <a:cubicBezTo>
                  <a:pt x="2420412" y="578104"/>
                  <a:pt x="2401140" y="583480"/>
                  <a:pt x="2380983" y="583480"/>
                </a:cubicBezTo>
                <a:lnTo>
                  <a:pt x="113828" y="583480"/>
                </a:lnTo>
                <a:cubicBezTo>
                  <a:pt x="93671" y="583480"/>
                  <a:pt x="74400" y="578104"/>
                  <a:pt x="56915" y="568239"/>
                </a:cubicBezTo>
                <a:cubicBezTo>
                  <a:pt x="39445" y="558374"/>
                  <a:pt x="25106" y="544035"/>
                  <a:pt x="15241" y="526566"/>
                </a:cubicBezTo>
                <a:cubicBezTo>
                  <a:pt x="5375" y="509081"/>
                  <a:pt x="0" y="489809"/>
                  <a:pt x="0" y="469652"/>
                </a:cubicBezTo>
                <a:lnTo>
                  <a:pt x="443" y="113828"/>
                </a:lnTo>
              </a:path>
            </a:pathLst>
          </a:custGeom>
          <a:solidFill xmlns:a="http://schemas.openxmlformats.org/drawingml/2006/main">
            <a:srgbClr val="FCFAFF"/>
          </a:solidFill>
          <a:ln xmlns:a="http://schemas.openxmlformats.org/drawingml/2006/main" w="16905">
            <a:solidFill>
              <a:srgbClr val="6B3FA0"/>
            </a:solidFill>
            <a:prstDash val="solid"/>
          </a:ln>
        </p:spPr>
      </p:sp>
      <p:pic>
        <p:nvPic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93E8476-7B09-4F70-A61E-8FC1A83D3B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4f1a1154544ee7"/>
          <a:stretch xmlns:a="http://schemas.openxmlformats.org/drawingml/2006/main"/>
        </p:blipFill>
        <p:spPr>
          <a:xfrm xmlns:a="http://schemas.openxmlformats.org/drawingml/2006/main">
            <a:off x="3854603" y="4705057"/>
            <a:ext cx="201390" cy="201390"/>
          </a:xfrm>
          <a:prstGeom xmlns:a="http://schemas.openxmlformats.org/drawingml/2006/main" prst="rect">
            <a:avLst/>
          </a:prstGeom>
        </p:spPr>
      </p:pic>
      <p:sp>
        <p:nvSpPr>
          <p:cNvPr id="110" name="text-82 Collected">
            <a:extLst xmlns:a="http://schemas.openxmlformats.org/drawingml/2006/main">
              <a:ext uri="{FF2B5EF4-FFF2-40B4-BE49-F238E27FC236}">
                <a16:creationId xmlns:a16="http://schemas.microsoft.com/office/drawing/2014/main" id="{DCE5B5A5-E1E6-4753-A14A-EF282DAD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2530" y="4726113"/>
            <a:ext cx="793688" cy="237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6" b="1" i="0">
                <a:solidFill>
                  <a:srgbClr val="3F3F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6" b="1" i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1336" b="1" i="0">
                <a:solidFill>
                  <a:srgbClr val="3F3F46"/>
                </a:solidFill>
                <a:latin typeface="Arial"/>
                <a:ea typeface="Arial"/>
                <a:cs typeface="Arial"/>
              </a:rPr>
              <a:t>Collected</a:t>
            </a:r>
          </a:p>
        </p:txBody>
      </p:sp>
      <p:sp>
        <p:nvSpPr>
          <p:cNvPr id="111" name="text-82 Pages">
            <a:extLst xmlns:a="http://schemas.openxmlformats.org/drawingml/2006/main">
              <a:ext uri="{FF2B5EF4-FFF2-40B4-BE49-F238E27FC236}">
                <a16:creationId xmlns:a16="http://schemas.microsoft.com/office/drawing/2014/main" id="{58EA2B5F-FE43-4947-A139-E0E2F789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2394" y="4726241"/>
            <a:ext cx="529705" cy="237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35" b="1" i="0">
                <a:solidFill>
                  <a:srgbClr val="3F3F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35" b="1" i="0">
                <a:solidFill>
                  <a:srgbClr val="3F3F46"/>
                </a:solidFill>
                <a:latin typeface="Arial"/>
                <a:ea typeface="Arial"/>
                <a:cs typeface="Arial"/>
              </a:defRPr>
            </a:pPr>
            <a:r>
              <a:rPr sz="1335" b="1" i="0">
                <a:solidFill>
                  <a:srgbClr val="3F3F46"/>
                </a:solidFill>
                <a:latin typeface="Arial"/>
                <a:ea typeface="Arial"/>
                <a:cs typeface="Arial"/>
              </a:rPr>
              <a:t>Pages</a:t>
            </a:r>
          </a:p>
        </p:txBody>
      </p:sp>
      <p:sp>
        <p:nvSpPr>
          <p:cNvPr id="112" name="path-83">
            <a:extLst xmlns:a="http://schemas.openxmlformats.org/drawingml/2006/main">
              <a:ext uri="{FF2B5EF4-FFF2-40B4-BE49-F238E27FC236}">
                <a16:creationId xmlns:a16="http://schemas.microsoft.com/office/drawing/2014/main" id="{DAF29D48-EEA5-40CC-A8D3-445008C3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1629" y="4845073"/>
            <a:ext cx="2131476" cy="376"/>
          </a:xfrm>
          <a:custGeom xmlns:a="http://schemas.openxmlformats.org/drawingml/2006/main">
            <a:pathLst>
              <a:path w="2599216" h="459">
                <a:moveTo>
                  <a:pt x="0" y="0"/>
                </a:moveTo>
                <a:lnTo>
                  <a:pt x="2599216" y="459"/>
                </a:lnTo>
              </a:path>
            </a:pathLst>
          </a:custGeom>
          <a:noFill xmlns:a="http://schemas.openxmlformats.org/drawingml/2006/main"/>
          <a:ln xmlns:a="http://schemas.openxmlformats.org/drawingml/2006/main" w="26092">
            <a:solidFill>
              <a:srgbClr val="6B3FA0"/>
            </a:solidFill>
            <a:prstDash val="solid"/>
          </a:ln>
        </p:spPr>
      </p:sp>
      <p:sp>
        <p:nvSpPr>
          <p:cNvPr id="113" name="path-84">
            <a:extLst xmlns:a="http://schemas.openxmlformats.org/drawingml/2006/main">
              <a:ext uri="{FF2B5EF4-FFF2-40B4-BE49-F238E27FC236}">
                <a16:creationId xmlns:a16="http://schemas.microsoft.com/office/drawing/2014/main" id="{5067CC91-A647-4810-A3C9-5F8E62D8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0494" y="92246"/>
            <a:ext cx="6150059" cy="5972186"/>
          </a:xfrm>
          <a:custGeom xmlns:a="http://schemas.openxmlformats.org/drawingml/2006/main">
            <a:pathLst>
              <a:path w="7499655" h="7282750">
                <a:moveTo>
                  <a:pt x="441" y="102619"/>
                </a:moveTo>
                <a:lnTo>
                  <a:pt x="441" y="102619"/>
                </a:lnTo>
                <a:cubicBezTo>
                  <a:pt x="441" y="84691"/>
                  <a:pt x="5374" y="66764"/>
                  <a:pt x="14338" y="51539"/>
                </a:cubicBezTo>
                <a:cubicBezTo>
                  <a:pt x="23302" y="35841"/>
                  <a:pt x="36298" y="22844"/>
                  <a:pt x="51539" y="13880"/>
                </a:cubicBezTo>
                <a:cubicBezTo>
                  <a:pt x="67222" y="4917"/>
                  <a:pt x="85150" y="0"/>
                  <a:pt x="103076" y="0"/>
                </a:cubicBezTo>
                <a:lnTo>
                  <a:pt x="7397037" y="443"/>
                </a:lnTo>
                <a:cubicBezTo>
                  <a:pt x="7414965" y="443"/>
                  <a:pt x="7432876" y="5376"/>
                  <a:pt x="7448116" y="14339"/>
                </a:cubicBezTo>
                <a:cubicBezTo>
                  <a:pt x="7463800" y="23303"/>
                  <a:pt x="7476796" y="36299"/>
                  <a:pt x="7485760" y="51539"/>
                </a:cubicBezTo>
                <a:cubicBezTo>
                  <a:pt x="7494722" y="67222"/>
                  <a:pt x="7499655" y="85134"/>
                  <a:pt x="7499655" y="103061"/>
                </a:cubicBezTo>
                <a:lnTo>
                  <a:pt x="7499655" y="7180132"/>
                </a:lnTo>
                <a:cubicBezTo>
                  <a:pt x="7499655" y="7198043"/>
                  <a:pt x="7494722" y="7215971"/>
                  <a:pt x="7485760" y="7231210"/>
                </a:cubicBezTo>
                <a:cubicBezTo>
                  <a:pt x="7476796" y="7246894"/>
                  <a:pt x="7463800" y="7259890"/>
                  <a:pt x="7448576" y="7268854"/>
                </a:cubicBezTo>
                <a:cubicBezTo>
                  <a:pt x="7432876" y="7277817"/>
                  <a:pt x="7414965" y="7282750"/>
                  <a:pt x="7397037" y="7282750"/>
                </a:cubicBezTo>
                <a:lnTo>
                  <a:pt x="102618" y="7282750"/>
                </a:lnTo>
                <a:cubicBezTo>
                  <a:pt x="84707" y="7282750"/>
                  <a:pt x="66778" y="7277817"/>
                  <a:pt x="51539" y="7268854"/>
                </a:cubicBezTo>
                <a:cubicBezTo>
                  <a:pt x="35854" y="7259890"/>
                  <a:pt x="22861" y="7246894"/>
                  <a:pt x="13897" y="7231654"/>
                </a:cubicBezTo>
                <a:cubicBezTo>
                  <a:pt x="4933" y="7215971"/>
                  <a:pt x="0" y="7198043"/>
                  <a:pt x="0" y="7180132"/>
                </a:cubicBezTo>
                <a:lnTo>
                  <a:pt x="441" y="102619"/>
                </a:lnTo>
              </a:path>
            </a:pathLst>
          </a:custGeom>
          <a:solidFill xmlns:a="http://schemas.openxmlformats.org/drawingml/2006/main">
            <a:srgbClr val="F4FBF7"/>
          </a:solidFill>
          <a:ln xmlns:a="http://schemas.openxmlformats.org/drawingml/2006/main" w="14332">
            <a:solidFill>
              <a:srgbClr val="9CCCB0"/>
            </a:solidFill>
            <a:prstDash val="solid"/>
          </a:ln>
        </p:spPr>
      </p:sp>
      <p:sp>
        <p:nvSpPr>
          <p:cNvPr id="114" name="path-85">
            <a:extLst xmlns:a="http://schemas.openxmlformats.org/drawingml/2006/main">
              <a:ext uri="{FF2B5EF4-FFF2-40B4-BE49-F238E27FC236}">
                <a16:creationId xmlns:a16="http://schemas.microsoft.com/office/drawing/2014/main" id="{06476748-990A-4C46-9C63-3792568E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6502" y="169048"/>
            <a:ext cx="250267" cy="250267"/>
          </a:xfrm>
          <a:custGeom xmlns:a="http://schemas.openxmlformats.org/drawingml/2006/main">
            <a:pathLst>
              <a:path w="305186" h="305186">
                <a:moveTo>
                  <a:pt x="0" y="152372"/>
                </a:moveTo>
                <a:lnTo>
                  <a:pt x="0" y="152372"/>
                </a:lnTo>
                <a:cubicBezTo>
                  <a:pt x="0" y="125480"/>
                  <a:pt x="7179" y="99489"/>
                  <a:pt x="20615" y="76186"/>
                </a:cubicBezTo>
                <a:cubicBezTo>
                  <a:pt x="34069" y="52883"/>
                  <a:pt x="52884" y="33611"/>
                  <a:pt x="76186" y="20173"/>
                </a:cubicBezTo>
                <a:cubicBezTo>
                  <a:pt x="99488" y="6719"/>
                  <a:pt x="125937" y="0"/>
                  <a:pt x="152829" y="0"/>
                </a:cubicBezTo>
                <a:cubicBezTo>
                  <a:pt x="179264" y="0"/>
                  <a:pt x="205713" y="6719"/>
                  <a:pt x="229015" y="20173"/>
                </a:cubicBezTo>
                <a:cubicBezTo>
                  <a:pt x="252320" y="33611"/>
                  <a:pt x="271132" y="52883"/>
                  <a:pt x="284571" y="76186"/>
                </a:cubicBezTo>
                <a:cubicBezTo>
                  <a:pt x="298025" y="99489"/>
                  <a:pt x="305186" y="125480"/>
                  <a:pt x="305186" y="152372"/>
                </a:cubicBezTo>
                <a:cubicBezTo>
                  <a:pt x="305186" y="179264"/>
                  <a:pt x="298025" y="205254"/>
                  <a:pt x="284571" y="228557"/>
                </a:cubicBezTo>
                <a:cubicBezTo>
                  <a:pt x="271132" y="251860"/>
                  <a:pt x="252320" y="271132"/>
                  <a:pt x="229015" y="284570"/>
                </a:cubicBezTo>
                <a:cubicBezTo>
                  <a:pt x="205713" y="298008"/>
                  <a:pt x="179264" y="305186"/>
                  <a:pt x="152829" y="305186"/>
                </a:cubicBezTo>
                <a:cubicBezTo>
                  <a:pt x="125937" y="305186"/>
                  <a:pt x="99488" y="298008"/>
                  <a:pt x="76186" y="284570"/>
                </a:cubicBezTo>
                <a:cubicBezTo>
                  <a:pt x="52884" y="271132"/>
                  <a:pt x="34069" y="251860"/>
                  <a:pt x="20615" y="228557"/>
                </a:cubicBezTo>
                <a:cubicBezTo>
                  <a:pt x="7179" y="205254"/>
                  <a:pt x="0" y="179264"/>
                  <a:pt x="0" y="152372"/>
                </a:cubicBezTo>
              </a:path>
            </a:pathLst>
          </a:custGeom>
          <a:solidFill xmlns:a="http://schemas.openxmlformats.org/drawingml/2006/main">
            <a:srgbClr val="1B6B3A"/>
          </a:solidFill>
          <a:ln xmlns:a="http://schemas.openxmlformats.org/drawingml/2006/main" w="5145">
            <a:solidFill>
              <a:srgbClr val="1B6B3A"/>
            </a:solidFill>
            <a:prstDash val="solid"/>
          </a:ln>
        </p:spPr>
      </p:sp>
      <p:sp>
        <p:nvSpPr>
          <p:cNvPr id="115" name="text-86 2">
            <a:extLst xmlns:a="http://schemas.openxmlformats.org/drawingml/2006/main">
              <a:ext uri="{FF2B5EF4-FFF2-40B4-BE49-F238E27FC236}">
                <a16:creationId xmlns:a16="http://schemas.microsoft.com/office/drawing/2014/main" id="{958EED34-6926-40DA-B15B-D345FE0A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06986" y="198145"/>
            <a:ext cx="118209" cy="224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4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4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64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6" name="text-87 Expert">
            <a:extLst xmlns:a="http://schemas.openxmlformats.org/drawingml/2006/main">
              <a:ext uri="{FF2B5EF4-FFF2-40B4-BE49-F238E27FC236}">
                <a16:creationId xmlns:a16="http://schemas.microsoft.com/office/drawing/2014/main" id="{3826C369-E79A-4B3B-BE5A-0E2FF9C4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31168" y="179318"/>
            <a:ext cx="628918" cy="267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5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5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pPr>
            <a:r>
              <a:rPr sz="1505" b="1" i="0">
                <a:solidFill>
                  <a:srgbClr val="18233C"/>
                </a:solidFill>
                <a:latin typeface="Arial"/>
                <a:ea typeface="Arial"/>
                <a:cs typeface="Arial"/>
              </a:rPr>
              <a:t>Expert</a:t>
            </a:r>
          </a:p>
        </p:txBody>
      </p:sp>
      <p:sp>
        <p:nvSpPr>
          <p:cNvPr id="117" name="text-87 Annotation">
            <a:extLst xmlns:a="http://schemas.openxmlformats.org/drawingml/2006/main">
              <a:ext uri="{FF2B5EF4-FFF2-40B4-BE49-F238E27FC236}">
                <a16:creationId xmlns:a16="http://schemas.microsoft.com/office/drawing/2014/main" id="{1BFA121B-BE64-480B-A030-89246677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71650" y="179206"/>
            <a:ext cx="1042989" cy="26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6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6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pPr>
            <a:r>
              <a:rPr sz="1506" b="1" i="0">
                <a:solidFill>
                  <a:srgbClr val="18233C"/>
                </a:solidFill>
                <a:latin typeface="Arial"/>
                <a:ea typeface="Arial"/>
                <a:cs typeface="Arial"/>
              </a:rPr>
              <a:t>Annotation</a:t>
            </a:r>
          </a:p>
        </p:txBody>
      </p:sp>
      <p:sp>
        <p:nvSpPr>
          <p:cNvPr id="118" name="text-87 &amp;">
            <a:extLst xmlns:a="http://schemas.openxmlformats.org/drawingml/2006/main">
              <a:ext uri="{FF2B5EF4-FFF2-40B4-BE49-F238E27FC236}">
                <a16:creationId xmlns:a16="http://schemas.microsoft.com/office/drawing/2014/main" id="{509FAC5D-1F5B-454A-A88A-EF18D8E1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3269" y="179559"/>
            <a:ext cx="172100" cy="2672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3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3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pPr>
            <a:r>
              <a:rPr sz="1503" b="1" i="0">
                <a:solidFill>
                  <a:srgbClr val="18233C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119" name="text-87 Difficulty">
            <a:extLst xmlns:a="http://schemas.openxmlformats.org/drawingml/2006/main">
              <a:ext uri="{FF2B5EF4-FFF2-40B4-BE49-F238E27FC236}">
                <a16:creationId xmlns:a16="http://schemas.microsoft.com/office/drawing/2014/main" id="{D5C227EF-4634-4571-B054-F6B84017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24575" y="179242"/>
            <a:ext cx="851926" cy="26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5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5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pPr>
            <a:r>
              <a:rPr sz="1505" b="1" i="0">
                <a:solidFill>
                  <a:srgbClr val="18233C"/>
                </a:solidFill>
                <a:latin typeface="Arial"/>
                <a:ea typeface="Arial"/>
                <a:cs typeface="Arial"/>
              </a:rPr>
              <a:t>Difficulty</a:t>
            </a:r>
          </a:p>
        </p:txBody>
      </p:sp>
      <p:sp>
        <p:nvSpPr>
          <p:cNvPr id="120" name="text-87 Assessment">
            <a:extLst xmlns:a="http://schemas.openxmlformats.org/drawingml/2006/main">
              <a:ext uri="{FF2B5EF4-FFF2-40B4-BE49-F238E27FC236}">
                <a16:creationId xmlns:a16="http://schemas.microsoft.com/office/drawing/2014/main" id="{DFD2A831-9B47-4125-A6CC-3F122358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88404" y="179195"/>
            <a:ext cx="1160709" cy="267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6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6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pPr>
            <a:r>
              <a:rPr sz="1506" b="1" i="0">
                <a:solidFill>
                  <a:srgbClr val="18233C"/>
                </a:solidFill>
                <a:latin typeface="Arial"/>
                <a:ea typeface="Arial"/>
                <a:cs typeface="Arial"/>
              </a:rPr>
              <a:t>Assessment</a:t>
            </a:r>
          </a:p>
        </p:txBody>
      </p:sp>
      <p:sp>
        <p:nvSpPr>
          <p:cNvPr id="121" name="path-88">
            <a:extLst xmlns:a="http://schemas.openxmlformats.org/drawingml/2006/main">
              <a:ext uri="{FF2B5EF4-FFF2-40B4-BE49-F238E27FC236}">
                <a16:creationId xmlns:a16="http://schemas.microsoft.com/office/drawing/2014/main" id="{632BBE35-F4E1-43C2-AEB6-E563CA26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9641" y="526258"/>
            <a:ext cx="5932126" cy="5476802"/>
          </a:xfrm>
          <a:custGeom xmlns:a="http://schemas.openxmlformats.org/drawingml/2006/main">
            <a:pathLst>
              <a:path w="7233899" h="6678655">
                <a:moveTo>
                  <a:pt x="0" y="68107"/>
                </a:moveTo>
                <a:lnTo>
                  <a:pt x="0" y="68107"/>
                </a:lnTo>
                <a:cubicBezTo>
                  <a:pt x="0" y="56013"/>
                  <a:pt x="3130" y="44362"/>
                  <a:pt x="8964" y="34053"/>
                </a:cubicBezTo>
                <a:cubicBezTo>
                  <a:pt x="15242" y="23745"/>
                  <a:pt x="23745" y="14781"/>
                  <a:pt x="34054" y="8964"/>
                </a:cubicBezTo>
                <a:cubicBezTo>
                  <a:pt x="44363" y="3130"/>
                  <a:pt x="56472" y="0"/>
                  <a:pt x="68123" y="0"/>
                </a:cubicBezTo>
                <a:lnTo>
                  <a:pt x="7165335" y="0"/>
                </a:lnTo>
                <a:cubicBezTo>
                  <a:pt x="7177444" y="0"/>
                  <a:pt x="7189095" y="3130"/>
                  <a:pt x="7199403" y="8964"/>
                </a:cubicBezTo>
                <a:cubicBezTo>
                  <a:pt x="7209710" y="15240"/>
                  <a:pt x="7218674" y="23745"/>
                  <a:pt x="7224493" y="34053"/>
                </a:cubicBezTo>
                <a:cubicBezTo>
                  <a:pt x="7230327" y="44362"/>
                  <a:pt x="7233458" y="56456"/>
                  <a:pt x="7233458" y="68107"/>
                </a:cubicBezTo>
                <a:lnTo>
                  <a:pt x="7233899" y="6610089"/>
                </a:lnTo>
                <a:cubicBezTo>
                  <a:pt x="7233899" y="6622184"/>
                  <a:pt x="7230768" y="6633835"/>
                  <a:pt x="7224951" y="6644143"/>
                </a:cubicBezTo>
                <a:cubicBezTo>
                  <a:pt x="7218674" y="6654451"/>
                  <a:pt x="7210153" y="6663415"/>
                  <a:pt x="7199847" y="6669248"/>
                </a:cubicBezTo>
                <a:cubicBezTo>
                  <a:pt x="7189538" y="6675067"/>
                  <a:pt x="7177444" y="6678212"/>
                  <a:pt x="7165793" y="6678212"/>
                </a:cubicBezTo>
                <a:lnTo>
                  <a:pt x="68123" y="6678655"/>
                </a:lnTo>
                <a:cubicBezTo>
                  <a:pt x="56014" y="6678655"/>
                  <a:pt x="44363" y="6675525"/>
                  <a:pt x="34054" y="6669691"/>
                </a:cubicBezTo>
                <a:cubicBezTo>
                  <a:pt x="23745" y="6663415"/>
                  <a:pt x="14781" y="6654909"/>
                  <a:pt x="8964" y="6644601"/>
                </a:cubicBezTo>
                <a:cubicBezTo>
                  <a:pt x="3130" y="6634294"/>
                  <a:pt x="0" y="6622184"/>
                  <a:pt x="0" y="6610533"/>
                </a:cubicBezTo>
                <a:lnTo>
                  <a:pt x="0" y="6810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862">
            <a:solidFill>
              <a:srgbClr val="C8E3D2"/>
            </a:solidFill>
            <a:prstDash val="solid"/>
          </a:ln>
        </p:spPr>
      </p:sp>
      <p:sp>
        <p:nvSpPr>
          <p:cNvPr id="122" name="path-89">
            <a:extLst xmlns:a="http://schemas.openxmlformats.org/drawingml/2006/main">
              <a:ext uri="{FF2B5EF4-FFF2-40B4-BE49-F238E27FC236}">
                <a16:creationId xmlns:a16="http://schemas.microsoft.com/office/drawing/2014/main" id="{A57EDA8C-DB84-4015-A453-265CD2A1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2063" y="649733"/>
            <a:ext cx="2585335" cy="402780"/>
          </a:xfrm>
          <a:custGeom xmlns:a="http://schemas.openxmlformats.org/drawingml/2006/main">
            <a:pathLst>
              <a:path w="3152672" h="491167">
                <a:moveTo>
                  <a:pt x="441" y="79774"/>
                </a:moveTo>
                <a:lnTo>
                  <a:pt x="441" y="79774"/>
                </a:lnTo>
                <a:cubicBezTo>
                  <a:pt x="441" y="65877"/>
                  <a:pt x="4031" y="51980"/>
                  <a:pt x="11208" y="39886"/>
                </a:cubicBezTo>
                <a:cubicBezTo>
                  <a:pt x="17926" y="27793"/>
                  <a:pt x="28235" y="17927"/>
                  <a:pt x="40329" y="10765"/>
                </a:cubicBezTo>
                <a:cubicBezTo>
                  <a:pt x="52423" y="3588"/>
                  <a:pt x="66320" y="0"/>
                  <a:pt x="80215" y="0"/>
                </a:cubicBezTo>
                <a:lnTo>
                  <a:pt x="3072913" y="458"/>
                </a:lnTo>
                <a:cubicBezTo>
                  <a:pt x="3086795" y="458"/>
                  <a:pt x="3100692" y="4030"/>
                  <a:pt x="3112786" y="11208"/>
                </a:cubicBezTo>
                <a:cubicBezTo>
                  <a:pt x="3124895" y="17927"/>
                  <a:pt x="3134744" y="28235"/>
                  <a:pt x="3141920" y="40329"/>
                </a:cubicBezTo>
                <a:cubicBezTo>
                  <a:pt x="3149081" y="52439"/>
                  <a:pt x="3152672" y="66336"/>
                  <a:pt x="3152672" y="80216"/>
                </a:cubicBezTo>
                <a:lnTo>
                  <a:pt x="3152672" y="411392"/>
                </a:lnTo>
                <a:cubicBezTo>
                  <a:pt x="3152672" y="425289"/>
                  <a:pt x="3149081" y="439185"/>
                  <a:pt x="3141920" y="451279"/>
                </a:cubicBezTo>
                <a:cubicBezTo>
                  <a:pt x="3135204" y="463375"/>
                  <a:pt x="3124895" y="473239"/>
                  <a:pt x="3112786" y="480417"/>
                </a:cubicBezTo>
                <a:cubicBezTo>
                  <a:pt x="3100692" y="487578"/>
                  <a:pt x="3086795" y="491167"/>
                  <a:pt x="3072913" y="491167"/>
                </a:cubicBezTo>
                <a:lnTo>
                  <a:pt x="79774" y="491167"/>
                </a:lnTo>
                <a:cubicBezTo>
                  <a:pt x="65877" y="491167"/>
                  <a:pt x="51980" y="487578"/>
                  <a:pt x="39886" y="480417"/>
                </a:cubicBezTo>
                <a:cubicBezTo>
                  <a:pt x="27774" y="473681"/>
                  <a:pt x="17926" y="463375"/>
                  <a:pt x="10750" y="451279"/>
                </a:cubicBezTo>
                <a:cubicBezTo>
                  <a:pt x="3588" y="439185"/>
                  <a:pt x="0" y="425289"/>
                  <a:pt x="0" y="411392"/>
                </a:cubicBezTo>
                <a:lnTo>
                  <a:pt x="441" y="79774"/>
                </a:lnTo>
              </a:path>
            </a:pathLst>
          </a:custGeom>
          <a:solidFill xmlns:a="http://schemas.openxmlformats.org/drawingml/2006/main">
            <a:srgbClr val="FCFAF5"/>
          </a:solidFill>
          <a:ln xmlns:a="http://schemas.openxmlformats.org/drawingml/2006/main" w="14332">
            <a:solidFill>
              <a:srgbClr val="8A7B5E"/>
            </a:solidFill>
            <a:prstDash val="solid"/>
          </a:ln>
        </p:spPr>
      </p:sp>
      <p:pic>
        <p:nvPic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7167706-81D4-468A-B3AE-1A2D495DEA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062d7a27b546ff"/>
          <a:stretch xmlns:a="http://schemas.openxmlformats.org/drawingml/2006/main"/>
        </p:blipFill>
        <p:spPr>
          <a:xfrm xmlns:a="http://schemas.openxmlformats.org/drawingml/2006/main">
            <a:off x="12395960" y="734623"/>
            <a:ext cx="203594" cy="203594"/>
          </a:xfrm>
          <a:prstGeom xmlns:a="http://schemas.openxmlformats.org/drawingml/2006/main" prst="rect">
            <a:avLst/>
          </a:prstGeom>
        </p:spPr>
      </p:pic>
      <p:sp>
        <p:nvSpPr>
          <p:cNvPr id="124" name="text-91 Input">
            <a:extLst xmlns:a="http://schemas.openxmlformats.org/drawingml/2006/main">
              <a:ext uri="{FF2B5EF4-FFF2-40B4-BE49-F238E27FC236}">
                <a16:creationId xmlns:a16="http://schemas.microsoft.com/office/drawing/2014/main" id="{3CA27B35-7CB3-4223-86F2-897A5928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98984" y="749310"/>
            <a:ext cx="391227" cy="20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5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5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175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25" name="text-91 Documents">
            <a:extLst xmlns:a="http://schemas.openxmlformats.org/drawingml/2006/main">
              <a:ext uri="{FF2B5EF4-FFF2-40B4-BE49-F238E27FC236}">
                <a16:creationId xmlns:a16="http://schemas.microsoft.com/office/drawing/2014/main" id="{D78E51E4-E270-42AB-868B-34646552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04830" y="749214"/>
            <a:ext cx="839487" cy="209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6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6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176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Documents</a:t>
            </a:r>
          </a:p>
        </p:txBody>
      </p:sp>
      <p:sp>
        <p:nvSpPr>
          <p:cNvPr id="126" name="path-92">
            <a:extLst xmlns:a="http://schemas.openxmlformats.org/drawingml/2006/main">
              <a:ext uri="{FF2B5EF4-FFF2-40B4-BE49-F238E27FC236}">
                <a16:creationId xmlns:a16="http://schemas.microsoft.com/office/drawing/2014/main" id="{202B2480-4002-4EB1-A68C-42C31864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4918" y="1052149"/>
            <a:ext cx="364" cy="154705"/>
          </a:xfrm>
          <a:custGeom xmlns:a="http://schemas.openxmlformats.org/drawingml/2006/main">
            <a:pathLst>
              <a:path w="443" h="188655">
                <a:moveTo>
                  <a:pt x="0" y="0"/>
                </a:moveTo>
                <a:lnTo>
                  <a:pt x="443" y="188655"/>
                </a:lnTo>
              </a:path>
            </a:pathLst>
          </a:custGeom>
          <a:noFill xmlns:a="http://schemas.openxmlformats.org/drawingml/2006/main"/>
          <a:ln xmlns:a="http://schemas.openxmlformats.org/drawingml/2006/main" w="19477">
            <a:solidFill>
              <a:srgbClr val="17202B"/>
            </a:solidFill>
            <a:prstDash val="solid"/>
          </a:ln>
        </p:spPr>
      </p:sp>
      <p:sp>
        <p:nvSpPr>
          <p:cNvPr id="127" name="path-93">
            <a:extLst xmlns:a="http://schemas.openxmlformats.org/drawingml/2006/main">
              <a:ext uri="{FF2B5EF4-FFF2-40B4-BE49-F238E27FC236}">
                <a16:creationId xmlns:a16="http://schemas.microsoft.com/office/drawing/2014/main" id="{E358F8CA-8A81-4813-8029-479DA721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2193" y="1206854"/>
            <a:ext cx="3945815" cy="375"/>
          </a:xfrm>
          <a:custGeom xmlns:a="http://schemas.openxmlformats.org/drawingml/2006/main">
            <a:pathLst>
              <a:path w="4811702" h="458">
                <a:moveTo>
                  <a:pt x="0" y="0"/>
                </a:moveTo>
                <a:lnTo>
                  <a:pt x="4811702" y="458"/>
                </a:lnTo>
              </a:path>
            </a:pathLst>
          </a:custGeom>
          <a:noFill xmlns:a="http://schemas.openxmlformats.org/drawingml/2006/main"/>
          <a:ln xmlns:a="http://schemas.openxmlformats.org/drawingml/2006/main" w="19477">
            <a:solidFill>
              <a:srgbClr val="17202B"/>
            </a:solidFill>
            <a:prstDash val="solid"/>
          </a:ln>
        </p:spPr>
      </p:sp>
      <p:sp>
        <p:nvSpPr>
          <p:cNvPr id="128" name="path-94">
            <a:extLst xmlns:a="http://schemas.openxmlformats.org/drawingml/2006/main">
              <a:ext uri="{FF2B5EF4-FFF2-40B4-BE49-F238E27FC236}">
                <a16:creationId xmlns:a16="http://schemas.microsoft.com/office/drawing/2014/main" id="{3F49F144-A80E-454C-90E4-609E1352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2193" y="1206854"/>
            <a:ext cx="364" cy="139290"/>
          </a:xfrm>
          <a:custGeom xmlns:a="http://schemas.openxmlformats.org/drawingml/2006/main">
            <a:pathLst>
              <a:path w="443" h="169856">
                <a:moveTo>
                  <a:pt x="0" y="0"/>
                </a:moveTo>
                <a:lnTo>
                  <a:pt x="443" y="169856"/>
                </a:lnTo>
              </a:path>
            </a:pathLst>
          </a:custGeom>
          <a:noFill xmlns:a="http://schemas.openxmlformats.org/drawingml/2006/main"/>
          <a:ln xmlns:a="http://schemas.openxmlformats.org/drawingml/2006/main" w="19477">
            <a:solidFill>
              <a:srgbClr val="17202B"/>
            </a:solidFill>
            <a:prstDash val="solid"/>
          </a:ln>
        </p:spPr>
      </p:sp>
      <p:sp>
        <p:nvSpPr>
          <p:cNvPr id="129" name="path-95">
            <a:extLst xmlns:a="http://schemas.openxmlformats.org/drawingml/2006/main">
              <a:ext uri="{FF2B5EF4-FFF2-40B4-BE49-F238E27FC236}">
                <a16:creationId xmlns:a16="http://schemas.microsoft.com/office/drawing/2014/main" id="{0CC02086-616E-44DC-8B6B-D0302309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3680" y="1335112"/>
            <a:ext cx="97753" cy="78655"/>
          </a:xfrm>
          <a:custGeom xmlns:a="http://schemas.openxmlformats.org/drawingml/2006/main">
            <a:pathLst>
              <a:path w="119204" h="95915">
                <a:moveTo>
                  <a:pt x="119204" y="0"/>
                </a:moveTo>
                <a:lnTo>
                  <a:pt x="59602" y="95915"/>
                </a:lnTo>
                <a:lnTo>
                  <a:pt x="0" y="0"/>
                </a:lnTo>
                <a:lnTo>
                  <a:pt x="119204" y="0"/>
                </a:lnTo>
              </a:path>
            </a:pathLst>
          </a:custGeom>
          <a:solidFill xmlns:a="http://schemas.openxmlformats.org/drawingml/2006/main">
            <a:srgbClr val="17202B"/>
          </a:solidFill>
          <a:ln xmlns:a="http://schemas.openxmlformats.org/drawingml/2006/main" w="4042">
            <a:solidFill>
              <a:srgbClr val="17202B"/>
            </a:solidFill>
            <a:prstDash val="solid"/>
          </a:ln>
        </p:spPr>
      </p:sp>
      <p:sp>
        <p:nvSpPr>
          <p:cNvPr id="130" name="path-96">
            <a:extLst xmlns:a="http://schemas.openxmlformats.org/drawingml/2006/main">
              <a:ext uri="{FF2B5EF4-FFF2-40B4-BE49-F238E27FC236}">
                <a16:creationId xmlns:a16="http://schemas.microsoft.com/office/drawing/2014/main" id="{897615E3-8653-4C95-AB91-CEC77133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4918" y="1206854"/>
            <a:ext cx="364" cy="139290"/>
          </a:xfrm>
          <a:custGeom xmlns:a="http://schemas.openxmlformats.org/drawingml/2006/main">
            <a:pathLst>
              <a:path w="443" h="169856">
                <a:moveTo>
                  <a:pt x="0" y="0"/>
                </a:moveTo>
                <a:lnTo>
                  <a:pt x="443" y="169856"/>
                </a:lnTo>
              </a:path>
            </a:pathLst>
          </a:custGeom>
          <a:noFill xmlns:a="http://schemas.openxmlformats.org/drawingml/2006/main"/>
          <a:ln xmlns:a="http://schemas.openxmlformats.org/drawingml/2006/main" w="19477">
            <a:solidFill>
              <a:srgbClr val="17202B"/>
            </a:solidFill>
            <a:prstDash val="solid"/>
          </a:ln>
        </p:spPr>
      </p:sp>
      <p:sp>
        <p:nvSpPr>
          <p:cNvPr id="131" name="path-97">
            <a:extLst xmlns:a="http://schemas.openxmlformats.org/drawingml/2006/main">
              <a:ext uri="{FF2B5EF4-FFF2-40B4-BE49-F238E27FC236}">
                <a16:creationId xmlns:a16="http://schemas.microsoft.com/office/drawing/2014/main" id="{8A03D9BC-83A6-4D66-95DE-604B9F33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6406" y="1335112"/>
            <a:ext cx="97751" cy="78655"/>
          </a:xfrm>
          <a:custGeom xmlns:a="http://schemas.openxmlformats.org/drawingml/2006/main">
            <a:pathLst>
              <a:path w="119202" h="95915">
                <a:moveTo>
                  <a:pt x="119202" y="0"/>
                </a:moveTo>
                <a:lnTo>
                  <a:pt x="59602" y="95915"/>
                </a:lnTo>
                <a:lnTo>
                  <a:pt x="0" y="0"/>
                </a:lnTo>
                <a:lnTo>
                  <a:pt x="119202" y="0"/>
                </a:lnTo>
              </a:path>
            </a:pathLst>
          </a:custGeom>
          <a:solidFill xmlns:a="http://schemas.openxmlformats.org/drawingml/2006/main">
            <a:srgbClr val="17202B"/>
          </a:solidFill>
          <a:ln xmlns:a="http://schemas.openxmlformats.org/drawingml/2006/main" w="4042">
            <a:solidFill>
              <a:srgbClr val="17202B"/>
            </a:solidFill>
            <a:prstDash val="solid"/>
          </a:ln>
        </p:spPr>
      </p:sp>
      <p:sp>
        <p:nvSpPr>
          <p:cNvPr id="132" name="path-98">
            <a:extLst xmlns:a="http://schemas.openxmlformats.org/drawingml/2006/main">
              <a:ext uri="{FF2B5EF4-FFF2-40B4-BE49-F238E27FC236}">
                <a16:creationId xmlns:a16="http://schemas.microsoft.com/office/drawing/2014/main" id="{BC7C6880-6577-4B4B-86AC-5549A456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8008" y="1206854"/>
            <a:ext cx="362" cy="139290"/>
          </a:xfrm>
          <a:custGeom xmlns:a="http://schemas.openxmlformats.org/drawingml/2006/main">
            <a:pathLst>
              <a:path w="441" h="169856">
                <a:moveTo>
                  <a:pt x="0" y="0"/>
                </a:moveTo>
                <a:lnTo>
                  <a:pt x="441" y="169856"/>
                </a:lnTo>
              </a:path>
            </a:pathLst>
          </a:custGeom>
          <a:noFill xmlns:a="http://schemas.openxmlformats.org/drawingml/2006/main"/>
          <a:ln xmlns:a="http://schemas.openxmlformats.org/drawingml/2006/main" w="19477">
            <a:solidFill>
              <a:srgbClr val="17202B"/>
            </a:solidFill>
            <a:prstDash val="solid"/>
          </a:ln>
        </p:spPr>
      </p:sp>
      <p:sp>
        <p:nvSpPr>
          <p:cNvPr id="133" name="path-99">
            <a:extLst xmlns:a="http://schemas.openxmlformats.org/drawingml/2006/main">
              <a:ext uri="{FF2B5EF4-FFF2-40B4-BE49-F238E27FC236}">
                <a16:creationId xmlns:a16="http://schemas.microsoft.com/office/drawing/2014/main" id="{E90A987B-A456-4FB5-B59D-4342B46F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131" y="1335112"/>
            <a:ext cx="97751" cy="78655"/>
          </a:xfrm>
          <a:custGeom xmlns:a="http://schemas.openxmlformats.org/drawingml/2006/main">
            <a:pathLst>
              <a:path w="119202" h="95915">
                <a:moveTo>
                  <a:pt x="119202" y="0"/>
                </a:moveTo>
                <a:lnTo>
                  <a:pt x="59602" y="95915"/>
                </a:lnTo>
                <a:lnTo>
                  <a:pt x="0" y="0"/>
                </a:lnTo>
                <a:lnTo>
                  <a:pt x="119202" y="0"/>
                </a:lnTo>
              </a:path>
            </a:pathLst>
          </a:custGeom>
          <a:solidFill xmlns:a="http://schemas.openxmlformats.org/drawingml/2006/main">
            <a:srgbClr val="17202B"/>
          </a:solidFill>
          <a:ln xmlns:a="http://schemas.openxmlformats.org/drawingml/2006/main" w="4042">
            <a:solidFill>
              <a:srgbClr val="17202B"/>
            </a:solidFill>
            <a:prstDash val="solid"/>
          </a:ln>
        </p:spPr>
      </p:sp>
      <p:sp>
        <p:nvSpPr>
          <p:cNvPr id="134" name="path-100">
            <a:extLst xmlns:a="http://schemas.openxmlformats.org/drawingml/2006/main">
              <a:ext uri="{FF2B5EF4-FFF2-40B4-BE49-F238E27FC236}">
                <a16:creationId xmlns:a16="http://schemas.microsoft.com/office/drawing/2014/main" id="{5CA325FF-D5FB-41ED-ADA1-2AB6C6C8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2812" y="1423322"/>
            <a:ext cx="1578762" cy="433635"/>
          </a:xfrm>
          <a:custGeom xmlns:a="http://schemas.openxmlformats.org/drawingml/2006/main">
            <a:pathLst>
              <a:path w="1925213" h="528794">
                <a:moveTo>
                  <a:pt x="443" y="79758"/>
                </a:moveTo>
                <a:lnTo>
                  <a:pt x="443" y="79758"/>
                </a:lnTo>
                <a:cubicBezTo>
                  <a:pt x="443" y="65862"/>
                  <a:pt x="4031" y="51981"/>
                  <a:pt x="11193" y="39871"/>
                </a:cubicBezTo>
                <a:cubicBezTo>
                  <a:pt x="17928" y="27777"/>
                  <a:pt x="28237" y="17911"/>
                  <a:pt x="40331" y="10750"/>
                </a:cubicBezTo>
                <a:cubicBezTo>
                  <a:pt x="52426" y="3574"/>
                  <a:pt x="66320" y="0"/>
                  <a:pt x="80217" y="0"/>
                </a:cubicBezTo>
                <a:lnTo>
                  <a:pt x="1845454" y="442"/>
                </a:lnTo>
                <a:cubicBezTo>
                  <a:pt x="1859334" y="442"/>
                  <a:pt x="1873230" y="4031"/>
                  <a:pt x="1885325" y="11193"/>
                </a:cubicBezTo>
                <a:cubicBezTo>
                  <a:pt x="1897436" y="17911"/>
                  <a:pt x="1907285" y="28219"/>
                  <a:pt x="1914461" y="40329"/>
                </a:cubicBezTo>
                <a:cubicBezTo>
                  <a:pt x="1921622" y="52423"/>
                  <a:pt x="1925213" y="66320"/>
                  <a:pt x="1925213" y="80216"/>
                </a:cubicBezTo>
                <a:lnTo>
                  <a:pt x="1925213" y="449036"/>
                </a:lnTo>
                <a:cubicBezTo>
                  <a:pt x="1925213" y="462917"/>
                  <a:pt x="1921622" y="476813"/>
                  <a:pt x="1914461" y="488923"/>
                </a:cubicBezTo>
                <a:cubicBezTo>
                  <a:pt x="1907743" y="501017"/>
                  <a:pt x="1897436" y="510866"/>
                  <a:pt x="1885325" y="518044"/>
                </a:cubicBezTo>
                <a:cubicBezTo>
                  <a:pt x="1873230" y="525222"/>
                  <a:pt x="1859334" y="528794"/>
                  <a:pt x="1845454" y="528794"/>
                </a:cubicBezTo>
                <a:lnTo>
                  <a:pt x="79759" y="528794"/>
                </a:lnTo>
                <a:cubicBezTo>
                  <a:pt x="65879" y="528794"/>
                  <a:pt x="51982" y="525222"/>
                  <a:pt x="39888" y="518044"/>
                </a:cubicBezTo>
                <a:cubicBezTo>
                  <a:pt x="27777" y="511325"/>
                  <a:pt x="17928" y="501017"/>
                  <a:pt x="10752" y="488923"/>
                </a:cubicBezTo>
                <a:cubicBezTo>
                  <a:pt x="3591" y="476813"/>
                  <a:pt x="0" y="462917"/>
                  <a:pt x="0" y="449036"/>
                </a:cubicBezTo>
                <a:lnTo>
                  <a:pt x="443" y="79758"/>
                </a:lnTo>
              </a:path>
            </a:pathLst>
          </a:custGeom>
          <a:solidFill xmlns:a="http://schemas.openxmlformats.org/drawingml/2006/main">
            <a:srgbClr val="F3FAF6"/>
          </a:solidFill>
          <a:ln xmlns:a="http://schemas.openxmlformats.org/drawingml/2006/main" w="12862">
            <a:solidFill>
              <a:srgbClr val="6CB08C"/>
            </a:solidFill>
            <a:prstDash val="solid"/>
          </a:ln>
        </p:spPr>
      </p:sp>
      <p:sp>
        <p:nvSpPr>
          <p:cNvPr id="135" name="path-101">
            <a:extLst xmlns:a="http://schemas.openxmlformats.org/drawingml/2006/main">
              <a:ext uri="{FF2B5EF4-FFF2-40B4-BE49-F238E27FC236}">
                <a16:creationId xmlns:a16="http://schemas.microsoft.com/office/drawing/2014/main" id="{66F5339E-2F43-4C62-B10D-D72E70C1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2366" y="1423322"/>
            <a:ext cx="1905102" cy="433635"/>
          </a:xfrm>
          <a:custGeom xmlns:a="http://schemas.openxmlformats.org/drawingml/2006/main">
            <a:pathLst>
              <a:path w="2323166" h="528794">
                <a:moveTo>
                  <a:pt x="443" y="79758"/>
                </a:moveTo>
                <a:lnTo>
                  <a:pt x="443" y="79758"/>
                </a:lnTo>
                <a:cubicBezTo>
                  <a:pt x="443" y="65862"/>
                  <a:pt x="4031" y="51981"/>
                  <a:pt x="11193" y="39871"/>
                </a:cubicBezTo>
                <a:cubicBezTo>
                  <a:pt x="17928" y="27777"/>
                  <a:pt x="28237" y="17911"/>
                  <a:pt x="40331" y="10750"/>
                </a:cubicBezTo>
                <a:cubicBezTo>
                  <a:pt x="52426" y="3574"/>
                  <a:pt x="66320" y="0"/>
                  <a:pt x="80217" y="0"/>
                </a:cubicBezTo>
                <a:lnTo>
                  <a:pt x="2243393" y="442"/>
                </a:lnTo>
                <a:cubicBezTo>
                  <a:pt x="2257289" y="442"/>
                  <a:pt x="2271186" y="4031"/>
                  <a:pt x="2283281" y="11193"/>
                </a:cubicBezTo>
                <a:cubicBezTo>
                  <a:pt x="2295375" y="17911"/>
                  <a:pt x="2305240" y="28219"/>
                  <a:pt x="2312402" y="40329"/>
                </a:cubicBezTo>
                <a:cubicBezTo>
                  <a:pt x="2319578" y="52423"/>
                  <a:pt x="2323166" y="66320"/>
                  <a:pt x="2323166" y="80216"/>
                </a:cubicBezTo>
                <a:lnTo>
                  <a:pt x="2323166" y="449036"/>
                </a:lnTo>
                <a:cubicBezTo>
                  <a:pt x="2323166" y="462917"/>
                  <a:pt x="2319578" y="476813"/>
                  <a:pt x="2312402" y="488923"/>
                </a:cubicBezTo>
                <a:cubicBezTo>
                  <a:pt x="2305684" y="501017"/>
                  <a:pt x="2295375" y="510866"/>
                  <a:pt x="2283281" y="518044"/>
                </a:cubicBezTo>
                <a:cubicBezTo>
                  <a:pt x="2271186" y="525222"/>
                  <a:pt x="2257289" y="528794"/>
                  <a:pt x="2243393" y="528794"/>
                </a:cubicBezTo>
                <a:lnTo>
                  <a:pt x="79759" y="528794"/>
                </a:lnTo>
                <a:cubicBezTo>
                  <a:pt x="65877" y="528794"/>
                  <a:pt x="51982" y="525222"/>
                  <a:pt x="39888" y="518044"/>
                </a:cubicBezTo>
                <a:cubicBezTo>
                  <a:pt x="27777" y="511325"/>
                  <a:pt x="17928" y="501017"/>
                  <a:pt x="10750" y="488923"/>
                </a:cubicBezTo>
                <a:cubicBezTo>
                  <a:pt x="3591" y="476813"/>
                  <a:pt x="0" y="462917"/>
                  <a:pt x="0" y="449036"/>
                </a:cubicBezTo>
                <a:lnTo>
                  <a:pt x="443" y="79758"/>
                </a:lnTo>
              </a:path>
            </a:pathLst>
          </a:custGeom>
          <a:solidFill xmlns:a="http://schemas.openxmlformats.org/drawingml/2006/main">
            <a:srgbClr val="F2F7FD"/>
          </a:solidFill>
          <a:ln xmlns:a="http://schemas.openxmlformats.org/drawingml/2006/main" w="12862">
            <a:solidFill>
              <a:srgbClr val="6C9DD2"/>
            </a:solidFill>
            <a:prstDash val="solid"/>
          </a:ln>
        </p:spPr>
      </p:sp>
      <p:sp>
        <p:nvSpPr>
          <p:cNvPr id="136" name="path-102">
            <a:extLst xmlns:a="http://schemas.openxmlformats.org/drawingml/2006/main">
              <a:ext uri="{FF2B5EF4-FFF2-40B4-BE49-F238E27FC236}">
                <a16:creationId xmlns:a16="http://schemas.microsoft.com/office/drawing/2014/main" id="{F7E65E3C-6612-4FA9-9FE6-83B9F810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8627" y="1423322"/>
            <a:ext cx="1578760" cy="433635"/>
          </a:xfrm>
          <a:custGeom xmlns:a="http://schemas.openxmlformats.org/drawingml/2006/main">
            <a:pathLst>
              <a:path w="1925211" h="528794">
                <a:moveTo>
                  <a:pt x="443" y="79758"/>
                </a:moveTo>
                <a:lnTo>
                  <a:pt x="443" y="79758"/>
                </a:lnTo>
                <a:cubicBezTo>
                  <a:pt x="443" y="65862"/>
                  <a:pt x="4031" y="51981"/>
                  <a:pt x="11193" y="39871"/>
                </a:cubicBezTo>
                <a:cubicBezTo>
                  <a:pt x="17928" y="27777"/>
                  <a:pt x="28235" y="17911"/>
                  <a:pt x="40329" y="10750"/>
                </a:cubicBezTo>
                <a:cubicBezTo>
                  <a:pt x="52423" y="3574"/>
                  <a:pt x="66320" y="0"/>
                  <a:pt x="80217" y="0"/>
                </a:cubicBezTo>
                <a:lnTo>
                  <a:pt x="1845437" y="442"/>
                </a:lnTo>
                <a:cubicBezTo>
                  <a:pt x="1859334" y="442"/>
                  <a:pt x="1873230" y="4031"/>
                  <a:pt x="1885325" y="11193"/>
                </a:cubicBezTo>
                <a:cubicBezTo>
                  <a:pt x="1897434" y="17911"/>
                  <a:pt x="1907282" y="28219"/>
                  <a:pt x="1914461" y="40329"/>
                </a:cubicBezTo>
                <a:cubicBezTo>
                  <a:pt x="1921622" y="52423"/>
                  <a:pt x="1925211" y="66320"/>
                  <a:pt x="1925211" y="80216"/>
                </a:cubicBezTo>
                <a:lnTo>
                  <a:pt x="1925211" y="449036"/>
                </a:lnTo>
                <a:cubicBezTo>
                  <a:pt x="1925211" y="462917"/>
                  <a:pt x="1921622" y="476813"/>
                  <a:pt x="1914461" y="488923"/>
                </a:cubicBezTo>
                <a:cubicBezTo>
                  <a:pt x="1907743" y="501017"/>
                  <a:pt x="1897434" y="510866"/>
                  <a:pt x="1885325" y="518044"/>
                </a:cubicBezTo>
                <a:cubicBezTo>
                  <a:pt x="1873230" y="525222"/>
                  <a:pt x="1859334" y="528794"/>
                  <a:pt x="1845437" y="528794"/>
                </a:cubicBezTo>
                <a:lnTo>
                  <a:pt x="79759" y="528794"/>
                </a:lnTo>
                <a:cubicBezTo>
                  <a:pt x="65877" y="528794"/>
                  <a:pt x="51980" y="525222"/>
                  <a:pt x="39886" y="518044"/>
                </a:cubicBezTo>
                <a:cubicBezTo>
                  <a:pt x="27777" y="511325"/>
                  <a:pt x="17928" y="501017"/>
                  <a:pt x="10750" y="488923"/>
                </a:cubicBezTo>
                <a:cubicBezTo>
                  <a:pt x="3574" y="476813"/>
                  <a:pt x="0" y="462917"/>
                  <a:pt x="0" y="449036"/>
                </a:cubicBezTo>
                <a:lnTo>
                  <a:pt x="443" y="79758"/>
                </a:lnTo>
              </a:path>
            </a:pathLst>
          </a:custGeom>
          <a:solidFill xmlns:a="http://schemas.openxmlformats.org/drawingml/2006/main">
            <a:srgbClr val="FEF9F2"/>
          </a:solidFill>
          <a:ln xmlns:a="http://schemas.openxmlformats.org/drawingml/2006/main" w="12862">
            <a:solidFill>
              <a:srgbClr val="DEA871"/>
            </a:solidFill>
            <a:prstDash val="solid"/>
          </a:ln>
        </p:spPr>
      </p:sp>
      <p:pic>
        <p:nvPic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33F5B84-E8BF-4649-A7BC-26D508EEBE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05789e4b5c4ee2"/>
          <a:stretch xmlns:a="http://schemas.openxmlformats.org/drawingml/2006/main"/>
        </p:blipFill>
        <p:spPr>
          <a:xfrm xmlns:a="http://schemas.openxmlformats.org/drawingml/2006/main">
            <a:off x="10858723" y="1523641"/>
            <a:ext cx="203594" cy="203594"/>
          </a:xfrm>
          <a:prstGeom xmlns:a="http://schemas.openxmlformats.org/drawingml/2006/main" prst="rect">
            <a:avLst/>
          </a:prstGeom>
        </p:spPr>
      </p:pic>
      <p:pic>
        <p:nvPic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3485852-D3D0-4A07-A86E-5B2D6FA1E7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0e38c7dfcf40ee"/>
          <a:stretch xmlns:a="http://schemas.openxmlformats.org/drawingml/2006/main"/>
        </p:blipFill>
        <p:spPr>
          <a:xfrm xmlns:a="http://schemas.openxmlformats.org/drawingml/2006/main">
            <a:off x="12681877" y="1523641"/>
            <a:ext cx="203594" cy="203594"/>
          </a:xfrm>
          <a:prstGeom xmlns:a="http://schemas.openxmlformats.org/drawingml/2006/main" prst="rect">
            <a:avLst/>
          </a:prstGeom>
        </p:spPr>
      </p:pic>
      <p:sp>
        <p:nvSpPr>
          <p:cNvPr id="139" name="path-105">
            <a:extLst xmlns:a="http://schemas.openxmlformats.org/drawingml/2006/main">
              <a:ext uri="{FF2B5EF4-FFF2-40B4-BE49-F238E27FC236}">
                <a16:creationId xmlns:a16="http://schemas.microsoft.com/office/drawing/2014/main" id="{57F7C411-185C-4477-BD12-30B074FB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8577" y="1625075"/>
            <a:ext cx="29766" cy="29766"/>
          </a:xfrm>
          <a:custGeom xmlns:a="http://schemas.openxmlformats.org/drawingml/2006/main">
            <a:pathLst>
              <a:path w="36298" h="36298">
                <a:moveTo>
                  <a:pt x="0" y="17927"/>
                </a:moveTo>
                <a:lnTo>
                  <a:pt x="0" y="17927"/>
                </a:lnTo>
                <a:cubicBezTo>
                  <a:pt x="0" y="14782"/>
                  <a:pt x="901" y="11652"/>
                  <a:pt x="2243" y="8963"/>
                </a:cubicBezTo>
                <a:cubicBezTo>
                  <a:pt x="4031" y="6276"/>
                  <a:pt x="6275" y="3589"/>
                  <a:pt x="8964" y="2229"/>
                </a:cubicBezTo>
                <a:cubicBezTo>
                  <a:pt x="11651" y="442"/>
                  <a:pt x="14781" y="0"/>
                  <a:pt x="18369" y="0"/>
                </a:cubicBezTo>
                <a:cubicBezTo>
                  <a:pt x="21516" y="0"/>
                  <a:pt x="24647" y="442"/>
                  <a:pt x="27333" y="2229"/>
                </a:cubicBezTo>
                <a:cubicBezTo>
                  <a:pt x="30023" y="3589"/>
                  <a:pt x="32266" y="6276"/>
                  <a:pt x="34054" y="8963"/>
                </a:cubicBezTo>
                <a:cubicBezTo>
                  <a:pt x="35396" y="11652"/>
                  <a:pt x="36298" y="14782"/>
                  <a:pt x="36298" y="17927"/>
                </a:cubicBezTo>
                <a:cubicBezTo>
                  <a:pt x="36298" y="21057"/>
                  <a:pt x="35396" y="24189"/>
                  <a:pt x="34054" y="26891"/>
                </a:cubicBezTo>
                <a:cubicBezTo>
                  <a:pt x="32266" y="29579"/>
                  <a:pt x="30023" y="32266"/>
                  <a:pt x="27333" y="33611"/>
                </a:cubicBezTo>
                <a:cubicBezTo>
                  <a:pt x="24647" y="35396"/>
                  <a:pt x="21516" y="36298"/>
                  <a:pt x="18369" y="36298"/>
                </a:cubicBezTo>
                <a:cubicBezTo>
                  <a:pt x="14781" y="36298"/>
                  <a:pt x="11651" y="35396"/>
                  <a:pt x="8964" y="33611"/>
                </a:cubicBezTo>
                <a:cubicBezTo>
                  <a:pt x="6275" y="32266"/>
                  <a:pt x="4031" y="29579"/>
                  <a:pt x="2243" y="26891"/>
                </a:cubicBezTo>
                <a:cubicBezTo>
                  <a:pt x="901" y="24189"/>
                  <a:pt x="0" y="21057"/>
                  <a:pt x="0" y="17927"/>
                </a:cubicBezTo>
              </a:path>
            </a:pathLst>
          </a:custGeom>
          <a:solidFill xmlns:a="http://schemas.openxmlformats.org/drawingml/2006/main">
            <a:srgbClr val="E2703A"/>
          </a:solidFill>
          <a:ln xmlns:a="http://schemas.openxmlformats.org/drawingml/2006/main" w="4042">
            <a:solidFill>
              <a:srgbClr val="E2703A"/>
            </a:solidFill>
            <a:prstDash val="solid"/>
          </a:ln>
        </p:spPr>
      </p:sp>
      <p:sp>
        <p:nvSpPr>
          <p:cNvPr id="140" name="path-106">
            <a:extLst xmlns:a="http://schemas.openxmlformats.org/drawingml/2006/main">
              <a:ext uri="{FF2B5EF4-FFF2-40B4-BE49-F238E27FC236}">
                <a16:creationId xmlns:a16="http://schemas.microsoft.com/office/drawing/2014/main" id="{7C87A8AB-CD65-4674-981E-763B72C6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3746" y="1658886"/>
            <a:ext cx="23154" cy="23143"/>
          </a:xfrm>
          <a:custGeom xmlns:a="http://schemas.openxmlformats.org/drawingml/2006/main">
            <a:pathLst>
              <a:path w="28235" h="28221">
                <a:moveTo>
                  <a:pt x="0" y="13881"/>
                </a:moveTo>
                <a:lnTo>
                  <a:pt x="0" y="13881"/>
                </a:lnTo>
                <a:cubicBezTo>
                  <a:pt x="0" y="11193"/>
                  <a:pt x="443" y="8964"/>
                  <a:pt x="1786" y="6719"/>
                </a:cubicBezTo>
                <a:cubicBezTo>
                  <a:pt x="3130" y="4475"/>
                  <a:pt x="4933" y="2688"/>
                  <a:pt x="7162" y="1787"/>
                </a:cubicBezTo>
                <a:cubicBezTo>
                  <a:pt x="9405" y="443"/>
                  <a:pt x="11651" y="0"/>
                  <a:pt x="14338" y="0"/>
                </a:cubicBezTo>
                <a:cubicBezTo>
                  <a:pt x="16584" y="0"/>
                  <a:pt x="18813" y="443"/>
                  <a:pt x="21059" y="1787"/>
                </a:cubicBezTo>
                <a:cubicBezTo>
                  <a:pt x="23302" y="2688"/>
                  <a:pt x="25090" y="4475"/>
                  <a:pt x="26432" y="6719"/>
                </a:cubicBezTo>
                <a:cubicBezTo>
                  <a:pt x="27777" y="8964"/>
                  <a:pt x="28235" y="11193"/>
                  <a:pt x="28235" y="13881"/>
                </a:cubicBezTo>
                <a:cubicBezTo>
                  <a:pt x="28235" y="16569"/>
                  <a:pt x="27777" y="18814"/>
                  <a:pt x="26432" y="21059"/>
                </a:cubicBezTo>
                <a:cubicBezTo>
                  <a:pt x="25090" y="23303"/>
                  <a:pt x="23302" y="25091"/>
                  <a:pt x="21059" y="25991"/>
                </a:cubicBezTo>
                <a:cubicBezTo>
                  <a:pt x="18813" y="27335"/>
                  <a:pt x="16584" y="28221"/>
                  <a:pt x="14338" y="28221"/>
                </a:cubicBezTo>
                <a:cubicBezTo>
                  <a:pt x="11651" y="28221"/>
                  <a:pt x="9405" y="27335"/>
                  <a:pt x="7162" y="25991"/>
                </a:cubicBezTo>
                <a:cubicBezTo>
                  <a:pt x="4933" y="25091"/>
                  <a:pt x="3130" y="23303"/>
                  <a:pt x="1786" y="21059"/>
                </a:cubicBezTo>
                <a:cubicBezTo>
                  <a:pt x="443" y="18814"/>
                  <a:pt x="0" y="16569"/>
                  <a:pt x="0" y="13881"/>
                </a:cubicBezTo>
              </a:path>
            </a:pathLst>
          </a:custGeom>
          <a:solidFill xmlns:a="http://schemas.openxmlformats.org/drawingml/2006/main">
            <a:srgbClr val="E2703A"/>
          </a:solidFill>
          <a:ln xmlns:a="http://schemas.openxmlformats.org/drawingml/2006/main" w="4042">
            <a:solidFill>
              <a:srgbClr val="E2703A"/>
            </a:solidFill>
            <a:prstDash val="solid"/>
          </a:ln>
        </p:spPr>
      </p:sp>
      <p:sp>
        <p:nvSpPr>
          <p:cNvPr id="141" name="path-107">
            <a:extLst xmlns:a="http://schemas.openxmlformats.org/drawingml/2006/main">
              <a:ext uri="{FF2B5EF4-FFF2-40B4-BE49-F238E27FC236}">
                <a16:creationId xmlns:a16="http://schemas.microsoft.com/office/drawing/2014/main" id="{FE09C319-5DDB-432C-BB7E-2E1BD23E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8236" y="1712533"/>
            <a:ext cx="29766" cy="29767"/>
          </a:xfrm>
          <a:custGeom xmlns:a="http://schemas.openxmlformats.org/drawingml/2006/main">
            <a:pathLst>
              <a:path w="36298" h="36299">
                <a:moveTo>
                  <a:pt x="0" y="17928"/>
                </a:moveTo>
                <a:lnTo>
                  <a:pt x="0" y="17928"/>
                </a:lnTo>
                <a:cubicBezTo>
                  <a:pt x="0" y="14798"/>
                  <a:pt x="884" y="11651"/>
                  <a:pt x="2229" y="8964"/>
                </a:cubicBezTo>
                <a:cubicBezTo>
                  <a:pt x="4031" y="6276"/>
                  <a:pt x="6260" y="3588"/>
                  <a:pt x="8962" y="2245"/>
                </a:cubicBezTo>
                <a:cubicBezTo>
                  <a:pt x="11651" y="458"/>
                  <a:pt x="14781" y="0"/>
                  <a:pt x="18369" y="0"/>
                </a:cubicBezTo>
                <a:cubicBezTo>
                  <a:pt x="21499" y="0"/>
                  <a:pt x="24647" y="458"/>
                  <a:pt x="27333" y="2245"/>
                </a:cubicBezTo>
                <a:cubicBezTo>
                  <a:pt x="30020" y="3588"/>
                  <a:pt x="32266" y="6276"/>
                  <a:pt x="34052" y="8964"/>
                </a:cubicBezTo>
                <a:cubicBezTo>
                  <a:pt x="35396" y="11651"/>
                  <a:pt x="36298" y="14798"/>
                  <a:pt x="36298" y="17928"/>
                </a:cubicBezTo>
                <a:cubicBezTo>
                  <a:pt x="36298" y="21059"/>
                  <a:pt x="35396" y="24204"/>
                  <a:pt x="34052" y="26891"/>
                </a:cubicBezTo>
                <a:cubicBezTo>
                  <a:pt x="32266" y="29579"/>
                  <a:pt x="30020" y="32267"/>
                  <a:pt x="27333" y="33611"/>
                </a:cubicBezTo>
                <a:cubicBezTo>
                  <a:pt x="24647" y="35413"/>
                  <a:pt x="21499" y="36299"/>
                  <a:pt x="18369" y="36299"/>
                </a:cubicBezTo>
                <a:cubicBezTo>
                  <a:pt x="14781" y="36299"/>
                  <a:pt x="11651" y="35413"/>
                  <a:pt x="8962" y="33611"/>
                </a:cubicBezTo>
                <a:cubicBezTo>
                  <a:pt x="6260" y="32267"/>
                  <a:pt x="4031" y="29579"/>
                  <a:pt x="2229" y="26891"/>
                </a:cubicBezTo>
                <a:cubicBezTo>
                  <a:pt x="884" y="24204"/>
                  <a:pt x="0" y="21059"/>
                  <a:pt x="0" y="17928"/>
                </a:cubicBezTo>
              </a:path>
            </a:pathLst>
          </a:custGeom>
          <a:solidFill xmlns:a="http://schemas.openxmlformats.org/drawingml/2006/main">
            <a:srgbClr val="E2703A"/>
          </a:solidFill>
          <a:ln xmlns:a="http://schemas.openxmlformats.org/drawingml/2006/main" w="4042">
            <a:solidFill>
              <a:srgbClr val="E2703A"/>
            </a:solidFill>
            <a:prstDash val="solid"/>
          </a:ln>
        </p:spPr>
      </p:sp>
      <p:sp>
        <p:nvSpPr>
          <p:cNvPr id="142" name="path-108">
            <a:extLst xmlns:a="http://schemas.openxmlformats.org/drawingml/2006/main">
              <a:ext uri="{FF2B5EF4-FFF2-40B4-BE49-F238E27FC236}">
                <a16:creationId xmlns:a16="http://schemas.microsoft.com/office/drawing/2014/main" id="{1CACB414-FAC3-45BF-B1C6-1075AC0E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1563" y="1689016"/>
            <a:ext cx="23142" cy="23154"/>
          </a:xfrm>
          <a:custGeom xmlns:a="http://schemas.openxmlformats.org/drawingml/2006/main">
            <a:pathLst>
              <a:path w="28220" h="28235">
                <a:moveTo>
                  <a:pt x="0" y="13896"/>
                </a:moveTo>
                <a:lnTo>
                  <a:pt x="0" y="13896"/>
                </a:lnTo>
                <a:cubicBezTo>
                  <a:pt x="0" y="11209"/>
                  <a:pt x="443" y="8963"/>
                  <a:pt x="1786" y="6718"/>
                </a:cubicBezTo>
                <a:cubicBezTo>
                  <a:pt x="3130" y="4474"/>
                  <a:pt x="4916" y="2687"/>
                  <a:pt x="7162" y="1786"/>
                </a:cubicBezTo>
                <a:cubicBezTo>
                  <a:pt x="9408" y="442"/>
                  <a:pt x="11651" y="0"/>
                  <a:pt x="14340" y="0"/>
                </a:cubicBezTo>
                <a:cubicBezTo>
                  <a:pt x="16569" y="0"/>
                  <a:pt x="18813" y="442"/>
                  <a:pt x="21059" y="1786"/>
                </a:cubicBezTo>
                <a:cubicBezTo>
                  <a:pt x="23302" y="2687"/>
                  <a:pt x="25090" y="4474"/>
                  <a:pt x="26432" y="6718"/>
                </a:cubicBezTo>
                <a:cubicBezTo>
                  <a:pt x="27777" y="8963"/>
                  <a:pt x="28220" y="11209"/>
                  <a:pt x="28220" y="13896"/>
                </a:cubicBezTo>
                <a:cubicBezTo>
                  <a:pt x="28220" y="16584"/>
                  <a:pt x="27777" y="18828"/>
                  <a:pt x="26432" y="21057"/>
                </a:cubicBezTo>
                <a:cubicBezTo>
                  <a:pt x="25090" y="23303"/>
                  <a:pt x="23302" y="25089"/>
                  <a:pt x="21059" y="25990"/>
                </a:cubicBezTo>
                <a:cubicBezTo>
                  <a:pt x="18813" y="27333"/>
                  <a:pt x="16569" y="28235"/>
                  <a:pt x="14340" y="28235"/>
                </a:cubicBezTo>
                <a:cubicBezTo>
                  <a:pt x="11651" y="28235"/>
                  <a:pt x="9408" y="27333"/>
                  <a:pt x="7162" y="25990"/>
                </a:cubicBezTo>
                <a:cubicBezTo>
                  <a:pt x="4916" y="25089"/>
                  <a:pt x="3130" y="23303"/>
                  <a:pt x="1786" y="21057"/>
                </a:cubicBezTo>
                <a:cubicBezTo>
                  <a:pt x="443" y="18828"/>
                  <a:pt x="0" y="16584"/>
                  <a:pt x="0" y="13896"/>
                </a:cubicBezTo>
              </a:path>
            </a:pathLst>
          </a:custGeom>
          <a:solidFill xmlns:a="http://schemas.openxmlformats.org/drawingml/2006/main">
            <a:srgbClr val="E2703A"/>
          </a:solidFill>
          <a:ln xmlns:a="http://schemas.openxmlformats.org/drawingml/2006/main" w="4042">
            <a:solidFill>
              <a:srgbClr val="E2703A"/>
            </a:solidFill>
            <a:prstDash val="solid"/>
          </a:ln>
        </p:spPr>
      </p:sp>
      <p:sp>
        <p:nvSpPr>
          <p:cNvPr id="143" name="path-109">
            <a:extLst xmlns:a="http://schemas.openxmlformats.org/drawingml/2006/main">
              <a:ext uri="{FF2B5EF4-FFF2-40B4-BE49-F238E27FC236}">
                <a16:creationId xmlns:a16="http://schemas.microsoft.com/office/drawing/2014/main" id="{9764B823-240D-4435-A744-4A2A1FCA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7539" y="1712533"/>
            <a:ext cx="29768" cy="29767"/>
          </a:xfrm>
          <a:custGeom xmlns:a="http://schemas.openxmlformats.org/drawingml/2006/main">
            <a:pathLst>
              <a:path w="36300" h="36299">
                <a:moveTo>
                  <a:pt x="0" y="17928"/>
                </a:moveTo>
                <a:lnTo>
                  <a:pt x="0" y="17928"/>
                </a:lnTo>
                <a:cubicBezTo>
                  <a:pt x="0" y="14798"/>
                  <a:pt x="887" y="11651"/>
                  <a:pt x="2229" y="8964"/>
                </a:cubicBezTo>
                <a:cubicBezTo>
                  <a:pt x="4031" y="6276"/>
                  <a:pt x="6280" y="3588"/>
                  <a:pt x="8964" y="2245"/>
                </a:cubicBezTo>
                <a:cubicBezTo>
                  <a:pt x="11653" y="458"/>
                  <a:pt x="14784" y="0"/>
                  <a:pt x="18372" y="0"/>
                </a:cubicBezTo>
                <a:cubicBezTo>
                  <a:pt x="21502" y="0"/>
                  <a:pt x="24649" y="458"/>
                  <a:pt x="27336" y="2245"/>
                </a:cubicBezTo>
                <a:cubicBezTo>
                  <a:pt x="30023" y="3588"/>
                  <a:pt x="32269" y="6276"/>
                  <a:pt x="34054" y="8964"/>
                </a:cubicBezTo>
                <a:cubicBezTo>
                  <a:pt x="35399" y="11651"/>
                  <a:pt x="36300" y="14798"/>
                  <a:pt x="36300" y="17928"/>
                </a:cubicBezTo>
                <a:cubicBezTo>
                  <a:pt x="36300" y="21059"/>
                  <a:pt x="35399" y="24204"/>
                  <a:pt x="34054" y="26891"/>
                </a:cubicBezTo>
                <a:cubicBezTo>
                  <a:pt x="32269" y="29579"/>
                  <a:pt x="30023" y="32267"/>
                  <a:pt x="27336" y="33611"/>
                </a:cubicBezTo>
                <a:cubicBezTo>
                  <a:pt x="24649" y="35413"/>
                  <a:pt x="21502" y="36299"/>
                  <a:pt x="18372" y="36299"/>
                </a:cubicBezTo>
                <a:cubicBezTo>
                  <a:pt x="14784" y="36299"/>
                  <a:pt x="11653" y="35413"/>
                  <a:pt x="8964" y="33611"/>
                </a:cubicBezTo>
                <a:cubicBezTo>
                  <a:pt x="6280" y="32267"/>
                  <a:pt x="4031" y="29579"/>
                  <a:pt x="2229" y="26891"/>
                </a:cubicBezTo>
                <a:cubicBezTo>
                  <a:pt x="887" y="24204"/>
                  <a:pt x="0" y="21059"/>
                  <a:pt x="0" y="17928"/>
                </a:cubicBezTo>
              </a:path>
            </a:pathLst>
          </a:custGeom>
          <a:solidFill xmlns:a="http://schemas.openxmlformats.org/drawingml/2006/main">
            <a:srgbClr val="E2703A"/>
          </a:solidFill>
          <a:ln xmlns:a="http://schemas.openxmlformats.org/drawingml/2006/main" w="4042">
            <a:solidFill>
              <a:srgbClr val="E2703A"/>
            </a:solidFill>
            <a:prstDash val="solid"/>
          </a:ln>
        </p:spPr>
      </p:sp>
      <p:sp>
        <p:nvSpPr>
          <p:cNvPr id="144" name="path-110">
            <a:extLst xmlns:a="http://schemas.openxmlformats.org/drawingml/2006/main">
              <a:ext uri="{FF2B5EF4-FFF2-40B4-BE49-F238E27FC236}">
                <a16:creationId xmlns:a16="http://schemas.microsoft.com/office/drawing/2014/main" id="{57A69214-975B-444D-88CA-5215D442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9005" y="1658886"/>
            <a:ext cx="23154" cy="23143"/>
          </a:xfrm>
          <a:custGeom xmlns:a="http://schemas.openxmlformats.org/drawingml/2006/main">
            <a:pathLst>
              <a:path w="28235" h="28221">
                <a:moveTo>
                  <a:pt x="0" y="13881"/>
                </a:moveTo>
                <a:lnTo>
                  <a:pt x="0" y="13881"/>
                </a:lnTo>
                <a:cubicBezTo>
                  <a:pt x="0" y="11193"/>
                  <a:pt x="441" y="8964"/>
                  <a:pt x="1788" y="6719"/>
                </a:cubicBezTo>
                <a:cubicBezTo>
                  <a:pt x="3130" y="4475"/>
                  <a:pt x="4933" y="2688"/>
                  <a:pt x="7176" y="1787"/>
                </a:cubicBezTo>
                <a:cubicBezTo>
                  <a:pt x="9405" y="443"/>
                  <a:pt x="11653" y="0"/>
                  <a:pt x="14338" y="0"/>
                </a:cubicBezTo>
                <a:cubicBezTo>
                  <a:pt x="16584" y="0"/>
                  <a:pt x="18830" y="443"/>
                  <a:pt x="21059" y="1787"/>
                </a:cubicBezTo>
                <a:cubicBezTo>
                  <a:pt x="23302" y="2688"/>
                  <a:pt x="25090" y="4475"/>
                  <a:pt x="26432" y="6719"/>
                </a:cubicBezTo>
                <a:cubicBezTo>
                  <a:pt x="27794" y="8964"/>
                  <a:pt x="28235" y="11193"/>
                  <a:pt x="28235" y="13881"/>
                </a:cubicBezTo>
                <a:cubicBezTo>
                  <a:pt x="28235" y="16569"/>
                  <a:pt x="27794" y="18814"/>
                  <a:pt x="26432" y="21059"/>
                </a:cubicBezTo>
                <a:cubicBezTo>
                  <a:pt x="25090" y="23303"/>
                  <a:pt x="23302" y="25091"/>
                  <a:pt x="21059" y="25991"/>
                </a:cubicBezTo>
                <a:cubicBezTo>
                  <a:pt x="18830" y="27335"/>
                  <a:pt x="16584" y="28221"/>
                  <a:pt x="14338" y="28221"/>
                </a:cubicBezTo>
                <a:cubicBezTo>
                  <a:pt x="11653" y="28221"/>
                  <a:pt x="9405" y="27335"/>
                  <a:pt x="7176" y="25991"/>
                </a:cubicBezTo>
                <a:cubicBezTo>
                  <a:pt x="4933" y="25091"/>
                  <a:pt x="3130" y="23303"/>
                  <a:pt x="1788" y="21059"/>
                </a:cubicBezTo>
                <a:cubicBezTo>
                  <a:pt x="441" y="18814"/>
                  <a:pt x="0" y="16569"/>
                  <a:pt x="0" y="13881"/>
                </a:cubicBezTo>
              </a:path>
            </a:pathLst>
          </a:custGeom>
          <a:solidFill xmlns:a="http://schemas.openxmlformats.org/drawingml/2006/main">
            <a:srgbClr val="E2703A"/>
          </a:solidFill>
          <a:ln xmlns:a="http://schemas.openxmlformats.org/drawingml/2006/main" w="4042">
            <a:solidFill>
              <a:srgbClr val="E2703A"/>
            </a:solidFill>
            <a:prstDash val="solid"/>
          </a:ln>
        </p:spPr>
      </p:sp>
      <p:sp>
        <p:nvSpPr>
          <p:cNvPr id="145" name="path-111">
            <a:extLst xmlns:a="http://schemas.openxmlformats.org/drawingml/2006/main">
              <a:ext uri="{FF2B5EF4-FFF2-40B4-BE49-F238E27FC236}">
                <a16:creationId xmlns:a16="http://schemas.microsoft.com/office/drawing/2014/main" id="{36CA862C-8E3E-49ED-B429-6371ECD3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7562" y="1625075"/>
            <a:ext cx="29766" cy="29766"/>
          </a:xfrm>
          <a:custGeom xmlns:a="http://schemas.openxmlformats.org/drawingml/2006/main">
            <a:pathLst>
              <a:path w="36298" h="36298">
                <a:moveTo>
                  <a:pt x="0" y="17927"/>
                </a:moveTo>
                <a:lnTo>
                  <a:pt x="0" y="17927"/>
                </a:lnTo>
                <a:cubicBezTo>
                  <a:pt x="0" y="14782"/>
                  <a:pt x="887" y="11652"/>
                  <a:pt x="2229" y="8963"/>
                </a:cubicBezTo>
                <a:cubicBezTo>
                  <a:pt x="4031" y="6276"/>
                  <a:pt x="6260" y="3589"/>
                  <a:pt x="8950" y="2229"/>
                </a:cubicBezTo>
                <a:cubicBezTo>
                  <a:pt x="11653" y="442"/>
                  <a:pt x="14784" y="0"/>
                  <a:pt x="18369" y="0"/>
                </a:cubicBezTo>
                <a:cubicBezTo>
                  <a:pt x="21499" y="0"/>
                  <a:pt x="24647" y="442"/>
                  <a:pt x="27333" y="2229"/>
                </a:cubicBezTo>
                <a:cubicBezTo>
                  <a:pt x="30023" y="3589"/>
                  <a:pt x="32252" y="6276"/>
                  <a:pt x="34054" y="8963"/>
                </a:cubicBezTo>
                <a:cubicBezTo>
                  <a:pt x="35396" y="11652"/>
                  <a:pt x="36298" y="14782"/>
                  <a:pt x="36298" y="17927"/>
                </a:cubicBezTo>
                <a:cubicBezTo>
                  <a:pt x="36298" y="21057"/>
                  <a:pt x="35396" y="24189"/>
                  <a:pt x="34054" y="26891"/>
                </a:cubicBezTo>
                <a:cubicBezTo>
                  <a:pt x="32252" y="29579"/>
                  <a:pt x="30023" y="32266"/>
                  <a:pt x="27333" y="33611"/>
                </a:cubicBezTo>
                <a:cubicBezTo>
                  <a:pt x="24647" y="35396"/>
                  <a:pt x="21499" y="36298"/>
                  <a:pt x="18369" y="36298"/>
                </a:cubicBezTo>
                <a:cubicBezTo>
                  <a:pt x="14784" y="36298"/>
                  <a:pt x="11653" y="35396"/>
                  <a:pt x="8950" y="33611"/>
                </a:cubicBezTo>
                <a:cubicBezTo>
                  <a:pt x="6260" y="32266"/>
                  <a:pt x="4031" y="29579"/>
                  <a:pt x="2229" y="26891"/>
                </a:cubicBezTo>
                <a:cubicBezTo>
                  <a:pt x="887" y="24189"/>
                  <a:pt x="0" y="21057"/>
                  <a:pt x="0" y="17927"/>
                </a:cubicBezTo>
              </a:path>
            </a:pathLst>
          </a:custGeom>
          <a:solidFill xmlns:a="http://schemas.openxmlformats.org/drawingml/2006/main">
            <a:srgbClr val="E2703A"/>
          </a:solidFill>
          <a:ln xmlns:a="http://schemas.openxmlformats.org/drawingml/2006/main" w="4042">
            <a:solidFill>
              <a:srgbClr val="E2703A"/>
            </a:solidFill>
            <a:prstDash val="solid"/>
          </a:ln>
        </p:spPr>
      </p:sp>
      <p:sp>
        <p:nvSpPr>
          <p:cNvPr id="146" name="path-112">
            <a:extLst xmlns:a="http://schemas.openxmlformats.org/drawingml/2006/main">
              <a:ext uri="{FF2B5EF4-FFF2-40B4-BE49-F238E27FC236}">
                <a16:creationId xmlns:a16="http://schemas.microsoft.com/office/drawing/2014/main" id="{F2CA3BCB-6E06-48BA-8A67-7E7A8FD0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9005" y="1598614"/>
            <a:ext cx="23154" cy="23155"/>
          </a:xfrm>
          <a:custGeom xmlns:a="http://schemas.openxmlformats.org/drawingml/2006/main">
            <a:pathLst>
              <a:path w="28235" h="28236">
                <a:moveTo>
                  <a:pt x="0" y="13896"/>
                </a:moveTo>
                <a:lnTo>
                  <a:pt x="0" y="13896"/>
                </a:lnTo>
                <a:cubicBezTo>
                  <a:pt x="0" y="11193"/>
                  <a:pt x="441" y="8964"/>
                  <a:pt x="1788" y="6719"/>
                </a:cubicBezTo>
                <a:cubicBezTo>
                  <a:pt x="3130" y="4475"/>
                  <a:pt x="4933" y="2688"/>
                  <a:pt x="7176" y="1787"/>
                </a:cubicBezTo>
                <a:cubicBezTo>
                  <a:pt x="9405" y="443"/>
                  <a:pt x="11653" y="0"/>
                  <a:pt x="14338" y="0"/>
                </a:cubicBezTo>
                <a:cubicBezTo>
                  <a:pt x="16584" y="0"/>
                  <a:pt x="18830" y="443"/>
                  <a:pt x="21059" y="1787"/>
                </a:cubicBezTo>
                <a:cubicBezTo>
                  <a:pt x="23302" y="2688"/>
                  <a:pt x="25090" y="4475"/>
                  <a:pt x="26432" y="6719"/>
                </a:cubicBezTo>
                <a:cubicBezTo>
                  <a:pt x="27794" y="8964"/>
                  <a:pt x="28235" y="11193"/>
                  <a:pt x="28235" y="13896"/>
                </a:cubicBezTo>
                <a:cubicBezTo>
                  <a:pt x="28235" y="16585"/>
                  <a:pt x="27794" y="18814"/>
                  <a:pt x="26432" y="21059"/>
                </a:cubicBezTo>
                <a:cubicBezTo>
                  <a:pt x="25090" y="23303"/>
                  <a:pt x="23302" y="25090"/>
                  <a:pt x="21059" y="25991"/>
                </a:cubicBezTo>
                <a:cubicBezTo>
                  <a:pt x="18830" y="27335"/>
                  <a:pt x="16584" y="28236"/>
                  <a:pt x="14338" y="28236"/>
                </a:cubicBezTo>
                <a:cubicBezTo>
                  <a:pt x="11653" y="28236"/>
                  <a:pt x="9405" y="27335"/>
                  <a:pt x="7176" y="25991"/>
                </a:cubicBezTo>
                <a:cubicBezTo>
                  <a:pt x="4933" y="25090"/>
                  <a:pt x="3130" y="23303"/>
                  <a:pt x="1788" y="21059"/>
                </a:cubicBezTo>
                <a:cubicBezTo>
                  <a:pt x="441" y="18814"/>
                  <a:pt x="0" y="16585"/>
                  <a:pt x="0" y="13896"/>
                </a:cubicBezTo>
              </a:path>
            </a:pathLst>
          </a:custGeom>
          <a:solidFill xmlns:a="http://schemas.openxmlformats.org/drawingml/2006/main">
            <a:srgbClr val="E2703A"/>
          </a:solidFill>
          <a:ln xmlns:a="http://schemas.openxmlformats.org/drawingml/2006/main" w="4042">
            <a:solidFill>
              <a:srgbClr val="E2703A"/>
            </a:solidFill>
            <a:prstDash val="solid"/>
          </a:ln>
        </p:spPr>
      </p:sp>
      <p:sp>
        <p:nvSpPr>
          <p:cNvPr id="147" name="path-113">
            <a:extLst xmlns:a="http://schemas.openxmlformats.org/drawingml/2006/main">
              <a:ext uri="{FF2B5EF4-FFF2-40B4-BE49-F238E27FC236}">
                <a16:creationId xmlns:a16="http://schemas.microsoft.com/office/drawing/2014/main" id="{286423B7-281B-497D-95F3-5A746617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7539" y="1537979"/>
            <a:ext cx="29768" cy="29767"/>
          </a:xfrm>
          <a:custGeom xmlns:a="http://schemas.openxmlformats.org/drawingml/2006/main">
            <a:pathLst>
              <a:path w="36300" h="36299">
                <a:moveTo>
                  <a:pt x="0" y="17913"/>
                </a:moveTo>
                <a:lnTo>
                  <a:pt x="0" y="17913"/>
                </a:lnTo>
                <a:cubicBezTo>
                  <a:pt x="0" y="14782"/>
                  <a:pt x="887" y="11652"/>
                  <a:pt x="2229" y="8964"/>
                </a:cubicBezTo>
                <a:cubicBezTo>
                  <a:pt x="4031" y="6260"/>
                  <a:pt x="6280" y="3574"/>
                  <a:pt x="8964" y="2229"/>
                </a:cubicBezTo>
                <a:cubicBezTo>
                  <a:pt x="11653" y="443"/>
                  <a:pt x="14784" y="0"/>
                  <a:pt x="18372" y="0"/>
                </a:cubicBezTo>
                <a:cubicBezTo>
                  <a:pt x="21502" y="0"/>
                  <a:pt x="24649" y="443"/>
                  <a:pt x="27336" y="2229"/>
                </a:cubicBezTo>
                <a:cubicBezTo>
                  <a:pt x="30023" y="3574"/>
                  <a:pt x="32269" y="6260"/>
                  <a:pt x="34054" y="8964"/>
                </a:cubicBezTo>
                <a:cubicBezTo>
                  <a:pt x="35399" y="11652"/>
                  <a:pt x="36300" y="14782"/>
                  <a:pt x="36300" y="17913"/>
                </a:cubicBezTo>
                <a:cubicBezTo>
                  <a:pt x="36300" y="21059"/>
                  <a:pt x="35399" y="24189"/>
                  <a:pt x="34054" y="26877"/>
                </a:cubicBezTo>
                <a:cubicBezTo>
                  <a:pt x="32269" y="29564"/>
                  <a:pt x="30023" y="32267"/>
                  <a:pt x="27336" y="33611"/>
                </a:cubicBezTo>
                <a:cubicBezTo>
                  <a:pt x="24649" y="35398"/>
                  <a:pt x="21502" y="36299"/>
                  <a:pt x="18372" y="36299"/>
                </a:cubicBezTo>
                <a:cubicBezTo>
                  <a:pt x="14784" y="36299"/>
                  <a:pt x="11653" y="35398"/>
                  <a:pt x="8964" y="33611"/>
                </a:cubicBezTo>
                <a:cubicBezTo>
                  <a:pt x="6280" y="32267"/>
                  <a:pt x="4031" y="29564"/>
                  <a:pt x="2229" y="26877"/>
                </a:cubicBezTo>
                <a:cubicBezTo>
                  <a:pt x="887" y="24189"/>
                  <a:pt x="0" y="21059"/>
                  <a:pt x="0" y="17913"/>
                </a:cubicBezTo>
              </a:path>
            </a:pathLst>
          </a:custGeom>
          <a:solidFill xmlns:a="http://schemas.openxmlformats.org/drawingml/2006/main">
            <a:srgbClr val="E2703A"/>
          </a:solidFill>
          <a:ln xmlns:a="http://schemas.openxmlformats.org/drawingml/2006/main" w="4042">
            <a:solidFill>
              <a:srgbClr val="E2703A"/>
            </a:solidFill>
            <a:prstDash val="solid"/>
          </a:ln>
        </p:spPr>
      </p:sp>
      <p:sp>
        <p:nvSpPr>
          <p:cNvPr id="148" name="path-114">
            <a:extLst xmlns:a="http://schemas.openxmlformats.org/drawingml/2006/main">
              <a:ext uri="{FF2B5EF4-FFF2-40B4-BE49-F238E27FC236}">
                <a16:creationId xmlns:a16="http://schemas.microsoft.com/office/drawing/2014/main" id="{A95A5555-8D1D-48E1-8536-8FAE0942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1563" y="1568108"/>
            <a:ext cx="23142" cy="23155"/>
          </a:xfrm>
          <a:custGeom xmlns:a="http://schemas.openxmlformats.org/drawingml/2006/main">
            <a:pathLst>
              <a:path w="28220" h="28236">
                <a:moveTo>
                  <a:pt x="0" y="13897"/>
                </a:moveTo>
                <a:lnTo>
                  <a:pt x="0" y="13897"/>
                </a:lnTo>
                <a:cubicBezTo>
                  <a:pt x="0" y="11210"/>
                  <a:pt x="443" y="8964"/>
                  <a:pt x="1786" y="6719"/>
                </a:cubicBezTo>
                <a:cubicBezTo>
                  <a:pt x="3130" y="4491"/>
                  <a:pt x="4916" y="2688"/>
                  <a:pt x="7162" y="1787"/>
                </a:cubicBezTo>
                <a:cubicBezTo>
                  <a:pt x="9408" y="443"/>
                  <a:pt x="11651" y="0"/>
                  <a:pt x="14340" y="0"/>
                </a:cubicBezTo>
                <a:cubicBezTo>
                  <a:pt x="16569" y="0"/>
                  <a:pt x="18813" y="443"/>
                  <a:pt x="21059" y="1787"/>
                </a:cubicBezTo>
                <a:cubicBezTo>
                  <a:pt x="23302" y="2688"/>
                  <a:pt x="25090" y="4491"/>
                  <a:pt x="26432" y="6719"/>
                </a:cubicBezTo>
                <a:cubicBezTo>
                  <a:pt x="27777" y="8964"/>
                  <a:pt x="28220" y="11210"/>
                  <a:pt x="28220" y="13897"/>
                </a:cubicBezTo>
                <a:cubicBezTo>
                  <a:pt x="28220" y="16585"/>
                  <a:pt x="27777" y="18830"/>
                  <a:pt x="26432" y="21059"/>
                </a:cubicBezTo>
                <a:cubicBezTo>
                  <a:pt x="25090" y="23303"/>
                  <a:pt x="23302" y="25090"/>
                  <a:pt x="21059" y="25991"/>
                </a:cubicBezTo>
                <a:cubicBezTo>
                  <a:pt x="18813" y="27335"/>
                  <a:pt x="16569" y="28236"/>
                  <a:pt x="14340" y="28236"/>
                </a:cubicBezTo>
                <a:cubicBezTo>
                  <a:pt x="11651" y="28236"/>
                  <a:pt x="9408" y="27335"/>
                  <a:pt x="7162" y="25991"/>
                </a:cubicBezTo>
                <a:cubicBezTo>
                  <a:pt x="4916" y="25090"/>
                  <a:pt x="3130" y="23303"/>
                  <a:pt x="1786" y="21059"/>
                </a:cubicBezTo>
                <a:cubicBezTo>
                  <a:pt x="443" y="18830"/>
                  <a:pt x="0" y="16585"/>
                  <a:pt x="0" y="13897"/>
                </a:cubicBezTo>
              </a:path>
            </a:pathLst>
          </a:custGeom>
          <a:solidFill xmlns:a="http://schemas.openxmlformats.org/drawingml/2006/main">
            <a:srgbClr val="E2703A"/>
          </a:solidFill>
          <a:ln xmlns:a="http://schemas.openxmlformats.org/drawingml/2006/main" w="4042">
            <a:solidFill>
              <a:srgbClr val="E2703A"/>
            </a:solidFill>
            <a:prstDash val="solid"/>
          </a:ln>
        </p:spPr>
      </p:sp>
      <p:sp>
        <p:nvSpPr>
          <p:cNvPr id="149" name="path-115">
            <a:extLst xmlns:a="http://schemas.openxmlformats.org/drawingml/2006/main">
              <a:ext uri="{FF2B5EF4-FFF2-40B4-BE49-F238E27FC236}">
                <a16:creationId xmlns:a16="http://schemas.microsoft.com/office/drawing/2014/main" id="{977F30E2-6574-4CD5-B9B2-74C2D0B2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8236" y="1537979"/>
            <a:ext cx="29766" cy="29767"/>
          </a:xfrm>
          <a:custGeom xmlns:a="http://schemas.openxmlformats.org/drawingml/2006/main">
            <a:pathLst>
              <a:path w="36298" h="36299">
                <a:moveTo>
                  <a:pt x="0" y="17913"/>
                </a:moveTo>
                <a:lnTo>
                  <a:pt x="0" y="17913"/>
                </a:lnTo>
                <a:cubicBezTo>
                  <a:pt x="0" y="14782"/>
                  <a:pt x="884" y="11652"/>
                  <a:pt x="2229" y="8964"/>
                </a:cubicBezTo>
                <a:cubicBezTo>
                  <a:pt x="4031" y="6260"/>
                  <a:pt x="6260" y="3574"/>
                  <a:pt x="8962" y="2229"/>
                </a:cubicBezTo>
                <a:cubicBezTo>
                  <a:pt x="11651" y="443"/>
                  <a:pt x="14781" y="0"/>
                  <a:pt x="18369" y="0"/>
                </a:cubicBezTo>
                <a:cubicBezTo>
                  <a:pt x="21499" y="0"/>
                  <a:pt x="24647" y="443"/>
                  <a:pt x="27333" y="2229"/>
                </a:cubicBezTo>
                <a:cubicBezTo>
                  <a:pt x="30020" y="3574"/>
                  <a:pt x="32266" y="6260"/>
                  <a:pt x="34052" y="8964"/>
                </a:cubicBezTo>
                <a:cubicBezTo>
                  <a:pt x="35396" y="11652"/>
                  <a:pt x="36298" y="14782"/>
                  <a:pt x="36298" y="17913"/>
                </a:cubicBezTo>
                <a:cubicBezTo>
                  <a:pt x="36298" y="21059"/>
                  <a:pt x="35396" y="24189"/>
                  <a:pt x="34052" y="26877"/>
                </a:cubicBezTo>
                <a:cubicBezTo>
                  <a:pt x="32266" y="29564"/>
                  <a:pt x="30020" y="32267"/>
                  <a:pt x="27333" y="33611"/>
                </a:cubicBezTo>
                <a:cubicBezTo>
                  <a:pt x="24647" y="35398"/>
                  <a:pt x="21499" y="36299"/>
                  <a:pt x="18369" y="36299"/>
                </a:cubicBezTo>
                <a:cubicBezTo>
                  <a:pt x="14781" y="36299"/>
                  <a:pt x="11651" y="35398"/>
                  <a:pt x="8962" y="33611"/>
                </a:cubicBezTo>
                <a:cubicBezTo>
                  <a:pt x="6260" y="32267"/>
                  <a:pt x="4031" y="29564"/>
                  <a:pt x="2229" y="26877"/>
                </a:cubicBezTo>
                <a:cubicBezTo>
                  <a:pt x="884" y="24189"/>
                  <a:pt x="0" y="21059"/>
                  <a:pt x="0" y="17913"/>
                </a:cubicBezTo>
              </a:path>
            </a:pathLst>
          </a:custGeom>
          <a:solidFill xmlns:a="http://schemas.openxmlformats.org/drawingml/2006/main">
            <a:srgbClr val="E2703A"/>
          </a:solidFill>
          <a:ln xmlns:a="http://schemas.openxmlformats.org/drawingml/2006/main" w="4042">
            <a:solidFill>
              <a:srgbClr val="E2703A"/>
            </a:solidFill>
            <a:prstDash val="solid"/>
          </a:ln>
        </p:spPr>
      </p:sp>
      <p:sp>
        <p:nvSpPr>
          <p:cNvPr id="150" name="path-116">
            <a:extLst xmlns:a="http://schemas.openxmlformats.org/drawingml/2006/main">
              <a:ext uri="{FF2B5EF4-FFF2-40B4-BE49-F238E27FC236}">
                <a16:creationId xmlns:a16="http://schemas.microsoft.com/office/drawing/2014/main" id="{E171F1CB-BEC6-4661-A72F-1F70974F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3746" y="1598614"/>
            <a:ext cx="23154" cy="23155"/>
          </a:xfrm>
          <a:custGeom xmlns:a="http://schemas.openxmlformats.org/drawingml/2006/main">
            <a:pathLst>
              <a:path w="28235" h="28236">
                <a:moveTo>
                  <a:pt x="0" y="13896"/>
                </a:moveTo>
                <a:lnTo>
                  <a:pt x="0" y="13896"/>
                </a:lnTo>
                <a:cubicBezTo>
                  <a:pt x="0" y="11193"/>
                  <a:pt x="443" y="8964"/>
                  <a:pt x="1786" y="6719"/>
                </a:cubicBezTo>
                <a:cubicBezTo>
                  <a:pt x="3130" y="4475"/>
                  <a:pt x="4933" y="2688"/>
                  <a:pt x="7162" y="1787"/>
                </a:cubicBezTo>
                <a:cubicBezTo>
                  <a:pt x="9405" y="443"/>
                  <a:pt x="11651" y="0"/>
                  <a:pt x="14338" y="0"/>
                </a:cubicBezTo>
                <a:cubicBezTo>
                  <a:pt x="16584" y="0"/>
                  <a:pt x="18813" y="443"/>
                  <a:pt x="21059" y="1787"/>
                </a:cubicBezTo>
                <a:cubicBezTo>
                  <a:pt x="23302" y="2688"/>
                  <a:pt x="25090" y="4475"/>
                  <a:pt x="26432" y="6719"/>
                </a:cubicBezTo>
                <a:cubicBezTo>
                  <a:pt x="27777" y="8964"/>
                  <a:pt x="28235" y="11193"/>
                  <a:pt x="28235" y="13896"/>
                </a:cubicBezTo>
                <a:cubicBezTo>
                  <a:pt x="28235" y="16585"/>
                  <a:pt x="27777" y="18814"/>
                  <a:pt x="26432" y="21059"/>
                </a:cubicBezTo>
                <a:cubicBezTo>
                  <a:pt x="25090" y="23303"/>
                  <a:pt x="23302" y="25090"/>
                  <a:pt x="21059" y="25991"/>
                </a:cubicBezTo>
                <a:cubicBezTo>
                  <a:pt x="18813" y="27335"/>
                  <a:pt x="16584" y="28236"/>
                  <a:pt x="14338" y="28236"/>
                </a:cubicBezTo>
                <a:cubicBezTo>
                  <a:pt x="11651" y="28236"/>
                  <a:pt x="9405" y="27335"/>
                  <a:pt x="7162" y="25991"/>
                </a:cubicBezTo>
                <a:cubicBezTo>
                  <a:pt x="4933" y="25090"/>
                  <a:pt x="3130" y="23303"/>
                  <a:pt x="1786" y="21059"/>
                </a:cubicBezTo>
                <a:cubicBezTo>
                  <a:pt x="443" y="18814"/>
                  <a:pt x="0" y="16585"/>
                  <a:pt x="0" y="13896"/>
                </a:cubicBezTo>
              </a:path>
            </a:pathLst>
          </a:custGeom>
          <a:solidFill xmlns:a="http://schemas.openxmlformats.org/drawingml/2006/main">
            <a:srgbClr val="E2703A"/>
          </a:solidFill>
          <a:ln xmlns:a="http://schemas.openxmlformats.org/drawingml/2006/main" w="4042">
            <a:solidFill>
              <a:srgbClr val="E2703A"/>
            </a:solidFill>
            <a:prstDash val="solid"/>
          </a:ln>
        </p:spPr>
      </p:sp>
      <p:sp>
        <p:nvSpPr>
          <p:cNvPr id="151" name="path-117">
            <a:extLst xmlns:a="http://schemas.openxmlformats.org/drawingml/2006/main">
              <a:ext uri="{FF2B5EF4-FFF2-40B4-BE49-F238E27FC236}">
                <a16:creationId xmlns:a16="http://schemas.microsoft.com/office/drawing/2014/main" id="{E7E93131-1AA3-4213-8D29-5390F997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2736" y="1619928"/>
            <a:ext cx="40798" cy="40785"/>
          </a:xfrm>
          <a:custGeom xmlns:a="http://schemas.openxmlformats.org/drawingml/2006/main">
            <a:pathLst>
              <a:path w="49751" h="49735">
                <a:moveTo>
                  <a:pt x="0" y="24647"/>
                </a:moveTo>
                <a:lnTo>
                  <a:pt x="0" y="24647"/>
                </a:lnTo>
                <a:cubicBezTo>
                  <a:pt x="0" y="20157"/>
                  <a:pt x="1342" y="16126"/>
                  <a:pt x="3145" y="12094"/>
                </a:cubicBezTo>
                <a:cubicBezTo>
                  <a:pt x="5374" y="8505"/>
                  <a:pt x="8518" y="5375"/>
                  <a:pt x="12550" y="3130"/>
                </a:cubicBezTo>
                <a:cubicBezTo>
                  <a:pt x="16140" y="901"/>
                  <a:pt x="20613" y="0"/>
                  <a:pt x="25105" y="0"/>
                </a:cubicBezTo>
                <a:cubicBezTo>
                  <a:pt x="29134" y="0"/>
                  <a:pt x="33608" y="901"/>
                  <a:pt x="37196" y="3130"/>
                </a:cubicBezTo>
                <a:cubicBezTo>
                  <a:pt x="41228" y="5375"/>
                  <a:pt x="44375" y="8505"/>
                  <a:pt x="46604" y="12094"/>
                </a:cubicBezTo>
                <a:cubicBezTo>
                  <a:pt x="48407" y="16126"/>
                  <a:pt x="49751" y="20157"/>
                  <a:pt x="49751" y="24647"/>
                </a:cubicBezTo>
                <a:cubicBezTo>
                  <a:pt x="49751" y="29121"/>
                  <a:pt x="48407" y="33167"/>
                  <a:pt x="46604" y="37200"/>
                </a:cubicBezTo>
                <a:cubicBezTo>
                  <a:pt x="44375" y="40772"/>
                  <a:pt x="41228" y="43918"/>
                  <a:pt x="37196" y="46163"/>
                </a:cubicBezTo>
                <a:cubicBezTo>
                  <a:pt x="33608" y="48393"/>
                  <a:pt x="29134" y="49735"/>
                  <a:pt x="25105" y="49735"/>
                </a:cubicBezTo>
                <a:cubicBezTo>
                  <a:pt x="20613" y="49735"/>
                  <a:pt x="16140" y="48393"/>
                  <a:pt x="12550" y="46163"/>
                </a:cubicBezTo>
                <a:cubicBezTo>
                  <a:pt x="8518" y="43918"/>
                  <a:pt x="5374" y="40772"/>
                  <a:pt x="3145" y="37200"/>
                </a:cubicBezTo>
                <a:cubicBezTo>
                  <a:pt x="1342" y="33167"/>
                  <a:pt x="0" y="29121"/>
                  <a:pt x="0" y="24647"/>
                </a:cubicBezTo>
              </a:path>
            </a:pathLst>
          </a:custGeom>
          <a:solidFill xmlns:a="http://schemas.openxmlformats.org/drawingml/2006/main">
            <a:srgbClr val="D9531E"/>
          </a:solidFill>
          <a:ln xmlns:a="http://schemas.openxmlformats.org/drawingml/2006/main" w="4042">
            <a:solidFill>
              <a:srgbClr val="D9531E"/>
            </a:solidFill>
            <a:prstDash val="solid"/>
          </a:ln>
        </p:spPr>
      </p:sp>
      <p:sp>
        <p:nvSpPr>
          <p:cNvPr id="152" name="text-118 MinerU2.5-Pro">
            <a:extLst xmlns:a="http://schemas.openxmlformats.org/drawingml/2006/main">
              <a:ext uri="{FF2B5EF4-FFF2-40B4-BE49-F238E27FC236}">
                <a16:creationId xmlns:a16="http://schemas.microsoft.com/office/drawing/2014/main" id="{E19A1024-1EE1-4D51-BD36-BCD69AC0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0259" y="1542945"/>
            <a:ext cx="993526" cy="199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124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MinerU2.5-Pro</a:t>
            </a:r>
          </a:p>
        </p:txBody>
      </p:sp>
      <p:sp>
        <p:nvSpPr>
          <p:cNvPr id="153" name="text-119 PaddleOCR-VL-1.6">
            <a:extLst xmlns:a="http://schemas.openxmlformats.org/drawingml/2006/main">
              <a:ext uri="{FF2B5EF4-FFF2-40B4-BE49-F238E27FC236}">
                <a16:creationId xmlns:a16="http://schemas.microsoft.com/office/drawing/2014/main" id="{A55B4B67-E5D3-4F03-B9CD-894254FC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56356" y="1542926"/>
            <a:ext cx="1287155" cy="199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124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PaddleOCR-VL-1.6</a:t>
            </a:r>
          </a:p>
        </p:txBody>
      </p:sp>
      <p:sp>
        <p:nvSpPr>
          <p:cNvPr id="154" name="text-120 dots.mocr">
            <a:extLst xmlns:a="http://schemas.openxmlformats.org/drawingml/2006/main">
              <a:ext uri="{FF2B5EF4-FFF2-40B4-BE49-F238E27FC236}">
                <a16:creationId xmlns:a16="http://schemas.microsoft.com/office/drawing/2014/main" id="{7535E593-6490-4B07-B496-F1D39D3D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56151" y="1542913"/>
            <a:ext cx="715967" cy="1999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124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dots.mocr</a:t>
            </a:r>
          </a:p>
        </p:txBody>
      </p:sp>
      <p:sp>
        <p:nvSpPr>
          <p:cNvPr id="155" name="path-121">
            <a:extLst xmlns:a="http://schemas.openxmlformats.org/drawingml/2006/main">
              <a:ext uri="{FF2B5EF4-FFF2-40B4-BE49-F238E27FC236}">
                <a16:creationId xmlns:a16="http://schemas.microsoft.com/office/drawing/2014/main" id="{43CBEE6F-1EDF-42D6-A39C-56447303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2193" y="1856594"/>
            <a:ext cx="364" cy="165374"/>
          </a:xfrm>
          <a:custGeom xmlns:a="http://schemas.openxmlformats.org/drawingml/2006/main">
            <a:pathLst>
              <a:path w="443" h="201665">
                <a:moveTo>
                  <a:pt x="0" y="0"/>
                </a:moveTo>
                <a:lnTo>
                  <a:pt x="443" y="201665"/>
                </a:lnTo>
              </a:path>
            </a:pathLst>
          </a:custGeom>
          <a:noFill xmlns:a="http://schemas.openxmlformats.org/drawingml/2006/main"/>
          <a:ln xmlns:a="http://schemas.openxmlformats.org/drawingml/2006/main" w="19477">
            <a:solidFill>
              <a:srgbClr val="17202B"/>
            </a:solidFill>
            <a:prstDash val="solid"/>
          </a:ln>
        </p:spPr>
      </p:sp>
      <p:sp>
        <p:nvSpPr>
          <p:cNvPr id="156" name="path-122">
            <a:extLst xmlns:a="http://schemas.openxmlformats.org/drawingml/2006/main">
              <a:ext uri="{FF2B5EF4-FFF2-40B4-BE49-F238E27FC236}">
                <a16:creationId xmlns:a16="http://schemas.microsoft.com/office/drawing/2014/main" id="{8A5D9F60-E38B-4A29-9CD4-481DF424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4918" y="1856594"/>
            <a:ext cx="364" cy="247699"/>
          </a:xfrm>
          <a:custGeom xmlns:a="http://schemas.openxmlformats.org/drawingml/2006/main">
            <a:pathLst>
              <a:path w="443" h="302055">
                <a:moveTo>
                  <a:pt x="0" y="0"/>
                </a:moveTo>
                <a:lnTo>
                  <a:pt x="443" y="302055"/>
                </a:lnTo>
              </a:path>
            </a:pathLst>
          </a:custGeom>
          <a:noFill xmlns:a="http://schemas.openxmlformats.org/drawingml/2006/main"/>
          <a:ln xmlns:a="http://schemas.openxmlformats.org/drawingml/2006/main" w="19477">
            <a:solidFill>
              <a:srgbClr val="17202B"/>
            </a:solidFill>
            <a:prstDash val="solid"/>
          </a:ln>
        </p:spPr>
      </p:sp>
      <p:sp>
        <p:nvSpPr>
          <p:cNvPr id="157" name="path-123">
            <a:extLst xmlns:a="http://schemas.openxmlformats.org/drawingml/2006/main">
              <a:ext uri="{FF2B5EF4-FFF2-40B4-BE49-F238E27FC236}">
                <a16:creationId xmlns:a16="http://schemas.microsoft.com/office/drawing/2014/main" id="{75149BC9-A738-4C42-A7CF-2F13DFDC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8008" y="1856594"/>
            <a:ext cx="362" cy="165374"/>
          </a:xfrm>
          <a:custGeom xmlns:a="http://schemas.openxmlformats.org/drawingml/2006/main">
            <a:pathLst>
              <a:path w="441" h="201665">
                <a:moveTo>
                  <a:pt x="0" y="0"/>
                </a:moveTo>
                <a:lnTo>
                  <a:pt x="441" y="201665"/>
                </a:lnTo>
              </a:path>
            </a:pathLst>
          </a:custGeom>
          <a:noFill xmlns:a="http://schemas.openxmlformats.org/drawingml/2006/main"/>
          <a:ln xmlns:a="http://schemas.openxmlformats.org/drawingml/2006/main" w="19477">
            <a:solidFill>
              <a:srgbClr val="17202B"/>
            </a:solidFill>
            <a:prstDash val="solid"/>
          </a:ln>
        </p:spPr>
      </p:sp>
      <p:sp>
        <p:nvSpPr>
          <p:cNvPr id="158" name="path-124">
            <a:extLst xmlns:a="http://schemas.openxmlformats.org/drawingml/2006/main">
              <a:ext uri="{FF2B5EF4-FFF2-40B4-BE49-F238E27FC236}">
                <a16:creationId xmlns:a16="http://schemas.microsoft.com/office/drawing/2014/main" id="{1212777F-4E6B-4DB7-BC34-25C0027C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2193" y="2013516"/>
            <a:ext cx="3945815" cy="363"/>
          </a:xfrm>
          <a:custGeom xmlns:a="http://schemas.openxmlformats.org/drawingml/2006/main">
            <a:pathLst>
              <a:path w="4811702" h="443">
                <a:moveTo>
                  <a:pt x="0" y="0"/>
                </a:moveTo>
                <a:lnTo>
                  <a:pt x="4811702" y="443"/>
                </a:lnTo>
              </a:path>
            </a:pathLst>
          </a:custGeom>
          <a:noFill xmlns:a="http://schemas.openxmlformats.org/drawingml/2006/main"/>
          <a:ln xmlns:a="http://schemas.openxmlformats.org/drawingml/2006/main" w="19477">
            <a:solidFill>
              <a:srgbClr val="17202B"/>
            </a:solidFill>
            <a:prstDash val="solid"/>
          </a:ln>
        </p:spPr>
      </p:sp>
      <p:sp>
        <p:nvSpPr>
          <p:cNvPr id="159" name="path-125">
            <a:extLst xmlns:a="http://schemas.openxmlformats.org/drawingml/2006/main">
              <a:ext uri="{FF2B5EF4-FFF2-40B4-BE49-F238E27FC236}">
                <a16:creationId xmlns:a16="http://schemas.microsoft.com/office/drawing/2014/main" id="{B1C919BF-8E66-4841-A5D0-16397DCC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4918" y="2104293"/>
            <a:ext cx="364" cy="15428"/>
          </a:xfrm>
          <a:custGeom xmlns:a="http://schemas.openxmlformats.org/drawingml/2006/main">
            <a:pathLst>
              <a:path w="443" h="18814">
                <a:moveTo>
                  <a:pt x="0" y="0"/>
                </a:moveTo>
                <a:lnTo>
                  <a:pt x="443" y="18814"/>
                </a:lnTo>
              </a:path>
            </a:pathLst>
          </a:custGeom>
          <a:noFill xmlns:a="http://schemas.openxmlformats.org/drawingml/2006/main"/>
          <a:ln xmlns:a="http://schemas.openxmlformats.org/drawingml/2006/main" w="19477">
            <a:solidFill>
              <a:srgbClr val="17202B"/>
            </a:solidFill>
            <a:prstDash val="solid"/>
          </a:ln>
        </p:spPr>
      </p:sp>
      <p:sp>
        <p:nvSpPr>
          <p:cNvPr id="160" name="path-126">
            <a:extLst xmlns:a="http://schemas.openxmlformats.org/drawingml/2006/main">
              <a:ext uri="{FF2B5EF4-FFF2-40B4-BE49-F238E27FC236}">
                <a16:creationId xmlns:a16="http://schemas.microsoft.com/office/drawing/2014/main" id="{F15F5740-6AE5-4067-B3E6-48E2DDA5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6406" y="2108325"/>
            <a:ext cx="97751" cy="78643"/>
          </a:xfrm>
          <a:custGeom xmlns:a="http://schemas.openxmlformats.org/drawingml/2006/main">
            <a:pathLst>
              <a:path w="119202" h="95901">
                <a:moveTo>
                  <a:pt x="119202" y="0"/>
                </a:moveTo>
                <a:lnTo>
                  <a:pt x="59602" y="95901"/>
                </a:lnTo>
                <a:lnTo>
                  <a:pt x="0" y="0"/>
                </a:lnTo>
                <a:lnTo>
                  <a:pt x="119202" y="0"/>
                </a:lnTo>
              </a:path>
            </a:pathLst>
          </a:custGeom>
          <a:solidFill xmlns:a="http://schemas.openxmlformats.org/drawingml/2006/main">
            <a:srgbClr val="17202B"/>
          </a:solidFill>
          <a:ln xmlns:a="http://schemas.openxmlformats.org/drawingml/2006/main" w="4042">
            <a:solidFill>
              <a:srgbClr val="17202B"/>
            </a:solidFill>
            <a:prstDash val="solid"/>
          </a:ln>
        </p:spPr>
      </p:sp>
      <p:sp>
        <p:nvSpPr>
          <p:cNvPr id="161" name="path-127">
            <a:extLst xmlns:a="http://schemas.openxmlformats.org/drawingml/2006/main">
              <a:ext uri="{FF2B5EF4-FFF2-40B4-BE49-F238E27FC236}">
                <a16:creationId xmlns:a16="http://schemas.microsoft.com/office/drawing/2014/main" id="{0C87FD98-0422-4428-8B32-E856A159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208" y="2196899"/>
            <a:ext cx="4082149" cy="433648"/>
          </a:xfrm>
          <a:custGeom xmlns:a="http://schemas.openxmlformats.org/drawingml/2006/main">
            <a:pathLst>
              <a:path w="4977954" h="528810">
                <a:moveTo>
                  <a:pt x="441" y="102619"/>
                </a:moveTo>
                <a:lnTo>
                  <a:pt x="441" y="102619"/>
                </a:lnTo>
                <a:cubicBezTo>
                  <a:pt x="441" y="84691"/>
                  <a:pt x="5374" y="66762"/>
                  <a:pt x="14338" y="51539"/>
                </a:cubicBezTo>
                <a:cubicBezTo>
                  <a:pt x="23302" y="35856"/>
                  <a:pt x="36298" y="22845"/>
                  <a:pt x="51539" y="13896"/>
                </a:cubicBezTo>
                <a:cubicBezTo>
                  <a:pt x="67222" y="4933"/>
                  <a:pt x="85150" y="0"/>
                  <a:pt x="103076" y="0"/>
                </a:cubicBezTo>
                <a:lnTo>
                  <a:pt x="4875333" y="442"/>
                </a:lnTo>
                <a:cubicBezTo>
                  <a:pt x="4893262" y="442"/>
                  <a:pt x="4911190" y="5375"/>
                  <a:pt x="4926415" y="14339"/>
                </a:cubicBezTo>
                <a:cubicBezTo>
                  <a:pt x="4942114" y="23303"/>
                  <a:pt x="4955107" y="36298"/>
                  <a:pt x="4964071" y="51539"/>
                </a:cubicBezTo>
                <a:cubicBezTo>
                  <a:pt x="4973036" y="67221"/>
                  <a:pt x="4977954" y="85149"/>
                  <a:pt x="4977954" y="103077"/>
                </a:cubicBezTo>
                <a:lnTo>
                  <a:pt x="4977954" y="426175"/>
                </a:lnTo>
                <a:cubicBezTo>
                  <a:pt x="4977954" y="444103"/>
                  <a:pt x="4973036" y="462031"/>
                  <a:pt x="4964071" y="477271"/>
                </a:cubicBezTo>
                <a:cubicBezTo>
                  <a:pt x="4955107" y="492954"/>
                  <a:pt x="4942114" y="505950"/>
                  <a:pt x="4926873" y="514914"/>
                </a:cubicBezTo>
                <a:cubicBezTo>
                  <a:pt x="4911190" y="523877"/>
                  <a:pt x="4893262" y="528810"/>
                  <a:pt x="4875333" y="528810"/>
                </a:cubicBezTo>
                <a:lnTo>
                  <a:pt x="102618" y="528810"/>
                </a:lnTo>
                <a:cubicBezTo>
                  <a:pt x="84690" y="528810"/>
                  <a:pt x="66778" y="523877"/>
                  <a:pt x="51539" y="514914"/>
                </a:cubicBezTo>
                <a:cubicBezTo>
                  <a:pt x="35854" y="505950"/>
                  <a:pt x="22859" y="492954"/>
                  <a:pt x="13894" y="477714"/>
                </a:cubicBezTo>
                <a:cubicBezTo>
                  <a:pt x="4930" y="462031"/>
                  <a:pt x="0" y="444103"/>
                  <a:pt x="0" y="426175"/>
                </a:cubicBezTo>
                <a:lnTo>
                  <a:pt x="441" y="102619"/>
                </a:lnTo>
              </a:path>
            </a:pathLst>
          </a:custGeom>
          <a:solidFill xmlns:a="http://schemas.openxmlformats.org/drawingml/2006/main">
            <a:srgbClr val="F6F2FD"/>
          </a:solidFill>
          <a:ln xmlns:a="http://schemas.openxmlformats.org/drawingml/2006/main" w="14332">
            <a:solidFill>
              <a:srgbClr val="A38DCE"/>
            </a:solidFill>
            <a:prstDash val="solid"/>
          </a:ln>
        </p:spPr>
      </p:sp>
      <p:pic>
        <p:nvPic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38E2CD45-86F5-4D50-8850-3D8438F1C7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219ac0fe549e6"/>
          <a:stretch xmlns:a="http://schemas.openxmlformats.org/drawingml/2006/main"/>
        </p:blipFill>
        <p:spPr>
          <a:xfrm xmlns:a="http://schemas.openxmlformats.org/drawingml/2006/main">
            <a:off x="11647740" y="2297217"/>
            <a:ext cx="203594" cy="203594"/>
          </a:xfrm>
          <a:prstGeom xmlns:a="http://schemas.openxmlformats.org/drawingml/2006/main" prst="rect">
            <a:avLst/>
          </a:prstGeom>
        </p:spPr>
      </p:pic>
      <p:sp>
        <p:nvSpPr>
          <p:cNvPr id="163" name="text-129 Agreement">
            <a:extLst xmlns:a="http://schemas.openxmlformats.org/drawingml/2006/main">
              <a:ext uri="{FF2B5EF4-FFF2-40B4-BE49-F238E27FC236}">
                <a16:creationId xmlns:a16="http://schemas.microsoft.com/office/drawing/2014/main" id="{CA7F8691-6198-4CD9-BA59-0A08FFAD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07310" y="2318519"/>
            <a:ext cx="756095" cy="196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3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3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103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Agreement</a:t>
            </a:r>
          </a:p>
        </p:txBody>
      </p:sp>
      <p:sp>
        <p:nvSpPr>
          <p:cNvPr id="164" name="text-129 &amp;">
            <a:extLst xmlns:a="http://schemas.openxmlformats.org/drawingml/2006/main">
              <a:ext uri="{FF2B5EF4-FFF2-40B4-BE49-F238E27FC236}">
                <a16:creationId xmlns:a16="http://schemas.microsoft.com/office/drawing/2014/main" id="{FD276946-289D-49B1-A233-D14866CF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76980" y="2318468"/>
            <a:ext cx="126332" cy="196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3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3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103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165" name="text-129 Reliability">
            <a:extLst xmlns:a="http://schemas.openxmlformats.org/drawingml/2006/main">
              <a:ext uri="{FF2B5EF4-FFF2-40B4-BE49-F238E27FC236}">
                <a16:creationId xmlns:a16="http://schemas.microsoft.com/office/drawing/2014/main" id="{613A5E2A-F656-4333-9AAA-C5913375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16856" y="2318622"/>
            <a:ext cx="685666" cy="1959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2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2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102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Reliability</a:t>
            </a:r>
          </a:p>
        </p:txBody>
      </p:sp>
      <p:sp>
        <p:nvSpPr>
          <p:cNvPr id="166" name="text-129 Assessment">
            <a:extLst xmlns:a="http://schemas.openxmlformats.org/drawingml/2006/main">
              <a:ext uri="{FF2B5EF4-FFF2-40B4-BE49-F238E27FC236}">
                <a16:creationId xmlns:a16="http://schemas.microsoft.com/office/drawing/2014/main" id="{FCC3919E-A82F-447B-9C73-41404849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1056" y="2318499"/>
            <a:ext cx="849769" cy="196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3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3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103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Assessment</a:t>
            </a:r>
          </a:p>
        </p:txBody>
      </p:sp>
      <p:sp>
        <p:nvSpPr>
          <p:cNvPr id="167" name="path-130">
            <a:extLst xmlns:a="http://schemas.openxmlformats.org/drawingml/2006/main">
              <a:ext uri="{FF2B5EF4-FFF2-40B4-BE49-F238E27FC236}">
                <a16:creationId xmlns:a16="http://schemas.microsoft.com/office/drawing/2014/main" id="{E9838EFA-D346-411A-912B-531DEF46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5991" y="2413716"/>
            <a:ext cx="394329" cy="376"/>
          </a:xfrm>
          <a:custGeom xmlns:a="http://schemas.openxmlformats.org/drawingml/2006/main">
            <a:pathLst>
              <a:path w="480862" h="459">
                <a:moveTo>
                  <a:pt x="0" y="0"/>
                </a:moveTo>
                <a:lnTo>
                  <a:pt x="480862" y="459"/>
                </a:lnTo>
              </a:path>
            </a:pathLst>
          </a:custGeom>
          <a:noFill xmlns:a="http://schemas.openxmlformats.org/drawingml/2006/main"/>
          <a:ln xmlns:a="http://schemas.openxmlformats.org/drawingml/2006/main" w="19477">
            <a:solidFill>
              <a:srgbClr val="17202B"/>
            </a:solidFill>
            <a:prstDash val="solid"/>
          </a:ln>
        </p:spPr>
      </p:sp>
      <p:sp>
        <p:nvSpPr>
          <p:cNvPr id="168" name="path-131">
            <a:extLst xmlns:a="http://schemas.openxmlformats.org/drawingml/2006/main">
              <a:ext uri="{FF2B5EF4-FFF2-40B4-BE49-F238E27FC236}">
                <a16:creationId xmlns:a16="http://schemas.microsoft.com/office/drawing/2014/main" id="{CEE97F2A-90D6-452C-88DB-107414D9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0320" y="2413716"/>
            <a:ext cx="364" cy="324876"/>
          </a:xfrm>
          <a:custGeom xmlns:a="http://schemas.openxmlformats.org/drawingml/2006/main">
            <a:pathLst>
              <a:path w="443" h="396168">
                <a:moveTo>
                  <a:pt x="0" y="0"/>
                </a:moveTo>
                <a:lnTo>
                  <a:pt x="443" y="396168"/>
                </a:lnTo>
              </a:path>
            </a:pathLst>
          </a:custGeom>
          <a:noFill xmlns:a="http://schemas.openxmlformats.org/drawingml/2006/main"/>
          <a:ln xmlns:a="http://schemas.openxmlformats.org/drawingml/2006/main" w="19477">
            <a:solidFill>
              <a:srgbClr val="17202B"/>
            </a:solidFill>
            <a:prstDash val="solid"/>
          </a:ln>
        </p:spPr>
      </p:sp>
      <p:sp>
        <p:nvSpPr>
          <p:cNvPr id="169" name="path-132">
            <a:extLst xmlns:a="http://schemas.openxmlformats.org/drawingml/2006/main">
              <a:ext uri="{FF2B5EF4-FFF2-40B4-BE49-F238E27FC236}">
                <a16:creationId xmlns:a16="http://schemas.microsoft.com/office/drawing/2014/main" id="{7882FBEF-2366-4215-8E19-25BA2002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1807" y="2730867"/>
            <a:ext cx="97751" cy="78642"/>
          </a:xfrm>
          <a:custGeom xmlns:a="http://schemas.openxmlformats.org/drawingml/2006/main">
            <a:pathLst>
              <a:path w="119202" h="95900">
                <a:moveTo>
                  <a:pt x="119202" y="0"/>
                </a:moveTo>
                <a:lnTo>
                  <a:pt x="59602" y="95900"/>
                </a:lnTo>
                <a:lnTo>
                  <a:pt x="0" y="0"/>
                </a:lnTo>
                <a:lnTo>
                  <a:pt x="119202" y="0"/>
                </a:lnTo>
              </a:path>
            </a:pathLst>
          </a:custGeom>
          <a:solidFill xmlns:a="http://schemas.openxmlformats.org/drawingml/2006/main">
            <a:srgbClr val="17202B"/>
          </a:solidFill>
          <a:ln xmlns:a="http://schemas.openxmlformats.org/drawingml/2006/main" w="4042">
            <a:solidFill>
              <a:srgbClr val="17202B"/>
            </a:solidFill>
            <a:prstDash val="solid"/>
          </a:ln>
        </p:spPr>
      </p:sp>
      <p:sp>
        <p:nvSpPr>
          <p:cNvPr id="170" name="text-133 Low">
            <a:extLst xmlns:a="http://schemas.openxmlformats.org/drawingml/2006/main">
              <a:ext uri="{FF2B5EF4-FFF2-40B4-BE49-F238E27FC236}">
                <a16:creationId xmlns:a16="http://schemas.microsoft.com/office/drawing/2014/main" id="{73D7F836-ADFB-498E-9499-EA35375C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33978" y="2065194"/>
            <a:ext cx="234041" cy="150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46" b="1" i="0">
                <a:solidFill>
                  <a:srgbClr val="B03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46" b="1" i="0">
                <a:solidFill>
                  <a:srgbClr val="B03A1A"/>
                </a:solidFill>
                <a:latin typeface="Arial"/>
                <a:ea typeface="Arial"/>
                <a:cs typeface="Arial"/>
              </a:defRPr>
            </a:pPr>
            <a:r>
              <a:rPr sz="846" b="1" i="0">
                <a:solidFill>
                  <a:srgbClr val="B03A1A"/>
                </a:solidFill>
                <a:latin typeface="Arial"/>
                <a:ea typeface="Arial"/>
                <a:cs typeface="Arial"/>
              </a:rPr>
              <a:t>Low</a:t>
            </a:r>
          </a:p>
        </p:txBody>
      </p:sp>
      <p:sp>
        <p:nvSpPr>
          <p:cNvPr id="171" name="text-134 Agreement">
            <a:extLst xmlns:a="http://schemas.openxmlformats.org/drawingml/2006/main">
              <a:ext uri="{FF2B5EF4-FFF2-40B4-BE49-F238E27FC236}">
                <a16:creationId xmlns:a16="http://schemas.microsoft.com/office/drawing/2014/main" id="{EB1AC0BA-8420-4208-A41B-00C47CBA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33978" y="2186866"/>
            <a:ext cx="580045" cy="1503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46" b="1" i="0">
                <a:solidFill>
                  <a:srgbClr val="B03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46" b="1" i="0">
                <a:solidFill>
                  <a:srgbClr val="B03A1A"/>
                </a:solidFill>
                <a:latin typeface="Arial"/>
                <a:ea typeface="Arial"/>
                <a:cs typeface="Arial"/>
              </a:defRPr>
            </a:pPr>
            <a:r>
              <a:rPr sz="846" b="1" i="0">
                <a:solidFill>
                  <a:srgbClr val="B03A1A"/>
                </a:solidFill>
                <a:latin typeface="Arial"/>
                <a:ea typeface="Arial"/>
                <a:cs typeface="Arial"/>
              </a:rPr>
              <a:t>Agreement</a:t>
            </a:r>
          </a:p>
        </p:txBody>
      </p:sp>
      <p:sp>
        <p:nvSpPr>
          <p:cNvPr id="172" name="path-135">
            <a:extLst xmlns:a="http://schemas.openxmlformats.org/drawingml/2006/main">
              <a:ext uri="{FF2B5EF4-FFF2-40B4-BE49-F238E27FC236}">
                <a16:creationId xmlns:a16="http://schemas.microsoft.com/office/drawing/2014/main" id="{92B548E5-699B-407C-8AB0-EE3A92C3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0097" y="2815758"/>
            <a:ext cx="2612535" cy="402780"/>
          </a:xfrm>
          <a:custGeom xmlns:a="http://schemas.openxmlformats.org/drawingml/2006/main">
            <a:pathLst>
              <a:path w="3185842" h="491168">
                <a:moveTo>
                  <a:pt x="443" y="79775"/>
                </a:moveTo>
                <a:lnTo>
                  <a:pt x="443" y="79775"/>
                </a:lnTo>
                <a:cubicBezTo>
                  <a:pt x="443" y="65878"/>
                  <a:pt x="4031" y="51982"/>
                  <a:pt x="11193" y="39888"/>
                </a:cubicBezTo>
                <a:cubicBezTo>
                  <a:pt x="17914" y="27793"/>
                  <a:pt x="28223" y="17928"/>
                  <a:pt x="40331" y="10766"/>
                </a:cubicBezTo>
                <a:cubicBezTo>
                  <a:pt x="52426" y="3589"/>
                  <a:pt x="66323" y="0"/>
                  <a:pt x="80220" y="0"/>
                </a:cubicBezTo>
                <a:lnTo>
                  <a:pt x="3106068" y="459"/>
                </a:lnTo>
                <a:cubicBezTo>
                  <a:pt x="3119965" y="459"/>
                  <a:pt x="3133845" y="4031"/>
                  <a:pt x="3145956" y="11209"/>
                </a:cubicBezTo>
                <a:cubicBezTo>
                  <a:pt x="3158048" y="17928"/>
                  <a:pt x="3167913" y="28236"/>
                  <a:pt x="3175075" y="40330"/>
                </a:cubicBezTo>
                <a:cubicBezTo>
                  <a:pt x="3182254" y="52440"/>
                  <a:pt x="3185842" y="66336"/>
                  <a:pt x="3185842" y="80217"/>
                </a:cubicBezTo>
                <a:lnTo>
                  <a:pt x="3185842" y="411393"/>
                </a:lnTo>
                <a:cubicBezTo>
                  <a:pt x="3185842" y="425290"/>
                  <a:pt x="3182254" y="439186"/>
                  <a:pt x="3175075" y="451281"/>
                </a:cubicBezTo>
                <a:cubicBezTo>
                  <a:pt x="3168359" y="463375"/>
                  <a:pt x="3158048" y="473240"/>
                  <a:pt x="3145956" y="480418"/>
                </a:cubicBezTo>
                <a:cubicBezTo>
                  <a:pt x="3133845" y="487579"/>
                  <a:pt x="3119965" y="491168"/>
                  <a:pt x="3106068" y="491168"/>
                </a:cubicBezTo>
                <a:lnTo>
                  <a:pt x="79759" y="491168"/>
                </a:lnTo>
                <a:cubicBezTo>
                  <a:pt x="65879" y="491168"/>
                  <a:pt x="51982" y="487579"/>
                  <a:pt x="39874" y="480418"/>
                </a:cubicBezTo>
                <a:cubicBezTo>
                  <a:pt x="27779" y="473682"/>
                  <a:pt x="17914" y="463375"/>
                  <a:pt x="10752" y="451281"/>
                </a:cubicBezTo>
                <a:cubicBezTo>
                  <a:pt x="3574" y="439186"/>
                  <a:pt x="0" y="425290"/>
                  <a:pt x="0" y="411393"/>
                </a:cubicBezTo>
                <a:lnTo>
                  <a:pt x="443" y="79775"/>
                </a:lnTo>
              </a:path>
            </a:pathLst>
          </a:custGeom>
          <a:solidFill xmlns:a="http://schemas.openxmlformats.org/drawingml/2006/main">
            <a:srgbClr val="FEFCF6"/>
          </a:solidFill>
          <a:ln xmlns:a="http://schemas.openxmlformats.org/drawingml/2006/main" w="14332">
            <a:solidFill>
              <a:srgbClr val="DCBA79"/>
            </a:solidFill>
            <a:prstDash val="solid"/>
          </a:ln>
        </p:spPr>
      </p:sp>
      <p:pic>
        <p:nvPic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19D8807D-9FC3-481E-A907-51530E5F4A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c9b5315b164f71"/>
          <a:stretch xmlns:a="http://schemas.openxmlformats.org/drawingml/2006/main"/>
        </p:blipFill>
        <p:spPr>
          <a:xfrm xmlns:a="http://schemas.openxmlformats.org/drawingml/2006/main">
            <a:off x="13947171" y="2908376"/>
            <a:ext cx="189994" cy="189994"/>
          </a:xfrm>
          <a:prstGeom xmlns:a="http://schemas.openxmlformats.org/drawingml/2006/main" prst="rect">
            <a:avLst/>
          </a:prstGeom>
        </p:spPr>
      </p:pic>
      <p:sp>
        <p:nvSpPr>
          <p:cNvPr id="174" name="text-137 Human">
            <a:extLst xmlns:a="http://schemas.openxmlformats.org/drawingml/2006/main">
              <a:ext uri="{FF2B5EF4-FFF2-40B4-BE49-F238E27FC236}">
                <a16:creationId xmlns:a16="http://schemas.microsoft.com/office/drawing/2014/main" id="{DE17C25A-C8A5-42FA-9A0F-9F9E5C8F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15400" y="2931388"/>
            <a:ext cx="448800" cy="176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991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Human</a:t>
            </a:r>
          </a:p>
        </p:txBody>
      </p:sp>
      <p:sp>
        <p:nvSpPr>
          <p:cNvPr id="175" name="text-137 +">
            <a:extLst xmlns:a="http://schemas.openxmlformats.org/drawingml/2006/main">
              <a:ext uri="{FF2B5EF4-FFF2-40B4-BE49-F238E27FC236}">
                <a16:creationId xmlns:a16="http://schemas.microsoft.com/office/drawing/2014/main" id="{B1AEF464-83F5-4AC3-980A-63511BA2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76638" y="2931442"/>
            <a:ext cx="96032" cy="1760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990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76" name="text-137 Stronger-Model">
            <a:extLst xmlns:a="http://schemas.openxmlformats.org/drawingml/2006/main">
              <a:ext uri="{FF2B5EF4-FFF2-40B4-BE49-F238E27FC236}">
                <a16:creationId xmlns:a16="http://schemas.microsoft.com/office/drawing/2014/main" id="{C33E687B-4942-481B-995B-178B5C3E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84720" y="2931327"/>
            <a:ext cx="952275" cy="17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991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Stronger-Model</a:t>
            </a:r>
          </a:p>
        </p:txBody>
      </p:sp>
      <p:sp>
        <p:nvSpPr>
          <p:cNvPr id="177" name="text-137 Review">
            <a:extLst xmlns:a="http://schemas.openxmlformats.org/drawingml/2006/main">
              <a:ext uri="{FF2B5EF4-FFF2-40B4-BE49-F238E27FC236}">
                <a16:creationId xmlns:a16="http://schemas.microsoft.com/office/drawing/2014/main" id="{02594E69-530C-4D2F-B10A-34D415C2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49041" y="2931376"/>
            <a:ext cx="456092" cy="176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991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78" name="path-138">
            <a:extLst xmlns:a="http://schemas.openxmlformats.org/drawingml/2006/main">
              <a:ext uri="{FF2B5EF4-FFF2-40B4-BE49-F238E27FC236}">
                <a16:creationId xmlns:a16="http://schemas.microsoft.com/office/drawing/2014/main" id="{2D1AFCAD-3C52-4CE2-A1D3-042B0202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8733" y="3218175"/>
            <a:ext cx="364" cy="278192"/>
          </a:xfrm>
          <a:custGeom xmlns:a="http://schemas.openxmlformats.org/drawingml/2006/main">
            <a:pathLst>
              <a:path w="443" h="339239">
                <a:moveTo>
                  <a:pt x="0" y="0"/>
                </a:moveTo>
                <a:lnTo>
                  <a:pt x="443" y="339239"/>
                </a:lnTo>
              </a:path>
            </a:pathLst>
          </a:custGeom>
          <a:noFill xmlns:a="http://schemas.openxmlformats.org/drawingml/2006/main"/>
          <a:ln xmlns:a="http://schemas.openxmlformats.org/drawingml/2006/main" w="20580">
            <a:solidFill>
              <a:srgbClr val="1B6B3A"/>
            </a:solidFill>
            <a:prstDash val="solid"/>
          </a:ln>
        </p:spPr>
      </p:sp>
      <p:sp>
        <p:nvSpPr>
          <p:cNvPr id="179" name="path-139">
            <a:extLst xmlns:a="http://schemas.openxmlformats.org/drawingml/2006/main">
              <a:ext uri="{FF2B5EF4-FFF2-40B4-BE49-F238E27FC236}">
                <a16:creationId xmlns:a16="http://schemas.microsoft.com/office/drawing/2014/main" id="{27228D59-5509-4CDE-816D-8205F516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3978" y="3496366"/>
            <a:ext cx="244755" cy="363"/>
          </a:xfrm>
          <a:custGeom xmlns:a="http://schemas.openxmlformats.org/drawingml/2006/main">
            <a:pathLst>
              <a:path w="298466" h="443">
                <a:moveTo>
                  <a:pt x="0" y="0"/>
                </a:moveTo>
                <a:lnTo>
                  <a:pt x="298466" y="443"/>
                </a:lnTo>
              </a:path>
            </a:pathLst>
          </a:custGeom>
          <a:noFill xmlns:a="http://schemas.openxmlformats.org/drawingml/2006/main"/>
          <a:ln xmlns:a="http://schemas.openxmlformats.org/drawingml/2006/main" w="20580">
            <a:solidFill>
              <a:srgbClr val="1B6B3A"/>
            </a:solidFill>
            <a:prstDash val="solid"/>
          </a:ln>
        </p:spPr>
      </p:sp>
      <p:sp>
        <p:nvSpPr>
          <p:cNvPr id="180" name="path-140">
            <a:extLst xmlns:a="http://schemas.openxmlformats.org/drawingml/2006/main">
              <a:ext uri="{FF2B5EF4-FFF2-40B4-BE49-F238E27FC236}">
                <a16:creationId xmlns:a16="http://schemas.microsoft.com/office/drawing/2014/main" id="{E12A07AE-E788-498E-939C-4A3E5BD4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5629" y="3447853"/>
            <a:ext cx="78644" cy="97753"/>
          </a:xfrm>
          <a:custGeom xmlns:a="http://schemas.openxmlformats.org/drawingml/2006/main">
            <a:pathLst>
              <a:path w="95902" h="119204">
                <a:moveTo>
                  <a:pt x="95902" y="119204"/>
                </a:moveTo>
                <a:lnTo>
                  <a:pt x="0" y="59602"/>
                </a:lnTo>
                <a:lnTo>
                  <a:pt x="95902" y="0"/>
                </a:lnTo>
                <a:lnTo>
                  <a:pt x="95902" y="119204"/>
                </a:lnTo>
              </a:path>
            </a:pathLst>
          </a:custGeom>
          <a:solidFill xmlns:a="http://schemas.openxmlformats.org/drawingml/2006/main">
            <a:srgbClr val="1B6B3A"/>
          </a:solidFill>
          <a:ln xmlns:a="http://schemas.openxmlformats.org/drawingml/2006/main" w="4042">
            <a:solidFill>
              <a:srgbClr val="1B6B3A"/>
            </a:solidFill>
            <a:prstDash val="solid"/>
          </a:ln>
        </p:spPr>
      </p:sp>
      <p:sp>
        <p:nvSpPr>
          <p:cNvPr id="181" name="path-141">
            <a:extLst xmlns:a="http://schemas.openxmlformats.org/drawingml/2006/main">
              <a:ext uri="{FF2B5EF4-FFF2-40B4-BE49-F238E27FC236}">
                <a16:creationId xmlns:a16="http://schemas.microsoft.com/office/drawing/2014/main" id="{F84EC85B-408D-4182-BDDD-E0E21D61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4918" y="2630171"/>
            <a:ext cx="364" cy="572563"/>
          </a:xfrm>
          <a:custGeom xmlns:a="http://schemas.openxmlformats.org/drawingml/2006/main">
            <a:pathLst>
              <a:path w="443" h="698208">
                <a:moveTo>
                  <a:pt x="0" y="0"/>
                </a:moveTo>
                <a:lnTo>
                  <a:pt x="443" y="698208"/>
                </a:lnTo>
              </a:path>
            </a:pathLst>
          </a:custGeom>
          <a:noFill xmlns:a="http://schemas.openxmlformats.org/drawingml/2006/main"/>
          <a:ln xmlns:a="http://schemas.openxmlformats.org/drawingml/2006/main" w="19477">
            <a:solidFill>
              <a:srgbClr val="17202B"/>
            </a:solidFill>
            <a:prstDash val="solid"/>
          </a:ln>
        </p:spPr>
      </p:sp>
      <p:sp>
        <p:nvSpPr>
          <p:cNvPr id="182" name="path-142">
            <a:extLst xmlns:a="http://schemas.openxmlformats.org/drawingml/2006/main">
              <a:ext uri="{FF2B5EF4-FFF2-40B4-BE49-F238E27FC236}">
                <a16:creationId xmlns:a16="http://schemas.microsoft.com/office/drawing/2014/main" id="{95DDE303-E202-4404-96BC-3A290C2D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6406" y="3192816"/>
            <a:ext cx="97751" cy="78643"/>
          </a:xfrm>
          <a:custGeom xmlns:a="http://schemas.openxmlformats.org/drawingml/2006/main">
            <a:pathLst>
              <a:path w="119202" h="95901">
                <a:moveTo>
                  <a:pt x="119202" y="0"/>
                </a:moveTo>
                <a:lnTo>
                  <a:pt x="59602" y="95901"/>
                </a:lnTo>
                <a:lnTo>
                  <a:pt x="0" y="0"/>
                </a:lnTo>
                <a:lnTo>
                  <a:pt x="119202" y="0"/>
                </a:lnTo>
              </a:path>
            </a:pathLst>
          </a:custGeom>
          <a:solidFill xmlns:a="http://schemas.openxmlformats.org/drawingml/2006/main">
            <a:srgbClr val="17202B"/>
          </a:solidFill>
          <a:ln xmlns:a="http://schemas.openxmlformats.org/drawingml/2006/main" w="4042">
            <a:solidFill>
              <a:srgbClr val="17202B"/>
            </a:solidFill>
            <a:prstDash val="solid"/>
          </a:ln>
        </p:spPr>
      </p:sp>
      <p:sp>
        <p:nvSpPr>
          <p:cNvPr id="183" name="path-143">
            <a:extLst xmlns:a="http://schemas.openxmlformats.org/drawingml/2006/main">
              <a:ext uri="{FF2B5EF4-FFF2-40B4-BE49-F238E27FC236}">
                <a16:creationId xmlns:a16="http://schemas.microsoft.com/office/drawing/2014/main" id="{03D4F142-D875-4637-926B-2E28ABA3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569" y="3280275"/>
            <a:ext cx="4081787" cy="433285"/>
          </a:xfrm>
          <a:custGeom xmlns:a="http://schemas.openxmlformats.org/drawingml/2006/main">
            <a:pathLst>
              <a:path w="4977513" h="528368">
                <a:moveTo>
                  <a:pt x="0" y="90983"/>
                </a:moveTo>
                <a:lnTo>
                  <a:pt x="0" y="90983"/>
                </a:lnTo>
                <a:cubicBezTo>
                  <a:pt x="0" y="74842"/>
                  <a:pt x="4031" y="59159"/>
                  <a:pt x="12111" y="45262"/>
                </a:cubicBezTo>
                <a:cubicBezTo>
                  <a:pt x="20174" y="31366"/>
                  <a:pt x="31825" y="20172"/>
                  <a:pt x="45722" y="12110"/>
                </a:cubicBezTo>
                <a:cubicBezTo>
                  <a:pt x="59602" y="4031"/>
                  <a:pt x="75284" y="0"/>
                  <a:pt x="90984" y="0"/>
                </a:cubicBezTo>
                <a:lnTo>
                  <a:pt x="4886102" y="0"/>
                </a:lnTo>
                <a:cubicBezTo>
                  <a:pt x="4902226" y="0"/>
                  <a:pt x="4917911" y="4031"/>
                  <a:pt x="4931808" y="12110"/>
                </a:cubicBezTo>
                <a:cubicBezTo>
                  <a:pt x="4945702" y="20172"/>
                  <a:pt x="4956895" y="31824"/>
                  <a:pt x="4964975" y="45720"/>
                </a:cubicBezTo>
                <a:cubicBezTo>
                  <a:pt x="4973036" y="59601"/>
                  <a:pt x="4977067" y="75284"/>
                  <a:pt x="4977067" y="90983"/>
                </a:cubicBezTo>
                <a:lnTo>
                  <a:pt x="4977513" y="436942"/>
                </a:lnTo>
                <a:cubicBezTo>
                  <a:pt x="4977513" y="453066"/>
                  <a:pt x="4973481" y="468766"/>
                  <a:pt x="4965418" y="482647"/>
                </a:cubicBezTo>
                <a:cubicBezTo>
                  <a:pt x="4957356" y="496542"/>
                  <a:pt x="4945702" y="507752"/>
                  <a:pt x="4931808" y="515815"/>
                </a:cubicBezTo>
                <a:cubicBezTo>
                  <a:pt x="4917911" y="523878"/>
                  <a:pt x="4902226" y="527908"/>
                  <a:pt x="4886543" y="527908"/>
                </a:cubicBezTo>
                <a:lnTo>
                  <a:pt x="90984" y="528368"/>
                </a:lnTo>
                <a:cubicBezTo>
                  <a:pt x="74844" y="528368"/>
                  <a:pt x="59159" y="524335"/>
                  <a:pt x="45264" y="516257"/>
                </a:cubicBezTo>
                <a:cubicBezTo>
                  <a:pt x="31367" y="508194"/>
                  <a:pt x="20174" y="496542"/>
                  <a:pt x="12111" y="482647"/>
                </a:cubicBezTo>
                <a:cubicBezTo>
                  <a:pt x="4031" y="468766"/>
                  <a:pt x="0" y="453066"/>
                  <a:pt x="0" y="437383"/>
                </a:cubicBezTo>
                <a:lnTo>
                  <a:pt x="0" y="90983"/>
                </a:lnTo>
              </a:path>
            </a:pathLst>
          </a:custGeom>
          <a:solidFill xmlns:a="http://schemas.openxmlformats.org/drawingml/2006/main">
            <a:srgbClr val="F3FAF6"/>
          </a:solidFill>
          <a:ln xmlns:a="http://schemas.openxmlformats.org/drawingml/2006/main" w="14332">
            <a:solidFill>
              <a:srgbClr val="5CA47A"/>
            </a:solidFill>
            <a:prstDash val="solid"/>
          </a:ln>
        </p:spPr>
      </p:sp>
      <p:pic>
        <p:nvPic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7F374A71-BC8E-4067-971A-469F42F24B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bda3e77feb499b"/>
          <a:stretch xmlns:a="http://schemas.openxmlformats.org/drawingml/2006/main"/>
        </p:blipFill>
        <p:spPr>
          <a:xfrm xmlns:a="http://schemas.openxmlformats.org/drawingml/2006/main">
            <a:off x="11647740" y="3387958"/>
            <a:ext cx="189994" cy="189994"/>
          </a:xfrm>
          <a:prstGeom xmlns:a="http://schemas.openxmlformats.org/drawingml/2006/main" prst="rect">
            <a:avLst/>
          </a:prstGeom>
        </p:spPr>
      </p:pic>
      <p:sp>
        <p:nvSpPr>
          <p:cNvPr id="185" name="text-145 Reliable">
            <a:extLst xmlns:a="http://schemas.openxmlformats.org/drawingml/2006/main">
              <a:ext uri="{FF2B5EF4-FFF2-40B4-BE49-F238E27FC236}">
                <a16:creationId xmlns:a16="http://schemas.microsoft.com/office/drawing/2014/main" id="{17890708-0AE9-4329-9132-1E2E7BAB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86817" y="3401588"/>
            <a:ext cx="561621" cy="195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2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2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102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Reliable</a:t>
            </a:r>
          </a:p>
        </p:txBody>
      </p:sp>
      <p:sp>
        <p:nvSpPr>
          <p:cNvPr id="186" name="text-145 Targets">
            <a:extLst xmlns:a="http://schemas.openxmlformats.org/drawingml/2006/main">
              <a:ext uri="{FF2B5EF4-FFF2-40B4-BE49-F238E27FC236}">
                <a16:creationId xmlns:a16="http://schemas.microsoft.com/office/drawing/2014/main" id="{4112EE0A-E44E-4BD2-B6FF-1D355049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61864" y="3401421"/>
            <a:ext cx="520626" cy="196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4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4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104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Targets</a:t>
            </a:r>
          </a:p>
        </p:txBody>
      </p:sp>
      <p:sp>
        <p:nvSpPr>
          <p:cNvPr id="187" name="path-146">
            <a:extLst xmlns:a="http://schemas.openxmlformats.org/drawingml/2006/main">
              <a:ext uri="{FF2B5EF4-FFF2-40B4-BE49-F238E27FC236}">
                <a16:creationId xmlns:a16="http://schemas.microsoft.com/office/drawing/2014/main" id="{EB2DC288-9D13-4FAB-8869-9723EE9E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4918" y="3713184"/>
            <a:ext cx="364" cy="201027"/>
          </a:xfrm>
          <a:custGeom xmlns:a="http://schemas.openxmlformats.org/drawingml/2006/main">
            <a:pathLst>
              <a:path w="443" h="245142">
                <a:moveTo>
                  <a:pt x="0" y="0"/>
                </a:moveTo>
                <a:lnTo>
                  <a:pt x="443" y="245142"/>
                </a:lnTo>
              </a:path>
            </a:pathLst>
          </a:custGeom>
          <a:noFill xmlns:a="http://schemas.openxmlformats.org/drawingml/2006/main"/>
          <a:ln xmlns:a="http://schemas.openxmlformats.org/drawingml/2006/main" w="19477">
            <a:solidFill>
              <a:srgbClr val="17202B"/>
            </a:solidFill>
            <a:prstDash val="solid"/>
          </a:ln>
        </p:spPr>
      </p:sp>
      <p:sp>
        <p:nvSpPr>
          <p:cNvPr id="188" name="path-147">
            <a:extLst xmlns:a="http://schemas.openxmlformats.org/drawingml/2006/main">
              <a:ext uri="{FF2B5EF4-FFF2-40B4-BE49-F238E27FC236}">
                <a16:creationId xmlns:a16="http://schemas.microsoft.com/office/drawing/2014/main" id="{B16F6C64-8CCC-4323-BD08-E1F69524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6406" y="3904656"/>
            <a:ext cx="97751" cy="78643"/>
          </a:xfrm>
          <a:custGeom xmlns:a="http://schemas.openxmlformats.org/drawingml/2006/main">
            <a:pathLst>
              <a:path w="119202" h="95900">
                <a:moveTo>
                  <a:pt x="119202" y="0"/>
                </a:moveTo>
                <a:lnTo>
                  <a:pt x="59602" y="95900"/>
                </a:lnTo>
                <a:lnTo>
                  <a:pt x="0" y="0"/>
                </a:lnTo>
                <a:lnTo>
                  <a:pt x="119202" y="0"/>
                </a:lnTo>
              </a:path>
            </a:pathLst>
          </a:custGeom>
          <a:solidFill xmlns:a="http://schemas.openxmlformats.org/drawingml/2006/main">
            <a:srgbClr val="17202B"/>
          </a:solidFill>
          <a:ln xmlns:a="http://schemas.openxmlformats.org/drawingml/2006/main" w="4042">
            <a:solidFill>
              <a:srgbClr val="17202B"/>
            </a:solidFill>
            <a:prstDash val="solid"/>
          </a:ln>
        </p:spPr>
      </p:sp>
      <p:sp>
        <p:nvSpPr>
          <p:cNvPr id="189" name="path-148">
            <a:extLst xmlns:a="http://schemas.openxmlformats.org/drawingml/2006/main">
              <a:ext uri="{FF2B5EF4-FFF2-40B4-BE49-F238E27FC236}">
                <a16:creationId xmlns:a16="http://schemas.microsoft.com/office/drawing/2014/main" id="{25BA0108-8F4B-4D1A-879D-B3FA1502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569" y="3991752"/>
            <a:ext cx="4081787" cy="433273"/>
          </a:xfrm>
          <a:custGeom xmlns:a="http://schemas.openxmlformats.org/drawingml/2006/main">
            <a:pathLst>
              <a:path w="4977513" h="528352">
                <a:moveTo>
                  <a:pt x="0" y="90968"/>
                </a:moveTo>
                <a:lnTo>
                  <a:pt x="0" y="90968"/>
                </a:lnTo>
                <a:cubicBezTo>
                  <a:pt x="0" y="74842"/>
                  <a:pt x="4031" y="59159"/>
                  <a:pt x="12111" y="45262"/>
                </a:cubicBezTo>
                <a:cubicBezTo>
                  <a:pt x="20174" y="31366"/>
                  <a:pt x="31825" y="20173"/>
                  <a:pt x="45722" y="12094"/>
                </a:cubicBezTo>
                <a:cubicBezTo>
                  <a:pt x="59602" y="4031"/>
                  <a:pt x="75284" y="0"/>
                  <a:pt x="90984" y="0"/>
                </a:cubicBezTo>
                <a:lnTo>
                  <a:pt x="4886102" y="0"/>
                </a:lnTo>
                <a:cubicBezTo>
                  <a:pt x="4902226" y="0"/>
                  <a:pt x="4917911" y="4031"/>
                  <a:pt x="4931808" y="12094"/>
                </a:cubicBezTo>
                <a:cubicBezTo>
                  <a:pt x="4945702" y="20173"/>
                  <a:pt x="4956895" y="31824"/>
                  <a:pt x="4964975" y="45705"/>
                </a:cubicBezTo>
                <a:cubicBezTo>
                  <a:pt x="4973036" y="59602"/>
                  <a:pt x="4977067" y="75285"/>
                  <a:pt x="4977067" y="90968"/>
                </a:cubicBezTo>
                <a:lnTo>
                  <a:pt x="4977513" y="436942"/>
                </a:lnTo>
                <a:cubicBezTo>
                  <a:pt x="4977513" y="453067"/>
                  <a:pt x="4973481" y="468750"/>
                  <a:pt x="4965418" y="482647"/>
                </a:cubicBezTo>
                <a:cubicBezTo>
                  <a:pt x="4957356" y="496544"/>
                  <a:pt x="4945702" y="507737"/>
                  <a:pt x="4931808" y="515815"/>
                </a:cubicBezTo>
                <a:cubicBezTo>
                  <a:pt x="4917911" y="523878"/>
                  <a:pt x="4902226" y="527909"/>
                  <a:pt x="4886543" y="527909"/>
                </a:cubicBezTo>
                <a:lnTo>
                  <a:pt x="90984" y="528352"/>
                </a:lnTo>
                <a:cubicBezTo>
                  <a:pt x="74844" y="528352"/>
                  <a:pt x="59159" y="524320"/>
                  <a:pt x="45264" y="516257"/>
                </a:cubicBezTo>
                <a:cubicBezTo>
                  <a:pt x="31367" y="508195"/>
                  <a:pt x="20174" y="496544"/>
                  <a:pt x="12111" y="482647"/>
                </a:cubicBezTo>
                <a:cubicBezTo>
                  <a:pt x="4031" y="468750"/>
                  <a:pt x="0" y="453067"/>
                  <a:pt x="0" y="437384"/>
                </a:cubicBezTo>
                <a:lnTo>
                  <a:pt x="0" y="90968"/>
                </a:lnTo>
              </a:path>
            </a:pathLst>
          </a:custGeom>
          <a:solidFill xmlns:a="http://schemas.openxmlformats.org/drawingml/2006/main">
            <a:srgbClr val="F2F7FD"/>
          </a:solidFill>
          <a:ln xmlns:a="http://schemas.openxmlformats.org/drawingml/2006/main" w="14332">
            <a:solidFill>
              <a:srgbClr val="6C9DD2"/>
            </a:solidFill>
            <a:prstDash val="solid"/>
          </a:ln>
        </p:spPr>
      </p:sp>
      <p:pic>
        <p:nvPic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86B24F52-A94D-48D4-9C56-DBDDED0108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5b250a8f944d16"/>
          <a:stretch xmlns:a="http://schemas.openxmlformats.org/drawingml/2006/main"/>
        </p:blipFill>
        <p:spPr>
          <a:xfrm xmlns:a="http://schemas.openxmlformats.org/drawingml/2006/main">
            <a:off x="11647740" y="4099798"/>
            <a:ext cx="189994" cy="189994"/>
          </a:xfrm>
          <a:prstGeom xmlns:a="http://schemas.openxmlformats.org/drawingml/2006/main" prst="rect">
            <a:avLst/>
          </a:prstGeom>
        </p:spPr>
      </p:pic>
      <p:sp>
        <p:nvSpPr>
          <p:cNvPr id="191" name="text-150 Difficulty">
            <a:extLst xmlns:a="http://schemas.openxmlformats.org/drawingml/2006/main">
              <a:ext uri="{FF2B5EF4-FFF2-40B4-BE49-F238E27FC236}">
                <a16:creationId xmlns:a16="http://schemas.microsoft.com/office/drawing/2014/main" id="{7B752D08-CBA7-4732-9C14-68F65409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75872" y="4113121"/>
            <a:ext cx="623216" cy="195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2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2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102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Difficulty</a:t>
            </a:r>
          </a:p>
        </p:txBody>
      </p:sp>
      <p:sp>
        <p:nvSpPr>
          <p:cNvPr id="192" name="text-150 Stratification">
            <a:extLst xmlns:a="http://schemas.openxmlformats.org/drawingml/2006/main">
              <a:ext uri="{FF2B5EF4-FFF2-40B4-BE49-F238E27FC236}">
                <a16:creationId xmlns:a16="http://schemas.microsoft.com/office/drawing/2014/main" id="{BF00132C-3A7E-4ABC-97C8-FB80A1D7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12666" y="4113068"/>
            <a:ext cx="879969" cy="19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2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2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102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Stratification</a:t>
            </a:r>
          </a:p>
        </p:txBody>
      </p:sp>
      <p:sp>
        <p:nvSpPr>
          <p:cNvPr id="193" name="path-151">
            <a:extLst xmlns:a="http://schemas.openxmlformats.org/drawingml/2006/main">
              <a:ext uri="{FF2B5EF4-FFF2-40B4-BE49-F238E27FC236}">
                <a16:creationId xmlns:a16="http://schemas.microsoft.com/office/drawing/2014/main" id="{6254B7BB-B021-402A-9BDE-5B3B30E2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4918" y="4424661"/>
            <a:ext cx="364" cy="154718"/>
          </a:xfrm>
          <a:custGeom xmlns:a="http://schemas.openxmlformats.org/drawingml/2006/main">
            <a:pathLst>
              <a:path w="443" h="188670">
                <a:moveTo>
                  <a:pt x="0" y="0"/>
                </a:moveTo>
                <a:lnTo>
                  <a:pt x="443" y="188670"/>
                </a:lnTo>
              </a:path>
            </a:pathLst>
          </a:custGeom>
          <a:noFill xmlns:a="http://schemas.openxmlformats.org/drawingml/2006/main"/>
          <a:ln xmlns:a="http://schemas.openxmlformats.org/drawingml/2006/main" w="19477">
            <a:solidFill>
              <a:srgbClr val="17202B"/>
            </a:solidFill>
            <a:prstDash val="solid"/>
          </a:ln>
        </p:spPr>
      </p:sp>
      <p:sp>
        <p:nvSpPr>
          <p:cNvPr id="194" name="path-152">
            <a:extLst xmlns:a="http://schemas.openxmlformats.org/drawingml/2006/main">
              <a:ext uri="{FF2B5EF4-FFF2-40B4-BE49-F238E27FC236}">
                <a16:creationId xmlns:a16="http://schemas.microsoft.com/office/drawing/2014/main" id="{19234863-ABDC-473D-83FD-78B68303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4440" y="4579379"/>
            <a:ext cx="2721319" cy="363"/>
          </a:xfrm>
          <a:custGeom xmlns:a="http://schemas.openxmlformats.org/drawingml/2006/main">
            <a:pathLst>
              <a:path w="3318497" h="442">
                <a:moveTo>
                  <a:pt x="0" y="0"/>
                </a:moveTo>
                <a:lnTo>
                  <a:pt x="3318497" y="442"/>
                </a:lnTo>
              </a:path>
            </a:pathLst>
          </a:custGeom>
          <a:noFill xmlns:a="http://schemas.openxmlformats.org/drawingml/2006/main"/>
          <a:ln xmlns:a="http://schemas.openxmlformats.org/drawingml/2006/main" w="19477">
            <a:solidFill>
              <a:srgbClr val="17202B"/>
            </a:solidFill>
            <a:prstDash val="solid"/>
          </a:ln>
        </p:spPr>
      </p:sp>
      <p:sp>
        <p:nvSpPr>
          <p:cNvPr id="195" name="path-153">
            <a:extLst xmlns:a="http://schemas.openxmlformats.org/drawingml/2006/main">
              <a:ext uri="{FF2B5EF4-FFF2-40B4-BE49-F238E27FC236}">
                <a16:creationId xmlns:a16="http://schemas.microsoft.com/office/drawing/2014/main" id="{D7AB8F5B-4A83-4108-9B90-401D67A9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4440" y="4579379"/>
            <a:ext cx="375" cy="77540"/>
          </a:xfrm>
          <a:custGeom xmlns:a="http://schemas.openxmlformats.org/drawingml/2006/main">
            <a:pathLst>
              <a:path w="458" h="94556">
                <a:moveTo>
                  <a:pt x="0" y="0"/>
                </a:moveTo>
                <a:lnTo>
                  <a:pt x="458" y="94556"/>
                </a:lnTo>
              </a:path>
            </a:pathLst>
          </a:custGeom>
          <a:noFill xmlns:a="http://schemas.openxmlformats.org/drawingml/2006/main"/>
          <a:ln xmlns:a="http://schemas.openxmlformats.org/drawingml/2006/main" w="19477">
            <a:solidFill>
              <a:srgbClr val="17202B"/>
            </a:solidFill>
            <a:prstDash val="solid"/>
          </a:ln>
        </p:spPr>
      </p:sp>
      <p:sp>
        <p:nvSpPr>
          <p:cNvPr id="196" name="path-154">
            <a:extLst xmlns:a="http://schemas.openxmlformats.org/drawingml/2006/main">
              <a:ext uri="{FF2B5EF4-FFF2-40B4-BE49-F238E27FC236}">
                <a16:creationId xmlns:a16="http://schemas.microsoft.com/office/drawing/2014/main" id="{47268AAF-C5F4-4B18-8EB6-B3767B87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927" y="4648830"/>
            <a:ext cx="97765" cy="78655"/>
          </a:xfrm>
          <a:custGeom xmlns:a="http://schemas.openxmlformats.org/drawingml/2006/main">
            <a:pathLst>
              <a:path w="119219" h="95916">
                <a:moveTo>
                  <a:pt x="119219" y="0"/>
                </a:moveTo>
                <a:lnTo>
                  <a:pt x="59617" y="95916"/>
                </a:lnTo>
                <a:lnTo>
                  <a:pt x="0" y="0"/>
                </a:lnTo>
                <a:lnTo>
                  <a:pt x="119219" y="0"/>
                </a:lnTo>
              </a:path>
            </a:pathLst>
          </a:custGeom>
          <a:solidFill xmlns:a="http://schemas.openxmlformats.org/drawingml/2006/main">
            <a:srgbClr val="17202B"/>
          </a:solidFill>
          <a:ln xmlns:a="http://schemas.openxmlformats.org/drawingml/2006/main" w="4042">
            <a:solidFill>
              <a:srgbClr val="17202B"/>
            </a:solidFill>
            <a:prstDash val="solid"/>
          </a:ln>
        </p:spPr>
      </p:sp>
      <p:sp>
        <p:nvSpPr>
          <p:cNvPr id="197" name="path-155">
            <a:extLst xmlns:a="http://schemas.openxmlformats.org/drawingml/2006/main">
              <a:ext uri="{FF2B5EF4-FFF2-40B4-BE49-F238E27FC236}">
                <a16:creationId xmlns:a16="http://schemas.microsoft.com/office/drawing/2014/main" id="{9B6CFA1C-682D-4C18-B8DF-854985E0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4918" y="4579379"/>
            <a:ext cx="364" cy="77540"/>
          </a:xfrm>
          <a:custGeom xmlns:a="http://schemas.openxmlformats.org/drawingml/2006/main">
            <a:pathLst>
              <a:path w="443" h="94556">
                <a:moveTo>
                  <a:pt x="0" y="0"/>
                </a:moveTo>
                <a:lnTo>
                  <a:pt x="443" y="94556"/>
                </a:lnTo>
              </a:path>
            </a:pathLst>
          </a:custGeom>
          <a:noFill xmlns:a="http://schemas.openxmlformats.org/drawingml/2006/main"/>
          <a:ln xmlns:a="http://schemas.openxmlformats.org/drawingml/2006/main" w="19477">
            <a:solidFill>
              <a:srgbClr val="17202B"/>
            </a:solidFill>
            <a:prstDash val="solid"/>
          </a:ln>
        </p:spPr>
      </p:sp>
      <p:sp>
        <p:nvSpPr>
          <p:cNvPr id="198" name="path-156">
            <a:extLst xmlns:a="http://schemas.openxmlformats.org/drawingml/2006/main">
              <a:ext uri="{FF2B5EF4-FFF2-40B4-BE49-F238E27FC236}">
                <a16:creationId xmlns:a16="http://schemas.microsoft.com/office/drawing/2014/main" id="{B84D4D27-E1A6-4451-B475-52D45ED1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6406" y="4648830"/>
            <a:ext cx="97751" cy="78655"/>
          </a:xfrm>
          <a:custGeom xmlns:a="http://schemas.openxmlformats.org/drawingml/2006/main">
            <a:pathLst>
              <a:path w="119202" h="95916">
                <a:moveTo>
                  <a:pt x="119202" y="0"/>
                </a:moveTo>
                <a:lnTo>
                  <a:pt x="59602" y="95916"/>
                </a:lnTo>
                <a:lnTo>
                  <a:pt x="0" y="0"/>
                </a:lnTo>
                <a:lnTo>
                  <a:pt x="119202" y="0"/>
                </a:lnTo>
              </a:path>
            </a:pathLst>
          </a:custGeom>
          <a:solidFill xmlns:a="http://schemas.openxmlformats.org/drawingml/2006/main">
            <a:srgbClr val="17202B"/>
          </a:solidFill>
          <a:ln xmlns:a="http://schemas.openxmlformats.org/drawingml/2006/main" w="4042">
            <a:solidFill>
              <a:srgbClr val="17202B"/>
            </a:solidFill>
            <a:prstDash val="solid"/>
          </a:ln>
        </p:spPr>
      </p:sp>
      <p:sp>
        <p:nvSpPr>
          <p:cNvPr id="199" name="path-157">
            <a:extLst xmlns:a="http://schemas.openxmlformats.org/drawingml/2006/main">
              <a:ext uri="{FF2B5EF4-FFF2-40B4-BE49-F238E27FC236}">
                <a16:creationId xmlns:a16="http://schemas.microsoft.com/office/drawing/2014/main" id="{A2A043BD-60C2-4A2E-BB3F-014CF3DE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5759" y="4579379"/>
            <a:ext cx="364" cy="77540"/>
          </a:xfrm>
          <a:custGeom xmlns:a="http://schemas.openxmlformats.org/drawingml/2006/main">
            <a:pathLst>
              <a:path w="443" h="94556">
                <a:moveTo>
                  <a:pt x="0" y="0"/>
                </a:moveTo>
                <a:lnTo>
                  <a:pt x="443" y="94556"/>
                </a:lnTo>
              </a:path>
            </a:pathLst>
          </a:custGeom>
          <a:noFill xmlns:a="http://schemas.openxmlformats.org/drawingml/2006/main"/>
          <a:ln xmlns:a="http://schemas.openxmlformats.org/drawingml/2006/main" w="19477">
            <a:solidFill>
              <a:srgbClr val="17202B"/>
            </a:solidFill>
            <a:prstDash val="solid"/>
          </a:ln>
        </p:spPr>
      </p:sp>
      <p:sp>
        <p:nvSpPr>
          <p:cNvPr id="200" name="path-158">
            <a:extLst xmlns:a="http://schemas.openxmlformats.org/drawingml/2006/main">
              <a:ext uri="{FF2B5EF4-FFF2-40B4-BE49-F238E27FC236}">
                <a16:creationId xmlns:a16="http://schemas.microsoft.com/office/drawing/2014/main" id="{7028F693-7AF9-48C8-BC56-73E6F21A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6884" y="4648830"/>
            <a:ext cx="97751" cy="78655"/>
          </a:xfrm>
          <a:custGeom xmlns:a="http://schemas.openxmlformats.org/drawingml/2006/main">
            <a:pathLst>
              <a:path w="119202" h="95916">
                <a:moveTo>
                  <a:pt x="119202" y="0"/>
                </a:moveTo>
                <a:lnTo>
                  <a:pt x="59600" y="95916"/>
                </a:lnTo>
                <a:lnTo>
                  <a:pt x="0" y="0"/>
                </a:lnTo>
                <a:lnTo>
                  <a:pt x="119202" y="0"/>
                </a:lnTo>
              </a:path>
            </a:pathLst>
          </a:custGeom>
          <a:solidFill xmlns:a="http://schemas.openxmlformats.org/drawingml/2006/main">
            <a:srgbClr val="17202B"/>
          </a:solidFill>
          <a:ln xmlns:a="http://schemas.openxmlformats.org/drawingml/2006/main" w="4042">
            <a:solidFill>
              <a:srgbClr val="17202B"/>
            </a:solidFill>
            <a:prstDash val="solid"/>
          </a:ln>
        </p:spPr>
      </p:sp>
      <p:sp>
        <p:nvSpPr>
          <p:cNvPr id="201" name="path-159">
            <a:extLst xmlns:a="http://schemas.openxmlformats.org/drawingml/2006/main">
              <a:ext uri="{FF2B5EF4-FFF2-40B4-BE49-F238E27FC236}">
                <a16:creationId xmlns:a16="http://schemas.microsoft.com/office/drawing/2014/main" id="{B303D2D2-935E-472B-9F4D-919E6848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8593" y="4734097"/>
            <a:ext cx="1251693" cy="309423"/>
          </a:xfrm>
          <a:custGeom xmlns:a="http://schemas.openxmlformats.org/drawingml/2006/main">
            <a:pathLst>
              <a:path w="1526370" h="377324">
                <a:moveTo>
                  <a:pt x="0" y="68107"/>
                </a:moveTo>
                <a:lnTo>
                  <a:pt x="0" y="68107"/>
                </a:lnTo>
                <a:cubicBezTo>
                  <a:pt x="0" y="56013"/>
                  <a:pt x="3145" y="44361"/>
                  <a:pt x="8964" y="34054"/>
                </a:cubicBezTo>
                <a:cubicBezTo>
                  <a:pt x="15239" y="23746"/>
                  <a:pt x="23762" y="14782"/>
                  <a:pt x="34054" y="8964"/>
                </a:cubicBezTo>
                <a:cubicBezTo>
                  <a:pt x="44361" y="3130"/>
                  <a:pt x="56469" y="0"/>
                  <a:pt x="68123" y="0"/>
                </a:cubicBezTo>
                <a:lnTo>
                  <a:pt x="1457804" y="0"/>
                </a:lnTo>
                <a:cubicBezTo>
                  <a:pt x="1469916" y="0"/>
                  <a:pt x="1481567" y="3130"/>
                  <a:pt x="1491873" y="8964"/>
                </a:cubicBezTo>
                <a:cubicBezTo>
                  <a:pt x="1502167" y="15240"/>
                  <a:pt x="1511131" y="23746"/>
                  <a:pt x="1516965" y="34054"/>
                </a:cubicBezTo>
                <a:cubicBezTo>
                  <a:pt x="1522782" y="44361"/>
                  <a:pt x="1525927" y="56456"/>
                  <a:pt x="1525927" y="68107"/>
                </a:cubicBezTo>
                <a:lnTo>
                  <a:pt x="1526370" y="308759"/>
                </a:lnTo>
                <a:cubicBezTo>
                  <a:pt x="1526370" y="320868"/>
                  <a:pt x="1523240" y="332520"/>
                  <a:pt x="1517406" y="342828"/>
                </a:cubicBezTo>
                <a:cubicBezTo>
                  <a:pt x="1511131" y="353136"/>
                  <a:pt x="1502625" y="362100"/>
                  <a:pt x="1492316" y="367917"/>
                </a:cubicBezTo>
                <a:cubicBezTo>
                  <a:pt x="1482007" y="373751"/>
                  <a:pt x="1469916" y="376882"/>
                  <a:pt x="1458265" y="376882"/>
                </a:cubicBezTo>
                <a:lnTo>
                  <a:pt x="68123" y="377324"/>
                </a:lnTo>
                <a:cubicBezTo>
                  <a:pt x="56012" y="377324"/>
                  <a:pt x="44361" y="374194"/>
                  <a:pt x="34054" y="368376"/>
                </a:cubicBezTo>
                <a:cubicBezTo>
                  <a:pt x="23762" y="362100"/>
                  <a:pt x="14798" y="353578"/>
                  <a:pt x="8964" y="343271"/>
                </a:cubicBezTo>
                <a:cubicBezTo>
                  <a:pt x="3145" y="332963"/>
                  <a:pt x="0" y="320868"/>
                  <a:pt x="0" y="309217"/>
                </a:cubicBezTo>
                <a:lnTo>
                  <a:pt x="0" y="68107"/>
                </a:lnTo>
              </a:path>
            </a:pathLst>
          </a:custGeom>
          <a:solidFill xmlns:a="http://schemas.openxmlformats.org/drawingml/2006/main">
            <a:srgbClr val="F4FAF6"/>
          </a:solidFill>
          <a:ln xmlns:a="http://schemas.openxmlformats.org/drawingml/2006/main" w="12862">
            <a:solidFill>
              <a:srgbClr val="7FB693"/>
            </a:solidFill>
            <a:prstDash val="solid"/>
          </a:ln>
        </p:spPr>
      </p:sp>
      <p:pic>
        <p:nvPic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5A4429B3-D02D-4707-8F4D-26944A53B5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ae05f55f8244a2"/>
          <a:stretch xmlns:a="http://schemas.openxmlformats.org/drawingml/2006/main"/>
        </p:blipFill>
        <p:spPr>
          <a:xfrm xmlns:a="http://schemas.openxmlformats.org/drawingml/2006/main">
            <a:off x="11729327" y="4780407"/>
            <a:ext cx="176394" cy="176394"/>
          </a:xfrm>
          <a:prstGeom xmlns:a="http://schemas.openxmlformats.org/drawingml/2006/main" prst="rect">
            <a:avLst/>
          </a:prstGeom>
        </p:spPr>
      </p:pic>
      <p:sp>
        <p:nvSpPr>
          <p:cNvPr id="203" name="text-161 Easy">
            <a:extLst xmlns:a="http://schemas.openxmlformats.org/drawingml/2006/main">
              <a:ext uri="{FF2B5EF4-FFF2-40B4-BE49-F238E27FC236}">
                <a16:creationId xmlns:a16="http://schemas.microsoft.com/office/drawing/2014/main" id="{54B275A4-67BC-469E-B9D6-0BB8D0E5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74082" y="4799824"/>
            <a:ext cx="328335" cy="1827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28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28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028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Easy</a:t>
            </a:r>
          </a:p>
        </p:txBody>
      </p:sp>
      <p:sp>
        <p:nvSpPr>
          <p:cNvPr id="204" name="path-162">
            <a:extLst xmlns:a="http://schemas.openxmlformats.org/drawingml/2006/main">
              <a:ext uri="{FF2B5EF4-FFF2-40B4-BE49-F238E27FC236}">
                <a16:creationId xmlns:a16="http://schemas.microsoft.com/office/drawing/2014/main" id="{04863610-1951-4D5B-9151-5883F5AA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9072" y="4734097"/>
            <a:ext cx="1251693" cy="309423"/>
          </a:xfrm>
          <a:custGeom xmlns:a="http://schemas.openxmlformats.org/drawingml/2006/main">
            <a:pathLst>
              <a:path w="1526370" h="377324">
                <a:moveTo>
                  <a:pt x="0" y="68107"/>
                </a:moveTo>
                <a:lnTo>
                  <a:pt x="0" y="68107"/>
                </a:lnTo>
                <a:cubicBezTo>
                  <a:pt x="0" y="56013"/>
                  <a:pt x="3130" y="44361"/>
                  <a:pt x="8964" y="34054"/>
                </a:cubicBezTo>
                <a:cubicBezTo>
                  <a:pt x="15239" y="23746"/>
                  <a:pt x="23745" y="14782"/>
                  <a:pt x="34052" y="8964"/>
                </a:cubicBezTo>
                <a:cubicBezTo>
                  <a:pt x="44361" y="3130"/>
                  <a:pt x="56455" y="0"/>
                  <a:pt x="68106" y="0"/>
                </a:cubicBezTo>
                <a:lnTo>
                  <a:pt x="1457804" y="0"/>
                </a:lnTo>
                <a:cubicBezTo>
                  <a:pt x="1469899" y="0"/>
                  <a:pt x="1481550" y="3130"/>
                  <a:pt x="1491858" y="8964"/>
                </a:cubicBezTo>
                <a:cubicBezTo>
                  <a:pt x="1502167" y="15240"/>
                  <a:pt x="1511129" y="23746"/>
                  <a:pt x="1516963" y="34054"/>
                </a:cubicBezTo>
                <a:cubicBezTo>
                  <a:pt x="1522782" y="44361"/>
                  <a:pt x="1525912" y="56456"/>
                  <a:pt x="1525912" y="68107"/>
                </a:cubicBezTo>
                <a:lnTo>
                  <a:pt x="1526370" y="308759"/>
                </a:lnTo>
                <a:cubicBezTo>
                  <a:pt x="1526370" y="320868"/>
                  <a:pt x="1523223" y="332520"/>
                  <a:pt x="1517406" y="342828"/>
                </a:cubicBezTo>
                <a:cubicBezTo>
                  <a:pt x="1511129" y="353136"/>
                  <a:pt x="1502608" y="362100"/>
                  <a:pt x="1492302" y="367917"/>
                </a:cubicBezTo>
                <a:cubicBezTo>
                  <a:pt x="1481993" y="373751"/>
                  <a:pt x="1469899" y="376882"/>
                  <a:pt x="1458248" y="376882"/>
                </a:cubicBezTo>
                <a:lnTo>
                  <a:pt x="68106" y="377324"/>
                </a:lnTo>
                <a:cubicBezTo>
                  <a:pt x="56012" y="377324"/>
                  <a:pt x="44361" y="374194"/>
                  <a:pt x="34052" y="368376"/>
                </a:cubicBezTo>
                <a:cubicBezTo>
                  <a:pt x="23745" y="362100"/>
                  <a:pt x="14781" y="353578"/>
                  <a:pt x="8964" y="343271"/>
                </a:cubicBezTo>
                <a:cubicBezTo>
                  <a:pt x="3130" y="332963"/>
                  <a:pt x="0" y="320868"/>
                  <a:pt x="0" y="309217"/>
                </a:cubicBezTo>
                <a:lnTo>
                  <a:pt x="0" y="68107"/>
                </a:lnTo>
              </a:path>
            </a:pathLst>
          </a:custGeom>
          <a:solidFill xmlns:a="http://schemas.openxmlformats.org/drawingml/2006/main">
            <a:srgbClr val="FEFAEC"/>
          </a:solidFill>
          <a:ln xmlns:a="http://schemas.openxmlformats.org/drawingml/2006/main" w="12862">
            <a:solidFill>
              <a:srgbClr val="E5C560"/>
            </a:solidFill>
            <a:prstDash val="solid"/>
          </a:ln>
        </p:spPr>
      </p:sp>
      <p:pic>
        <p:nvPic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EC20DD8B-44B6-46A4-8A5A-2C36B7AF75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23c63179c40c5"/>
          <a:stretch xmlns:a="http://schemas.openxmlformats.org/drawingml/2006/main"/>
        </p:blipFill>
        <p:spPr>
          <a:xfrm xmlns:a="http://schemas.openxmlformats.org/drawingml/2006/main">
            <a:off x="13089805" y="4780407"/>
            <a:ext cx="176394" cy="176394"/>
          </a:xfrm>
          <a:prstGeom xmlns:a="http://schemas.openxmlformats.org/drawingml/2006/main" prst="rect">
            <a:avLst/>
          </a:prstGeom>
        </p:spPr>
      </p:pic>
      <p:sp>
        <p:nvSpPr>
          <p:cNvPr id="206" name="text-164 Medium">
            <a:extLst xmlns:a="http://schemas.openxmlformats.org/drawingml/2006/main">
              <a:ext uri="{FF2B5EF4-FFF2-40B4-BE49-F238E27FC236}">
                <a16:creationId xmlns:a16="http://schemas.microsoft.com/office/drawing/2014/main" id="{D551F1FB-5829-4CF1-9F80-8716D851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4924" y="4799787"/>
            <a:ext cx="516729" cy="18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28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28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028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  <p:sp>
        <p:nvSpPr>
          <p:cNvPr id="207" name="path-165">
            <a:extLst xmlns:a="http://schemas.openxmlformats.org/drawingml/2006/main">
              <a:ext uri="{FF2B5EF4-FFF2-40B4-BE49-F238E27FC236}">
                <a16:creationId xmlns:a16="http://schemas.microsoft.com/office/drawing/2014/main" id="{8419A359-9D60-4FAE-A175-058E7176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9536" y="4734097"/>
            <a:ext cx="1251693" cy="309423"/>
          </a:xfrm>
          <a:custGeom xmlns:a="http://schemas.openxmlformats.org/drawingml/2006/main">
            <a:pathLst>
              <a:path w="1526370" h="377324">
                <a:moveTo>
                  <a:pt x="0" y="68107"/>
                </a:moveTo>
                <a:lnTo>
                  <a:pt x="0" y="68107"/>
                </a:lnTo>
                <a:cubicBezTo>
                  <a:pt x="0" y="56013"/>
                  <a:pt x="3147" y="44361"/>
                  <a:pt x="8964" y="34054"/>
                </a:cubicBezTo>
                <a:cubicBezTo>
                  <a:pt x="15242" y="23746"/>
                  <a:pt x="23762" y="14782"/>
                  <a:pt x="34071" y="8964"/>
                </a:cubicBezTo>
                <a:cubicBezTo>
                  <a:pt x="44377" y="3130"/>
                  <a:pt x="56472" y="0"/>
                  <a:pt x="68123" y="0"/>
                </a:cubicBezTo>
                <a:lnTo>
                  <a:pt x="1457807" y="0"/>
                </a:lnTo>
                <a:cubicBezTo>
                  <a:pt x="1469916" y="0"/>
                  <a:pt x="1481567" y="3130"/>
                  <a:pt x="1491875" y="8964"/>
                </a:cubicBezTo>
                <a:cubicBezTo>
                  <a:pt x="1502184" y="15240"/>
                  <a:pt x="1511146" y="23746"/>
                  <a:pt x="1516965" y="34054"/>
                </a:cubicBezTo>
                <a:cubicBezTo>
                  <a:pt x="1522799" y="44361"/>
                  <a:pt x="1525929" y="56456"/>
                  <a:pt x="1525929" y="68107"/>
                </a:cubicBezTo>
                <a:lnTo>
                  <a:pt x="1526370" y="308759"/>
                </a:lnTo>
                <a:cubicBezTo>
                  <a:pt x="1526370" y="320868"/>
                  <a:pt x="1523240" y="332520"/>
                  <a:pt x="1517409" y="342828"/>
                </a:cubicBezTo>
                <a:cubicBezTo>
                  <a:pt x="1511146" y="353136"/>
                  <a:pt x="1502625" y="362100"/>
                  <a:pt x="1492319" y="367917"/>
                </a:cubicBezTo>
                <a:cubicBezTo>
                  <a:pt x="1482010" y="373751"/>
                  <a:pt x="1469916" y="376882"/>
                  <a:pt x="1458265" y="376882"/>
                </a:cubicBezTo>
                <a:lnTo>
                  <a:pt x="68123" y="377324"/>
                </a:lnTo>
                <a:cubicBezTo>
                  <a:pt x="56028" y="377324"/>
                  <a:pt x="44377" y="374194"/>
                  <a:pt x="34071" y="368376"/>
                </a:cubicBezTo>
                <a:cubicBezTo>
                  <a:pt x="23762" y="362100"/>
                  <a:pt x="14798" y="353578"/>
                  <a:pt x="8964" y="343271"/>
                </a:cubicBezTo>
                <a:cubicBezTo>
                  <a:pt x="3147" y="332963"/>
                  <a:pt x="0" y="320868"/>
                  <a:pt x="0" y="309217"/>
                </a:cubicBezTo>
                <a:lnTo>
                  <a:pt x="0" y="68107"/>
                </a:lnTo>
              </a:path>
            </a:pathLst>
          </a:custGeom>
          <a:solidFill xmlns:a="http://schemas.openxmlformats.org/drawingml/2006/main">
            <a:srgbClr val="FDF4F4"/>
          </a:solidFill>
          <a:ln xmlns:a="http://schemas.openxmlformats.org/drawingml/2006/main" w="12862">
            <a:solidFill>
              <a:srgbClr val="DE6B67"/>
            </a:solidFill>
            <a:prstDash val="solid"/>
          </a:ln>
        </p:spPr>
      </p:sp>
      <p:pic>
        <p:nvPic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28B5BF1D-5D94-4D28-A372-2A19444EE3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39b9c711c4409a"/>
          <a:stretch xmlns:a="http://schemas.openxmlformats.org/drawingml/2006/main"/>
        </p:blipFill>
        <p:spPr>
          <a:xfrm xmlns:a="http://schemas.openxmlformats.org/drawingml/2006/main">
            <a:off x="14450270" y="4780407"/>
            <a:ext cx="176394" cy="176394"/>
          </a:xfrm>
          <a:prstGeom xmlns:a="http://schemas.openxmlformats.org/drawingml/2006/main" prst="rect">
            <a:avLst/>
          </a:prstGeom>
        </p:spPr>
      </p:pic>
      <p:sp>
        <p:nvSpPr>
          <p:cNvPr id="209" name="text-167 Hard">
            <a:extLst xmlns:a="http://schemas.openxmlformats.org/drawingml/2006/main">
              <a:ext uri="{FF2B5EF4-FFF2-40B4-BE49-F238E27FC236}">
                <a16:creationId xmlns:a16="http://schemas.microsoft.com/office/drawing/2014/main" id="{DCB8B7DF-9D72-4358-AEE9-BDACAA44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95389" y="4799878"/>
            <a:ext cx="320696" cy="18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27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27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027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Hard</a:t>
            </a:r>
          </a:p>
        </p:txBody>
      </p:sp>
      <p:sp>
        <p:nvSpPr>
          <p:cNvPr id="210" name="path-168">
            <a:extLst xmlns:a="http://schemas.openxmlformats.org/drawingml/2006/main">
              <a:ext uri="{FF2B5EF4-FFF2-40B4-BE49-F238E27FC236}">
                <a16:creationId xmlns:a16="http://schemas.microsoft.com/office/drawing/2014/main" id="{1C13F357-C09B-45F2-B21D-410D8E93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4440" y="5043520"/>
            <a:ext cx="375" cy="185587"/>
          </a:xfrm>
          <a:custGeom xmlns:a="http://schemas.openxmlformats.org/drawingml/2006/main">
            <a:pathLst>
              <a:path w="458" h="226313">
                <a:moveTo>
                  <a:pt x="0" y="0"/>
                </a:moveTo>
                <a:lnTo>
                  <a:pt x="458" y="226313"/>
                </a:lnTo>
              </a:path>
            </a:pathLst>
          </a:custGeom>
          <a:noFill xmlns:a="http://schemas.openxmlformats.org/drawingml/2006/main"/>
          <a:ln xmlns:a="http://schemas.openxmlformats.org/drawingml/2006/main" w="20580">
            <a:solidFill>
              <a:srgbClr val="000000"/>
            </a:solidFill>
            <a:prstDash val="solid"/>
          </a:ln>
        </p:spPr>
      </p:sp>
      <p:sp>
        <p:nvSpPr>
          <p:cNvPr id="211" name="path-169">
            <a:extLst xmlns:a="http://schemas.openxmlformats.org/drawingml/2006/main">
              <a:ext uri="{FF2B5EF4-FFF2-40B4-BE49-F238E27FC236}">
                <a16:creationId xmlns:a16="http://schemas.microsoft.com/office/drawing/2014/main" id="{156E2077-8340-4266-AD9A-A4ABDEFC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4918" y="5043520"/>
            <a:ext cx="364" cy="185587"/>
          </a:xfrm>
          <a:custGeom xmlns:a="http://schemas.openxmlformats.org/drawingml/2006/main">
            <a:pathLst>
              <a:path w="443" h="226313">
                <a:moveTo>
                  <a:pt x="0" y="0"/>
                </a:moveTo>
                <a:lnTo>
                  <a:pt x="443" y="226313"/>
                </a:lnTo>
              </a:path>
            </a:pathLst>
          </a:custGeom>
          <a:noFill xmlns:a="http://schemas.openxmlformats.org/drawingml/2006/main"/>
          <a:ln xmlns:a="http://schemas.openxmlformats.org/drawingml/2006/main" w="20580">
            <a:solidFill>
              <a:srgbClr val="000000"/>
            </a:solidFill>
            <a:prstDash val="solid"/>
          </a:ln>
        </p:spPr>
      </p:sp>
      <p:sp>
        <p:nvSpPr>
          <p:cNvPr id="212" name="path-170">
            <a:extLst xmlns:a="http://schemas.openxmlformats.org/drawingml/2006/main">
              <a:ext uri="{FF2B5EF4-FFF2-40B4-BE49-F238E27FC236}">
                <a16:creationId xmlns:a16="http://schemas.microsoft.com/office/drawing/2014/main" id="{F171856D-4736-43B3-9AB6-887402E8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5759" y="5043520"/>
            <a:ext cx="364" cy="185587"/>
          </a:xfrm>
          <a:custGeom xmlns:a="http://schemas.openxmlformats.org/drawingml/2006/main">
            <a:pathLst>
              <a:path w="443" h="226313">
                <a:moveTo>
                  <a:pt x="0" y="0"/>
                </a:moveTo>
                <a:lnTo>
                  <a:pt x="443" y="226313"/>
                </a:lnTo>
              </a:path>
            </a:pathLst>
          </a:custGeom>
          <a:noFill xmlns:a="http://schemas.openxmlformats.org/drawingml/2006/main"/>
          <a:ln xmlns:a="http://schemas.openxmlformats.org/drawingml/2006/main" w="20580">
            <a:solidFill>
              <a:srgbClr val="000000"/>
            </a:solidFill>
            <a:prstDash val="solid"/>
          </a:ln>
        </p:spPr>
      </p:sp>
      <p:sp>
        <p:nvSpPr>
          <p:cNvPr id="213" name="path-171">
            <a:extLst xmlns:a="http://schemas.openxmlformats.org/drawingml/2006/main">
              <a:ext uri="{FF2B5EF4-FFF2-40B4-BE49-F238E27FC236}">
                <a16:creationId xmlns:a16="http://schemas.microsoft.com/office/drawing/2014/main" id="{8B2AE09D-4B7C-4CA1-8A2D-2FB74574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4440" y="5229107"/>
            <a:ext cx="2721319" cy="375"/>
          </a:xfrm>
          <a:custGeom xmlns:a="http://schemas.openxmlformats.org/drawingml/2006/main">
            <a:pathLst>
              <a:path w="3318497" h="458">
                <a:moveTo>
                  <a:pt x="0" y="0"/>
                </a:moveTo>
                <a:lnTo>
                  <a:pt x="3318497" y="458"/>
                </a:lnTo>
              </a:path>
            </a:pathLst>
          </a:custGeom>
          <a:noFill xmlns:a="http://schemas.openxmlformats.org/drawingml/2006/main"/>
          <a:ln xmlns:a="http://schemas.openxmlformats.org/drawingml/2006/main" w="20580">
            <a:solidFill>
              <a:srgbClr val="000000"/>
            </a:solidFill>
            <a:prstDash val="solid"/>
          </a:ln>
        </p:spPr>
      </p:sp>
      <p:sp>
        <p:nvSpPr>
          <p:cNvPr id="214" name="path-172">
            <a:extLst xmlns:a="http://schemas.openxmlformats.org/drawingml/2006/main">
              <a:ext uri="{FF2B5EF4-FFF2-40B4-BE49-F238E27FC236}">
                <a16:creationId xmlns:a16="http://schemas.microsoft.com/office/drawing/2014/main" id="{771B0EFD-2E98-4EAC-BC6E-8B94FA87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4918" y="5229107"/>
            <a:ext cx="364" cy="139290"/>
          </a:xfrm>
          <a:custGeom xmlns:a="http://schemas.openxmlformats.org/drawingml/2006/main">
            <a:pathLst>
              <a:path w="443" h="169856">
                <a:moveTo>
                  <a:pt x="0" y="0"/>
                </a:moveTo>
                <a:lnTo>
                  <a:pt x="443" y="169856"/>
                </a:lnTo>
              </a:path>
            </a:pathLst>
          </a:custGeom>
          <a:noFill xmlns:a="http://schemas.openxmlformats.org/drawingml/2006/main"/>
          <a:ln xmlns:a="http://schemas.openxmlformats.org/drawingml/2006/main" w="23519">
            <a:solidFill>
              <a:srgbClr val="000000"/>
            </a:solidFill>
            <a:prstDash val="solid"/>
          </a:ln>
        </p:spPr>
      </p:sp>
      <p:sp>
        <p:nvSpPr>
          <p:cNvPr id="215" name="path-173">
            <a:extLst xmlns:a="http://schemas.openxmlformats.org/drawingml/2006/main">
              <a:ext uri="{FF2B5EF4-FFF2-40B4-BE49-F238E27FC236}">
                <a16:creationId xmlns:a16="http://schemas.microsoft.com/office/drawing/2014/main" id="{24603B88-ACF4-41B2-B940-40B70DAB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6406" y="5360670"/>
            <a:ext cx="97751" cy="78655"/>
          </a:xfrm>
          <a:custGeom xmlns:a="http://schemas.openxmlformats.org/drawingml/2006/main">
            <a:pathLst>
              <a:path w="119202" h="95915">
                <a:moveTo>
                  <a:pt x="119202" y="0"/>
                </a:moveTo>
                <a:lnTo>
                  <a:pt x="59602" y="95915"/>
                </a:lnTo>
                <a:lnTo>
                  <a:pt x="0" y="0"/>
                </a:lnTo>
                <a:lnTo>
                  <a:pt x="11920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4042">
            <a:solidFill>
              <a:srgbClr val="000000"/>
            </a:solidFill>
            <a:prstDash val="solid"/>
          </a:ln>
        </p:spPr>
      </p:sp>
      <p:sp>
        <p:nvSpPr>
          <p:cNvPr id="216" name="path-174">
            <a:extLst xmlns:a="http://schemas.openxmlformats.org/drawingml/2006/main">
              <a:ext uri="{FF2B5EF4-FFF2-40B4-BE49-F238E27FC236}">
                <a16:creationId xmlns:a16="http://schemas.microsoft.com/office/drawing/2014/main" id="{1784E071-C1CB-4CEE-BCBE-550D5297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569" y="5445937"/>
            <a:ext cx="4081787" cy="402404"/>
          </a:xfrm>
          <a:custGeom xmlns:a="http://schemas.openxmlformats.org/drawingml/2006/main">
            <a:pathLst>
              <a:path w="4977513" h="490710">
                <a:moveTo>
                  <a:pt x="0" y="90968"/>
                </a:moveTo>
                <a:lnTo>
                  <a:pt x="0" y="90968"/>
                </a:lnTo>
                <a:cubicBezTo>
                  <a:pt x="0" y="74842"/>
                  <a:pt x="4031" y="59159"/>
                  <a:pt x="12111" y="45262"/>
                </a:cubicBezTo>
                <a:cubicBezTo>
                  <a:pt x="20174" y="31366"/>
                  <a:pt x="31825" y="20157"/>
                  <a:pt x="45722" y="12094"/>
                </a:cubicBezTo>
                <a:cubicBezTo>
                  <a:pt x="59602" y="4031"/>
                  <a:pt x="75284" y="0"/>
                  <a:pt x="90984" y="0"/>
                </a:cubicBezTo>
                <a:lnTo>
                  <a:pt x="4886102" y="0"/>
                </a:lnTo>
                <a:cubicBezTo>
                  <a:pt x="4902226" y="0"/>
                  <a:pt x="4917911" y="4031"/>
                  <a:pt x="4931808" y="12094"/>
                </a:cubicBezTo>
                <a:cubicBezTo>
                  <a:pt x="4945702" y="20157"/>
                  <a:pt x="4956895" y="31809"/>
                  <a:pt x="4964975" y="45705"/>
                </a:cubicBezTo>
                <a:cubicBezTo>
                  <a:pt x="4973036" y="59601"/>
                  <a:pt x="4977067" y="75284"/>
                  <a:pt x="4977067" y="90968"/>
                </a:cubicBezTo>
                <a:lnTo>
                  <a:pt x="4977513" y="399299"/>
                </a:lnTo>
                <a:cubicBezTo>
                  <a:pt x="4977513" y="415424"/>
                  <a:pt x="4973481" y="431108"/>
                  <a:pt x="4965418" y="445004"/>
                </a:cubicBezTo>
                <a:cubicBezTo>
                  <a:pt x="4957356" y="458900"/>
                  <a:pt x="4945702" y="470093"/>
                  <a:pt x="4931808" y="478173"/>
                </a:cubicBezTo>
                <a:cubicBezTo>
                  <a:pt x="4917911" y="486236"/>
                  <a:pt x="4902226" y="490267"/>
                  <a:pt x="4886543" y="490267"/>
                </a:cubicBezTo>
                <a:lnTo>
                  <a:pt x="90984" y="490710"/>
                </a:lnTo>
                <a:cubicBezTo>
                  <a:pt x="74844" y="490710"/>
                  <a:pt x="59159" y="486678"/>
                  <a:pt x="45264" y="478615"/>
                </a:cubicBezTo>
                <a:cubicBezTo>
                  <a:pt x="31367" y="470552"/>
                  <a:pt x="20174" y="458900"/>
                  <a:pt x="12111" y="445004"/>
                </a:cubicBezTo>
                <a:cubicBezTo>
                  <a:pt x="4031" y="431108"/>
                  <a:pt x="0" y="415424"/>
                  <a:pt x="0" y="399741"/>
                </a:cubicBezTo>
                <a:lnTo>
                  <a:pt x="0" y="90968"/>
                </a:lnTo>
              </a:path>
            </a:pathLst>
          </a:custGeom>
          <a:solidFill xmlns:a="http://schemas.openxmlformats.org/drawingml/2006/main">
            <a:srgbClr val="F3FAF6"/>
          </a:solidFill>
          <a:ln xmlns:a="http://schemas.openxmlformats.org/drawingml/2006/main" w="16905">
            <a:solidFill>
              <a:srgbClr val="1B6B3A"/>
            </a:solidFill>
            <a:prstDash val="solid"/>
          </a:ln>
        </p:spPr>
      </p:sp>
      <p:pic>
        <p:nvPic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F139C25E-6470-411B-8F65-11EE13A714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eb28dec7474eed"/>
          <a:stretch xmlns:a="http://schemas.openxmlformats.org/drawingml/2006/main"/>
        </p:blipFill>
        <p:spPr>
          <a:xfrm xmlns:a="http://schemas.openxmlformats.org/drawingml/2006/main">
            <a:off x="11647740" y="5538543"/>
            <a:ext cx="189994" cy="189994"/>
          </a:xfrm>
          <a:prstGeom xmlns:a="http://schemas.openxmlformats.org/drawingml/2006/main" prst="rect">
            <a:avLst/>
          </a:prstGeom>
        </p:spPr>
      </p:pic>
      <p:sp>
        <p:nvSpPr>
          <p:cNvPr id="218" name="text-176 Validated">
            <a:extLst xmlns:a="http://schemas.openxmlformats.org/drawingml/2006/main">
              <a:ext uri="{FF2B5EF4-FFF2-40B4-BE49-F238E27FC236}">
                <a16:creationId xmlns:a16="http://schemas.microsoft.com/office/drawing/2014/main" id="{1A2A0091-74B6-49EE-9D6F-5A9864FE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81108" y="5551788"/>
            <a:ext cx="639430" cy="19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2" b="1" i="0">
                <a:solidFill>
                  <a:srgbClr val="1B6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2" b="1" i="0">
                <a:solidFill>
                  <a:srgbClr val="1B6B3A"/>
                </a:solidFill>
                <a:latin typeface="Arial"/>
                <a:ea typeface="Arial"/>
                <a:cs typeface="Arial"/>
              </a:defRPr>
            </a:pPr>
            <a:r>
              <a:rPr sz="1102" b="1" i="0">
                <a:solidFill>
                  <a:srgbClr val="1B6B3A"/>
                </a:solidFill>
                <a:latin typeface="Arial"/>
                <a:ea typeface="Arial"/>
                <a:cs typeface="Arial"/>
              </a:rPr>
              <a:t>Validated</a:t>
            </a:r>
          </a:p>
        </p:txBody>
      </p:sp>
      <p:sp>
        <p:nvSpPr>
          <p:cNvPr id="219" name="text-176 Collected">
            <a:extLst xmlns:a="http://schemas.openxmlformats.org/drawingml/2006/main">
              <a:ext uri="{FF2B5EF4-FFF2-40B4-BE49-F238E27FC236}">
                <a16:creationId xmlns:a16="http://schemas.microsoft.com/office/drawing/2014/main" id="{35B673DD-1F15-46E4-A2F0-02C39359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33863" y="5551794"/>
            <a:ext cx="654831" cy="19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2" b="1" i="0">
                <a:solidFill>
                  <a:srgbClr val="1B6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2" b="1" i="0">
                <a:solidFill>
                  <a:srgbClr val="1B6B3A"/>
                </a:solidFill>
                <a:latin typeface="Arial"/>
                <a:ea typeface="Arial"/>
                <a:cs typeface="Arial"/>
              </a:defRPr>
            </a:pPr>
            <a:r>
              <a:rPr sz="1102" b="1" i="0">
                <a:solidFill>
                  <a:srgbClr val="1B6B3A"/>
                </a:solidFill>
                <a:latin typeface="Arial"/>
                <a:ea typeface="Arial"/>
                <a:cs typeface="Arial"/>
              </a:rPr>
              <a:t>Collected</a:t>
            </a:r>
          </a:p>
        </p:txBody>
      </p:sp>
      <p:sp>
        <p:nvSpPr>
          <p:cNvPr id="220" name="text-176 Records">
            <a:extLst xmlns:a="http://schemas.openxmlformats.org/drawingml/2006/main">
              <a:ext uri="{FF2B5EF4-FFF2-40B4-BE49-F238E27FC236}">
                <a16:creationId xmlns:a16="http://schemas.microsoft.com/office/drawing/2014/main" id="{485A1DDC-E068-4E36-908B-205C0AE2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02302" y="5551704"/>
            <a:ext cx="585302" cy="196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3" b="1" i="0">
                <a:solidFill>
                  <a:srgbClr val="1B6B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3" b="1" i="0">
                <a:solidFill>
                  <a:srgbClr val="1B6B3A"/>
                </a:solidFill>
                <a:latin typeface="Arial"/>
                <a:ea typeface="Arial"/>
                <a:cs typeface="Arial"/>
              </a:defRPr>
            </a:pPr>
            <a:r>
              <a:rPr sz="1103" b="1" i="0">
                <a:solidFill>
                  <a:srgbClr val="1B6B3A"/>
                </a:solidFill>
                <a:latin typeface="Arial"/>
                <a:ea typeface="Arial"/>
                <a:cs typeface="Arial"/>
              </a:rPr>
              <a:t>Records</a:t>
            </a:r>
          </a:p>
        </p:txBody>
      </p:sp>
      <p:sp>
        <p:nvSpPr>
          <p:cNvPr id="221" name="path-177">
            <a:extLst xmlns:a="http://schemas.openxmlformats.org/drawingml/2006/main">
              <a:ext uri="{FF2B5EF4-FFF2-40B4-BE49-F238E27FC236}">
                <a16:creationId xmlns:a16="http://schemas.microsoft.com/office/drawing/2014/main" id="{B9B83CD9-799E-4DE3-8058-7501C2B1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0820" y="5645486"/>
            <a:ext cx="698240" cy="363"/>
          </a:xfrm>
          <a:custGeom xmlns:a="http://schemas.openxmlformats.org/drawingml/2006/main">
            <a:pathLst>
              <a:path w="851465" h="443">
                <a:moveTo>
                  <a:pt x="0" y="0"/>
                </a:moveTo>
                <a:lnTo>
                  <a:pt x="851465" y="443"/>
                </a:lnTo>
              </a:path>
            </a:pathLst>
          </a:custGeom>
          <a:noFill xmlns:a="http://schemas.openxmlformats.org/drawingml/2006/main"/>
          <a:ln xmlns:a="http://schemas.openxmlformats.org/drawingml/2006/main" w="26092">
            <a:solidFill>
              <a:srgbClr val="1B6B3A"/>
            </a:solidFill>
            <a:prstDash val="solid"/>
          </a:ln>
        </p:spPr>
      </p:sp>
      <p:sp>
        <p:nvSpPr>
          <p:cNvPr id="222" name="path-178">
            <a:extLst xmlns:a="http://schemas.openxmlformats.org/drawingml/2006/main">
              <a:ext uri="{FF2B5EF4-FFF2-40B4-BE49-F238E27FC236}">
                <a16:creationId xmlns:a16="http://schemas.microsoft.com/office/drawing/2014/main" id="{7AA4337D-0DEC-4543-96B3-02D4D66E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4419" y="4844710"/>
            <a:ext cx="364" cy="808490"/>
          </a:xfrm>
          <a:custGeom xmlns:a="http://schemas.openxmlformats.org/drawingml/2006/main">
            <a:pathLst>
              <a:path w="443" h="985909">
                <a:moveTo>
                  <a:pt x="0" y="0"/>
                </a:moveTo>
                <a:lnTo>
                  <a:pt x="443" y="985909"/>
                </a:lnTo>
              </a:path>
            </a:pathLst>
          </a:custGeom>
          <a:noFill xmlns:a="http://schemas.openxmlformats.org/drawingml/2006/main"/>
          <a:ln xmlns:a="http://schemas.openxmlformats.org/drawingml/2006/main" w="26092">
            <a:solidFill>
              <a:srgbClr val="1B6B3A"/>
            </a:solidFill>
            <a:prstDash val="solid"/>
          </a:ln>
        </p:spPr>
      </p:sp>
      <p:sp>
        <p:nvSpPr>
          <p:cNvPr id="223" name="path-179">
            <a:extLst xmlns:a="http://schemas.openxmlformats.org/drawingml/2006/main">
              <a:ext uri="{FF2B5EF4-FFF2-40B4-BE49-F238E27FC236}">
                <a16:creationId xmlns:a16="http://schemas.microsoft.com/office/drawing/2014/main" id="{C9F0A50B-0B17-4193-9E14-AFC6AC12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052" y="5454390"/>
            <a:ext cx="6150059" cy="4727105"/>
          </a:xfrm>
          <a:custGeom xmlns:a="http://schemas.openxmlformats.org/drawingml/2006/main">
            <a:pathLst>
              <a:path w="7499655" h="5764442">
                <a:moveTo>
                  <a:pt x="443" y="102619"/>
                </a:moveTo>
                <a:lnTo>
                  <a:pt x="443" y="102619"/>
                </a:lnTo>
                <a:cubicBezTo>
                  <a:pt x="443" y="84691"/>
                  <a:pt x="5375" y="66764"/>
                  <a:pt x="14339" y="51539"/>
                </a:cubicBezTo>
                <a:cubicBezTo>
                  <a:pt x="23303" y="35856"/>
                  <a:pt x="36299" y="22845"/>
                  <a:pt x="51539" y="13896"/>
                </a:cubicBezTo>
                <a:cubicBezTo>
                  <a:pt x="67222" y="4933"/>
                  <a:pt x="84691" y="0"/>
                  <a:pt x="103078" y="0"/>
                </a:cubicBezTo>
                <a:lnTo>
                  <a:pt x="7397037" y="443"/>
                </a:lnTo>
                <a:cubicBezTo>
                  <a:pt x="7414948" y="443"/>
                  <a:pt x="7432877" y="5375"/>
                  <a:pt x="7448117" y="14340"/>
                </a:cubicBezTo>
                <a:cubicBezTo>
                  <a:pt x="7463801" y="23303"/>
                  <a:pt x="7476796" y="36299"/>
                  <a:pt x="7485759" y="51539"/>
                </a:cubicBezTo>
                <a:cubicBezTo>
                  <a:pt x="7494723" y="67222"/>
                  <a:pt x="7499655" y="84691"/>
                  <a:pt x="7499655" y="103078"/>
                </a:cubicBezTo>
                <a:lnTo>
                  <a:pt x="7499655" y="5661823"/>
                </a:lnTo>
                <a:cubicBezTo>
                  <a:pt x="7499655" y="5679751"/>
                  <a:pt x="7494723" y="5697678"/>
                  <a:pt x="7485759" y="5712903"/>
                </a:cubicBezTo>
                <a:cubicBezTo>
                  <a:pt x="7476796" y="5728602"/>
                  <a:pt x="7463801" y="5741598"/>
                  <a:pt x="7448559" y="5750561"/>
                </a:cubicBezTo>
                <a:cubicBezTo>
                  <a:pt x="7432877" y="5759509"/>
                  <a:pt x="7415408" y="5764442"/>
                  <a:pt x="7397037" y="5764442"/>
                </a:cubicBezTo>
                <a:lnTo>
                  <a:pt x="102619" y="5764442"/>
                </a:lnTo>
                <a:cubicBezTo>
                  <a:pt x="84691" y="5764442"/>
                  <a:pt x="66779" y="5759509"/>
                  <a:pt x="51539" y="5750561"/>
                </a:cubicBezTo>
                <a:cubicBezTo>
                  <a:pt x="35856" y="5741598"/>
                  <a:pt x="22861" y="5728602"/>
                  <a:pt x="13897" y="5713362"/>
                </a:cubicBezTo>
                <a:cubicBezTo>
                  <a:pt x="4933" y="5697678"/>
                  <a:pt x="0" y="5680193"/>
                  <a:pt x="0" y="5661823"/>
                </a:cubicBezTo>
                <a:lnTo>
                  <a:pt x="443" y="102619"/>
                </a:lnTo>
              </a:path>
            </a:pathLst>
          </a:custGeom>
          <a:solidFill xmlns:a="http://schemas.openxmlformats.org/drawingml/2006/main">
            <a:srgbClr val="F6FAFD"/>
          </a:solidFill>
          <a:ln xmlns:a="http://schemas.openxmlformats.org/drawingml/2006/main" w="14332">
            <a:solidFill>
              <a:srgbClr val="9CBEE0"/>
            </a:solidFill>
            <a:prstDash val="solid"/>
          </a:ln>
        </p:spPr>
      </p:sp>
      <p:sp>
        <p:nvSpPr>
          <p:cNvPr id="224" name="path-180">
            <a:extLst xmlns:a="http://schemas.openxmlformats.org/drawingml/2006/main">
              <a:ext uri="{FF2B5EF4-FFF2-40B4-BE49-F238E27FC236}">
                <a16:creationId xmlns:a16="http://schemas.microsoft.com/office/drawing/2014/main" id="{AFFD5445-67A6-4296-BE62-15D2983E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246" y="5598075"/>
            <a:ext cx="259458" cy="259458"/>
          </a:xfrm>
          <a:custGeom xmlns:a="http://schemas.openxmlformats.org/drawingml/2006/main">
            <a:pathLst>
              <a:path w="316395" h="316395">
                <a:moveTo>
                  <a:pt x="0" y="158205"/>
                </a:moveTo>
                <a:lnTo>
                  <a:pt x="0" y="158205"/>
                </a:lnTo>
                <a:cubicBezTo>
                  <a:pt x="0" y="130412"/>
                  <a:pt x="7177" y="103078"/>
                  <a:pt x="21074" y="79332"/>
                </a:cubicBezTo>
                <a:cubicBezTo>
                  <a:pt x="34971" y="55128"/>
                  <a:pt x="55128" y="34955"/>
                  <a:pt x="79332" y="21074"/>
                </a:cubicBezTo>
                <a:cubicBezTo>
                  <a:pt x="103078" y="7177"/>
                  <a:pt x="130412" y="0"/>
                  <a:pt x="158205" y="0"/>
                </a:cubicBezTo>
                <a:cubicBezTo>
                  <a:pt x="185983" y="0"/>
                  <a:pt x="213317" y="7177"/>
                  <a:pt x="237521" y="21074"/>
                </a:cubicBezTo>
                <a:cubicBezTo>
                  <a:pt x="261267" y="34955"/>
                  <a:pt x="281440" y="55128"/>
                  <a:pt x="295336" y="79332"/>
                </a:cubicBezTo>
                <a:cubicBezTo>
                  <a:pt x="309233" y="103078"/>
                  <a:pt x="316395" y="130412"/>
                  <a:pt x="316395" y="158205"/>
                </a:cubicBezTo>
                <a:cubicBezTo>
                  <a:pt x="316395" y="185983"/>
                  <a:pt x="309233" y="213316"/>
                  <a:pt x="295336" y="237522"/>
                </a:cubicBezTo>
                <a:cubicBezTo>
                  <a:pt x="281440" y="261267"/>
                  <a:pt x="261267" y="281439"/>
                  <a:pt x="237521" y="295336"/>
                </a:cubicBezTo>
                <a:cubicBezTo>
                  <a:pt x="213317" y="309217"/>
                  <a:pt x="185983" y="316395"/>
                  <a:pt x="158205" y="316395"/>
                </a:cubicBezTo>
                <a:cubicBezTo>
                  <a:pt x="130412" y="316395"/>
                  <a:pt x="103078" y="309217"/>
                  <a:pt x="79332" y="295336"/>
                </a:cubicBezTo>
                <a:cubicBezTo>
                  <a:pt x="55128" y="281439"/>
                  <a:pt x="34971" y="261267"/>
                  <a:pt x="21074" y="237522"/>
                </a:cubicBezTo>
                <a:cubicBezTo>
                  <a:pt x="7177" y="213316"/>
                  <a:pt x="0" y="185983"/>
                  <a:pt x="0" y="158205"/>
                </a:cubicBezTo>
              </a:path>
            </a:pathLst>
          </a:custGeom>
          <a:solidFill xmlns:a="http://schemas.openxmlformats.org/drawingml/2006/main">
            <a:srgbClr val="17457C"/>
          </a:solidFill>
          <a:ln xmlns:a="http://schemas.openxmlformats.org/drawingml/2006/main" w="5145">
            <a:solidFill>
              <a:srgbClr val="17457C"/>
            </a:solidFill>
            <a:prstDash val="solid"/>
          </a:ln>
        </p:spPr>
      </p:sp>
      <p:sp>
        <p:nvSpPr>
          <p:cNvPr id="225" name="text-181 3">
            <a:extLst xmlns:a="http://schemas.openxmlformats.org/drawingml/2006/main">
              <a:ext uri="{FF2B5EF4-FFF2-40B4-BE49-F238E27FC236}">
                <a16:creationId xmlns:a16="http://schemas.microsoft.com/office/drawing/2014/main" id="{3B8D3B3A-81AD-4672-8205-B2187706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7514" y="5631581"/>
            <a:ext cx="118209" cy="224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4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4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64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6" name="text-182 Broad-Coverage">
            <a:extLst xmlns:a="http://schemas.openxmlformats.org/drawingml/2006/main">
              <a:ext uri="{FF2B5EF4-FFF2-40B4-BE49-F238E27FC236}">
                <a16:creationId xmlns:a16="http://schemas.microsoft.com/office/drawing/2014/main" id="{848DB996-42B7-4500-82BC-C240FFFD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8670" y="5635311"/>
            <a:ext cx="1396720" cy="245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82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Broad-Coverage</a:t>
            </a:r>
          </a:p>
        </p:txBody>
      </p:sp>
      <p:sp>
        <p:nvSpPr>
          <p:cNvPr id="227" name="text-182 Synthesis">
            <a:extLst xmlns:a="http://schemas.openxmlformats.org/drawingml/2006/main">
              <a:ext uri="{FF2B5EF4-FFF2-40B4-BE49-F238E27FC236}">
                <a16:creationId xmlns:a16="http://schemas.microsoft.com/office/drawing/2014/main" id="{9E3C468E-686C-4462-87E1-04DAC9AA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0132" y="5640691"/>
            <a:ext cx="834174" cy="2382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4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4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Synthesis</a:t>
            </a:r>
          </a:p>
        </p:txBody>
      </p:sp>
      <p:sp>
        <p:nvSpPr>
          <p:cNvPr id="228" name="path-183">
            <a:extLst xmlns:a="http://schemas.openxmlformats.org/drawingml/2006/main">
              <a:ext uri="{FF2B5EF4-FFF2-40B4-BE49-F238E27FC236}">
                <a16:creationId xmlns:a16="http://schemas.microsoft.com/office/drawing/2014/main" id="{6A9A70A3-F611-4175-BA2A-C766B373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208" y="6018123"/>
            <a:ext cx="2002855" cy="2883753"/>
          </a:xfrm>
          <a:custGeom xmlns:a="http://schemas.openxmlformats.org/drawingml/2006/main">
            <a:pathLst>
              <a:path w="2442370" h="3516576">
                <a:moveTo>
                  <a:pt x="0" y="68124"/>
                </a:moveTo>
                <a:lnTo>
                  <a:pt x="0" y="68124"/>
                </a:lnTo>
                <a:cubicBezTo>
                  <a:pt x="0" y="56030"/>
                  <a:pt x="3130" y="44377"/>
                  <a:pt x="8964" y="34070"/>
                </a:cubicBezTo>
                <a:cubicBezTo>
                  <a:pt x="15240" y="23762"/>
                  <a:pt x="23746" y="14798"/>
                  <a:pt x="34054" y="8964"/>
                </a:cubicBezTo>
                <a:cubicBezTo>
                  <a:pt x="44361" y="3147"/>
                  <a:pt x="56455" y="0"/>
                  <a:pt x="68107" y="0"/>
                </a:cubicBezTo>
                <a:lnTo>
                  <a:pt x="2373805" y="0"/>
                </a:lnTo>
                <a:cubicBezTo>
                  <a:pt x="2385899" y="0"/>
                  <a:pt x="2397551" y="3147"/>
                  <a:pt x="2407858" y="8964"/>
                </a:cubicBezTo>
                <a:cubicBezTo>
                  <a:pt x="2418167" y="15242"/>
                  <a:pt x="2427130" y="23762"/>
                  <a:pt x="2432964" y="34070"/>
                </a:cubicBezTo>
                <a:cubicBezTo>
                  <a:pt x="2438782" y="44377"/>
                  <a:pt x="2441928" y="56472"/>
                  <a:pt x="2441928" y="68124"/>
                </a:cubicBezTo>
                <a:lnTo>
                  <a:pt x="2442370" y="3448011"/>
                </a:lnTo>
                <a:cubicBezTo>
                  <a:pt x="2442370" y="3460104"/>
                  <a:pt x="2439240" y="3471756"/>
                  <a:pt x="2433406" y="3482064"/>
                </a:cubicBezTo>
                <a:cubicBezTo>
                  <a:pt x="2427130" y="3492372"/>
                  <a:pt x="2418624" y="3501336"/>
                  <a:pt x="2408317" y="3507170"/>
                </a:cubicBezTo>
                <a:cubicBezTo>
                  <a:pt x="2398009" y="3512988"/>
                  <a:pt x="2385899" y="3516134"/>
                  <a:pt x="2374248" y="3516134"/>
                </a:cubicBezTo>
                <a:lnTo>
                  <a:pt x="68107" y="3516576"/>
                </a:lnTo>
                <a:cubicBezTo>
                  <a:pt x="56013" y="3516576"/>
                  <a:pt x="44361" y="3513446"/>
                  <a:pt x="34054" y="3507612"/>
                </a:cubicBezTo>
                <a:cubicBezTo>
                  <a:pt x="23746" y="3501336"/>
                  <a:pt x="14782" y="3492831"/>
                  <a:pt x="8964" y="3482523"/>
                </a:cubicBezTo>
                <a:cubicBezTo>
                  <a:pt x="3130" y="3472215"/>
                  <a:pt x="0" y="3460104"/>
                  <a:pt x="0" y="3448453"/>
                </a:cubicBezTo>
                <a:lnTo>
                  <a:pt x="0" y="6812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862">
            <a:solidFill>
              <a:srgbClr val="9CBEE0"/>
            </a:solidFill>
            <a:prstDash val="solid"/>
          </a:ln>
        </p:spPr>
      </p:sp>
      <p:sp>
        <p:nvSpPr>
          <p:cNvPr id="229" name="path-184">
            <a:extLst xmlns:a="http://schemas.openxmlformats.org/drawingml/2006/main">
              <a:ext uri="{FF2B5EF4-FFF2-40B4-BE49-F238E27FC236}">
                <a16:creationId xmlns:a16="http://schemas.microsoft.com/office/drawing/2014/main" id="{77F7D42D-83A8-4673-A440-95D8CEAD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909" y="6035030"/>
            <a:ext cx="1974191" cy="221602"/>
          </a:xfrm>
          <a:custGeom xmlns:a="http://schemas.openxmlformats.org/drawingml/2006/main">
            <a:pathLst>
              <a:path w="2407416" h="270231">
                <a:moveTo>
                  <a:pt x="1203700" y="270231"/>
                </a:moveTo>
                <a:lnTo>
                  <a:pt x="0" y="270231"/>
                </a:lnTo>
                <a:lnTo>
                  <a:pt x="0" y="0"/>
                </a:lnTo>
                <a:lnTo>
                  <a:pt x="2407416" y="0"/>
                </a:lnTo>
                <a:lnTo>
                  <a:pt x="2407416" y="270231"/>
                </a:lnTo>
                <a:lnTo>
                  <a:pt x="1203700" y="270231"/>
                </a:lnTo>
              </a:path>
            </a:pathLst>
          </a:custGeom>
          <a:solidFill xmlns:a="http://schemas.openxmlformats.org/drawingml/2006/main">
            <a:srgbClr val="E6EFFA"/>
          </a:solidFill>
          <a:ln xmlns:a="http://schemas.openxmlformats.org/drawingml/2006/main" w="4042">
            <a:solidFill>
              <a:srgbClr val="E6EFFA"/>
            </a:solidFill>
            <a:prstDash val="solid"/>
          </a:ln>
        </p:spPr>
      </p:sp>
      <p:sp>
        <p:nvSpPr>
          <p:cNvPr id="230" name="text-185 Factorized">
            <a:extLst xmlns:a="http://schemas.openxmlformats.org/drawingml/2006/main">
              <a:ext uri="{FF2B5EF4-FFF2-40B4-BE49-F238E27FC236}">
                <a16:creationId xmlns:a16="http://schemas.microsoft.com/office/drawing/2014/main" id="{58948F54-8B5F-4ECD-B820-CDCC9AEC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6466" y="6050366"/>
            <a:ext cx="660648" cy="178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5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5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pPr>
            <a:r>
              <a:rPr sz="1005" b="1" i="0">
                <a:solidFill>
                  <a:srgbClr val="1F5FA8"/>
                </a:solidFill>
                <a:latin typeface="Arial"/>
                <a:ea typeface="Arial"/>
                <a:cs typeface="Arial"/>
              </a:rPr>
              <a:t>Factorized</a:t>
            </a:r>
          </a:p>
        </p:txBody>
      </p:sp>
      <p:sp>
        <p:nvSpPr>
          <p:cNvPr id="231" name="text-185 Page">
            <a:extLst xmlns:a="http://schemas.openxmlformats.org/drawingml/2006/main">
              <a:ext uri="{FF2B5EF4-FFF2-40B4-BE49-F238E27FC236}">
                <a16:creationId xmlns:a16="http://schemas.microsoft.com/office/drawing/2014/main" id="{59A6CF70-5D08-4265-AAB5-599D6C07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9305" y="6050186"/>
            <a:ext cx="328149" cy="17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6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6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pPr>
            <a:r>
              <a:rPr sz="1006" b="1" i="0">
                <a:solidFill>
                  <a:srgbClr val="1F5FA8"/>
                </a:solidFill>
                <a:latin typeface="Arial"/>
                <a:ea typeface="Arial"/>
                <a:cs typeface="Arial"/>
              </a:rPr>
              <a:t>Page</a:t>
            </a:r>
          </a:p>
        </p:txBody>
      </p:sp>
      <p:sp>
        <p:nvSpPr>
          <p:cNvPr id="232" name="text-185 Program">
            <a:extLst xmlns:a="http://schemas.openxmlformats.org/drawingml/2006/main">
              <a:ext uri="{FF2B5EF4-FFF2-40B4-BE49-F238E27FC236}">
                <a16:creationId xmlns:a16="http://schemas.microsoft.com/office/drawing/2014/main" id="{FCD00A1A-45C1-474B-8542-2B5FE4A3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19316" y="6050174"/>
            <a:ext cx="548113" cy="1789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6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6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pPr>
            <a:r>
              <a:rPr sz="1006" b="1" i="0">
                <a:solidFill>
                  <a:srgbClr val="1F5FA8"/>
                </a:solidFill>
                <a:latin typeface="Arial"/>
                <a:ea typeface="Arial"/>
                <a:cs typeface="Arial"/>
              </a:rPr>
              <a:t>Program</a:t>
            </a:r>
          </a:p>
        </p:txBody>
      </p:sp>
      <p:pic>
        <p:nvPic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B358E4C6-ADE4-4798-B6E3-EB048A86D4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bb75be5eef4a37"/>
          <a:stretch xmlns:a="http://schemas.openxmlformats.org/drawingml/2006/main"/>
        </p:blipFill>
        <p:spPr>
          <a:xfrm xmlns:a="http://schemas.openxmlformats.org/drawingml/2006/main">
            <a:off x="1901727" y="6461328"/>
            <a:ext cx="196982" cy="196982"/>
          </a:xfrm>
          <a:prstGeom xmlns:a="http://schemas.openxmlformats.org/drawingml/2006/main" prst="rect">
            <a:avLst/>
          </a:prstGeom>
        </p:spPr>
      </p:pic>
      <p:sp>
        <p:nvSpPr>
          <p:cNvPr id="234" name="text-187 Semantic">
            <a:extLst xmlns:a="http://schemas.openxmlformats.org/drawingml/2006/main">
              <a:ext uri="{FF2B5EF4-FFF2-40B4-BE49-F238E27FC236}">
                <a16:creationId xmlns:a16="http://schemas.microsoft.com/office/drawing/2014/main" id="{2A5A657E-28BA-4589-AA5E-83D26346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6227" y="6475418"/>
            <a:ext cx="675127" cy="217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223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Semantic</a:t>
            </a:r>
          </a:p>
        </p:txBody>
      </p:sp>
      <p:sp>
        <p:nvSpPr>
          <p:cNvPr id="235" name="text-187 context">
            <a:extLst xmlns:a="http://schemas.openxmlformats.org/drawingml/2006/main">
              <a:ext uri="{FF2B5EF4-FFF2-40B4-BE49-F238E27FC236}">
                <a16:creationId xmlns:a16="http://schemas.microsoft.com/office/drawing/2014/main" id="{A8BBDAC3-AEFA-465E-ADA2-389DA6BD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6612" y="6475407"/>
            <a:ext cx="528506" cy="217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223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pic>
        <p:nvPic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EDEF83F5-24C4-47E8-BCE1-B2BEF7CFCF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2e5040c3ba413a"/>
          <a:stretch xmlns:a="http://schemas.openxmlformats.org/drawingml/2006/main"/>
        </p:blipFill>
        <p:spPr>
          <a:xfrm xmlns:a="http://schemas.openxmlformats.org/drawingml/2006/main">
            <a:off x="1901727" y="6905257"/>
            <a:ext cx="196982" cy="196982"/>
          </a:xfrm>
          <a:prstGeom xmlns:a="http://schemas.openxmlformats.org/drawingml/2006/main" prst="rect">
            <a:avLst/>
          </a:prstGeom>
        </p:spPr>
      </p:pic>
      <p:sp>
        <p:nvSpPr>
          <p:cNvPr id="237" name="text-189 Element">
            <a:extLst xmlns:a="http://schemas.openxmlformats.org/drawingml/2006/main">
              <a:ext uri="{FF2B5EF4-FFF2-40B4-BE49-F238E27FC236}">
                <a16:creationId xmlns:a16="http://schemas.microsoft.com/office/drawing/2014/main" id="{AB8A8470-2413-437B-8DC2-4C06014E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6227" y="6918925"/>
            <a:ext cx="597694" cy="2175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22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Element</a:t>
            </a:r>
          </a:p>
        </p:txBody>
      </p:sp>
      <p:sp>
        <p:nvSpPr>
          <p:cNvPr id="238" name="text-189 composition">
            <a:extLst xmlns:a="http://schemas.openxmlformats.org/drawingml/2006/main">
              <a:ext uri="{FF2B5EF4-FFF2-40B4-BE49-F238E27FC236}">
                <a16:creationId xmlns:a16="http://schemas.microsoft.com/office/drawing/2014/main" id="{0C48D66B-9760-443F-8ABA-D268E4CE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883" y="6918911"/>
            <a:ext cx="856737" cy="217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22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composition</a:t>
            </a:r>
          </a:p>
        </p:txBody>
      </p:sp>
      <p:pic>
        <p:nvPic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C4A0744A-0AD1-429B-9554-1956F31224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4acdedb0364adc"/>
          <a:stretch xmlns:a="http://schemas.openxmlformats.org/drawingml/2006/main"/>
        </p:blipFill>
        <p:spPr>
          <a:xfrm xmlns:a="http://schemas.openxmlformats.org/drawingml/2006/main">
            <a:off x="1901727" y="7348836"/>
            <a:ext cx="196982" cy="196982"/>
          </a:xfrm>
          <a:prstGeom xmlns:a="http://schemas.openxmlformats.org/drawingml/2006/main" prst="rect">
            <a:avLst/>
          </a:prstGeom>
        </p:spPr>
      </p:pic>
      <p:sp>
        <p:nvSpPr>
          <p:cNvPr id="240" name="text-191 Page">
            <a:extLst xmlns:a="http://schemas.openxmlformats.org/drawingml/2006/main">
              <a:ext uri="{FF2B5EF4-FFF2-40B4-BE49-F238E27FC236}">
                <a16:creationId xmlns:a16="http://schemas.microsoft.com/office/drawing/2014/main" id="{77BC2C0E-45B3-4EDF-A313-D1BCF0BF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6227" y="7362883"/>
            <a:ext cx="390672" cy="2175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223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Page</a:t>
            </a:r>
          </a:p>
        </p:txBody>
      </p:sp>
      <p:sp>
        <p:nvSpPr>
          <p:cNvPr id="241" name="text-191 density">
            <a:extLst xmlns:a="http://schemas.openxmlformats.org/drawingml/2006/main">
              <a:ext uri="{FF2B5EF4-FFF2-40B4-BE49-F238E27FC236}">
                <a16:creationId xmlns:a16="http://schemas.microsoft.com/office/drawing/2014/main" id="{FE468A15-843E-4401-AE92-A6EECA91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1970" y="7362951"/>
            <a:ext cx="519821" cy="217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223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density</a:t>
            </a:r>
          </a:p>
        </p:txBody>
      </p:sp>
      <p:sp>
        <p:nvSpPr>
          <p:cNvPr id="242" name="text-192 Aa">
            <a:extLst xmlns:a="http://schemas.openxmlformats.org/drawingml/2006/main">
              <a:ext uri="{FF2B5EF4-FFF2-40B4-BE49-F238E27FC236}">
                <a16:creationId xmlns:a16="http://schemas.microsoft.com/office/drawing/2014/main" id="{2E0CA0FE-FB50-42A8-8188-FD02D686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6134" y="7807332"/>
            <a:ext cx="216232" cy="21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13" b="0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13" b="0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213" b="0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Aa</a:t>
            </a:r>
          </a:p>
        </p:txBody>
      </p:sp>
      <p:sp>
        <p:nvSpPr>
          <p:cNvPr id="243" name="text-193 Typography">
            <a:extLst xmlns:a="http://schemas.openxmlformats.org/drawingml/2006/main">
              <a:ext uri="{FF2B5EF4-FFF2-40B4-BE49-F238E27FC236}">
                <a16:creationId xmlns:a16="http://schemas.microsoft.com/office/drawing/2014/main" id="{47E67727-02E3-42B3-9F23-DBE572E5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6227" y="7806477"/>
            <a:ext cx="839292" cy="2174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223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Typography</a:t>
            </a:r>
          </a:p>
        </p:txBody>
      </p:sp>
      <p:pic>
        <p:nvPic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DEE6C360-E2CD-4494-B201-865273ADC9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e31da146a4f53"/>
          <a:stretch xmlns:a="http://schemas.openxmlformats.org/drawingml/2006/main"/>
        </p:blipFill>
        <p:spPr>
          <a:xfrm xmlns:a="http://schemas.openxmlformats.org/drawingml/2006/main">
            <a:off x="1901727" y="8236333"/>
            <a:ext cx="196982" cy="196982"/>
          </a:xfrm>
          <a:prstGeom xmlns:a="http://schemas.openxmlformats.org/drawingml/2006/main" prst="rect">
            <a:avLst/>
          </a:prstGeom>
        </p:spPr>
      </p:pic>
      <p:sp>
        <p:nvSpPr>
          <p:cNvPr id="245" name="text-195 Layout">
            <a:extLst xmlns:a="http://schemas.openxmlformats.org/drawingml/2006/main">
              <a:ext uri="{FF2B5EF4-FFF2-40B4-BE49-F238E27FC236}">
                <a16:creationId xmlns:a16="http://schemas.microsoft.com/office/drawing/2014/main" id="{FB74E2B6-6747-4D48-A7BB-EF0CF8B8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6227" y="8250047"/>
            <a:ext cx="494151" cy="217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223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Layout</a:t>
            </a:r>
          </a:p>
        </p:txBody>
      </p:sp>
      <p:sp>
        <p:nvSpPr>
          <p:cNvPr id="246" name="text-195 organization">
            <a:extLst xmlns:a="http://schemas.openxmlformats.org/drawingml/2006/main">
              <a:ext uri="{FF2B5EF4-FFF2-40B4-BE49-F238E27FC236}">
                <a16:creationId xmlns:a16="http://schemas.microsoft.com/office/drawing/2014/main" id="{D0772A34-427E-4458-AFE4-E6C0BBEB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35349" y="8249989"/>
            <a:ext cx="874148" cy="217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22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organization</a:t>
            </a:r>
          </a:p>
        </p:txBody>
      </p:sp>
      <p:sp>
        <p:nvSpPr>
          <p:cNvPr id="247" name="path-196">
            <a:extLst xmlns:a="http://schemas.openxmlformats.org/drawingml/2006/main">
              <a:ext uri="{FF2B5EF4-FFF2-40B4-BE49-F238E27FC236}">
                <a16:creationId xmlns:a16="http://schemas.microsoft.com/office/drawing/2014/main" id="{68516D54-D897-4C4E-BFF0-3499F127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47" y="6018123"/>
            <a:ext cx="2157936" cy="819161"/>
          </a:xfrm>
          <a:custGeom xmlns:a="http://schemas.openxmlformats.org/drawingml/2006/main">
            <a:pathLst>
              <a:path w="2631483" h="998921">
                <a:moveTo>
                  <a:pt x="0" y="68124"/>
                </a:moveTo>
                <a:lnTo>
                  <a:pt x="0" y="68124"/>
                </a:lnTo>
                <a:cubicBezTo>
                  <a:pt x="0" y="56030"/>
                  <a:pt x="3130" y="44377"/>
                  <a:pt x="8964" y="34070"/>
                </a:cubicBezTo>
                <a:cubicBezTo>
                  <a:pt x="15240" y="23762"/>
                  <a:pt x="23746" y="14798"/>
                  <a:pt x="34054" y="8964"/>
                </a:cubicBezTo>
                <a:cubicBezTo>
                  <a:pt x="44361" y="3147"/>
                  <a:pt x="56455" y="0"/>
                  <a:pt x="68107" y="0"/>
                </a:cubicBezTo>
                <a:lnTo>
                  <a:pt x="2562917" y="0"/>
                </a:lnTo>
                <a:cubicBezTo>
                  <a:pt x="2575012" y="0"/>
                  <a:pt x="2586663" y="3147"/>
                  <a:pt x="2596971" y="8964"/>
                </a:cubicBezTo>
                <a:cubicBezTo>
                  <a:pt x="2607278" y="15242"/>
                  <a:pt x="2616243" y="23762"/>
                  <a:pt x="2622077" y="34070"/>
                </a:cubicBezTo>
                <a:cubicBezTo>
                  <a:pt x="2627894" y="44377"/>
                  <a:pt x="2631041" y="56472"/>
                  <a:pt x="2631041" y="68124"/>
                </a:cubicBezTo>
                <a:lnTo>
                  <a:pt x="2631483" y="930356"/>
                </a:lnTo>
                <a:cubicBezTo>
                  <a:pt x="2631483" y="942449"/>
                  <a:pt x="2628353" y="954101"/>
                  <a:pt x="2622519" y="964409"/>
                </a:cubicBezTo>
                <a:cubicBezTo>
                  <a:pt x="2616243" y="974717"/>
                  <a:pt x="2607738" y="983681"/>
                  <a:pt x="2597429" y="989499"/>
                </a:cubicBezTo>
                <a:cubicBezTo>
                  <a:pt x="2587122" y="995333"/>
                  <a:pt x="2575012" y="998463"/>
                  <a:pt x="2563360" y="998463"/>
                </a:cubicBezTo>
                <a:lnTo>
                  <a:pt x="68107" y="998921"/>
                </a:lnTo>
                <a:cubicBezTo>
                  <a:pt x="56013" y="998921"/>
                  <a:pt x="44361" y="995775"/>
                  <a:pt x="34054" y="989957"/>
                </a:cubicBezTo>
                <a:cubicBezTo>
                  <a:pt x="23746" y="983681"/>
                  <a:pt x="14782" y="975159"/>
                  <a:pt x="8964" y="964851"/>
                </a:cubicBezTo>
                <a:cubicBezTo>
                  <a:pt x="3130" y="954544"/>
                  <a:pt x="0" y="942449"/>
                  <a:pt x="0" y="930798"/>
                </a:cubicBezTo>
                <a:lnTo>
                  <a:pt x="0" y="68124"/>
                </a:lnTo>
              </a:path>
            </a:pathLst>
          </a:custGeom>
          <a:solidFill xmlns:a="http://schemas.openxmlformats.org/drawingml/2006/main">
            <a:srgbClr val="F1F7FD"/>
          </a:solidFill>
          <a:ln xmlns:a="http://schemas.openxmlformats.org/drawingml/2006/main" w="12862">
            <a:solidFill>
              <a:srgbClr val="9CBEE0"/>
            </a:solidFill>
            <a:prstDash val="solid"/>
          </a:ln>
        </p:spPr>
      </p:sp>
      <p:sp>
        <p:nvSpPr>
          <p:cNvPr id="248" name="text-197 Semantic">
            <a:extLst xmlns:a="http://schemas.openxmlformats.org/drawingml/2006/main">
              <a:ext uri="{FF2B5EF4-FFF2-40B4-BE49-F238E27FC236}">
                <a16:creationId xmlns:a16="http://schemas.microsoft.com/office/drawing/2014/main" id="{DAEF3E6F-3F9F-4F6C-B9BA-6DE2EDF6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0634" y="6334206"/>
            <a:ext cx="633588" cy="191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9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9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pPr>
            <a:r>
              <a:rPr sz="1079" b="1" i="0">
                <a:solidFill>
                  <a:srgbClr val="1F5FA8"/>
                </a:solidFill>
                <a:latin typeface="Arial"/>
                <a:ea typeface="Arial"/>
                <a:cs typeface="Arial"/>
              </a:rPr>
              <a:t>Semantic</a:t>
            </a:r>
          </a:p>
        </p:txBody>
      </p:sp>
      <p:sp>
        <p:nvSpPr>
          <p:cNvPr id="249" name="text-197 HTML/CSS">
            <a:extLst xmlns:a="http://schemas.openxmlformats.org/drawingml/2006/main">
              <a:ext uri="{FF2B5EF4-FFF2-40B4-BE49-F238E27FC236}">
                <a16:creationId xmlns:a16="http://schemas.microsoft.com/office/drawing/2014/main" id="{720AD709-8459-4D51-9B2F-D578C214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7059" y="6334146"/>
            <a:ext cx="724982" cy="19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0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0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pPr>
            <a:r>
              <a:rPr sz="1080" b="1" i="0">
                <a:solidFill>
                  <a:srgbClr val="1F5FA8"/>
                </a:solidFill>
                <a:latin typeface="Arial"/>
                <a:ea typeface="Arial"/>
                <a:cs typeface="Arial"/>
              </a:rPr>
              <a:t>HTML/CSS</a:t>
            </a:r>
          </a:p>
        </p:txBody>
      </p:sp>
      <p:sp>
        <p:nvSpPr>
          <p:cNvPr id="250" name="path-198">
            <a:extLst xmlns:a="http://schemas.openxmlformats.org/drawingml/2006/main">
              <a:ext uri="{FF2B5EF4-FFF2-40B4-BE49-F238E27FC236}">
                <a16:creationId xmlns:a16="http://schemas.microsoft.com/office/drawing/2014/main" id="{AC8DD349-6349-4546-B82F-F7592A0D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673" y="6231649"/>
            <a:ext cx="465619" cy="409016"/>
          </a:xfrm>
          <a:custGeom xmlns:a="http://schemas.openxmlformats.org/drawingml/2006/main">
            <a:pathLst>
              <a:path w="567797" h="498772">
                <a:moveTo>
                  <a:pt x="0" y="34054"/>
                </a:moveTo>
                <a:lnTo>
                  <a:pt x="0" y="34054"/>
                </a:lnTo>
                <a:cubicBezTo>
                  <a:pt x="0" y="28220"/>
                  <a:pt x="1803" y="21960"/>
                  <a:pt x="4491" y="17027"/>
                </a:cubicBezTo>
                <a:cubicBezTo>
                  <a:pt x="7621" y="11651"/>
                  <a:pt x="12111" y="7605"/>
                  <a:pt x="17043" y="4475"/>
                </a:cubicBezTo>
                <a:cubicBezTo>
                  <a:pt x="22418" y="1345"/>
                  <a:pt x="28236" y="0"/>
                  <a:pt x="34069" y="0"/>
                </a:cubicBezTo>
                <a:lnTo>
                  <a:pt x="533300" y="0"/>
                </a:lnTo>
                <a:cubicBezTo>
                  <a:pt x="539119" y="0"/>
                  <a:pt x="545395" y="1787"/>
                  <a:pt x="550327" y="4475"/>
                </a:cubicBezTo>
                <a:cubicBezTo>
                  <a:pt x="555703" y="7605"/>
                  <a:pt x="559734" y="12094"/>
                  <a:pt x="562880" y="17027"/>
                </a:cubicBezTo>
                <a:cubicBezTo>
                  <a:pt x="566010" y="22402"/>
                  <a:pt x="567354" y="28220"/>
                  <a:pt x="567354" y="34054"/>
                </a:cubicBezTo>
                <a:lnTo>
                  <a:pt x="567797" y="464276"/>
                </a:lnTo>
                <a:cubicBezTo>
                  <a:pt x="567797" y="470094"/>
                  <a:pt x="566010" y="476371"/>
                  <a:pt x="563323" y="481303"/>
                </a:cubicBezTo>
                <a:cubicBezTo>
                  <a:pt x="560193" y="486678"/>
                  <a:pt x="555703" y="490710"/>
                  <a:pt x="550770" y="493840"/>
                </a:cubicBezTo>
                <a:cubicBezTo>
                  <a:pt x="545395" y="496986"/>
                  <a:pt x="539577" y="498330"/>
                  <a:pt x="533743" y="498330"/>
                </a:cubicBezTo>
                <a:lnTo>
                  <a:pt x="34069" y="498772"/>
                </a:lnTo>
                <a:cubicBezTo>
                  <a:pt x="28236" y="498772"/>
                  <a:pt x="21960" y="496986"/>
                  <a:pt x="17043" y="494299"/>
                </a:cubicBezTo>
                <a:cubicBezTo>
                  <a:pt x="11652" y="491152"/>
                  <a:pt x="7621" y="486678"/>
                  <a:pt x="4491" y="481745"/>
                </a:cubicBezTo>
                <a:cubicBezTo>
                  <a:pt x="1360" y="476371"/>
                  <a:pt x="0" y="470537"/>
                  <a:pt x="0" y="464720"/>
                </a:cubicBezTo>
                <a:lnTo>
                  <a:pt x="0" y="3405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760">
            <a:solidFill>
              <a:srgbClr val="94A3B8"/>
            </a:solidFill>
            <a:prstDash val="solid"/>
          </a:ln>
        </p:spPr>
      </p:sp>
      <p:sp>
        <p:nvSpPr>
          <p:cNvPr id="251" name="path-199">
            <a:extLst xmlns:a="http://schemas.openxmlformats.org/drawingml/2006/main">
              <a:ext uri="{FF2B5EF4-FFF2-40B4-BE49-F238E27FC236}">
                <a16:creationId xmlns:a16="http://schemas.microsoft.com/office/drawing/2014/main" id="{2F441721-7461-44B7-A053-5B7CA6D7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8126" y="6239726"/>
            <a:ext cx="448350" cy="84165"/>
          </a:xfrm>
          <a:custGeom xmlns:a="http://schemas.openxmlformats.org/drawingml/2006/main">
            <a:pathLst>
              <a:path w="546738" h="102635">
                <a:moveTo>
                  <a:pt x="273377" y="102635"/>
                </a:moveTo>
                <a:lnTo>
                  <a:pt x="0" y="102635"/>
                </a:lnTo>
                <a:lnTo>
                  <a:pt x="0" y="0"/>
                </a:lnTo>
                <a:lnTo>
                  <a:pt x="546738" y="0"/>
                </a:lnTo>
                <a:lnTo>
                  <a:pt x="546738" y="102635"/>
                </a:lnTo>
                <a:lnTo>
                  <a:pt x="273377" y="102635"/>
                </a:lnTo>
              </a:path>
            </a:pathLst>
          </a:custGeom>
          <a:solidFill xmlns:a="http://schemas.openxmlformats.org/drawingml/2006/main">
            <a:srgbClr val="E4E9F0"/>
          </a:solidFill>
          <a:ln xmlns:a="http://schemas.openxmlformats.org/drawingml/2006/main" w="4042">
            <a:solidFill>
              <a:srgbClr val="E4E9F0"/>
            </a:solidFill>
            <a:prstDash val="solid"/>
          </a:ln>
        </p:spPr>
      </p:sp>
      <p:sp>
        <p:nvSpPr>
          <p:cNvPr id="252" name="path-200">
            <a:extLst xmlns:a="http://schemas.openxmlformats.org/drawingml/2006/main">
              <a:ext uri="{FF2B5EF4-FFF2-40B4-BE49-F238E27FC236}">
                <a16:creationId xmlns:a16="http://schemas.microsoft.com/office/drawing/2014/main" id="{E1B26029-A74E-4FE6-8C4E-0BDC3350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1574" y="6280888"/>
            <a:ext cx="36754" cy="36754"/>
          </a:xfrm>
          <a:custGeom xmlns:a="http://schemas.openxmlformats.org/drawingml/2006/main">
            <a:pathLst>
              <a:path w="44820" h="44820">
                <a:moveTo>
                  <a:pt x="0" y="22402"/>
                </a:moveTo>
                <a:lnTo>
                  <a:pt x="0" y="22402"/>
                </a:lnTo>
                <a:cubicBezTo>
                  <a:pt x="0" y="18370"/>
                  <a:pt x="901" y="14782"/>
                  <a:pt x="3130" y="11209"/>
                </a:cubicBezTo>
                <a:cubicBezTo>
                  <a:pt x="4932" y="7621"/>
                  <a:pt x="7620" y="4933"/>
                  <a:pt x="11208" y="3130"/>
                </a:cubicBezTo>
                <a:cubicBezTo>
                  <a:pt x="14782" y="901"/>
                  <a:pt x="18370" y="0"/>
                  <a:pt x="22401" y="0"/>
                </a:cubicBezTo>
                <a:cubicBezTo>
                  <a:pt x="26433" y="0"/>
                  <a:pt x="30021" y="901"/>
                  <a:pt x="33610" y="3130"/>
                </a:cubicBezTo>
                <a:cubicBezTo>
                  <a:pt x="37199" y="4933"/>
                  <a:pt x="39887" y="7621"/>
                  <a:pt x="41673" y="11209"/>
                </a:cubicBezTo>
                <a:cubicBezTo>
                  <a:pt x="43918" y="14782"/>
                  <a:pt x="44820" y="18370"/>
                  <a:pt x="44820" y="22402"/>
                </a:cubicBezTo>
                <a:cubicBezTo>
                  <a:pt x="44820" y="26433"/>
                  <a:pt x="43918" y="30023"/>
                  <a:pt x="41673" y="33611"/>
                </a:cubicBezTo>
                <a:cubicBezTo>
                  <a:pt x="39887" y="37200"/>
                  <a:pt x="37199" y="39887"/>
                  <a:pt x="33610" y="41674"/>
                </a:cubicBezTo>
                <a:cubicBezTo>
                  <a:pt x="30021" y="43918"/>
                  <a:pt x="26433" y="44820"/>
                  <a:pt x="22401" y="44820"/>
                </a:cubicBezTo>
                <a:cubicBezTo>
                  <a:pt x="18370" y="44820"/>
                  <a:pt x="14782" y="43918"/>
                  <a:pt x="11208" y="41674"/>
                </a:cubicBezTo>
                <a:cubicBezTo>
                  <a:pt x="7620" y="39887"/>
                  <a:pt x="4932" y="37200"/>
                  <a:pt x="3130" y="33611"/>
                </a:cubicBezTo>
                <a:cubicBezTo>
                  <a:pt x="901" y="30023"/>
                  <a:pt x="0" y="26433"/>
                  <a:pt x="0" y="22402"/>
                </a:cubicBezTo>
              </a:path>
            </a:pathLst>
          </a:custGeom>
          <a:solidFill xmlns:a="http://schemas.openxmlformats.org/drawingml/2006/main">
            <a:srgbClr val="EF4444"/>
          </a:solidFill>
          <a:ln xmlns:a="http://schemas.openxmlformats.org/drawingml/2006/main" w="4042">
            <a:solidFill>
              <a:srgbClr val="EF4444"/>
            </a:solidFill>
            <a:prstDash val="solid"/>
          </a:ln>
        </p:spPr>
      </p:sp>
      <p:sp>
        <p:nvSpPr>
          <p:cNvPr id="253" name="path-201">
            <a:extLst xmlns:a="http://schemas.openxmlformats.org/drawingml/2006/main">
              <a:ext uri="{FF2B5EF4-FFF2-40B4-BE49-F238E27FC236}">
                <a16:creationId xmlns:a16="http://schemas.microsoft.com/office/drawing/2014/main" id="{325BF46B-9FC4-45DE-88FA-DC538A36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744" y="6280888"/>
            <a:ext cx="36741" cy="36754"/>
          </a:xfrm>
          <a:custGeom xmlns:a="http://schemas.openxmlformats.org/drawingml/2006/main">
            <a:pathLst>
              <a:path w="44804" h="44820">
                <a:moveTo>
                  <a:pt x="0" y="22402"/>
                </a:moveTo>
                <a:lnTo>
                  <a:pt x="0" y="22402"/>
                </a:lnTo>
                <a:cubicBezTo>
                  <a:pt x="0" y="18370"/>
                  <a:pt x="886" y="14782"/>
                  <a:pt x="3131" y="11209"/>
                </a:cubicBezTo>
                <a:cubicBezTo>
                  <a:pt x="4933" y="7621"/>
                  <a:pt x="7620" y="4933"/>
                  <a:pt x="11193" y="3130"/>
                </a:cubicBezTo>
                <a:cubicBezTo>
                  <a:pt x="14782" y="901"/>
                  <a:pt x="18370" y="0"/>
                  <a:pt x="22402" y="0"/>
                </a:cubicBezTo>
                <a:cubicBezTo>
                  <a:pt x="26433" y="0"/>
                  <a:pt x="30022" y="901"/>
                  <a:pt x="33611" y="3130"/>
                </a:cubicBezTo>
                <a:cubicBezTo>
                  <a:pt x="37200" y="4933"/>
                  <a:pt x="39887" y="7621"/>
                  <a:pt x="41674" y="11209"/>
                </a:cubicBezTo>
                <a:cubicBezTo>
                  <a:pt x="43919" y="14782"/>
                  <a:pt x="44804" y="18370"/>
                  <a:pt x="44804" y="22402"/>
                </a:cubicBezTo>
                <a:cubicBezTo>
                  <a:pt x="44804" y="26433"/>
                  <a:pt x="43919" y="30023"/>
                  <a:pt x="41674" y="33611"/>
                </a:cubicBezTo>
                <a:cubicBezTo>
                  <a:pt x="39887" y="37200"/>
                  <a:pt x="37200" y="39887"/>
                  <a:pt x="33611" y="41674"/>
                </a:cubicBezTo>
                <a:cubicBezTo>
                  <a:pt x="30022" y="43918"/>
                  <a:pt x="26433" y="44820"/>
                  <a:pt x="22402" y="44820"/>
                </a:cubicBezTo>
                <a:cubicBezTo>
                  <a:pt x="18370" y="44820"/>
                  <a:pt x="14782" y="43918"/>
                  <a:pt x="11193" y="41674"/>
                </a:cubicBezTo>
                <a:cubicBezTo>
                  <a:pt x="7620" y="39887"/>
                  <a:pt x="4933" y="37200"/>
                  <a:pt x="3131" y="33611"/>
                </a:cubicBezTo>
                <a:cubicBezTo>
                  <a:pt x="886" y="30023"/>
                  <a:pt x="0" y="26433"/>
                  <a:pt x="0" y="22402"/>
                </a:cubicBezTo>
              </a:path>
            </a:pathLst>
          </a:custGeom>
          <a:solidFill xmlns:a="http://schemas.openxmlformats.org/drawingml/2006/main">
            <a:srgbClr val="F59E0B"/>
          </a:solidFill>
          <a:ln xmlns:a="http://schemas.openxmlformats.org/drawingml/2006/main" w="4042">
            <a:solidFill>
              <a:srgbClr val="F59E0B"/>
            </a:solidFill>
            <a:prstDash val="solid"/>
          </a:ln>
        </p:spPr>
      </p:sp>
      <p:sp>
        <p:nvSpPr>
          <p:cNvPr id="254" name="path-202">
            <a:extLst xmlns:a="http://schemas.openxmlformats.org/drawingml/2006/main">
              <a:ext uri="{FF2B5EF4-FFF2-40B4-BE49-F238E27FC236}">
                <a16:creationId xmlns:a16="http://schemas.microsoft.com/office/drawing/2014/main" id="{ACA693C3-E321-4AE5-BE5B-77CBA633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9914" y="6280888"/>
            <a:ext cx="36741" cy="36754"/>
          </a:xfrm>
          <a:custGeom xmlns:a="http://schemas.openxmlformats.org/drawingml/2006/main">
            <a:pathLst>
              <a:path w="44804" h="44820">
                <a:moveTo>
                  <a:pt x="0" y="22402"/>
                </a:moveTo>
                <a:lnTo>
                  <a:pt x="0" y="22402"/>
                </a:lnTo>
                <a:cubicBezTo>
                  <a:pt x="0" y="18370"/>
                  <a:pt x="886" y="14782"/>
                  <a:pt x="3130" y="11209"/>
                </a:cubicBezTo>
                <a:cubicBezTo>
                  <a:pt x="4917" y="7621"/>
                  <a:pt x="7604" y="4933"/>
                  <a:pt x="11194" y="3130"/>
                </a:cubicBezTo>
                <a:cubicBezTo>
                  <a:pt x="14782" y="901"/>
                  <a:pt x="18370" y="0"/>
                  <a:pt x="22402" y="0"/>
                </a:cubicBezTo>
                <a:cubicBezTo>
                  <a:pt x="26433" y="0"/>
                  <a:pt x="30022" y="901"/>
                  <a:pt x="33611" y="3130"/>
                </a:cubicBezTo>
                <a:cubicBezTo>
                  <a:pt x="37184" y="4933"/>
                  <a:pt x="39872" y="7621"/>
                  <a:pt x="41674" y="11209"/>
                </a:cubicBezTo>
                <a:cubicBezTo>
                  <a:pt x="43903" y="14782"/>
                  <a:pt x="44804" y="18370"/>
                  <a:pt x="44804" y="22402"/>
                </a:cubicBezTo>
                <a:cubicBezTo>
                  <a:pt x="44804" y="26433"/>
                  <a:pt x="43903" y="30023"/>
                  <a:pt x="41674" y="33611"/>
                </a:cubicBezTo>
                <a:cubicBezTo>
                  <a:pt x="39872" y="37200"/>
                  <a:pt x="37184" y="39887"/>
                  <a:pt x="33611" y="41674"/>
                </a:cubicBezTo>
                <a:cubicBezTo>
                  <a:pt x="30022" y="43918"/>
                  <a:pt x="26433" y="44820"/>
                  <a:pt x="22402" y="44820"/>
                </a:cubicBezTo>
                <a:cubicBezTo>
                  <a:pt x="18370" y="44820"/>
                  <a:pt x="14782" y="43918"/>
                  <a:pt x="11194" y="41674"/>
                </a:cubicBezTo>
                <a:cubicBezTo>
                  <a:pt x="7604" y="39887"/>
                  <a:pt x="4917" y="37200"/>
                  <a:pt x="3130" y="33611"/>
                </a:cubicBezTo>
                <a:cubicBezTo>
                  <a:pt x="886" y="30023"/>
                  <a:pt x="0" y="26433"/>
                  <a:pt x="0" y="22402"/>
                </a:cubicBezTo>
              </a:path>
            </a:pathLst>
          </a:custGeom>
          <a:solidFill xmlns:a="http://schemas.openxmlformats.org/drawingml/2006/main">
            <a:srgbClr val="22C55E"/>
          </a:solidFill>
          <a:ln xmlns:a="http://schemas.openxmlformats.org/drawingml/2006/main" w="4042">
            <a:solidFill>
              <a:srgbClr val="22C55E"/>
            </a:solidFill>
            <a:prstDash val="solid"/>
          </a:ln>
        </p:spPr>
      </p:sp>
      <p:pic>
        <p:nvPic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5764FFED-E1EF-4282-9DF9-2263FC6123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6f16a50ab4534"/>
          <a:stretch xmlns:a="http://schemas.openxmlformats.org/drawingml/2006/main"/>
        </p:blipFill>
        <p:spPr>
          <a:xfrm xmlns:a="http://schemas.openxmlformats.org/drawingml/2006/main">
            <a:off x="6330804" y="6376060"/>
            <a:ext cx="183019" cy="183019"/>
          </a:xfrm>
          <a:prstGeom xmlns:a="http://schemas.openxmlformats.org/drawingml/2006/main" prst="rect">
            <a:avLst/>
          </a:prstGeom>
        </p:spPr>
      </p:pic>
      <p:sp>
        <p:nvSpPr>
          <p:cNvPr id="256" name="path-204">
            <a:extLst xmlns:a="http://schemas.openxmlformats.org/drawingml/2006/main">
              <a:ext uri="{FF2B5EF4-FFF2-40B4-BE49-F238E27FC236}">
                <a16:creationId xmlns:a16="http://schemas.microsoft.com/office/drawing/2014/main" id="{DB2B84DE-9A2E-466D-A838-2991D6BD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7426" y="6427516"/>
            <a:ext cx="761831" cy="376"/>
          </a:xfrm>
          <a:custGeom xmlns:a="http://schemas.openxmlformats.org/drawingml/2006/main">
            <a:pathLst>
              <a:path w="929010" h="459">
                <a:moveTo>
                  <a:pt x="0" y="0"/>
                </a:moveTo>
                <a:lnTo>
                  <a:pt x="929010" y="459"/>
                </a:lnTo>
              </a:path>
            </a:pathLst>
          </a:custGeom>
          <a:noFill xmlns:a="http://schemas.openxmlformats.org/drawingml/2006/main"/>
          <a:ln xmlns:a="http://schemas.openxmlformats.org/drawingml/2006/main" w="19477">
            <a:solidFill>
              <a:srgbClr val="17202B"/>
            </a:solidFill>
            <a:prstDash val="solid"/>
          </a:ln>
        </p:spPr>
      </p:sp>
      <p:sp>
        <p:nvSpPr>
          <p:cNvPr id="257" name="path-205">
            <a:extLst xmlns:a="http://schemas.openxmlformats.org/drawingml/2006/main">
              <a:ext uri="{FF2B5EF4-FFF2-40B4-BE49-F238E27FC236}">
                <a16:creationId xmlns:a16="http://schemas.microsoft.com/office/drawing/2014/main" id="{05BAED1B-310A-49F5-8C28-3B865713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1168" y="6378640"/>
            <a:ext cx="78642" cy="97753"/>
          </a:xfrm>
          <a:custGeom xmlns:a="http://schemas.openxmlformats.org/drawingml/2006/main">
            <a:pathLst>
              <a:path w="95900" h="119204">
                <a:moveTo>
                  <a:pt x="0" y="0"/>
                </a:moveTo>
                <a:lnTo>
                  <a:pt x="95900" y="59602"/>
                </a:lnTo>
                <a:lnTo>
                  <a:pt x="0" y="11920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17202B"/>
          </a:solidFill>
          <a:ln xmlns:a="http://schemas.openxmlformats.org/drawingml/2006/main" w="4042">
            <a:solidFill>
              <a:srgbClr val="17202B"/>
            </a:solidFill>
            <a:prstDash val="solid"/>
          </a:ln>
        </p:spPr>
      </p:sp>
      <p:sp>
        <p:nvSpPr>
          <p:cNvPr id="258" name="path-206">
            <a:extLst xmlns:a="http://schemas.openxmlformats.org/drawingml/2006/main">
              <a:ext uri="{FF2B5EF4-FFF2-40B4-BE49-F238E27FC236}">
                <a16:creationId xmlns:a16="http://schemas.microsoft.com/office/drawing/2014/main" id="{CC5C4CE3-09FC-4C31-B48F-A26973C2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1803" y="6836909"/>
            <a:ext cx="363" cy="221964"/>
          </a:xfrm>
          <a:custGeom xmlns:a="http://schemas.openxmlformats.org/drawingml/2006/main">
            <a:pathLst>
              <a:path w="442" h="270673">
                <a:moveTo>
                  <a:pt x="0" y="0"/>
                </a:moveTo>
                <a:lnTo>
                  <a:pt x="442" y="270673"/>
                </a:lnTo>
              </a:path>
            </a:pathLst>
          </a:custGeom>
          <a:noFill xmlns:a="http://schemas.openxmlformats.org/drawingml/2006/main"/>
          <a:ln xmlns:a="http://schemas.openxmlformats.org/drawingml/2006/main" w="19477">
            <a:solidFill>
              <a:srgbClr val="17202B"/>
            </a:solidFill>
            <a:prstDash val="solid"/>
          </a:ln>
        </p:spPr>
      </p:sp>
      <p:sp>
        <p:nvSpPr>
          <p:cNvPr id="259" name="path-207">
            <a:extLst xmlns:a="http://schemas.openxmlformats.org/drawingml/2006/main">
              <a:ext uri="{FF2B5EF4-FFF2-40B4-BE49-F238E27FC236}">
                <a16:creationId xmlns:a16="http://schemas.microsoft.com/office/drawing/2014/main" id="{9C38E2C2-E6AD-4CBF-AB7B-6C32743F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2627" y="7058873"/>
            <a:ext cx="1946265" cy="376"/>
          </a:xfrm>
          <a:custGeom xmlns:a="http://schemas.openxmlformats.org/drawingml/2006/main">
            <a:pathLst>
              <a:path w="2373362" h="459">
                <a:moveTo>
                  <a:pt x="0" y="0"/>
                </a:moveTo>
                <a:lnTo>
                  <a:pt x="2373362" y="459"/>
                </a:lnTo>
              </a:path>
            </a:pathLst>
          </a:custGeom>
          <a:noFill xmlns:a="http://schemas.openxmlformats.org/drawingml/2006/main"/>
          <a:ln xmlns:a="http://schemas.openxmlformats.org/drawingml/2006/main" w="19477">
            <a:solidFill>
              <a:srgbClr val="17202B"/>
            </a:solidFill>
            <a:prstDash val="solid"/>
          </a:ln>
        </p:spPr>
      </p:sp>
      <p:sp>
        <p:nvSpPr>
          <p:cNvPr id="260" name="path-208">
            <a:extLst xmlns:a="http://schemas.openxmlformats.org/drawingml/2006/main">
              <a:ext uri="{FF2B5EF4-FFF2-40B4-BE49-F238E27FC236}">
                <a16:creationId xmlns:a16="http://schemas.microsoft.com/office/drawing/2014/main" id="{593560E7-8FF2-4381-8D10-9C42386A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2627" y="7058873"/>
            <a:ext cx="376" cy="153616"/>
          </a:xfrm>
          <a:custGeom xmlns:a="http://schemas.openxmlformats.org/drawingml/2006/main">
            <a:pathLst>
              <a:path w="459" h="187326">
                <a:moveTo>
                  <a:pt x="0" y="0"/>
                </a:moveTo>
                <a:lnTo>
                  <a:pt x="459" y="187326"/>
                </a:lnTo>
              </a:path>
            </a:pathLst>
          </a:custGeom>
          <a:noFill xmlns:a="http://schemas.openxmlformats.org/drawingml/2006/main"/>
          <a:ln xmlns:a="http://schemas.openxmlformats.org/drawingml/2006/main" w="19477">
            <a:solidFill>
              <a:srgbClr val="17202B"/>
            </a:solidFill>
            <a:prstDash val="solid"/>
          </a:ln>
        </p:spPr>
      </p:sp>
      <p:sp>
        <p:nvSpPr>
          <p:cNvPr id="261" name="path-209">
            <a:extLst xmlns:a="http://schemas.openxmlformats.org/drawingml/2006/main">
              <a:ext uri="{FF2B5EF4-FFF2-40B4-BE49-F238E27FC236}">
                <a16:creationId xmlns:a16="http://schemas.microsoft.com/office/drawing/2014/main" id="{C04AAC43-399C-40E5-BF3E-AE5B4507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751" y="7219477"/>
            <a:ext cx="97765" cy="78642"/>
          </a:xfrm>
          <a:custGeom xmlns:a="http://schemas.openxmlformats.org/drawingml/2006/main">
            <a:pathLst>
              <a:path w="119219" h="95900">
                <a:moveTo>
                  <a:pt x="119219" y="0"/>
                </a:moveTo>
                <a:lnTo>
                  <a:pt x="59601" y="95900"/>
                </a:lnTo>
                <a:lnTo>
                  <a:pt x="0" y="0"/>
                </a:lnTo>
                <a:lnTo>
                  <a:pt x="119219" y="0"/>
                </a:lnTo>
              </a:path>
            </a:pathLst>
          </a:custGeom>
          <a:solidFill xmlns:a="http://schemas.openxmlformats.org/drawingml/2006/main">
            <a:srgbClr val="17202B"/>
          </a:solidFill>
          <a:ln xmlns:a="http://schemas.openxmlformats.org/drawingml/2006/main" w="4042">
            <a:solidFill>
              <a:srgbClr val="17202B"/>
            </a:solidFill>
            <a:prstDash val="solid"/>
          </a:ln>
        </p:spPr>
      </p:sp>
      <p:sp>
        <p:nvSpPr>
          <p:cNvPr id="262" name="path-210">
            <a:extLst xmlns:a="http://schemas.openxmlformats.org/drawingml/2006/main">
              <a:ext uri="{FF2B5EF4-FFF2-40B4-BE49-F238E27FC236}">
                <a16:creationId xmlns:a16="http://schemas.microsoft.com/office/drawing/2014/main" id="{92D48BA0-3090-4F06-877C-FF9C7EE7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8892" y="7058873"/>
            <a:ext cx="376" cy="153616"/>
          </a:xfrm>
          <a:custGeom xmlns:a="http://schemas.openxmlformats.org/drawingml/2006/main">
            <a:pathLst>
              <a:path w="459" h="187326">
                <a:moveTo>
                  <a:pt x="0" y="0"/>
                </a:moveTo>
                <a:lnTo>
                  <a:pt x="459" y="187326"/>
                </a:lnTo>
              </a:path>
            </a:pathLst>
          </a:custGeom>
          <a:noFill xmlns:a="http://schemas.openxmlformats.org/drawingml/2006/main"/>
          <a:ln xmlns:a="http://schemas.openxmlformats.org/drawingml/2006/main" w="19477">
            <a:solidFill>
              <a:srgbClr val="17202B"/>
            </a:solidFill>
            <a:prstDash val="solid"/>
          </a:ln>
        </p:spPr>
      </p:sp>
      <p:sp>
        <p:nvSpPr>
          <p:cNvPr id="263" name="path-211">
            <a:extLst xmlns:a="http://schemas.openxmlformats.org/drawingml/2006/main">
              <a:ext uri="{FF2B5EF4-FFF2-40B4-BE49-F238E27FC236}">
                <a16:creationId xmlns:a16="http://schemas.microsoft.com/office/drawing/2014/main" id="{21B48A04-BD7F-4B62-A6D9-0CE320AE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392" y="7219477"/>
            <a:ext cx="97752" cy="78642"/>
          </a:xfrm>
          <a:custGeom xmlns:a="http://schemas.openxmlformats.org/drawingml/2006/main">
            <a:pathLst>
              <a:path w="119203" h="95900">
                <a:moveTo>
                  <a:pt x="119203" y="0"/>
                </a:moveTo>
                <a:lnTo>
                  <a:pt x="59601" y="95900"/>
                </a:lnTo>
                <a:lnTo>
                  <a:pt x="0" y="0"/>
                </a:lnTo>
                <a:lnTo>
                  <a:pt x="119203" y="0"/>
                </a:lnTo>
              </a:path>
            </a:pathLst>
          </a:custGeom>
          <a:solidFill xmlns:a="http://schemas.openxmlformats.org/drawingml/2006/main">
            <a:srgbClr val="17202B"/>
          </a:solidFill>
          <a:ln xmlns:a="http://schemas.openxmlformats.org/drawingml/2006/main" w="4042">
            <a:solidFill>
              <a:srgbClr val="17202B"/>
            </a:solidFill>
            <a:prstDash val="solid"/>
          </a:ln>
        </p:spPr>
      </p:sp>
      <p:sp>
        <p:nvSpPr>
          <p:cNvPr id="264" name="path-212">
            <a:extLst xmlns:a="http://schemas.openxmlformats.org/drawingml/2006/main">
              <a:ext uri="{FF2B5EF4-FFF2-40B4-BE49-F238E27FC236}">
                <a16:creationId xmlns:a16="http://schemas.microsoft.com/office/drawing/2014/main" id="{93DD7ED1-45CA-49A7-A393-05D095A0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7628" y="7298119"/>
            <a:ext cx="1631682" cy="1604120"/>
          </a:xfrm>
          <a:custGeom xmlns:a="http://schemas.openxmlformats.org/drawingml/2006/main">
            <a:pathLst>
              <a:path w="1989746" h="1956136">
                <a:moveTo>
                  <a:pt x="0" y="68123"/>
                </a:moveTo>
                <a:lnTo>
                  <a:pt x="0" y="68123"/>
                </a:lnTo>
                <a:cubicBezTo>
                  <a:pt x="0" y="56013"/>
                  <a:pt x="3130" y="44362"/>
                  <a:pt x="8948" y="34054"/>
                </a:cubicBezTo>
                <a:cubicBezTo>
                  <a:pt x="15225" y="23747"/>
                  <a:pt x="23746" y="14782"/>
                  <a:pt x="34054" y="8964"/>
                </a:cubicBezTo>
                <a:cubicBezTo>
                  <a:pt x="44362" y="3130"/>
                  <a:pt x="56456" y="0"/>
                  <a:pt x="68107" y="0"/>
                </a:cubicBezTo>
                <a:lnTo>
                  <a:pt x="1921180" y="0"/>
                </a:lnTo>
                <a:cubicBezTo>
                  <a:pt x="1933275" y="0"/>
                  <a:pt x="1944926" y="3130"/>
                  <a:pt x="1955234" y="8964"/>
                </a:cubicBezTo>
                <a:cubicBezTo>
                  <a:pt x="1965542" y="15240"/>
                  <a:pt x="1974506" y="23747"/>
                  <a:pt x="1980339" y="34054"/>
                </a:cubicBezTo>
                <a:cubicBezTo>
                  <a:pt x="1986157" y="44362"/>
                  <a:pt x="1989287" y="56472"/>
                  <a:pt x="1989287" y="68123"/>
                </a:cubicBezTo>
                <a:lnTo>
                  <a:pt x="1989746" y="1887570"/>
                </a:lnTo>
                <a:cubicBezTo>
                  <a:pt x="1989746" y="1899680"/>
                  <a:pt x="1986601" y="1911332"/>
                  <a:pt x="1980782" y="1921639"/>
                </a:cubicBezTo>
                <a:cubicBezTo>
                  <a:pt x="1974506" y="1931947"/>
                  <a:pt x="1965984" y="1940894"/>
                  <a:pt x="1955677" y="1946728"/>
                </a:cubicBezTo>
                <a:cubicBezTo>
                  <a:pt x="1945369" y="1952562"/>
                  <a:pt x="1933275" y="1955692"/>
                  <a:pt x="1921623" y="1955692"/>
                </a:cubicBezTo>
                <a:lnTo>
                  <a:pt x="68107" y="1956136"/>
                </a:lnTo>
                <a:cubicBezTo>
                  <a:pt x="56013" y="1956136"/>
                  <a:pt x="44362" y="1953004"/>
                  <a:pt x="34054" y="1947172"/>
                </a:cubicBezTo>
                <a:cubicBezTo>
                  <a:pt x="23746" y="1940894"/>
                  <a:pt x="14782" y="1932389"/>
                  <a:pt x="8948" y="1922082"/>
                </a:cubicBezTo>
                <a:cubicBezTo>
                  <a:pt x="3130" y="1911774"/>
                  <a:pt x="0" y="1899680"/>
                  <a:pt x="0" y="1888027"/>
                </a:cubicBezTo>
                <a:lnTo>
                  <a:pt x="0" y="68123"/>
                </a:lnTo>
              </a:path>
            </a:pathLst>
          </a:custGeom>
          <a:solidFill xmlns:a="http://schemas.openxmlformats.org/drawingml/2006/main">
            <a:srgbClr val="F8FBFE"/>
          </a:solidFill>
          <a:ln xmlns:a="http://schemas.openxmlformats.org/drawingml/2006/main" w="12862">
            <a:solidFill>
              <a:srgbClr val="9CBEE0"/>
            </a:solidFill>
            <a:prstDash val="solid"/>
          </a:ln>
        </p:spPr>
      </p:sp>
      <p:sp>
        <p:nvSpPr>
          <p:cNvPr id="265" name="text-213 Rendered">
            <a:extLst xmlns:a="http://schemas.openxmlformats.org/drawingml/2006/main">
              <a:ext uri="{FF2B5EF4-FFF2-40B4-BE49-F238E27FC236}">
                <a16:creationId xmlns:a16="http://schemas.microsoft.com/office/drawing/2014/main" id="{F5F39A47-05F1-4B89-ABB1-A42DD397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8582" y="7364438"/>
            <a:ext cx="611543" cy="178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6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6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pPr>
            <a:r>
              <a:rPr sz="1006" b="1" i="0">
                <a:solidFill>
                  <a:srgbClr val="1F5FA8"/>
                </a:solidFill>
                <a:latin typeface="Arial"/>
                <a:ea typeface="Arial"/>
                <a:cs typeface="Arial"/>
              </a:rPr>
              <a:t>Rendered</a:t>
            </a:r>
          </a:p>
        </p:txBody>
      </p:sp>
      <p:sp>
        <p:nvSpPr>
          <p:cNvPr id="266" name="text-213 Page">
            <a:extLst xmlns:a="http://schemas.openxmlformats.org/drawingml/2006/main">
              <a:ext uri="{FF2B5EF4-FFF2-40B4-BE49-F238E27FC236}">
                <a16:creationId xmlns:a16="http://schemas.microsoft.com/office/drawing/2014/main" id="{2ACB40A1-75DF-4A6F-B4C6-DD13FF31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1913" y="7364302"/>
            <a:ext cx="328287" cy="17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7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7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pPr>
            <a:r>
              <a:rPr sz="1007" b="1" i="0">
                <a:solidFill>
                  <a:srgbClr val="1F5FA8"/>
                </a:solidFill>
                <a:latin typeface="Arial"/>
                <a:ea typeface="Arial"/>
                <a:cs typeface="Arial"/>
              </a:rPr>
              <a:t>Page</a:t>
            </a:r>
          </a:p>
        </p:txBody>
      </p:sp>
      <p:sp>
        <p:nvSpPr>
          <p:cNvPr id="267" name="text-213 Image">
            <a:extLst xmlns:a="http://schemas.openxmlformats.org/drawingml/2006/main">
              <a:ext uri="{FF2B5EF4-FFF2-40B4-BE49-F238E27FC236}">
                <a16:creationId xmlns:a16="http://schemas.microsoft.com/office/drawing/2014/main" id="{9A93E8A9-9345-4848-B568-5AD9B662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052" y="7364445"/>
            <a:ext cx="391748" cy="178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6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6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pPr>
            <a:r>
              <a:rPr sz="1006" b="1" i="0">
                <a:solidFill>
                  <a:srgbClr val="1F5FA8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pic>
        <p:nvPic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FE03166D-686A-4D84-A71C-479D7789FE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95433795046f4"/>
          <a:stretch xmlns:a="http://schemas.openxmlformats.org/drawingml/2006/main"/>
        </p:blipFill>
        <p:spPr>
          <a:xfrm xmlns:a="http://schemas.openxmlformats.org/drawingml/2006/main">
            <a:off x="4285436" y="7638787"/>
            <a:ext cx="867406" cy="1126379"/>
          </a:xfrm>
          <a:prstGeom xmlns:a="http://schemas.openxmlformats.org/drawingml/2006/main" prst="rect">
            <a:avLst/>
          </a:prstGeom>
        </p:spPr>
      </p:pic>
      <p:sp>
        <p:nvSpPr>
          <p:cNvPr id="269" name="path-215">
            <a:extLst xmlns:a="http://schemas.openxmlformats.org/drawingml/2006/main">
              <a:ext uri="{FF2B5EF4-FFF2-40B4-BE49-F238E27FC236}">
                <a16:creationId xmlns:a16="http://schemas.microsoft.com/office/drawing/2014/main" id="{BB1C61B8-1A87-4C84-BC80-BDCCB9DF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846" y="7298119"/>
            <a:ext cx="1847775" cy="1604120"/>
          </a:xfrm>
          <a:custGeom xmlns:a="http://schemas.openxmlformats.org/drawingml/2006/main">
            <a:pathLst>
              <a:path w="2253259" h="1956136">
                <a:moveTo>
                  <a:pt x="0" y="68123"/>
                </a:moveTo>
                <a:lnTo>
                  <a:pt x="0" y="68123"/>
                </a:lnTo>
                <a:cubicBezTo>
                  <a:pt x="0" y="56013"/>
                  <a:pt x="3131" y="44362"/>
                  <a:pt x="8964" y="34054"/>
                </a:cubicBezTo>
                <a:cubicBezTo>
                  <a:pt x="15240" y="23747"/>
                  <a:pt x="23746" y="14782"/>
                  <a:pt x="34054" y="8964"/>
                </a:cubicBezTo>
                <a:cubicBezTo>
                  <a:pt x="44362" y="3130"/>
                  <a:pt x="56471" y="0"/>
                  <a:pt x="68123" y="0"/>
                </a:cubicBezTo>
                <a:lnTo>
                  <a:pt x="2184692" y="0"/>
                </a:lnTo>
                <a:cubicBezTo>
                  <a:pt x="2196787" y="0"/>
                  <a:pt x="2208438" y="3130"/>
                  <a:pt x="2218747" y="8964"/>
                </a:cubicBezTo>
                <a:cubicBezTo>
                  <a:pt x="2229053" y="15240"/>
                  <a:pt x="2238017" y="23747"/>
                  <a:pt x="2243851" y="34054"/>
                </a:cubicBezTo>
                <a:cubicBezTo>
                  <a:pt x="2249669" y="44362"/>
                  <a:pt x="2252815" y="56472"/>
                  <a:pt x="2252815" y="68123"/>
                </a:cubicBezTo>
                <a:lnTo>
                  <a:pt x="2253259" y="1887570"/>
                </a:lnTo>
                <a:cubicBezTo>
                  <a:pt x="2253259" y="1899680"/>
                  <a:pt x="2250128" y="1911332"/>
                  <a:pt x="2244294" y="1921639"/>
                </a:cubicBezTo>
                <a:cubicBezTo>
                  <a:pt x="2238017" y="1931947"/>
                  <a:pt x="2229512" y="1940894"/>
                  <a:pt x="2219204" y="1946728"/>
                </a:cubicBezTo>
                <a:cubicBezTo>
                  <a:pt x="2208897" y="1952562"/>
                  <a:pt x="2196787" y="1955692"/>
                  <a:pt x="2185136" y="1955692"/>
                </a:cubicBezTo>
                <a:lnTo>
                  <a:pt x="68123" y="1956136"/>
                </a:lnTo>
                <a:cubicBezTo>
                  <a:pt x="56013" y="1956136"/>
                  <a:pt x="44362" y="1953004"/>
                  <a:pt x="34054" y="1947172"/>
                </a:cubicBezTo>
                <a:cubicBezTo>
                  <a:pt x="23746" y="1940894"/>
                  <a:pt x="14782" y="1932389"/>
                  <a:pt x="8964" y="1922082"/>
                </a:cubicBezTo>
                <a:cubicBezTo>
                  <a:pt x="3131" y="1911774"/>
                  <a:pt x="0" y="1899680"/>
                  <a:pt x="0" y="1888027"/>
                </a:cubicBezTo>
                <a:lnTo>
                  <a:pt x="0" y="68123"/>
                </a:lnTo>
              </a:path>
            </a:pathLst>
          </a:custGeom>
          <a:solidFill xmlns:a="http://schemas.openxmlformats.org/drawingml/2006/main">
            <a:srgbClr val="F8FBFE"/>
          </a:solidFill>
          <a:ln xmlns:a="http://schemas.openxmlformats.org/drawingml/2006/main" w="12862">
            <a:solidFill>
              <a:srgbClr val="9CBEE0"/>
            </a:solidFill>
            <a:prstDash val="solid"/>
          </a:ln>
        </p:spPr>
      </p:sp>
      <p:sp>
        <p:nvSpPr>
          <p:cNvPr id="270" name="text-216 Exact">
            <a:extLst xmlns:a="http://schemas.openxmlformats.org/drawingml/2006/main">
              <a:ext uri="{FF2B5EF4-FFF2-40B4-BE49-F238E27FC236}">
                <a16:creationId xmlns:a16="http://schemas.microsoft.com/office/drawing/2014/main" id="{DB8A22E0-57E8-468D-8D70-10D68303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20992" y="7364531"/>
            <a:ext cx="363241" cy="178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5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5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pPr>
            <a:r>
              <a:rPr sz="1005" b="1" i="0">
                <a:solidFill>
                  <a:srgbClr val="1F5FA8"/>
                </a:solidFill>
                <a:latin typeface="Arial"/>
                <a:ea typeface="Arial"/>
                <a:cs typeface="Arial"/>
              </a:rPr>
              <a:t>Exact</a:t>
            </a:r>
          </a:p>
        </p:txBody>
      </p:sp>
      <p:sp>
        <p:nvSpPr>
          <p:cNvPr id="271" name="text-216 Structured">
            <a:extLst xmlns:a="http://schemas.openxmlformats.org/drawingml/2006/main">
              <a:ext uri="{FF2B5EF4-FFF2-40B4-BE49-F238E27FC236}">
                <a16:creationId xmlns:a16="http://schemas.microsoft.com/office/drawing/2014/main" id="{A0629E84-49E7-4E8D-8B38-2E978A67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6402" y="7364450"/>
            <a:ext cx="668102" cy="178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6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6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pPr>
            <a:r>
              <a:rPr sz="1006" b="1" i="0">
                <a:solidFill>
                  <a:srgbClr val="1F5FA8"/>
                </a:solidFill>
                <a:latin typeface="Arial"/>
                <a:ea typeface="Arial"/>
                <a:cs typeface="Arial"/>
              </a:rPr>
              <a:t>Structured</a:t>
            </a:r>
          </a:p>
        </p:txBody>
      </p:sp>
      <p:sp>
        <p:nvSpPr>
          <p:cNvPr id="272" name="text-216 Targets">
            <a:extLst xmlns:a="http://schemas.openxmlformats.org/drawingml/2006/main">
              <a:ext uri="{FF2B5EF4-FFF2-40B4-BE49-F238E27FC236}">
                <a16:creationId xmlns:a16="http://schemas.microsoft.com/office/drawing/2014/main" id="{B6C67752-BE02-41C0-B08A-CDFC9578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6552" y="7364403"/>
            <a:ext cx="474610" cy="1788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6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6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pPr>
            <a:r>
              <a:rPr sz="1006" b="1" i="0">
                <a:solidFill>
                  <a:srgbClr val="1F5FA8"/>
                </a:solidFill>
                <a:latin typeface="Arial"/>
                <a:ea typeface="Arial"/>
                <a:cs typeface="Arial"/>
              </a:rPr>
              <a:t>Targets</a:t>
            </a:r>
          </a:p>
        </p:txBody>
      </p:sp>
      <p:pic>
        <p:nvPic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2157D6A9-9BA2-428B-BB81-411045F699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ea200ece34f2c"/>
          <a:stretch xmlns:a="http://schemas.openxmlformats.org/drawingml/2006/main"/>
        </p:blipFill>
        <p:spPr>
          <a:xfrm xmlns:a="http://schemas.openxmlformats.org/drawingml/2006/main">
            <a:off x="6069142" y="7573005"/>
            <a:ext cx="196982" cy="196982"/>
          </a:xfrm>
          <a:prstGeom xmlns:a="http://schemas.openxmlformats.org/drawingml/2006/main" prst="rect">
            <a:avLst/>
          </a:prstGeom>
        </p:spPr>
      </p:pic>
      <p:sp>
        <p:nvSpPr>
          <p:cNvPr id="274" name="text-218 Markdown">
            <a:extLst xmlns:a="http://schemas.openxmlformats.org/drawingml/2006/main">
              <a:ext uri="{FF2B5EF4-FFF2-40B4-BE49-F238E27FC236}">
                <a16:creationId xmlns:a16="http://schemas.microsoft.com/office/drawing/2014/main" id="{2F5F42CC-3639-4533-95F9-A9F3AB6E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4978" y="7595599"/>
            <a:ext cx="684315" cy="199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Markdown</a:t>
            </a:r>
          </a:p>
        </p:txBody>
      </p:sp>
      <p:pic>
        <p:nvPic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55D06E1D-D977-43ED-8B70-3D810ABD7C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c8b41c14c54f9b"/>
          <a:stretch xmlns:a="http://schemas.openxmlformats.org/drawingml/2006/main"/>
        </p:blipFill>
        <p:spPr>
          <a:xfrm xmlns:a="http://schemas.openxmlformats.org/drawingml/2006/main">
            <a:off x="6069142" y="7837597"/>
            <a:ext cx="196982" cy="196982"/>
          </a:xfrm>
          <a:prstGeom xmlns:a="http://schemas.openxmlformats.org/drawingml/2006/main" prst="rect">
            <a:avLst/>
          </a:prstGeom>
        </p:spPr>
      </p:pic>
      <p:sp>
        <p:nvSpPr>
          <p:cNvPr id="276" name="text-220 Bounding">
            <a:extLst xmlns:a="http://schemas.openxmlformats.org/drawingml/2006/main">
              <a:ext uri="{FF2B5EF4-FFF2-40B4-BE49-F238E27FC236}">
                <a16:creationId xmlns:a16="http://schemas.microsoft.com/office/drawing/2014/main" id="{2465868B-F42D-4306-97DC-021DD82E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4978" y="7860179"/>
            <a:ext cx="629138" cy="1999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Bounding</a:t>
            </a:r>
          </a:p>
        </p:txBody>
      </p:sp>
      <p:sp>
        <p:nvSpPr>
          <p:cNvPr id="277" name="text-220 Boxes">
            <a:extLst xmlns:a="http://schemas.openxmlformats.org/drawingml/2006/main">
              <a:ext uri="{FF2B5EF4-FFF2-40B4-BE49-F238E27FC236}">
                <a16:creationId xmlns:a16="http://schemas.microsoft.com/office/drawing/2014/main" id="{F80DD71A-B1AE-4D00-9286-7A39284A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8315" y="7860235"/>
            <a:ext cx="422360" cy="199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Boxes</a:t>
            </a:r>
          </a:p>
        </p:txBody>
      </p:sp>
      <p:pic>
        <p:nvPic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60EE22AF-E732-458B-8A9F-4280402835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fa315589514f27"/>
          <a:stretch xmlns:a="http://schemas.openxmlformats.org/drawingml/2006/main"/>
        </p:blipFill>
        <p:spPr>
          <a:xfrm xmlns:a="http://schemas.openxmlformats.org/drawingml/2006/main">
            <a:off x="6069142" y="8102202"/>
            <a:ext cx="196982" cy="196982"/>
          </a:xfrm>
          <a:prstGeom xmlns:a="http://schemas.openxmlformats.org/drawingml/2006/main" prst="rect">
            <a:avLst/>
          </a:prstGeom>
        </p:spPr>
      </p:pic>
      <p:sp>
        <p:nvSpPr>
          <p:cNvPr id="279" name="text-222 Element">
            <a:extLst xmlns:a="http://schemas.openxmlformats.org/drawingml/2006/main">
              <a:ext uri="{FF2B5EF4-FFF2-40B4-BE49-F238E27FC236}">
                <a16:creationId xmlns:a16="http://schemas.microsoft.com/office/drawing/2014/main" id="{551CA7AF-9514-4CEF-9580-8F3813E3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4978" y="8124773"/>
            <a:ext cx="549533" cy="199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Element</a:t>
            </a:r>
          </a:p>
        </p:txBody>
      </p:sp>
      <p:sp>
        <p:nvSpPr>
          <p:cNvPr id="280" name="text-222 Categories">
            <a:extLst xmlns:a="http://schemas.openxmlformats.org/drawingml/2006/main">
              <a:ext uri="{FF2B5EF4-FFF2-40B4-BE49-F238E27FC236}">
                <a16:creationId xmlns:a16="http://schemas.microsoft.com/office/drawing/2014/main" id="{36B4482B-7D94-469F-BC37-B585D865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8183" y="8124724"/>
            <a:ext cx="716531" cy="199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Categories</a:t>
            </a:r>
          </a:p>
        </p:txBody>
      </p:sp>
      <p:pic>
        <p:nvPic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81D6976F-AD79-402C-AEB2-1B5470F2F9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0aba8924b245b1"/>
          <a:stretch xmlns:a="http://schemas.openxmlformats.org/drawingml/2006/main"/>
        </p:blipFill>
        <p:spPr>
          <a:xfrm xmlns:a="http://schemas.openxmlformats.org/drawingml/2006/main">
            <a:off x="6069142" y="8366794"/>
            <a:ext cx="196982" cy="196982"/>
          </a:xfrm>
          <a:prstGeom xmlns:a="http://schemas.openxmlformats.org/drawingml/2006/main" prst="rect">
            <a:avLst/>
          </a:prstGeom>
        </p:spPr>
      </p:pic>
      <p:sp>
        <p:nvSpPr>
          <p:cNvPr id="282" name="text-224 HTML">
            <a:extLst xmlns:a="http://schemas.openxmlformats.org/drawingml/2006/main">
              <a:ext uri="{FF2B5EF4-FFF2-40B4-BE49-F238E27FC236}">
                <a16:creationId xmlns:a16="http://schemas.microsoft.com/office/drawing/2014/main" id="{82141491-4058-4D7A-8560-8719F73A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4978" y="8389069"/>
            <a:ext cx="414253" cy="199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HTML</a:t>
            </a:r>
          </a:p>
        </p:txBody>
      </p:sp>
      <p:sp>
        <p:nvSpPr>
          <p:cNvPr id="283" name="text-224 Tables">
            <a:extLst xmlns:a="http://schemas.openxmlformats.org/drawingml/2006/main">
              <a:ext uri="{FF2B5EF4-FFF2-40B4-BE49-F238E27FC236}">
                <a16:creationId xmlns:a16="http://schemas.microsoft.com/office/drawing/2014/main" id="{91AFF4AC-582D-4AB0-A581-262D604D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5599" y="8388954"/>
            <a:ext cx="438635" cy="1999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Tables</a:t>
            </a:r>
          </a:p>
        </p:txBody>
      </p:sp>
      <p:pic>
        <p:nvPic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329FE13D-3ED1-488B-B3E1-3654EBF68D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45e7341ab48a5"/>
          <a:stretch xmlns:a="http://schemas.openxmlformats.org/drawingml/2006/main"/>
        </p:blipFill>
        <p:spPr>
          <a:xfrm xmlns:a="http://schemas.openxmlformats.org/drawingml/2006/main">
            <a:off x="6069142" y="8631022"/>
            <a:ext cx="196982" cy="196982"/>
          </a:xfrm>
          <a:prstGeom xmlns:a="http://schemas.openxmlformats.org/drawingml/2006/main" prst="rect">
            <a:avLst/>
          </a:prstGeom>
        </p:spPr>
      </p:pic>
      <p:sp>
        <p:nvSpPr>
          <p:cNvPr id="285" name="text-226 LaTeX">
            <a:extLst xmlns:a="http://schemas.openxmlformats.org/drawingml/2006/main">
              <a:ext uri="{FF2B5EF4-FFF2-40B4-BE49-F238E27FC236}">
                <a16:creationId xmlns:a16="http://schemas.microsoft.com/office/drawing/2014/main" id="{52AB6ACB-27D0-4D4E-9FE8-E29BD521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4978" y="8653619"/>
            <a:ext cx="430493" cy="199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LaTeX</a:t>
            </a:r>
          </a:p>
        </p:txBody>
      </p:sp>
      <p:sp>
        <p:nvSpPr>
          <p:cNvPr id="286" name="text-226 Formulas">
            <a:extLst xmlns:a="http://schemas.openxmlformats.org/drawingml/2006/main">
              <a:ext uri="{FF2B5EF4-FFF2-40B4-BE49-F238E27FC236}">
                <a16:creationId xmlns:a16="http://schemas.microsoft.com/office/drawing/2014/main" id="{8899DEC9-4575-422A-A5CA-929BE089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9554" y="8653580"/>
            <a:ext cx="620850" cy="199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Formulas</a:t>
            </a:r>
          </a:p>
        </p:txBody>
      </p:sp>
      <p:pic>
        <p:nvPic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DCC8CE18-382E-4DD7-B37F-2726940125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28b9fe59ce4e93"/>
          <a:stretch xmlns:a="http://schemas.openxmlformats.org/drawingml/2006/main"/>
        </p:blipFill>
        <p:spPr>
          <a:xfrm xmlns:a="http://schemas.openxmlformats.org/drawingml/2006/main">
            <a:off x="5531493" y="7961084"/>
            <a:ext cx="253572" cy="253572"/>
          </a:xfrm>
          <a:prstGeom xmlns:a="http://schemas.openxmlformats.org/drawingml/2006/main" prst="rect">
            <a:avLst/>
          </a:prstGeom>
        </p:spPr>
      </p:pic>
      <p:sp>
        <p:nvSpPr>
          <p:cNvPr id="288" name="path-228">
            <a:extLst xmlns:a="http://schemas.openxmlformats.org/drawingml/2006/main">
              <a:ext uri="{FF2B5EF4-FFF2-40B4-BE49-F238E27FC236}">
                <a16:creationId xmlns:a16="http://schemas.microsoft.com/office/drawing/2014/main" id="{738AD66D-2C48-4591-88F1-CC968AB1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023" y="8099998"/>
            <a:ext cx="224168" cy="363"/>
          </a:xfrm>
          <a:custGeom xmlns:a="http://schemas.openxmlformats.org/drawingml/2006/main">
            <a:pathLst>
              <a:path w="273361" h="442">
                <a:moveTo>
                  <a:pt x="0" y="0"/>
                </a:moveTo>
                <a:lnTo>
                  <a:pt x="273361" y="442"/>
                </a:lnTo>
              </a:path>
            </a:pathLst>
          </a:custGeom>
          <a:noFill xmlns:a="http://schemas.openxmlformats.org/drawingml/2006/main"/>
          <a:ln xmlns:a="http://schemas.openxmlformats.org/drawingml/2006/main" w="16905">
            <a:solidFill>
              <a:srgbClr val="1E2A38"/>
            </a:solidFill>
            <a:prstDash val="dash"/>
          </a:ln>
        </p:spPr>
      </p:sp>
      <p:sp>
        <p:nvSpPr>
          <p:cNvPr id="289" name="path-229">
            <a:extLst xmlns:a="http://schemas.openxmlformats.org/drawingml/2006/main">
              <a:ext uri="{FF2B5EF4-FFF2-40B4-BE49-F238E27FC236}">
                <a16:creationId xmlns:a16="http://schemas.microsoft.com/office/drawing/2014/main" id="{EE279C29-1B5F-4745-BCD3-9F4B04DB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6992" y="8061415"/>
            <a:ext cx="77177" cy="77165"/>
          </a:xfrm>
          <a:custGeom xmlns:a="http://schemas.openxmlformats.org/drawingml/2006/main">
            <a:pathLst>
              <a:path w="94113" h="94098">
                <a:moveTo>
                  <a:pt x="0" y="47050"/>
                </a:moveTo>
                <a:lnTo>
                  <a:pt x="94113" y="0"/>
                </a:lnTo>
                <a:lnTo>
                  <a:pt x="94113" y="94098"/>
                </a:lnTo>
                <a:lnTo>
                  <a:pt x="0" y="47050"/>
                </a:lnTo>
              </a:path>
            </a:pathLst>
          </a:custGeom>
          <a:solidFill xmlns:a="http://schemas.openxmlformats.org/drawingml/2006/main">
            <a:srgbClr val="1E2A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path-230">
            <a:extLst xmlns:a="http://schemas.openxmlformats.org/drawingml/2006/main">
              <a:ext uri="{FF2B5EF4-FFF2-40B4-BE49-F238E27FC236}">
                <a16:creationId xmlns:a16="http://schemas.microsoft.com/office/drawing/2014/main" id="{5650C442-76AE-4E37-9E38-CAF2169A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771" y="8099998"/>
            <a:ext cx="224182" cy="363"/>
          </a:xfrm>
          <a:custGeom xmlns:a="http://schemas.openxmlformats.org/drawingml/2006/main">
            <a:pathLst>
              <a:path w="273377" h="442">
                <a:moveTo>
                  <a:pt x="0" y="0"/>
                </a:moveTo>
                <a:lnTo>
                  <a:pt x="273377" y="442"/>
                </a:lnTo>
              </a:path>
            </a:pathLst>
          </a:custGeom>
          <a:noFill xmlns:a="http://schemas.openxmlformats.org/drawingml/2006/main"/>
          <a:ln xmlns:a="http://schemas.openxmlformats.org/drawingml/2006/main" w="16905">
            <a:solidFill>
              <a:srgbClr val="1E2A38"/>
            </a:solidFill>
            <a:prstDash val="dash"/>
          </a:ln>
        </p:spPr>
      </p:sp>
      <p:sp>
        <p:nvSpPr>
          <p:cNvPr id="291" name="path-231">
            <a:extLst xmlns:a="http://schemas.openxmlformats.org/drawingml/2006/main">
              <a:ext uri="{FF2B5EF4-FFF2-40B4-BE49-F238E27FC236}">
                <a16:creationId xmlns:a16="http://schemas.microsoft.com/office/drawing/2014/main" id="{18B5183C-CA63-4AF6-A0C0-763F8963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3805" y="8061779"/>
            <a:ext cx="77177" cy="77178"/>
          </a:xfrm>
          <a:custGeom xmlns:a="http://schemas.openxmlformats.org/drawingml/2006/main">
            <a:pathLst>
              <a:path w="94113" h="94114">
                <a:moveTo>
                  <a:pt x="94113" y="47049"/>
                </a:moveTo>
                <a:lnTo>
                  <a:pt x="0" y="94114"/>
                </a:lnTo>
                <a:lnTo>
                  <a:pt x="0" y="0"/>
                </a:lnTo>
                <a:lnTo>
                  <a:pt x="94113" y="47049"/>
                </a:lnTo>
              </a:path>
            </a:pathLst>
          </a:custGeom>
          <a:solidFill xmlns:a="http://schemas.openxmlformats.org/drawingml/2006/main">
            <a:srgbClr val="1E2A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path-232">
            <a:extLst xmlns:a="http://schemas.openxmlformats.org/drawingml/2006/main">
              <a:ext uri="{FF2B5EF4-FFF2-40B4-BE49-F238E27FC236}">
                <a16:creationId xmlns:a16="http://schemas.microsoft.com/office/drawing/2014/main" id="{49F986FE-76EA-4371-8C35-65A4BE69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2627" y="8901876"/>
            <a:ext cx="376" cy="255776"/>
          </a:xfrm>
          <a:custGeom xmlns:a="http://schemas.openxmlformats.org/drawingml/2006/main">
            <a:pathLst>
              <a:path w="459" h="311905">
                <a:moveTo>
                  <a:pt x="0" y="0"/>
                </a:moveTo>
                <a:lnTo>
                  <a:pt x="459" y="311905"/>
                </a:lnTo>
              </a:path>
            </a:pathLst>
          </a:custGeom>
          <a:noFill xmlns:a="http://schemas.openxmlformats.org/drawingml/2006/main"/>
          <a:ln xmlns:a="http://schemas.openxmlformats.org/drawingml/2006/main" w="19477">
            <a:solidFill>
              <a:srgbClr val="17202B"/>
            </a:solidFill>
            <a:prstDash val="solid"/>
          </a:ln>
        </p:spPr>
      </p:sp>
      <p:sp>
        <p:nvSpPr>
          <p:cNvPr id="293" name="path-233">
            <a:extLst xmlns:a="http://schemas.openxmlformats.org/drawingml/2006/main">
              <a:ext uri="{FF2B5EF4-FFF2-40B4-BE49-F238E27FC236}">
                <a16:creationId xmlns:a16="http://schemas.microsoft.com/office/drawing/2014/main" id="{D0AA7AA4-7D19-4EBF-BABB-3EA14D7A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7746" y="8901876"/>
            <a:ext cx="376" cy="255776"/>
          </a:xfrm>
          <a:custGeom xmlns:a="http://schemas.openxmlformats.org/drawingml/2006/main">
            <a:pathLst>
              <a:path w="459" h="311905">
                <a:moveTo>
                  <a:pt x="0" y="0"/>
                </a:moveTo>
                <a:lnTo>
                  <a:pt x="459" y="311905"/>
                </a:lnTo>
              </a:path>
            </a:pathLst>
          </a:custGeom>
          <a:noFill xmlns:a="http://schemas.openxmlformats.org/drawingml/2006/main"/>
          <a:ln xmlns:a="http://schemas.openxmlformats.org/drawingml/2006/main" w="19477">
            <a:solidFill>
              <a:srgbClr val="17202B"/>
            </a:solidFill>
            <a:prstDash val="solid"/>
          </a:ln>
        </p:spPr>
      </p:sp>
      <p:sp>
        <p:nvSpPr>
          <p:cNvPr id="294" name="path-234">
            <a:extLst xmlns:a="http://schemas.openxmlformats.org/drawingml/2006/main">
              <a:ext uri="{FF2B5EF4-FFF2-40B4-BE49-F238E27FC236}">
                <a16:creationId xmlns:a16="http://schemas.microsoft.com/office/drawing/2014/main" id="{B473ACC8-1FC9-40A2-ADDB-4DDD3E2B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2627" y="9157652"/>
            <a:ext cx="2045119" cy="364"/>
          </a:xfrm>
          <a:custGeom xmlns:a="http://schemas.openxmlformats.org/drawingml/2006/main">
            <a:pathLst>
              <a:path w="2493909" h="443">
                <a:moveTo>
                  <a:pt x="0" y="0"/>
                </a:moveTo>
                <a:lnTo>
                  <a:pt x="2493909" y="443"/>
                </a:lnTo>
              </a:path>
            </a:pathLst>
          </a:custGeom>
          <a:noFill xmlns:a="http://schemas.openxmlformats.org/drawingml/2006/main"/>
          <a:ln xmlns:a="http://schemas.openxmlformats.org/drawingml/2006/main" w="19477">
            <a:solidFill>
              <a:srgbClr val="17202B"/>
            </a:solidFill>
            <a:prstDash val="solid"/>
          </a:ln>
        </p:spPr>
      </p:sp>
      <p:sp>
        <p:nvSpPr>
          <p:cNvPr id="295" name="path-235">
            <a:extLst xmlns:a="http://schemas.openxmlformats.org/drawingml/2006/main">
              <a:ext uri="{FF2B5EF4-FFF2-40B4-BE49-F238E27FC236}">
                <a16:creationId xmlns:a16="http://schemas.microsoft.com/office/drawing/2014/main" id="{4028231B-E6B1-49A4-BE2E-FCA27725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7252" y="9169411"/>
            <a:ext cx="364" cy="153617"/>
          </a:xfrm>
          <a:custGeom xmlns:a="http://schemas.openxmlformats.org/drawingml/2006/main">
            <a:pathLst>
              <a:path w="443" h="187327">
                <a:moveTo>
                  <a:pt x="0" y="0"/>
                </a:moveTo>
                <a:lnTo>
                  <a:pt x="443" y="187327"/>
                </a:lnTo>
              </a:path>
            </a:pathLst>
          </a:custGeom>
          <a:noFill xmlns:a="http://schemas.openxmlformats.org/drawingml/2006/main"/>
          <a:ln xmlns:a="http://schemas.openxmlformats.org/drawingml/2006/main" w="19477">
            <a:solidFill>
              <a:srgbClr val="17202B"/>
            </a:solidFill>
            <a:prstDash val="solid"/>
          </a:ln>
        </p:spPr>
      </p:sp>
      <p:sp>
        <p:nvSpPr>
          <p:cNvPr id="296" name="path-236">
            <a:extLst xmlns:a="http://schemas.openxmlformats.org/drawingml/2006/main">
              <a:ext uri="{FF2B5EF4-FFF2-40B4-BE49-F238E27FC236}">
                <a16:creationId xmlns:a16="http://schemas.microsoft.com/office/drawing/2014/main" id="{21C78C7C-DA11-4A11-B5E8-3EA0407B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77" y="9327071"/>
            <a:ext cx="97751" cy="78643"/>
          </a:xfrm>
          <a:custGeom xmlns:a="http://schemas.openxmlformats.org/drawingml/2006/main">
            <a:pathLst>
              <a:path w="119202" h="95901">
                <a:moveTo>
                  <a:pt x="119202" y="0"/>
                </a:moveTo>
                <a:lnTo>
                  <a:pt x="59601" y="95901"/>
                </a:lnTo>
                <a:lnTo>
                  <a:pt x="0" y="0"/>
                </a:lnTo>
                <a:lnTo>
                  <a:pt x="119202" y="0"/>
                </a:lnTo>
              </a:path>
            </a:pathLst>
          </a:custGeom>
          <a:solidFill xmlns:a="http://schemas.openxmlformats.org/drawingml/2006/main">
            <a:srgbClr val="17202B"/>
          </a:solidFill>
          <a:ln xmlns:a="http://schemas.openxmlformats.org/drawingml/2006/main" w="4042">
            <a:solidFill>
              <a:srgbClr val="17202B"/>
            </a:solidFill>
            <a:prstDash val="solid"/>
          </a:ln>
        </p:spPr>
      </p:sp>
      <p:sp>
        <p:nvSpPr>
          <p:cNvPr id="297" name="path-237">
            <a:extLst xmlns:a="http://schemas.openxmlformats.org/drawingml/2006/main">
              <a:ext uri="{FF2B5EF4-FFF2-40B4-BE49-F238E27FC236}">
                <a16:creationId xmlns:a16="http://schemas.microsoft.com/office/drawing/2014/main" id="{6B386328-6AA9-447B-AF7A-15C82B24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0066" y="9411224"/>
            <a:ext cx="2835226" cy="546103"/>
          </a:xfrm>
          <a:custGeom xmlns:a="http://schemas.openxmlformats.org/drawingml/2006/main">
            <a:pathLst>
              <a:path w="3457400" h="665942">
                <a:moveTo>
                  <a:pt x="0" y="113829"/>
                </a:moveTo>
                <a:lnTo>
                  <a:pt x="0" y="113829"/>
                </a:lnTo>
                <a:cubicBezTo>
                  <a:pt x="0" y="93672"/>
                  <a:pt x="5375" y="74400"/>
                  <a:pt x="15225" y="56914"/>
                </a:cubicBezTo>
                <a:cubicBezTo>
                  <a:pt x="25090" y="39445"/>
                  <a:pt x="39429" y="25106"/>
                  <a:pt x="56914" y="15240"/>
                </a:cubicBezTo>
                <a:cubicBezTo>
                  <a:pt x="74383" y="5376"/>
                  <a:pt x="93655" y="0"/>
                  <a:pt x="113828" y="0"/>
                </a:cubicBezTo>
                <a:lnTo>
                  <a:pt x="3343130" y="0"/>
                </a:lnTo>
                <a:cubicBezTo>
                  <a:pt x="3363303" y="0"/>
                  <a:pt x="3382574" y="5376"/>
                  <a:pt x="3400044" y="15240"/>
                </a:cubicBezTo>
                <a:cubicBezTo>
                  <a:pt x="3417529" y="25106"/>
                  <a:pt x="3431868" y="39445"/>
                  <a:pt x="3441717" y="56914"/>
                </a:cubicBezTo>
                <a:cubicBezTo>
                  <a:pt x="3451583" y="74400"/>
                  <a:pt x="3456958" y="93672"/>
                  <a:pt x="3456958" y="113829"/>
                </a:cubicBezTo>
                <a:lnTo>
                  <a:pt x="3457400" y="551671"/>
                </a:lnTo>
                <a:cubicBezTo>
                  <a:pt x="3457400" y="571828"/>
                  <a:pt x="3452026" y="591100"/>
                  <a:pt x="3442176" y="608586"/>
                </a:cubicBezTo>
                <a:cubicBezTo>
                  <a:pt x="3432311" y="626055"/>
                  <a:pt x="3417972" y="640394"/>
                  <a:pt x="3400486" y="650260"/>
                </a:cubicBezTo>
                <a:cubicBezTo>
                  <a:pt x="3383017" y="660108"/>
                  <a:pt x="3363745" y="665500"/>
                  <a:pt x="3343573" y="665500"/>
                </a:cubicBezTo>
                <a:lnTo>
                  <a:pt x="113828" y="665942"/>
                </a:lnTo>
                <a:cubicBezTo>
                  <a:pt x="93655" y="665942"/>
                  <a:pt x="74383" y="660567"/>
                  <a:pt x="56914" y="650702"/>
                </a:cubicBezTo>
                <a:cubicBezTo>
                  <a:pt x="39429" y="640852"/>
                  <a:pt x="25090" y="626497"/>
                  <a:pt x="15225" y="609028"/>
                </a:cubicBezTo>
                <a:cubicBezTo>
                  <a:pt x="5375" y="591543"/>
                  <a:pt x="0" y="572287"/>
                  <a:pt x="0" y="552114"/>
                </a:cubicBezTo>
                <a:lnTo>
                  <a:pt x="0" y="113829"/>
                </a:lnTo>
              </a:path>
            </a:pathLst>
          </a:custGeom>
          <a:solidFill xmlns:a="http://schemas.openxmlformats.org/drawingml/2006/main">
            <a:srgbClr val="F4F9FD"/>
          </a:solidFill>
          <a:ln xmlns:a="http://schemas.openxmlformats.org/drawingml/2006/main" w="18007">
            <a:solidFill>
              <a:srgbClr val="1F5FA8"/>
            </a:solidFill>
            <a:prstDash val="solid"/>
          </a:ln>
        </p:spPr>
      </p:sp>
      <p:pic>
        <p:nvPic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6B33DE93-5541-40CB-B758-52DC64762F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bdd922e64a4e09"/>
          <a:stretch xmlns:a="http://schemas.openxmlformats.org/drawingml/2006/main"/>
        </p:blipFill>
        <p:spPr>
          <a:xfrm xmlns:a="http://schemas.openxmlformats.org/drawingml/2006/main">
            <a:off x="3989110" y="9547572"/>
            <a:ext cx="225270" cy="225270"/>
          </a:xfrm>
          <a:prstGeom xmlns:a="http://schemas.openxmlformats.org/drawingml/2006/main" prst="rect">
            <a:avLst/>
          </a:prstGeom>
        </p:spPr>
      </p:pic>
      <p:sp>
        <p:nvSpPr>
          <p:cNvPr id="299" name="text-239 Paired">
            <a:extLst xmlns:a="http://schemas.openxmlformats.org/drawingml/2006/main">
              <a:ext uri="{FF2B5EF4-FFF2-40B4-BE49-F238E27FC236}">
                <a16:creationId xmlns:a16="http://schemas.microsoft.com/office/drawing/2014/main" id="{C552F67B-1907-4C70-BBFA-95244524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3990" y="9565554"/>
            <a:ext cx="563817" cy="243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2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2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pPr>
            <a:r>
              <a:rPr sz="1372" b="1" i="0">
                <a:solidFill>
                  <a:srgbClr val="1F5FA8"/>
                </a:solidFill>
                <a:latin typeface="Arial"/>
                <a:ea typeface="Arial"/>
                <a:cs typeface="Arial"/>
              </a:rPr>
              <a:t>Paired</a:t>
            </a:r>
          </a:p>
        </p:txBody>
      </p:sp>
      <p:sp>
        <p:nvSpPr>
          <p:cNvPr id="300" name="text-239 Training">
            <a:extLst xmlns:a="http://schemas.openxmlformats.org/drawingml/2006/main">
              <a:ext uri="{FF2B5EF4-FFF2-40B4-BE49-F238E27FC236}">
                <a16:creationId xmlns:a16="http://schemas.microsoft.com/office/drawing/2014/main" id="{48D67DCC-5FAB-481E-95B0-8AFCE9D0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4581" y="9565512"/>
            <a:ext cx="708842" cy="2439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2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2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pPr>
            <a:r>
              <a:rPr sz="1372" b="1" i="0">
                <a:solidFill>
                  <a:srgbClr val="1F5FA8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301" name="text-239 Records">
            <a:extLst xmlns:a="http://schemas.openxmlformats.org/drawingml/2006/main">
              <a:ext uri="{FF2B5EF4-FFF2-40B4-BE49-F238E27FC236}">
                <a16:creationId xmlns:a16="http://schemas.microsoft.com/office/drawing/2014/main" id="{CB041B9C-ACBE-4D3D-ACAF-14062AA7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9840" y="9565443"/>
            <a:ext cx="728676" cy="244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3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3" b="1" i="0">
                <a:solidFill>
                  <a:srgbClr val="1F5FA8"/>
                </a:solidFill>
                <a:latin typeface="Arial"/>
                <a:ea typeface="Arial"/>
                <a:cs typeface="Arial"/>
              </a:defRPr>
            </a:pPr>
            <a:r>
              <a:rPr sz="1373" b="1" i="0">
                <a:solidFill>
                  <a:srgbClr val="1F5FA8"/>
                </a:solidFill>
                <a:latin typeface="Arial"/>
                <a:ea typeface="Arial"/>
                <a:cs typeface="Arial"/>
              </a:rPr>
              <a:t>Records</a:t>
            </a:r>
          </a:p>
        </p:txBody>
      </p:sp>
      <p:sp>
        <p:nvSpPr>
          <p:cNvPr id="302" name="path-240">
            <a:extLst xmlns:a="http://schemas.openxmlformats.org/drawingml/2006/main">
              <a:ext uri="{FF2B5EF4-FFF2-40B4-BE49-F238E27FC236}">
                <a16:creationId xmlns:a16="http://schemas.microsoft.com/office/drawing/2014/main" id="{79FF4FD0-753B-480F-892C-89DE11F4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3827" y="9687951"/>
            <a:ext cx="1867622" cy="363"/>
          </a:xfrm>
          <a:custGeom xmlns:a="http://schemas.openxmlformats.org/drawingml/2006/main">
            <a:pathLst>
              <a:path w="2277462" h="442">
                <a:moveTo>
                  <a:pt x="0" y="0"/>
                </a:moveTo>
                <a:lnTo>
                  <a:pt x="2277462" y="442"/>
                </a:lnTo>
              </a:path>
            </a:pathLst>
          </a:custGeom>
          <a:noFill xmlns:a="http://schemas.openxmlformats.org/drawingml/2006/main"/>
          <a:ln xmlns:a="http://schemas.openxmlformats.org/drawingml/2006/main" w="31237">
            <a:solidFill>
              <a:srgbClr val="1B4E8C"/>
            </a:solidFill>
            <a:prstDash val="solid"/>
          </a:ln>
        </p:spPr>
      </p:sp>
      <p:sp>
        <p:nvSpPr>
          <p:cNvPr id="303" name="path-241">
            <a:extLst xmlns:a="http://schemas.openxmlformats.org/drawingml/2006/main">
              <a:ext uri="{FF2B5EF4-FFF2-40B4-BE49-F238E27FC236}">
                <a16:creationId xmlns:a16="http://schemas.microsoft.com/office/drawing/2014/main" id="{298C7172-9556-461B-B9A7-5913ECBC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449" y="7518256"/>
            <a:ext cx="364" cy="2168230"/>
          </a:xfrm>
          <a:custGeom xmlns:a="http://schemas.openxmlformats.org/drawingml/2006/main">
            <a:pathLst>
              <a:path w="443" h="2644036">
                <a:moveTo>
                  <a:pt x="0" y="0"/>
                </a:moveTo>
                <a:lnTo>
                  <a:pt x="443" y="2644036"/>
                </a:lnTo>
              </a:path>
            </a:pathLst>
          </a:custGeom>
          <a:noFill xmlns:a="http://schemas.openxmlformats.org/drawingml/2006/main"/>
          <a:ln xmlns:a="http://schemas.openxmlformats.org/drawingml/2006/main" w="31237">
            <a:solidFill>
              <a:srgbClr val="1B4E8C"/>
            </a:solidFill>
            <a:prstDash val="solid"/>
          </a:ln>
        </p:spPr>
      </p:sp>
      <p:sp>
        <p:nvSpPr>
          <p:cNvPr id="304" name="path-242">
            <a:extLst xmlns:a="http://schemas.openxmlformats.org/drawingml/2006/main">
              <a:ext uri="{FF2B5EF4-FFF2-40B4-BE49-F238E27FC236}">
                <a16:creationId xmlns:a16="http://schemas.microsoft.com/office/drawing/2014/main" id="{C1E6E6A4-B3BE-4F09-B88A-34002294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0855" y="6272072"/>
            <a:ext cx="6149697" cy="3913831"/>
          </a:xfrm>
          <a:custGeom xmlns:a="http://schemas.openxmlformats.org/drawingml/2006/main">
            <a:pathLst>
              <a:path w="7499214" h="4772700">
                <a:moveTo>
                  <a:pt x="460" y="102620"/>
                </a:moveTo>
                <a:lnTo>
                  <a:pt x="460" y="102620"/>
                </a:lnTo>
                <a:cubicBezTo>
                  <a:pt x="460" y="84692"/>
                  <a:pt x="5393" y="66764"/>
                  <a:pt x="14357" y="51539"/>
                </a:cubicBezTo>
                <a:cubicBezTo>
                  <a:pt x="23304" y="35841"/>
                  <a:pt x="36300" y="22845"/>
                  <a:pt x="51539" y="13881"/>
                </a:cubicBezTo>
                <a:cubicBezTo>
                  <a:pt x="67224" y="4918"/>
                  <a:pt x="85150" y="0"/>
                  <a:pt x="103078" y="0"/>
                </a:cubicBezTo>
                <a:lnTo>
                  <a:pt x="7396596" y="443"/>
                </a:lnTo>
                <a:cubicBezTo>
                  <a:pt x="7414524" y="443"/>
                  <a:pt x="7432436" y="5376"/>
                  <a:pt x="7447675" y="14340"/>
                </a:cubicBezTo>
                <a:cubicBezTo>
                  <a:pt x="7463359" y="23304"/>
                  <a:pt x="7476355" y="36299"/>
                  <a:pt x="7485319" y="51539"/>
                </a:cubicBezTo>
                <a:cubicBezTo>
                  <a:pt x="7494281" y="67222"/>
                  <a:pt x="7499214" y="85150"/>
                  <a:pt x="7499214" y="103063"/>
                </a:cubicBezTo>
                <a:lnTo>
                  <a:pt x="7499214" y="4670081"/>
                </a:lnTo>
                <a:cubicBezTo>
                  <a:pt x="7499214" y="4688009"/>
                  <a:pt x="7494281" y="4705937"/>
                  <a:pt x="7485319" y="4721178"/>
                </a:cubicBezTo>
                <a:cubicBezTo>
                  <a:pt x="7476355" y="4736860"/>
                  <a:pt x="7463359" y="4749856"/>
                  <a:pt x="7448135" y="4758820"/>
                </a:cubicBezTo>
                <a:cubicBezTo>
                  <a:pt x="7432436" y="4767783"/>
                  <a:pt x="7414524" y="4772700"/>
                  <a:pt x="7396596" y="4772700"/>
                </a:cubicBezTo>
                <a:lnTo>
                  <a:pt x="102635" y="4772700"/>
                </a:lnTo>
                <a:cubicBezTo>
                  <a:pt x="84709" y="4772700"/>
                  <a:pt x="66781" y="4767783"/>
                  <a:pt x="51539" y="4758820"/>
                </a:cubicBezTo>
                <a:cubicBezTo>
                  <a:pt x="35857" y="4749856"/>
                  <a:pt x="22861" y="4736860"/>
                  <a:pt x="13897" y="4721620"/>
                </a:cubicBezTo>
                <a:cubicBezTo>
                  <a:pt x="4933" y="4705937"/>
                  <a:pt x="0" y="4688009"/>
                  <a:pt x="0" y="4670081"/>
                </a:cubicBezTo>
                <a:lnTo>
                  <a:pt x="460" y="102620"/>
                </a:lnTo>
              </a:path>
            </a:pathLst>
          </a:custGeom>
          <a:solidFill xmlns:a="http://schemas.openxmlformats.org/drawingml/2006/main">
            <a:srgbClr val="FEFAF5"/>
          </a:solidFill>
          <a:ln xmlns:a="http://schemas.openxmlformats.org/drawingml/2006/main" w="14332">
            <a:solidFill>
              <a:srgbClr val="EEBB90"/>
            </a:solidFill>
            <a:prstDash val="solid"/>
          </a:ln>
        </p:spPr>
      </p:sp>
      <p:sp>
        <p:nvSpPr>
          <p:cNvPr id="305" name="path-243">
            <a:extLst xmlns:a="http://schemas.openxmlformats.org/drawingml/2006/main">
              <a:ext uri="{FF2B5EF4-FFF2-40B4-BE49-F238E27FC236}">
                <a16:creationId xmlns:a16="http://schemas.microsoft.com/office/drawing/2014/main" id="{5DCED4B8-2E1D-457D-9822-3408D444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7813" y="6343727"/>
            <a:ext cx="260183" cy="260197"/>
          </a:xfrm>
          <a:custGeom xmlns:a="http://schemas.openxmlformats.org/drawingml/2006/main">
            <a:pathLst>
              <a:path w="317278" h="317295">
                <a:moveTo>
                  <a:pt x="0" y="158648"/>
                </a:moveTo>
                <a:lnTo>
                  <a:pt x="0" y="158648"/>
                </a:lnTo>
                <a:cubicBezTo>
                  <a:pt x="0" y="130854"/>
                  <a:pt x="7162" y="103520"/>
                  <a:pt x="21056" y="79332"/>
                </a:cubicBezTo>
                <a:cubicBezTo>
                  <a:pt x="34953" y="55127"/>
                  <a:pt x="55113" y="34954"/>
                  <a:pt x="79316" y="21073"/>
                </a:cubicBezTo>
                <a:cubicBezTo>
                  <a:pt x="103519" y="7177"/>
                  <a:pt x="130855" y="0"/>
                  <a:pt x="158632" y="0"/>
                </a:cubicBezTo>
                <a:cubicBezTo>
                  <a:pt x="186423" y="0"/>
                  <a:pt x="213759" y="7177"/>
                  <a:pt x="237962" y="21073"/>
                </a:cubicBezTo>
                <a:cubicBezTo>
                  <a:pt x="262151" y="34954"/>
                  <a:pt x="282325" y="55127"/>
                  <a:pt x="296222" y="79332"/>
                </a:cubicBezTo>
                <a:cubicBezTo>
                  <a:pt x="310102" y="103520"/>
                  <a:pt x="317278" y="130854"/>
                  <a:pt x="317278" y="158648"/>
                </a:cubicBezTo>
                <a:cubicBezTo>
                  <a:pt x="317278" y="186424"/>
                  <a:pt x="310102" y="213775"/>
                  <a:pt x="296222" y="237964"/>
                </a:cubicBezTo>
                <a:cubicBezTo>
                  <a:pt x="282325" y="262167"/>
                  <a:pt x="262151" y="282340"/>
                  <a:pt x="237962" y="296221"/>
                </a:cubicBezTo>
                <a:cubicBezTo>
                  <a:pt x="213759" y="310118"/>
                  <a:pt x="186423" y="317295"/>
                  <a:pt x="158632" y="317295"/>
                </a:cubicBezTo>
                <a:cubicBezTo>
                  <a:pt x="130855" y="317295"/>
                  <a:pt x="103519" y="310118"/>
                  <a:pt x="79316" y="296221"/>
                </a:cubicBezTo>
                <a:cubicBezTo>
                  <a:pt x="55113" y="282340"/>
                  <a:pt x="34953" y="262167"/>
                  <a:pt x="21056" y="237964"/>
                </a:cubicBezTo>
                <a:cubicBezTo>
                  <a:pt x="7162" y="213775"/>
                  <a:pt x="0" y="186424"/>
                  <a:pt x="0" y="158648"/>
                </a:cubicBezTo>
              </a:path>
            </a:pathLst>
          </a:custGeom>
          <a:solidFill xmlns:a="http://schemas.openxmlformats.org/drawingml/2006/main">
            <a:srgbClr val="B85A18"/>
          </a:solidFill>
          <a:ln xmlns:a="http://schemas.openxmlformats.org/drawingml/2006/main" w="5145">
            <a:solidFill>
              <a:srgbClr val="B85A18"/>
            </a:solidFill>
            <a:prstDash val="solid"/>
          </a:ln>
        </p:spPr>
      </p:sp>
      <p:sp>
        <p:nvSpPr>
          <p:cNvPr id="306" name="text-244 4">
            <a:extLst xmlns:a="http://schemas.openxmlformats.org/drawingml/2006/main">
              <a:ext uri="{FF2B5EF4-FFF2-40B4-BE49-F238E27FC236}">
                <a16:creationId xmlns:a16="http://schemas.microsoft.com/office/drawing/2014/main" id="{61CB2347-FA35-4410-8B2C-CF32665A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93430" y="6377608"/>
            <a:ext cx="118209" cy="224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4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4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64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07" name="text-245 Appearance">
            <a:extLst xmlns:a="http://schemas.openxmlformats.org/drawingml/2006/main">
              <a:ext uri="{FF2B5EF4-FFF2-40B4-BE49-F238E27FC236}">
                <a16:creationId xmlns:a16="http://schemas.microsoft.com/office/drawing/2014/main" id="{862AB909-8960-4741-A627-A700EDAC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4586" y="6359093"/>
            <a:ext cx="1128295" cy="2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5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5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pPr>
            <a:r>
              <a:rPr sz="1505" b="1" i="0">
                <a:solidFill>
                  <a:srgbClr val="18233C"/>
                </a:solidFill>
                <a:latin typeface="Arial"/>
                <a:ea typeface="Arial"/>
                <a:cs typeface="Arial"/>
              </a:rPr>
              <a:t>Appearance</a:t>
            </a:r>
          </a:p>
        </p:txBody>
      </p:sp>
      <p:sp>
        <p:nvSpPr>
          <p:cNvPr id="308" name="text-245 Degradation">
            <a:extLst xmlns:a="http://schemas.openxmlformats.org/drawingml/2006/main">
              <a:ext uri="{FF2B5EF4-FFF2-40B4-BE49-F238E27FC236}">
                <a16:creationId xmlns:a16="http://schemas.microsoft.com/office/drawing/2014/main" id="{D3BDE760-9AD9-46C2-AEE2-899153B1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71655" y="6359057"/>
            <a:ext cx="1149413" cy="267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6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6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pPr>
            <a:r>
              <a:rPr sz="1506" b="1" i="0">
                <a:solidFill>
                  <a:srgbClr val="18233C"/>
                </a:solidFill>
                <a:latin typeface="Arial"/>
                <a:ea typeface="Arial"/>
                <a:cs typeface="Arial"/>
              </a:rPr>
              <a:t>Degradation</a:t>
            </a:r>
          </a:p>
        </p:txBody>
      </p:sp>
      <p:sp>
        <p:nvSpPr>
          <p:cNvPr id="309" name="text-245 &amp;">
            <a:extLst xmlns:a="http://schemas.openxmlformats.org/drawingml/2006/main">
              <a:ext uri="{FF2B5EF4-FFF2-40B4-BE49-F238E27FC236}">
                <a16:creationId xmlns:a16="http://schemas.microsoft.com/office/drawing/2014/main" id="{6B04BE23-9E3F-41EA-8AD6-0BF3AB94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39703" y="6359385"/>
            <a:ext cx="172100" cy="2672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3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3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pPr>
            <a:r>
              <a:rPr sz="1503" b="1" i="0">
                <a:solidFill>
                  <a:srgbClr val="18233C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310" name="text-245 Augmentation">
            <a:extLst xmlns:a="http://schemas.openxmlformats.org/drawingml/2006/main">
              <a:ext uri="{FF2B5EF4-FFF2-40B4-BE49-F238E27FC236}">
                <a16:creationId xmlns:a16="http://schemas.microsoft.com/office/drawing/2014/main" id="{CA448CD5-84AF-41BB-AC31-CDCE61C5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24142" y="6359047"/>
            <a:ext cx="1319168" cy="267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6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6" b="1" i="0">
                <a:solidFill>
                  <a:srgbClr val="18233C"/>
                </a:solidFill>
                <a:latin typeface="Arial"/>
                <a:ea typeface="Arial"/>
                <a:cs typeface="Arial"/>
              </a:defRPr>
            </a:pPr>
            <a:r>
              <a:rPr sz="1506" b="1" i="0">
                <a:solidFill>
                  <a:srgbClr val="18233C"/>
                </a:solidFill>
                <a:latin typeface="Arial"/>
                <a:ea typeface="Arial"/>
                <a:cs typeface="Arial"/>
              </a:rPr>
              <a:t>Augmentation</a:t>
            </a:r>
          </a:p>
        </p:txBody>
      </p:sp>
      <p:sp>
        <p:nvSpPr>
          <p:cNvPr id="311" name="text-246 Clean">
            <a:extLst xmlns:a="http://schemas.openxmlformats.org/drawingml/2006/main">
              <a:ext uri="{FF2B5EF4-FFF2-40B4-BE49-F238E27FC236}">
                <a16:creationId xmlns:a16="http://schemas.microsoft.com/office/drawing/2014/main" id="{DC71F4B6-B02A-44FE-BEEA-79FE30C2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98696" y="6824516"/>
            <a:ext cx="297999" cy="143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9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09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809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Clean</a:t>
            </a:r>
          </a:p>
        </p:txBody>
      </p:sp>
      <p:sp>
        <p:nvSpPr>
          <p:cNvPr id="312" name="text-246 Records">
            <a:extLst xmlns:a="http://schemas.openxmlformats.org/drawingml/2006/main">
              <a:ext uri="{FF2B5EF4-FFF2-40B4-BE49-F238E27FC236}">
                <a16:creationId xmlns:a16="http://schemas.microsoft.com/office/drawing/2014/main" id="{994C7DA9-91CD-4347-ACDF-F01907C4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06712" y="6824469"/>
            <a:ext cx="429493" cy="1439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10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10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810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Records</a:t>
            </a:r>
          </a:p>
        </p:txBody>
      </p:sp>
      <p:sp>
        <p:nvSpPr>
          <p:cNvPr id="313" name="text-246 from">
            <a:extLst xmlns:a="http://schemas.openxmlformats.org/drawingml/2006/main">
              <a:ext uri="{FF2B5EF4-FFF2-40B4-BE49-F238E27FC236}">
                <a16:creationId xmlns:a16="http://schemas.microsoft.com/office/drawing/2014/main" id="{4A523A95-B3F7-43C1-A659-C0BBF16E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46284" y="6824593"/>
            <a:ext cx="246442" cy="143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9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09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809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from</a:t>
            </a:r>
          </a:p>
        </p:txBody>
      </p:sp>
      <p:sp>
        <p:nvSpPr>
          <p:cNvPr id="314" name="text-247 Collected">
            <a:extLst xmlns:a="http://schemas.openxmlformats.org/drawingml/2006/main">
              <a:ext uri="{FF2B5EF4-FFF2-40B4-BE49-F238E27FC236}">
                <a16:creationId xmlns:a16="http://schemas.microsoft.com/office/drawing/2014/main" id="{B59E7A65-19C5-4DF5-A313-C68A9D12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8649" y="6942915"/>
            <a:ext cx="480296" cy="143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9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09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809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Collected</a:t>
            </a:r>
          </a:p>
        </p:txBody>
      </p:sp>
      <p:sp>
        <p:nvSpPr>
          <p:cNvPr id="315" name="text-247 &amp;">
            <a:extLst xmlns:a="http://schemas.openxmlformats.org/drawingml/2006/main">
              <a:ext uri="{FF2B5EF4-FFF2-40B4-BE49-F238E27FC236}">
                <a16:creationId xmlns:a16="http://schemas.microsoft.com/office/drawing/2014/main" id="{F5032B55-B273-40CE-8640-59C527F2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49283" y="6942926"/>
            <a:ext cx="92539" cy="143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9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09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809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316" name="text-247 Synthetic">
            <a:extLst xmlns:a="http://schemas.openxmlformats.org/drawingml/2006/main">
              <a:ext uri="{FF2B5EF4-FFF2-40B4-BE49-F238E27FC236}">
                <a16:creationId xmlns:a16="http://schemas.microsoft.com/office/drawing/2014/main" id="{59E7682B-C8A2-4E9F-BA84-E0141A8D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51817" y="6942885"/>
            <a:ext cx="480438" cy="143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9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09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809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Synthetic</a:t>
            </a:r>
          </a:p>
        </p:txBody>
      </p:sp>
      <p:sp>
        <p:nvSpPr>
          <p:cNvPr id="317" name="text-248 Streams">
            <a:extLst xmlns:a="http://schemas.openxmlformats.org/drawingml/2006/main">
              <a:ext uri="{FF2B5EF4-FFF2-40B4-BE49-F238E27FC236}">
                <a16:creationId xmlns:a16="http://schemas.microsoft.com/office/drawing/2014/main" id="{D176E2A9-69CF-43D5-8F7D-824EAEC0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83874" y="7061253"/>
            <a:ext cx="423425" cy="143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9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09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809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Streams</a:t>
            </a:r>
          </a:p>
        </p:txBody>
      </p:sp>
      <p:sp>
        <p:nvSpPr>
          <p:cNvPr id="318" name="path-249">
            <a:extLst xmlns:a="http://schemas.openxmlformats.org/drawingml/2006/main">
              <a:ext uri="{FF2B5EF4-FFF2-40B4-BE49-F238E27FC236}">
                <a16:creationId xmlns:a16="http://schemas.microsoft.com/office/drawing/2014/main" id="{0538F68C-80B7-481D-BF79-958862B0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5044" y="7267990"/>
            <a:ext cx="678766" cy="912491"/>
          </a:xfrm>
          <a:custGeom xmlns:a="http://schemas.openxmlformats.org/drawingml/2006/main">
            <a:pathLst>
              <a:path w="827718" h="1112732">
                <a:moveTo>
                  <a:pt x="441" y="22844"/>
                </a:moveTo>
                <a:lnTo>
                  <a:pt x="441" y="22844"/>
                </a:lnTo>
                <a:cubicBezTo>
                  <a:pt x="441" y="18814"/>
                  <a:pt x="1342" y="14782"/>
                  <a:pt x="3588" y="11652"/>
                </a:cubicBezTo>
                <a:cubicBezTo>
                  <a:pt x="5374" y="8063"/>
                  <a:pt x="8521" y="4917"/>
                  <a:pt x="11651" y="3130"/>
                </a:cubicBezTo>
                <a:cubicBezTo>
                  <a:pt x="15239" y="1343"/>
                  <a:pt x="19271" y="0"/>
                  <a:pt x="23302" y="0"/>
                </a:cubicBezTo>
                <a:lnTo>
                  <a:pt x="804856" y="442"/>
                </a:lnTo>
                <a:cubicBezTo>
                  <a:pt x="808888" y="442"/>
                  <a:pt x="812919" y="1343"/>
                  <a:pt x="816067" y="3572"/>
                </a:cubicBezTo>
                <a:cubicBezTo>
                  <a:pt x="819655" y="5375"/>
                  <a:pt x="822785" y="8505"/>
                  <a:pt x="824573" y="11652"/>
                </a:cubicBezTo>
                <a:cubicBezTo>
                  <a:pt x="826375" y="15225"/>
                  <a:pt x="827718" y="19256"/>
                  <a:pt x="827718" y="23303"/>
                </a:cubicBezTo>
                <a:lnTo>
                  <a:pt x="827718" y="1089872"/>
                </a:lnTo>
                <a:cubicBezTo>
                  <a:pt x="827718" y="1093904"/>
                  <a:pt x="826816" y="1097935"/>
                  <a:pt x="824573" y="1101081"/>
                </a:cubicBezTo>
                <a:cubicBezTo>
                  <a:pt x="822785" y="1104669"/>
                  <a:pt x="819655" y="1107799"/>
                  <a:pt x="816510" y="1109586"/>
                </a:cubicBezTo>
                <a:cubicBezTo>
                  <a:pt x="812919" y="1111389"/>
                  <a:pt x="808888" y="1112732"/>
                  <a:pt x="804856" y="1112732"/>
                </a:cubicBezTo>
                <a:lnTo>
                  <a:pt x="22859" y="1112732"/>
                </a:lnTo>
                <a:cubicBezTo>
                  <a:pt x="18810" y="1112732"/>
                  <a:pt x="14781" y="1111831"/>
                  <a:pt x="11651" y="1109586"/>
                </a:cubicBezTo>
                <a:cubicBezTo>
                  <a:pt x="8060" y="1107799"/>
                  <a:pt x="4930" y="1104669"/>
                  <a:pt x="3130" y="1101523"/>
                </a:cubicBezTo>
                <a:cubicBezTo>
                  <a:pt x="1342" y="1097935"/>
                  <a:pt x="0" y="1093904"/>
                  <a:pt x="0" y="1089872"/>
                </a:cubicBezTo>
                <a:lnTo>
                  <a:pt x="441" y="2284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332">
            <a:solidFill>
              <a:srgbClr val="9CBEE0"/>
            </a:solidFill>
            <a:prstDash val="solid"/>
          </a:ln>
        </p:spPr>
      </p:sp>
      <p:pic>
        <p:nvPic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603A9D2E-373B-4783-A7A1-EFD2597D67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6bb5b275d5409f"/>
          <a:stretch xmlns:a="http://schemas.openxmlformats.org/drawingml/2006/main"/>
        </p:blipFill>
        <p:spPr>
          <a:xfrm xmlns:a="http://schemas.openxmlformats.org/drawingml/2006/main">
            <a:off x="13071058" y="7307724"/>
            <a:ext cx="607476" cy="785961"/>
          </a:xfrm>
          <a:prstGeom xmlns:a="http://schemas.openxmlformats.org/drawingml/2006/main" prst="rect">
            <a:avLst/>
          </a:prstGeom>
        </p:spPr>
      </p:pic>
      <p:sp>
        <p:nvSpPr>
          <p:cNvPr id="320" name="path-251">
            <a:extLst xmlns:a="http://schemas.openxmlformats.org/drawingml/2006/main">
              <a:ext uri="{FF2B5EF4-FFF2-40B4-BE49-F238E27FC236}">
                <a16:creationId xmlns:a16="http://schemas.microsoft.com/office/drawing/2014/main" id="{00C3F7F0-710C-44ED-8196-0FC94B31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421" y="6739156"/>
            <a:ext cx="2177047" cy="1531363"/>
          </a:xfrm>
          <a:custGeom xmlns:a="http://schemas.openxmlformats.org/drawingml/2006/main">
            <a:pathLst>
              <a:path w="2654787" h="1867412">
                <a:moveTo>
                  <a:pt x="0" y="64535"/>
                </a:moveTo>
                <a:lnTo>
                  <a:pt x="0" y="64535"/>
                </a:lnTo>
                <a:cubicBezTo>
                  <a:pt x="0" y="53326"/>
                  <a:pt x="3130" y="42133"/>
                  <a:pt x="8521" y="32267"/>
                </a:cubicBezTo>
                <a:cubicBezTo>
                  <a:pt x="14340" y="22403"/>
                  <a:pt x="22403" y="14339"/>
                  <a:pt x="32269" y="8521"/>
                </a:cubicBezTo>
                <a:cubicBezTo>
                  <a:pt x="42134" y="2688"/>
                  <a:pt x="53327" y="0"/>
                  <a:pt x="64535" y="0"/>
                </a:cubicBezTo>
                <a:lnTo>
                  <a:pt x="2589809" y="0"/>
                </a:lnTo>
                <a:cubicBezTo>
                  <a:pt x="2601019" y="0"/>
                  <a:pt x="2612212" y="3130"/>
                  <a:pt x="2622078" y="8521"/>
                </a:cubicBezTo>
                <a:cubicBezTo>
                  <a:pt x="2631943" y="14339"/>
                  <a:pt x="2640006" y="22403"/>
                  <a:pt x="2645823" y="32267"/>
                </a:cubicBezTo>
                <a:cubicBezTo>
                  <a:pt x="2651657" y="42133"/>
                  <a:pt x="2654344" y="53326"/>
                  <a:pt x="2654344" y="64535"/>
                </a:cubicBezTo>
                <a:lnTo>
                  <a:pt x="2654787" y="1802420"/>
                </a:lnTo>
                <a:cubicBezTo>
                  <a:pt x="2654787" y="1813628"/>
                  <a:pt x="2651657" y="1824838"/>
                  <a:pt x="2646281" y="1834687"/>
                </a:cubicBezTo>
                <a:cubicBezTo>
                  <a:pt x="2640447" y="1844552"/>
                  <a:pt x="2632384" y="1852615"/>
                  <a:pt x="2622519" y="1858448"/>
                </a:cubicBezTo>
                <a:cubicBezTo>
                  <a:pt x="2612670" y="1864266"/>
                  <a:pt x="2601463" y="1866954"/>
                  <a:pt x="2590253" y="1866954"/>
                </a:cubicBezTo>
                <a:lnTo>
                  <a:pt x="64535" y="1867412"/>
                </a:lnTo>
                <a:cubicBezTo>
                  <a:pt x="53327" y="1867412"/>
                  <a:pt x="42134" y="1864266"/>
                  <a:pt x="32269" y="1858891"/>
                </a:cubicBezTo>
                <a:cubicBezTo>
                  <a:pt x="22403" y="1853073"/>
                  <a:pt x="14340" y="1844995"/>
                  <a:pt x="8521" y="1835145"/>
                </a:cubicBezTo>
                <a:cubicBezTo>
                  <a:pt x="2689" y="1825281"/>
                  <a:pt x="0" y="1814072"/>
                  <a:pt x="0" y="1802879"/>
                </a:cubicBezTo>
                <a:lnTo>
                  <a:pt x="0" y="64535"/>
                </a:lnTo>
              </a:path>
            </a:pathLst>
          </a:custGeom>
          <a:solidFill xmlns:a="http://schemas.openxmlformats.org/drawingml/2006/main">
            <a:srgbClr val="FEF9F3"/>
          </a:solidFill>
          <a:ln xmlns:a="http://schemas.openxmlformats.org/drawingml/2006/main" w="12862">
            <a:solidFill>
              <a:srgbClr val="EDBE93"/>
            </a:solidFill>
            <a:prstDash val="solid"/>
          </a:ln>
        </p:spPr>
      </p:sp>
      <p:sp>
        <p:nvSpPr>
          <p:cNvPr id="321" name="text-252 Propagation">
            <a:extLst xmlns:a="http://schemas.openxmlformats.org/drawingml/2006/main">
              <a:ext uri="{FF2B5EF4-FFF2-40B4-BE49-F238E27FC236}">
                <a16:creationId xmlns:a16="http://schemas.microsoft.com/office/drawing/2014/main" id="{897FCC82-07A0-40C6-A517-0C1FF77A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2579" y="6826875"/>
            <a:ext cx="756075" cy="176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990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Propagation</a:t>
            </a:r>
          </a:p>
        </p:txBody>
      </p:sp>
      <p:sp>
        <p:nvSpPr>
          <p:cNvPr id="322" name="text-252 &amp;">
            <a:extLst xmlns:a="http://schemas.openxmlformats.org/drawingml/2006/main">
              <a:ext uri="{FF2B5EF4-FFF2-40B4-BE49-F238E27FC236}">
                <a16:creationId xmlns:a16="http://schemas.microsoft.com/office/drawing/2014/main" id="{36CB9B8E-A28E-4E2D-B182-174C75D3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61095" y="6826877"/>
            <a:ext cx="113403" cy="176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990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323" name="text-252 Reproduction">
            <a:extLst xmlns:a="http://schemas.openxmlformats.org/drawingml/2006/main">
              <a:ext uri="{FF2B5EF4-FFF2-40B4-BE49-F238E27FC236}">
                <a16:creationId xmlns:a16="http://schemas.microsoft.com/office/drawing/2014/main" id="{7725A552-C77E-4F29-AE52-62E8CE6B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86899" y="6826799"/>
            <a:ext cx="840294" cy="176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991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Reproduction</a:t>
            </a:r>
          </a:p>
        </p:txBody>
      </p:sp>
      <p:pic>
        <p:nvPic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F9D2BF2A-211C-4B64-901A-4ED49048FA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e34c0d6d7c4b4e"/>
          <a:stretch xmlns:a="http://schemas.openxmlformats.org/drawingml/2006/main"/>
        </p:blipFill>
        <p:spPr>
          <a:xfrm xmlns:a="http://schemas.openxmlformats.org/drawingml/2006/main">
            <a:off x="10661016" y="7246300"/>
            <a:ext cx="239972" cy="239972"/>
          </a:xfrm>
          <a:prstGeom xmlns:a="http://schemas.openxmlformats.org/drawingml/2006/main" prst="rect">
            <a:avLst/>
          </a:prstGeom>
        </p:spPr>
      </p:pic>
      <p:sp>
        <p:nvSpPr>
          <p:cNvPr id="325" name="text-254 Paper">
            <a:extLst xmlns:a="http://schemas.openxmlformats.org/drawingml/2006/main">
              <a:ext uri="{FF2B5EF4-FFF2-40B4-BE49-F238E27FC236}">
                <a16:creationId xmlns:a16="http://schemas.microsoft.com/office/drawing/2014/main" id="{7EC4ABF8-63AC-4ACE-819D-67675FA5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7214" y="7228831"/>
            <a:ext cx="332325" cy="163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9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19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919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Paper</a:t>
            </a:r>
          </a:p>
        </p:txBody>
      </p:sp>
      <p:sp>
        <p:nvSpPr>
          <p:cNvPr id="326" name="text-254 tone">
            <a:extLst xmlns:a="http://schemas.openxmlformats.org/drawingml/2006/main">
              <a:ext uri="{FF2B5EF4-FFF2-40B4-BE49-F238E27FC236}">
                <a16:creationId xmlns:a16="http://schemas.microsoft.com/office/drawing/2014/main" id="{99172457-96CF-4166-A38E-17DD4DD1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00903" y="7228813"/>
            <a:ext cx="248090" cy="163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9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19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919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tone</a:t>
            </a:r>
          </a:p>
        </p:txBody>
      </p:sp>
      <p:sp>
        <p:nvSpPr>
          <p:cNvPr id="327" name="text-254 &amp;">
            <a:extLst xmlns:a="http://schemas.openxmlformats.org/drawingml/2006/main">
              <a:ext uri="{FF2B5EF4-FFF2-40B4-BE49-F238E27FC236}">
                <a16:creationId xmlns:a16="http://schemas.microsoft.com/office/drawing/2014/main" id="{3E7D17DA-411F-46AA-BACA-EC565430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60336" y="7228622"/>
            <a:ext cx="98989" cy="163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92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328" name="text-255 texture">
            <a:extLst xmlns:a="http://schemas.openxmlformats.org/drawingml/2006/main">
              <a:ext uri="{FF2B5EF4-FFF2-40B4-BE49-F238E27FC236}">
                <a16:creationId xmlns:a16="http://schemas.microsoft.com/office/drawing/2014/main" id="{7B54BBA9-89E6-440F-A638-66146A23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7214" y="7360723"/>
            <a:ext cx="377809" cy="163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9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19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919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texture</a:t>
            </a:r>
          </a:p>
        </p:txBody>
      </p:sp>
      <p:pic>
        <p:nvPic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E4217B92-DC81-4A76-992B-9F345867CE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d452d154ef40a1"/>
          <a:stretch xmlns:a="http://schemas.openxmlformats.org/drawingml/2006/main"/>
        </p:blipFill>
        <p:spPr>
          <a:xfrm xmlns:a="http://schemas.openxmlformats.org/drawingml/2006/main">
            <a:off x="11692947" y="7246300"/>
            <a:ext cx="239972" cy="239972"/>
          </a:xfrm>
          <a:prstGeom xmlns:a="http://schemas.openxmlformats.org/drawingml/2006/main" prst="rect">
            <a:avLst/>
          </a:prstGeom>
        </p:spPr>
      </p:pic>
      <p:sp>
        <p:nvSpPr>
          <p:cNvPr id="330" name="text-257 Noise">
            <a:extLst xmlns:a="http://schemas.openxmlformats.org/drawingml/2006/main">
              <a:ext uri="{FF2B5EF4-FFF2-40B4-BE49-F238E27FC236}">
                <a16:creationId xmlns:a16="http://schemas.microsoft.com/office/drawing/2014/main" id="{A98EA2B4-AE57-418C-A67E-990E5D69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89148" y="7228755"/>
            <a:ext cx="319503" cy="1634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9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19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919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Noise</a:t>
            </a:r>
          </a:p>
        </p:txBody>
      </p:sp>
      <p:sp>
        <p:nvSpPr>
          <p:cNvPr id="331" name="text-257 &amp;">
            <a:extLst xmlns:a="http://schemas.openxmlformats.org/drawingml/2006/main">
              <a:ext uri="{FF2B5EF4-FFF2-40B4-BE49-F238E27FC236}">
                <a16:creationId xmlns:a16="http://schemas.microsoft.com/office/drawing/2014/main" id="{8FB25F51-BAC0-48AB-8BC2-A96BC568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19749" y="7228622"/>
            <a:ext cx="98989" cy="1636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1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921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332" name="text-258 compression">
            <a:extLst xmlns:a="http://schemas.openxmlformats.org/drawingml/2006/main">
              <a:ext uri="{FF2B5EF4-FFF2-40B4-BE49-F238E27FC236}">
                <a16:creationId xmlns:a16="http://schemas.microsoft.com/office/drawing/2014/main" id="{F15E41B1-F1F0-439A-AE92-2D8DE7C4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89148" y="7360740"/>
            <a:ext cx="682465" cy="163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9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19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919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compression</a:t>
            </a:r>
          </a:p>
        </p:txBody>
      </p:sp>
      <p:pic>
        <p:nvPic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3D5B75A1-5C89-4A4F-9E8A-DDD161DA1A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b8dcdc23b543a2"/>
          <a:stretch xmlns:a="http://schemas.openxmlformats.org/drawingml/2006/main"/>
        </p:blipFill>
        <p:spPr>
          <a:xfrm xmlns:a="http://schemas.openxmlformats.org/drawingml/2006/main">
            <a:off x="10661016" y="7805264"/>
            <a:ext cx="239972" cy="239972"/>
          </a:xfrm>
          <a:prstGeom xmlns:a="http://schemas.openxmlformats.org/drawingml/2006/main" prst="rect">
            <a:avLst/>
          </a:prstGeom>
        </p:spPr>
      </p:pic>
      <p:sp>
        <p:nvSpPr>
          <p:cNvPr id="334" name="text-260 Printing">
            <a:extLst xmlns:a="http://schemas.openxmlformats.org/drawingml/2006/main">
              <a:ext uri="{FF2B5EF4-FFF2-40B4-BE49-F238E27FC236}">
                <a16:creationId xmlns:a16="http://schemas.microsoft.com/office/drawing/2014/main" id="{965140AD-6CE6-4C3D-8F90-77E326DB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7214" y="7787794"/>
            <a:ext cx="416600" cy="163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9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19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919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Printing</a:t>
            </a:r>
          </a:p>
        </p:txBody>
      </p:sp>
      <p:sp>
        <p:nvSpPr>
          <p:cNvPr id="335" name="text-260 /">
            <a:extLst xmlns:a="http://schemas.openxmlformats.org/drawingml/2006/main">
              <a:ext uri="{FF2B5EF4-FFF2-40B4-BE49-F238E27FC236}">
                <a16:creationId xmlns:a16="http://schemas.microsoft.com/office/drawing/2014/main" id="{0FE4F828-710C-4831-8E8B-6D925475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85161" y="7787677"/>
            <a:ext cx="53495" cy="1635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0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0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920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/</a:t>
            </a:r>
          </a:p>
        </p:txBody>
      </p:sp>
      <p:sp>
        <p:nvSpPr>
          <p:cNvPr id="336" name="text-261 scanning">
            <a:extLst xmlns:a="http://schemas.openxmlformats.org/drawingml/2006/main">
              <a:ext uri="{FF2B5EF4-FFF2-40B4-BE49-F238E27FC236}">
                <a16:creationId xmlns:a16="http://schemas.microsoft.com/office/drawing/2014/main" id="{CDB7D6F3-F235-44AF-A52A-260E77CF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7214" y="7919728"/>
            <a:ext cx="488001" cy="163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9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19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919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scanning</a:t>
            </a:r>
          </a:p>
        </p:txBody>
      </p:sp>
      <p:pic>
        <p:nvPic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232FC56E-9664-4E9B-ADED-CA9D61585E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7bc21aa11b4f65"/>
          <a:stretch xmlns:a="http://schemas.openxmlformats.org/drawingml/2006/main"/>
        </p:blipFill>
        <p:spPr>
          <a:xfrm xmlns:a="http://schemas.openxmlformats.org/drawingml/2006/main">
            <a:off x="11692947" y="7805264"/>
            <a:ext cx="239972" cy="239972"/>
          </a:xfrm>
          <a:prstGeom xmlns:a="http://schemas.openxmlformats.org/drawingml/2006/main" prst="rect">
            <a:avLst/>
          </a:prstGeom>
        </p:spPr>
      </p:pic>
      <p:sp>
        <p:nvSpPr>
          <p:cNvPr id="338" name="text-263 Scan">
            <a:extLst xmlns:a="http://schemas.openxmlformats.org/drawingml/2006/main">
              <a:ext uri="{FF2B5EF4-FFF2-40B4-BE49-F238E27FC236}">
                <a16:creationId xmlns:a16="http://schemas.microsoft.com/office/drawing/2014/main" id="{C457D72E-9E6F-44E4-924C-95581506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89148" y="7853505"/>
            <a:ext cx="287130" cy="163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9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19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919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Scan</a:t>
            </a:r>
          </a:p>
        </p:txBody>
      </p:sp>
      <p:sp>
        <p:nvSpPr>
          <p:cNvPr id="339" name="text-263 bands">
            <a:extLst xmlns:a="http://schemas.openxmlformats.org/drawingml/2006/main">
              <a:ext uri="{FF2B5EF4-FFF2-40B4-BE49-F238E27FC236}">
                <a16:creationId xmlns:a16="http://schemas.microsoft.com/office/drawing/2014/main" id="{92BBA58A-0D3C-436B-A419-E6E37708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379" y="7853497"/>
            <a:ext cx="339117" cy="1634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0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0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920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bands</a:t>
            </a:r>
          </a:p>
        </p:txBody>
      </p:sp>
      <p:sp>
        <p:nvSpPr>
          <p:cNvPr id="340" name="path-264">
            <a:extLst xmlns:a="http://schemas.openxmlformats.org/drawingml/2006/main">
              <a:ext uri="{FF2B5EF4-FFF2-40B4-BE49-F238E27FC236}">
                <a16:creationId xmlns:a16="http://schemas.microsoft.com/office/drawing/2014/main" id="{ACA9FBB0-BE6A-4420-9E9C-B1703BDD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6975" y="6738417"/>
            <a:ext cx="2488323" cy="1527695"/>
          </a:xfrm>
          <a:custGeom xmlns:a="http://schemas.openxmlformats.org/drawingml/2006/main">
            <a:pathLst>
              <a:path w="3034372" h="1862939">
                <a:moveTo>
                  <a:pt x="443" y="64535"/>
                </a:moveTo>
                <a:lnTo>
                  <a:pt x="443" y="64535"/>
                </a:lnTo>
                <a:cubicBezTo>
                  <a:pt x="443" y="53342"/>
                  <a:pt x="3588" y="42133"/>
                  <a:pt x="8964" y="32267"/>
                </a:cubicBezTo>
                <a:cubicBezTo>
                  <a:pt x="14784" y="22418"/>
                  <a:pt x="22847" y="14339"/>
                  <a:pt x="32710" y="8522"/>
                </a:cubicBezTo>
                <a:cubicBezTo>
                  <a:pt x="42575" y="3146"/>
                  <a:pt x="53768" y="0"/>
                  <a:pt x="64978" y="0"/>
                </a:cubicBezTo>
                <a:lnTo>
                  <a:pt x="2969837" y="459"/>
                </a:lnTo>
                <a:cubicBezTo>
                  <a:pt x="2981030" y="459"/>
                  <a:pt x="2992240" y="3589"/>
                  <a:pt x="3002105" y="8964"/>
                </a:cubicBezTo>
                <a:cubicBezTo>
                  <a:pt x="3011954" y="14798"/>
                  <a:pt x="3020034" y="22861"/>
                  <a:pt x="3025851" y="32726"/>
                </a:cubicBezTo>
                <a:cubicBezTo>
                  <a:pt x="3031227" y="42575"/>
                  <a:pt x="3034372" y="53784"/>
                  <a:pt x="3034372" y="64993"/>
                </a:cubicBezTo>
                <a:lnTo>
                  <a:pt x="3034372" y="1798404"/>
                </a:lnTo>
                <a:cubicBezTo>
                  <a:pt x="3034372" y="1809597"/>
                  <a:pt x="3031227" y="1820807"/>
                  <a:pt x="3025851" y="1830671"/>
                </a:cubicBezTo>
                <a:cubicBezTo>
                  <a:pt x="3020034" y="1840521"/>
                  <a:pt x="3011954" y="1848584"/>
                  <a:pt x="3002105" y="1854418"/>
                </a:cubicBezTo>
                <a:cubicBezTo>
                  <a:pt x="2992240" y="1859793"/>
                  <a:pt x="2981030" y="1862939"/>
                  <a:pt x="2969837" y="1862939"/>
                </a:cubicBezTo>
                <a:lnTo>
                  <a:pt x="64535" y="1862939"/>
                </a:lnTo>
                <a:cubicBezTo>
                  <a:pt x="53325" y="1862939"/>
                  <a:pt x="42117" y="1859793"/>
                  <a:pt x="32269" y="1854418"/>
                </a:cubicBezTo>
                <a:cubicBezTo>
                  <a:pt x="22403" y="1848584"/>
                  <a:pt x="14340" y="1840521"/>
                  <a:pt x="8506" y="1830671"/>
                </a:cubicBezTo>
                <a:cubicBezTo>
                  <a:pt x="3130" y="1820807"/>
                  <a:pt x="0" y="1809597"/>
                  <a:pt x="0" y="1798404"/>
                </a:cubicBezTo>
                <a:lnTo>
                  <a:pt x="443" y="64535"/>
                </a:lnTo>
              </a:path>
            </a:pathLst>
          </a:custGeom>
          <a:solidFill xmlns:a="http://schemas.openxmlformats.org/drawingml/2006/main">
            <a:srgbClr val="FEF9F3"/>
          </a:solidFill>
          <a:ln xmlns:a="http://schemas.openxmlformats.org/drawingml/2006/main" w="12862">
            <a:solidFill>
              <a:srgbClr val="EDBE93"/>
            </a:solidFill>
            <a:prstDash val="solid"/>
          </a:ln>
        </p:spPr>
      </p:sp>
      <p:sp>
        <p:nvSpPr>
          <p:cNvPr id="341" name="text-265 Physical">
            <a:extLst xmlns:a="http://schemas.openxmlformats.org/drawingml/2006/main">
              <a:ext uri="{FF2B5EF4-FFF2-40B4-BE49-F238E27FC236}">
                <a16:creationId xmlns:a16="http://schemas.microsoft.com/office/drawing/2014/main" id="{B4C91666-0AA6-4856-8CA5-E093852A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97592" y="6816221"/>
            <a:ext cx="532873" cy="1761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990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Physical</a:t>
            </a:r>
          </a:p>
        </p:txBody>
      </p:sp>
      <p:sp>
        <p:nvSpPr>
          <p:cNvPr id="342" name="text-265 Acquisition">
            <a:extLst xmlns:a="http://schemas.openxmlformats.org/drawingml/2006/main">
              <a:ext uri="{FF2B5EF4-FFF2-40B4-BE49-F238E27FC236}">
                <a16:creationId xmlns:a16="http://schemas.microsoft.com/office/drawing/2014/main" id="{EFBE8AD3-30B4-471C-8425-DD6CA26B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38256" y="6816214"/>
            <a:ext cx="707185" cy="1761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1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1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991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Acquisition</a:t>
            </a:r>
          </a:p>
        </p:txBody>
      </p:sp>
      <p:pic>
        <p:nvPic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A506426E-539C-4174-9B1A-BFFAF6DB58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a3e919a2ad4329"/>
          <a:stretch xmlns:a="http://schemas.openxmlformats.org/drawingml/2006/main"/>
        </p:blipFill>
        <p:spPr>
          <a:xfrm xmlns:a="http://schemas.openxmlformats.org/drawingml/2006/main">
            <a:off x="14145981" y="7111067"/>
            <a:ext cx="239972" cy="239972"/>
          </a:xfrm>
          <a:prstGeom xmlns:a="http://schemas.openxmlformats.org/drawingml/2006/main" prst="rect">
            <a:avLst/>
          </a:prstGeom>
        </p:spPr>
      </p:pic>
      <p:sp>
        <p:nvSpPr>
          <p:cNvPr id="344" name="text-267 Perspective">
            <a:extLst xmlns:a="http://schemas.openxmlformats.org/drawingml/2006/main">
              <a:ext uri="{FF2B5EF4-FFF2-40B4-BE49-F238E27FC236}">
                <a16:creationId xmlns:a16="http://schemas.microsoft.com/office/drawing/2014/main" id="{F7D2AE01-8FD1-4497-A2D0-232C7DCE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65335" y="7089440"/>
            <a:ext cx="646725" cy="167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943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Perspective</a:t>
            </a:r>
          </a:p>
        </p:txBody>
      </p:sp>
      <p:sp>
        <p:nvSpPr>
          <p:cNvPr id="345" name="text-268 distortion">
            <a:extLst xmlns:a="http://schemas.openxmlformats.org/drawingml/2006/main">
              <a:ext uri="{FF2B5EF4-FFF2-40B4-BE49-F238E27FC236}">
                <a16:creationId xmlns:a16="http://schemas.microsoft.com/office/drawing/2014/main" id="{038812A0-A16A-4269-AFB6-9821BA20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65335" y="7224314"/>
            <a:ext cx="507100" cy="167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943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distortion</a:t>
            </a:r>
          </a:p>
        </p:txBody>
      </p:sp>
      <p:pic>
        <p:nvPic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C400FAAC-149D-49ED-86D6-A078769BAC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fe7dd53c294172"/>
          <a:stretch xmlns:a="http://schemas.openxmlformats.org/drawingml/2006/main"/>
        </p:blipFill>
        <p:spPr>
          <a:xfrm xmlns:a="http://schemas.openxmlformats.org/drawingml/2006/main">
            <a:off x="15407606" y="7111067"/>
            <a:ext cx="239972" cy="239972"/>
          </a:xfrm>
          <a:prstGeom xmlns:a="http://schemas.openxmlformats.org/drawingml/2006/main" prst="rect">
            <a:avLst/>
          </a:prstGeom>
        </p:spPr>
      </p:pic>
      <p:sp>
        <p:nvSpPr>
          <p:cNvPr id="347" name="text-270 Uneven">
            <a:extLst xmlns:a="http://schemas.openxmlformats.org/drawingml/2006/main">
              <a:ext uri="{FF2B5EF4-FFF2-40B4-BE49-F238E27FC236}">
                <a16:creationId xmlns:a16="http://schemas.microsoft.com/office/drawing/2014/main" id="{1EEB90BB-C9B8-4E05-9733-178D578B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32106" y="7089398"/>
            <a:ext cx="434127" cy="167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943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Uneven</a:t>
            </a:r>
          </a:p>
        </p:txBody>
      </p:sp>
      <p:sp>
        <p:nvSpPr>
          <p:cNvPr id="348" name="text-271 illumination">
            <a:extLst xmlns:a="http://schemas.openxmlformats.org/drawingml/2006/main">
              <a:ext uri="{FF2B5EF4-FFF2-40B4-BE49-F238E27FC236}">
                <a16:creationId xmlns:a16="http://schemas.microsoft.com/office/drawing/2014/main" id="{9DF804BA-3D30-4F59-959A-954E0A86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32106" y="7224232"/>
            <a:ext cx="620583" cy="167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943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illumination</a:t>
            </a:r>
          </a:p>
        </p:txBody>
      </p:sp>
      <p:pic>
        <p:nvPic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347D22DB-BBE6-4B5D-B34B-2E4B3E7766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1577d2f38c4356"/>
          <a:stretch xmlns:a="http://schemas.openxmlformats.org/drawingml/2006/main"/>
        </p:blipFill>
        <p:spPr>
          <a:xfrm xmlns:a="http://schemas.openxmlformats.org/drawingml/2006/main">
            <a:off x="14151490" y="7521925"/>
            <a:ext cx="239972" cy="239972"/>
          </a:xfrm>
          <a:prstGeom xmlns:a="http://schemas.openxmlformats.org/drawingml/2006/main" prst="rect">
            <a:avLst/>
          </a:prstGeom>
        </p:spPr>
      </p:pic>
      <p:sp>
        <p:nvSpPr>
          <p:cNvPr id="350" name="text-273 Page">
            <a:extLst xmlns:a="http://schemas.openxmlformats.org/drawingml/2006/main">
              <a:ext uri="{FF2B5EF4-FFF2-40B4-BE49-F238E27FC236}">
                <a16:creationId xmlns:a16="http://schemas.microsoft.com/office/drawing/2014/main" id="{EB25571B-0DEF-4913-BFB8-2BCAE070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5992" y="7500770"/>
            <a:ext cx="300810" cy="167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2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942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Page</a:t>
            </a:r>
          </a:p>
        </p:txBody>
      </p:sp>
      <p:sp>
        <p:nvSpPr>
          <p:cNvPr id="351" name="text-274 curvature">
            <a:extLst xmlns:a="http://schemas.openxmlformats.org/drawingml/2006/main">
              <a:ext uri="{FF2B5EF4-FFF2-40B4-BE49-F238E27FC236}">
                <a16:creationId xmlns:a16="http://schemas.microsoft.com/office/drawing/2014/main" id="{08F54DC4-AABD-4724-A543-B991288A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5992" y="7635494"/>
            <a:ext cx="520606" cy="1677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943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curvature</a:t>
            </a:r>
          </a:p>
        </p:txBody>
      </p:sp>
      <p:pic>
        <p:nvPic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A5C51860-5949-4440-B0C5-ED0CAC11AA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7c27de8e8442da"/>
          <a:stretch xmlns:a="http://schemas.openxmlformats.org/drawingml/2006/main"/>
        </p:blipFill>
        <p:spPr>
          <a:xfrm xmlns:a="http://schemas.openxmlformats.org/drawingml/2006/main">
            <a:off x="15407606" y="7521925"/>
            <a:ext cx="239972" cy="239972"/>
          </a:xfrm>
          <a:prstGeom xmlns:a="http://schemas.openxmlformats.org/drawingml/2006/main" prst="rect">
            <a:avLst/>
          </a:prstGeom>
        </p:spPr>
      </p:pic>
      <p:sp>
        <p:nvSpPr>
          <p:cNvPr id="353" name="text-276 Screen">
            <a:extLst xmlns:a="http://schemas.openxmlformats.org/drawingml/2006/main">
              <a:ext uri="{FF2B5EF4-FFF2-40B4-BE49-F238E27FC236}">
                <a16:creationId xmlns:a16="http://schemas.microsoft.com/office/drawing/2014/main" id="{C79E5304-7361-449C-8015-88636416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32106" y="7500627"/>
            <a:ext cx="400803" cy="1677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943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Screen</a:t>
            </a:r>
          </a:p>
        </p:txBody>
      </p:sp>
      <p:sp>
        <p:nvSpPr>
          <p:cNvPr id="354" name="text-277 recapture">
            <a:extLst xmlns:a="http://schemas.openxmlformats.org/drawingml/2006/main">
              <a:ext uri="{FF2B5EF4-FFF2-40B4-BE49-F238E27FC236}">
                <a16:creationId xmlns:a16="http://schemas.microsoft.com/office/drawing/2014/main" id="{F94EA948-5CD5-4CB8-B413-1C7BC990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32106" y="7635494"/>
            <a:ext cx="527291" cy="1677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943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recapture</a:t>
            </a:r>
          </a:p>
        </p:txBody>
      </p:sp>
      <p:pic>
        <p:nvPic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A8A1E597-562E-4002-AA06-09396A5CE1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d6d956d7614215"/>
          <a:stretch xmlns:a="http://schemas.openxmlformats.org/drawingml/2006/main"/>
        </p:blipFill>
        <p:spPr>
          <a:xfrm xmlns:a="http://schemas.openxmlformats.org/drawingml/2006/main">
            <a:off x="14156638" y="7916991"/>
            <a:ext cx="239972" cy="239972"/>
          </a:xfrm>
          <a:prstGeom xmlns:a="http://schemas.openxmlformats.org/drawingml/2006/main" prst="rect">
            <a:avLst/>
          </a:prstGeom>
        </p:spPr>
      </p:pic>
      <p:sp>
        <p:nvSpPr>
          <p:cNvPr id="356" name="text-279 Blur">
            <a:extLst xmlns:a="http://schemas.openxmlformats.org/drawingml/2006/main">
              <a:ext uri="{FF2B5EF4-FFF2-40B4-BE49-F238E27FC236}">
                <a16:creationId xmlns:a16="http://schemas.microsoft.com/office/drawing/2014/main" id="{C8CBAE26-A554-4E63-A8D1-BA4BE508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81514" y="7956240"/>
            <a:ext cx="234543" cy="167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4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944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Blur</a:t>
            </a:r>
          </a:p>
        </p:txBody>
      </p:sp>
      <p:pic>
        <p:nvPic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E0309801-9840-41B9-8F17-6E9D685B70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3617d1c21f438c"/>
          <a:stretch xmlns:a="http://schemas.openxmlformats.org/drawingml/2006/main"/>
        </p:blipFill>
        <p:spPr>
          <a:xfrm xmlns:a="http://schemas.openxmlformats.org/drawingml/2006/main">
            <a:off x="15418263" y="7916991"/>
            <a:ext cx="239972" cy="239972"/>
          </a:xfrm>
          <a:prstGeom xmlns:a="http://schemas.openxmlformats.org/drawingml/2006/main" prst="rect">
            <a:avLst/>
          </a:prstGeom>
        </p:spPr>
      </p:pic>
      <p:sp>
        <p:nvSpPr>
          <p:cNvPr id="358" name="text-281 Moiré">
            <a:extLst xmlns:a="http://schemas.openxmlformats.org/drawingml/2006/main">
              <a:ext uri="{FF2B5EF4-FFF2-40B4-BE49-F238E27FC236}">
                <a16:creationId xmlns:a16="http://schemas.microsoft.com/office/drawing/2014/main" id="{7E347D21-0FE6-4652-AA79-5FB29570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32106" y="7961914"/>
            <a:ext cx="320646" cy="167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3" b="0" i="0">
                <a:solidFill>
                  <a:srgbClr val="3A4757"/>
                </a:solidFill>
                <a:latin typeface="Arial"/>
                <a:ea typeface="Arial"/>
                <a:cs typeface="Arial"/>
              </a:defRPr>
            </a:pPr>
            <a:r>
              <a:rPr sz="943" b="0" i="0">
                <a:solidFill>
                  <a:srgbClr val="3A4757"/>
                </a:solidFill>
                <a:latin typeface="Arial"/>
                <a:ea typeface="Arial"/>
                <a:cs typeface="Arial"/>
              </a:rPr>
              <a:t>Moiré</a:t>
            </a:r>
          </a:p>
        </p:txBody>
      </p:sp>
      <p:sp>
        <p:nvSpPr>
          <p:cNvPr id="359" name="path-282">
            <a:extLst xmlns:a="http://schemas.openxmlformats.org/drawingml/2006/main">
              <a:ext uri="{FF2B5EF4-FFF2-40B4-BE49-F238E27FC236}">
                <a16:creationId xmlns:a16="http://schemas.microsoft.com/office/drawing/2014/main" id="{994E3989-035D-42CA-ACA8-D6A4B9E2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9174" y="8269781"/>
            <a:ext cx="364" cy="183745"/>
          </a:xfrm>
          <a:custGeom xmlns:a="http://schemas.openxmlformats.org/drawingml/2006/main">
            <a:pathLst>
              <a:path w="443" h="224067">
                <a:moveTo>
                  <a:pt x="0" y="0"/>
                </a:moveTo>
                <a:lnTo>
                  <a:pt x="443" y="224067"/>
                </a:lnTo>
              </a:path>
            </a:pathLst>
          </a:custGeom>
          <a:noFill xmlns:a="http://schemas.openxmlformats.org/drawingml/2006/main"/>
          <a:ln xmlns:a="http://schemas.openxmlformats.org/drawingml/2006/main" w="18007">
            <a:solidFill>
              <a:srgbClr val="17202B"/>
            </a:solidFill>
            <a:prstDash val="solid"/>
          </a:ln>
        </p:spPr>
      </p:sp>
      <p:sp>
        <p:nvSpPr>
          <p:cNvPr id="360" name="path-283">
            <a:extLst xmlns:a="http://schemas.openxmlformats.org/drawingml/2006/main">
              <a:ext uri="{FF2B5EF4-FFF2-40B4-BE49-F238E27FC236}">
                <a16:creationId xmlns:a16="http://schemas.microsoft.com/office/drawing/2014/main" id="{A13AD58D-8841-47C1-91AE-8099DA94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0298" y="8399878"/>
            <a:ext cx="97753" cy="78643"/>
          </a:xfrm>
          <a:custGeom xmlns:a="http://schemas.openxmlformats.org/drawingml/2006/main">
            <a:pathLst>
              <a:path w="119204" h="95901">
                <a:moveTo>
                  <a:pt x="119204" y="0"/>
                </a:moveTo>
                <a:lnTo>
                  <a:pt x="59602" y="95901"/>
                </a:lnTo>
                <a:lnTo>
                  <a:pt x="0" y="0"/>
                </a:lnTo>
                <a:lnTo>
                  <a:pt x="119204" y="0"/>
                </a:lnTo>
              </a:path>
            </a:pathLst>
          </a:custGeom>
          <a:solidFill xmlns:a="http://schemas.openxmlformats.org/drawingml/2006/main">
            <a:srgbClr val="17202B"/>
          </a:solidFill>
          <a:ln xmlns:a="http://schemas.openxmlformats.org/drawingml/2006/main" w="4042">
            <a:solidFill>
              <a:srgbClr val="17202B"/>
            </a:solidFill>
            <a:prstDash val="solid"/>
          </a:ln>
        </p:spPr>
      </p:sp>
      <p:sp>
        <p:nvSpPr>
          <p:cNvPr id="361" name="path-284">
            <a:extLst xmlns:a="http://schemas.openxmlformats.org/drawingml/2006/main">
              <a:ext uri="{FF2B5EF4-FFF2-40B4-BE49-F238E27FC236}">
                <a16:creationId xmlns:a16="http://schemas.microsoft.com/office/drawing/2014/main" id="{5A44F46B-E68E-44EF-9427-5D6A7B7F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5793" y="8184889"/>
            <a:ext cx="364" cy="257254"/>
          </a:xfrm>
          <a:custGeom xmlns:a="http://schemas.openxmlformats.org/drawingml/2006/main">
            <a:pathLst>
              <a:path w="443" h="313707">
                <a:moveTo>
                  <a:pt x="0" y="0"/>
                </a:moveTo>
                <a:lnTo>
                  <a:pt x="443" y="313707"/>
                </a:lnTo>
              </a:path>
            </a:pathLst>
          </a:custGeom>
          <a:noFill xmlns:a="http://schemas.openxmlformats.org/drawingml/2006/main"/>
          <a:ln xmlns:a="http://schemas.openxmlformats.org/drawingml/2006/main" w="18007">
            <a:solidFill>
              <a:srgbClr val="17202B"/>
            </a:solidFill>
            <a:prstDash val="solid"/>
          </a:ln>
        </p:spPr>
      </p:sp>
      <p:sp>
        <p:nvSpPr>
          <p:cNvPr id="362" name="path-285">
            <a:extLst xmlns:a="http://schemas.openxmlformats.org/drawingml/2006/main">
              <a:ext uri="{FF2B5EF4-FFF2-40B4-BE49-F238E27FC236}">
                <a16:creationId xmlns:a16="http://schemas.microsoft.com/office/drawing/2014/main" id="{9922730F-4A2E-4981-9710-EB0042F7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8019" y="8396936"/>
            <a:ext cx="97751" cy="78642"/>
          </a:xfrm>
          <a:custGeom xmlns:a="http://schemas.openxmlformats.org/drawingml/2006/main">
            <a:pathLst>
              <a:path w="119202" h="95900">
                <a:moveTo>
                  <a:pt x="119202" y="0"/>
                </a:moveTo>
                <a:lnTo>
                  <a:pt x="59602" y="95900"/>
                </a:lnTo>
                <a:lnTo>
                  <a:pt x="0" y="0"/>
                </a:lnTo>
                <a:lnTo>
                  <a:pt x="119202" y="0"/>
                </a:lnTo>
              </a:path>
            </a:pathLst>
          </a:custGeom>
          <a:solidFill xmlns:a="http://schemas.openxmlformats.org/drawingml/2006/main">
            <a:srgbClr val="17202B"/>
          </a:solidFill>
          <a:ln xmlns:a="http://schemas.openxmlformats.org/drawingml/2006/main" w="4042">
            <a:solidFill>
              <a:srgbClr val="17202B"/>
            </a:solidFill>
            <a:prstDash val="solid"/>
          </a:ln>
        </p:spPr>
      </p:sp>
      <p:sp>
        <p:nvSpPr>
          <p:cNvPr id="363" name="path-286">
            <a:extLst xmlns:a="http://schemas.openxmlformats.org/drawingml/2006/main">
              <a:ext uri="{FF2B5EF4-FFF2-40B4-BE49-F238E27FC236}">
                <a16:creationId xmlns:a16="http://schemas.microsoft.com/office/drawing/2014/main" id="{4B2AA4F2-1BC3-42DB-976F-D08EA212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3394" y="8271984"/>
            <a:ext cx="364" cy="183746"/>
          </a:xfrm>
          <a:custGeom xmlns:a="http://schemas.openxmlformats.org/drawingml/2006/main">
            <a:pathLst>
              <a:path w="443" h="224068">
                <a:moveTo>
                  <a:pt x="0" y="0"/>
                </a:moveTo>
                <a:lnTo>
                  <a:pt x="443" y="224068"/>
                </a:lnTo>
              </a:path>
            </a:pathLst>
          </a:custGeom>
          <a:noFill xmlns:a="http://schemas.openxmlformats.org/drawingml/2006/main"/>
          <a:ln xmlns:a="http://schemas.openxmlformats.org/drawingml/2006/main" w="18007">
            <a:solidFill>
              <a:srgbClr val="17202B"/>
            </a:solidFill>
            <a:prstDash val="solid"/>
          </a:ln>
        </p:spPr>
      </p:sp>
      <p:sp>
        <p:nvSpPr>
          <p:cNvPr id="364" name="path-287">
            <a:extLst xmlns:a="http://schemas.openxmlformats.org/drawingml/2006/main">
              <a:ext uri="{FF2B5EF4-FFF2-40B4-BE49-F238E27FC236}">
                <a16:creationId xmlns:a16="http://schemas.microsoft.com/office/drawing/2014/main" id="{0530A9D5-E9D7-4BD4-B89C-23A58DC0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4503" y="8399140"/>
            <a:ext cx="97767" cy="78642"/>
          </a:xfrm>
          <a:custGeom xmlns:a="http://schemas.openxmlformats.org/drawingml/2006/main">
            <a:pathLst>
              <a:path w="119221" h="95900">
                <a:moveTo>
                  <a:pt x="119221" y="0"/>
                </a:moveTo>
                <a:lnTo>
                  <a:pt x="59619" y="95900"/>
                </a:lnTo>
                <a:lnTo>
                  <a:pt x="0" y="0"/>
                </a:lnTo>
                <a:lnTo>
                  <a:pt x="119221" y="0"/>
                </a:lnTo>
              </a:path>
            </a:pathLst>
          </a:custGeom>
          <a:solidFill xmlns:a="http://schemas.openxmlformats.org/drawingml/2006/main">
            <a:srgbClr val="17202B"/>
          </a:solidFill>
          <a:ln xmlns:a="http://schemas.openxmlformats.org/drawingml/2006/main" w="4042">
            <a:solidFill>
              <a:srgbClr val="17202B"/>
            </a:solidFill>
            <a:prstDash val="solid"/>
          </a:ln>
        </p:spPr>
      </p:sp>
      <p:sp>
        <p:nvSpPr>
          <p:cNvPr id="365" name="path-288">
            <a:extLst xmlns:a="http://schemas.openxmlformats.org/drawingml/2006/main">
              <a:ext uri="{FF2B5EF4-FFF2-40B4-BE49-F238E27FC236}">
                <a16:creationId xmlns:a16="http://schemas.microsoft.com/office/drawing/2014/main" id="{F4145100-ABC0-4CCB-A060-CBDF7373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421" y="8486599"/>
            <a:ext cx="5993877" cy="970935"/>
          </a:xfrm>
          <a:custGeom xmlns:a="http://schemas.openxmlformats.org/drawingml/2006/main">
            <a:pathLst>
              <a:path w="7309200" h="1184001">
                <a:moveTo>
                  <a:pt x="0" y="56914"/>
                </a:moveTo>
                <a:lnTo>
                  <a:pt x="0" y="56914"/>
                </a:lnTo>
                <a:cubicBezTo>
                  <a:pt x="0" y="47064"/>
                  <a:pt x="2689" y="37199"/>
                  <a:pt x="7620" y="28235"/>
                </a:cubicBezTo>
                <a:cubicBezTo>
                  <a:pt x="12552" y="19730"/>
                  <a:pt x="19714" y="12552"/>
                  <a:pt x="28678" y="7620"/>
                </a:cubicBezTo>
                <a:cubicBezTo>
                  <a:pt x="37201" y="2703"/>
                  <a:pt x="47050" y="0"/>
                  <a:pt x="56915" y="0"/>
                </a:cubicBezTo>
                <a:lnTo>
                  <a:pt x="7251827" y="0"/>
                </a:lnTo>
                <a:cubicBezTo>
                  <a:pt x="7261692" y="0"/>
                  <a:pt x="7271558" y="2703"/>
                  <a:pt x="7280505" y="7620"/>
                </a:cubicBezTo>
                <a:cubicBezTo>
                  <a:pt x="7289028" y="12552"/>
                  <a:pt x="7296204" y="19730"/>
                  <a:pt x="7301123" y="28694"/>
                </a:cubicBezTo>
                <a:cubicBezTo>
                  <a:pt x="7306055" y="37199"/>
                  <a:pt x="7308742" y="47064"/>
                  <a:pt x="7308742" y="56914"/>
                </a:cubicBezTo>
                <a:lnTo>
                  <a:pt x="7309200" y="1126629"/>
                </a:lnTo>
                <a:cubicBezTo>
                  <a:pt x="7309200" y="1136493"/>
                  <a:pt x="7306513" y="1146359"/>
                  <a:pt x="7301580" y="1155323"/>
                </a:cubicBezTo>
                <a:cubicBezTo>
                  <a:pt x="7296648" y="1163828"/>
                  <a:pt x="7289469" y="1171005"/>
                  <a:pt x="7280505" y="1175938"/>
                </a:cubicBezTo>
                <a:cubicBezTo>
                  <a:pt x="7272001" y="1180855"/>
                  <a:pt x="7262136" y="1183543"/>
                  <a:pt x="7252287" y="1183543"/>
                </a:cubicBezTo>
                <a:lnTo>
                  <a:pt x="56915" y="1184001"/>
                </a:lnTo>
                <a:cubicBezTo>
                  <a:pt x="47050" y="1184001"/>
                  <a:pt x="37201" y="1181313"/>
                  <a:pt x="28237" y="1176381"/>
                </a:cubicBezTo>
                <a:cubicBezTo>
                  <a:pt x="19714" y="1171449"/>
                  <a:pt x="12552" y="1164287"/>
                  <a:pt x="7620" y="1155323"/>
                </a:cubicBezTo>
                <a:cubicBezTo>
                  <a:pt x="2689" y="1146801"/>
                  <a:pt x="0" y="1136937"/>
                  <a:pt x="0" y="1127087"/>
                </a:cubicBezTo>
                <a:lnTo>
                  <a:pt x="0" y="56914"/>
                </a:lnTo>
              </a:path>
            </a:pathLst>
          </a:custGeom>
          <a:solidFill xmlns:a="http://schemas.openxmlformats.org/drawingml/2006/main">
            <a:srgbClr val="FEFCF9"/>
          </a:solidFill>
          <a:ln xmlns:a="http://schemas.openxmlformats.org/drawingml/2006/main" w="12862">
            <a:solidFill>
              <a:srgbClr val="EDBE93"/>
            </a:solidFill>
            <a:prstDash val="solid"/>
          </a:ln>
        </p:spPr>
      </p:sp>
      <p:sp>
        <p:nvSpPr>
          <p:cNvPr id="366" name="text-289 Source-Conditioned">
            <a:extLst xmlns:a="http://schemas.openxmlformats.org/drawingml/2006/main">
              <a:ext uri="{FF2B5EF4-FFF2-40B4-BE49-F238E27FC236}">
                <a16:creationId xmlns:a16="http://schemas.microsoft.com/office/drawing/2014/main" id="{696B5597-FE8D-4E14-BCEA-D800A901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31856" y="8515197"/>
            <a:ext cx="1270626" cy="182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28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28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028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Source-Conditioned</a:t>
            </a:r>
          </a:p>
        </p:txBody>
      </p:sp>
      <p:sp>
        <p:nvSpPr>
          <p:cNvPr id="367" name="text-289 Views">
            <a:extLst xmlns:a="http://schemas.openxmlformats.org/drawingml/2006/main">
              <a:ext uri="{FF2B5EF4-FFF2-40B4-BE49-F238E27FC236}">
                <a16:creationId xmlns:a16="http://schemas.microsoft.com/office/drawing/2014/main" id="{60765DB7-A0F2-4100-82F8-CA778BED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14984" y="8515168"/>
            <a:ext cx="391267" cy="182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28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28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028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Views</a:t>
            </a:r>
          </a:p>
        </p:txBody>
      </p:sp>
      <p:pic>
        <p:nvPic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FCA9E979-677A-4C03-9369-A588DD3968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3d5ba43be4d82"/>
          <a:stretch xmlns:a="http://schemas.openxmlformats.org/drawingml/2006/main"/>
        </p:blipFill>
        <p:spPr>
          <a:xfrm xmlns:a="http://schemas.openxmlformats.org/drawingml/2006/main">
            <a:off x="10674979" y="8700142"/>
            <a:ext cx="555281" cy="720617"/>
          </a:xfrm>
          <a:prstGeom xmlns:a="http://schemas.openxmlformats.org/drawingml/2006/main" prst="rect">
            <a:avLst/>
          </a:prstGeom>
        </p:spPr>
      </p:pic>
      <p:pic>
        <p:nvPic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72D047C5-D06F-496C-8F0A-6B1461B738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0e43dae30146da"/>
          <a:stretch xmlns:a="http://schemas.openxmlformats.org/drawingml/2006/main"/>
        </p:blipFill>
        <p:spPr>
          <a:xfrm xmlns:a="http://schemas.openxmlformats.org/drawingml/2006/main">
            <a:off x="11288327" y="8700142"/>
            <a:ext cx="555281" cy="720617"/>
          </a:xfrm>
          <a:prstGeom xmlns:a="http://schemas.openxmlformats.org/drawingml/2006/main" prst="rect">
            <a:avLst/>
          </a:prstGeom>
        </p:spPr>
      </p:pic>
      <p:pic>
        <p:nvPic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D5DC91C1-C34F-4CEC-98B3-963358F827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c036177aaa47ad"/>
          <a:stretch xmlns:a="http://schemas.openxmlformats.org/drawingml/2006/main"/>
        </p:blipFill>
        <p:spPr>
          <a:xfrm xmlns:a="http://schemas.openxmlformats.org/drawingml/2006/main">
            <a:off x="11902052" y="8700142"/>
            <a:ext cx="555281" cy="720617"/>
          </a:xfrm>
          <a:prstGeom xmlns:a="http://schemas.openxmlformats.org/drawingml/2006/main" prst="rect">
            <a:avLst/>
          </a:prstGeom>
        </p:spPr>
      </p:pic>
      <p:pic>
        <p:nvPic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E60AB0E9-DF3F-4C40-8D82-457C92D58D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5f0da3a4c404f"/>
          <a:stretch xmlns:a="http://schemas.openxmlformats.org/drawingml/2006/main"/>
        </p:blipFill>
        <p:spPr>
          <a:xfrm xmlns:a="http://schemas.openxmlformats.org/drawingml/2006/main">
            <a:off x="12515400" y="8700917"/>
            <a:ext cx="734632" cy="719068"/>
          </a:xfrm>
          <a:prstGeom xmlns:a="http://schemas.openxmlformats.org/drawingml/2006/main" prst="rect">
            <a:avLst/>
          </a:prstGeom>
        </p:spPr>
      </p:pic>
      <p:pic>
        <p:nvPic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42E4A91A-5F6B-4525-8E17-DD7DFE0F66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e093a6f5446f9"/>
          <a:stretch xmlns:a="http://schemas.openxmlformats.org/drawingml/2006/main"/>
        </p:blipFill>
        <p:spPr>
          <a:xfrm xmlns:a="http://schemas.openxmlformats.org/drawingml/2006/main">
            <a:off x="13307362" y="8701000"/>
            <a:ext cx="491716" cy="718902"/>
          </a:xfrm>
          <a:prstGeom xmlns:a="http://schemas.openxmlformats.org/drawingml/2006/main" prst="rect">
            <a:avLst/>
          </a:prstGeom>
        </p:spPr>
      </p:pic>
      <p:pic>
        <p:nvPic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F4FF8FB5-253F-4E46-86BE-0E212988E4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9109d520984273"/>
          <a:stretch xmlns:a="http://schemas.openxmlformats.org/drawingml/2006/main"/>
        </p:blipFill>
        <p:spPr>
          <a:xfrm xmlns:a="http://schemas.openxmlformats.org/drawingml/2006/main">
            <a:off x="13857133" y="8700142"/>
            <a:ext cx="555281" cy="720617"/>
          </a:xfrm>
          <a:prstGeom xmlns:a="http://schemas.openxmlformats.org/drawingml/2006/main" prst="rect">
            <a:avLst/>
          </a:prstGeom>
        </p:spPr>
      </p:pic>
      <p:pic>
        <p:nvPic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48BA09CC-239E-495D-8B73-88C75557E4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05e1f4ff343df"/>
          <a:stretch xmlns:a="http://schemas.openxmlformats.org/drawingml/2006/main"/>
        </p:blipFill>
        <p:spPr>
          <a:xfrm xmlns:a="http://schemas.openxmlformats.org/drawingml/2006/main">
            <a:off x="14470859" y="8700142"/>
            <a:ext cx="555281" cy="720617"/>
          </a:xfrm>
          <a:prstGeom xmlns:a="http://schemas.openxmlformats.org/drawingml/2006/main" prst="rect">
            <a:avLst/>
          </a:prstGeom>
        </p:spPr>
      </p:pic>
      <p:pic>
        <p:nvPic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BA5A8EA6-2888-4BD5-800E-BC12EB2292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1c0b0da4704893"/>
          <a:stretch xmlns:a="http://schemas.openxmlformats.org/drawingml/2006/main"/>
        </p:blipFill>
        <p:spPr>
          <a:xfrm xmlns:a="http://schemas.openxmlformats.org/drawingml/2006/main">
            <a:off x="15085516" y="8763689"/>
            <a:ext cx="988153" cy="593513"/>
          </a:xfrm>
          <a:prstGeom xmlns:a="http://schemas.openxmlformats.org/drawingml/2006/main" prst="rect">
            <a:avLst/>
          </a:prstGeom>
        </p:spPr>
      </p:pic>
      <p:sp>
        <p:nvSpPr>
          <p:cNvPr id="376" name="text-298 ...">
            <a:extLst xmlns:a="http://schemas.openxmlformats.org/drawingml/2006/main">
              <a:ext uri="{FF2B5EF4-FFF2-40B4-BE49-F238E27FC236}">
                <a16:creationId xmlns:a16="http://schemas.microsoft.com/office/drawing/2014/main" id="{27365E04-3DB1-414E-8F49-BF79D4B2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78196" y="8931075"/>
            <a:ext cx="193403" cy="267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3" b="1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3" b="1" i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503" b="1" i="0">
                <a:solidFill>
                  <a:srgbClr val="334155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377" name="path-299">
            <a:extLst xmlns:a="http://schemas.openxmlformats.org/drawingml/2006/main">
              <a:ext uri="{FF2B5EF4-FFF2-40B4-BE49-F238E27FC236}">
                <a16:creationId xmlns:a16="http://schemas.microsoft.com/office/drawing/2014/main" id="{EF4A078B-72EC-4A0B-B9BB-011D6586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951" y="9462304"/>
            <a:ext cx="364" cy="73508"/>
          </a:xfrm>
          <a:custGeom xmlns:a="http://schemas.openxmlformats.org/drawingml/2006/main">
            <a:pathLst>
              <a:path w="443" h="89639">
                <a:moveTo>
                  <a:pt x="0" y="0"/>
                </a:moveTo>
                <a:lnTo>
                  <a:pt x="443" y="89639"/>
                </a:lnTo>
              </a:path>
            </a:pathLst>
          </a:custGeom>
          <a:noFill xmlns:a="http://schemas.openxmlformats.org/drawingml/2006/main"/>
          <a:ln xmlns:a="http://schemas.openxmlformats.org/drawingml/2006/main" w="18007">
            <a:solidFill>
              <a:srgbClr val="17202B"/>
            </a:solidFill>
            <a:prstDash val="solid"/>
          </a:ln>
        </p:spPr>
      </p:sp>
      <p:sp>
        <p:nvSpPr>
          <p:cNvPr id="378" name="path-300">
            <a:extLst xmlns:a="http://schemas.openxmlformats.org/drawingml/2006/main">
              <a:ext uri="{FF2B5EF4-FFF2-40B4-BE49-F238E27FC236}">
                <a16:creationId xmlns:a16="http://schemas.microsoft.com/office/drawing/2014/main" id="{A111517B-EB3B-43EA-9D4B-D9B9F7F5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438" y="9538380"/>
            <a:ext cx="97753" cy="78642"/>
          </a:xfrm>
          <a:custGeom xmlns:a="http://schemas.openxmlformats.org/drawingml/2006/main">
            <a:pathLst>
              <a:path w="119204" h="95900">
                <a:moveTo>
                  <a:pt x="119204" y="0"/>
                </a:moveTo>
                <a:lnTo>
                  <a:pt x="59602" y="95900"/>
                </a:lnTo>
                <a:lnTo>
                  <a:pt x="0" y="0"/>
                </a:lnTo>
                <a:lnTo>
                  <a:pt x="119204" y="0"/>
                </a:lnTo>
              </a:path>
            </a:pathLst>
          </a:custGeom>
          <a:solidFill xmlns:a="http://schemas.openxmlformats.org/drawingml/2006/main">
            <a:srgbClr val="17202B"/>
          </a:solidFill>
          <a:ln xmlns:a="http://schemas.openxmlformats.org/drawingml/2006/main" w="4042">
            <a:solidFill>
              <a:srgbClr val="17202B"/>
            </a:solidFill>
            <a:prstDash val="solid"/>
          </a:ln>
        </p:spPr>
      </p:sp>
      <p:sp>
        <p:nvSpPr>
          <p:cNvPr id="379" name="path-301">
            <a:extLst xmlns:a="http://schemas.openxmlformats.org/drawingml/2006/main">
              <a:ext uri="{FF2B5EF4-FFF2-40B4-BE49-F238E27FC236}">
                <a16:creationId xmlns:a16="http://schemas.microsoft.com/office/drawing/2014/main" id="{8E525C29-65F5-4082-97C2-C194A3FA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5185" y="9622532"/>
            <a:ext cx="3195015" cy="382568"/>
          </a:xfrm>
          <a:custGeom xmlns:a="http://schemas.openxmlformats.org/drawingml/2006/main">
            <a:pathLst>
              <a:path w="3896143" h="466521">
                <a:moveTo>
                  <a:pt x="0" y="113828"/>
                </a:moveTo>
                <a:lnTo>
                  <a:pt x="0" y="113828"/>
                </a:lnTo>
                <a:cubicBezTo>
                  <a:pt x="0" y="93671"/>
                  <a:pt x="5376" y="74399"/>
                  <a:pt x="15239" y="56914"/>
                </a:cubicBezTo>
                <a:cubicBezTo>
                  <a:pt x="25090" y="39445"/>
                  <a:pt x="39428" y="25106"/>
                  <a:pt x="56913" y="15240"/>
                </a:cubicBezTo>
                <a:cubicBezTo>
                  <a:pt x="74383" y="5375"/>
                  <a:pt x="93654" y="0"/>
                  <a:pt x="113828" y="0"/>
                </a:cubicBezTo>
                <a:lnTo>
                  <a:pt x="3781872" y="0"/>
                </a:lnTo>
                <a:cubicBezTo>
                  <a:pt x="3802032" y="0"/>
                  <a:pt x="3821302" y="5375"/>
                  <a:pt x="3838787" y="15240"/>
                </a:cubicBezTo>
                <a:cubicBezTo>
                  <a:pt x="3856255" y="25106"/>
                  <a:pt x="3870598" y="39445"/>
                  <a:pt x="3880461" y="56914"/>
                </a:cubicBezTo>
                <a:cubicBezTo>
                  <a:pt x="3890309" y="74399"/>
                  <a:pt x="3895700" y="93671"/>
                  <a:pt x="3895700" y="113828"/>
                </a:cubicBezTo>
                <a:lnTo>
                  <a:pt x="3896143" y="352251"/>
                </a:lnTo>
                <a:cubicBezTo>
                  <a:pt x="3896143" y="372408"/>
                  <a:pt x="3890770" y="391680"/>
                  <a:pt x="3880904" y="409165"/>
                </a:cubicBezTo>
                <a:cubicBezTo>
                  <a:pt x="3871039" y="426634"/>
                  <a:pt x="3856701" y="440973"/>
                  <a:pt x="3839230" y="450838"/>
                </a:cubicBezTo>
                <a:cubicBezTo>
                  <a:pt x="3821743" y="460688"/>
                  <a:pt x="3802472" y="466079"/>
                  <a:pt x="3782315" y="466079"/>
                </a:cubicBezTo>
                <a:lnTo>
                  <a:pt x="113828" y="466521"/>
                </a:lnTo>
                <a:cubicBezTo>
                  <a:pt x="93654" y="466521"/>
                  <a:pt x="74383" y="461146"/>
                  <a:pt x="56913" y="451281"/>
                </a:cubicBezTo>
                <a:cubicBezTo>
                  <a:pt x="39428" y="441432"/>
                  <a:pt x="25090" y="427093"/>
                  <a:pt x="15239" y="409607"/>
                </a:cubicBezTo>
                <a:cubicBezTo>
                  <a:pt x="5376" y="392122"/>
                  <a:pt x="0" y="372866"/>
                  <a:pt x="0" y="352693"/>
                </a:cubicBezTo>
                <a:lnTo>
                  <a:pt x="0" y="113828"/>
                </a:lnTo>
              </a:path>
            </a:pathLst>
          </a:custGeom>
          <a:solidFill xmlns:a="http://schemas.openxmlformats.org/drawingml/2006/main">
            <a:srgbClr val="FEF9F3"/>
          </a:solidFill>
          <a:ln xmlns:a="http://schemas.openxmlformats.org/drawingml/2006/main" w="18007">
            <a:solidFill>
              <a:srgbClr val="C0631A"/>
            </a:solidFill>
            <a:prstDash val="solid"/>
          </a:ln>
        </p:spPr>
      </p:sp>
      <p:pic>
        <p:nvPic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AA4C47B2-0BDB-4300-8F22-5165F66B59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d75ffeea2d41d1"/>
          <a:stretch xmlns:a="http://schemas.openxmlformats.org/drawingml/2006/main"/>
        </p:blipFill>
        <p:spPr>
          <a:xfrm xmlns:a="http://schemas.openxmlformats.org/drawingml/2006/main">
            <a:off x="12145329" y="9703378"/>
            <a:ext cx="211684" cy="211684"/>
          </a:xfrm>
          <a:prstGeom xmlns:a="http://schemas.openxmlformats.org/drawingml/2006/main" prst="rect">
            <a:avLst/>
          </a:prstGeom>
        </p:spPr>
      </p:pic>
      <p:sp>
        <p:nvSpPr>
          <p:cNvPr id="381" name="text-303 Target-Preserving">
            <a:extLst xmlns:a="http://schemas.openxmlformats.org/drawingml/2006/main">
              <a:ext uri="{FF2B5EF4-FFF2-40B4-BE49-F238E27FC236}">
                <a16:creationId xmlns:a16="http://schemas.microsoft.com/office/drawing/2014/main" id="{248CADBD-FAC1-49B4-BFA7-5BDDDE07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89304" y="9718491"/>
            <a:ext cx="1211812" cy="195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2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2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102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Target-Preserving</a:t>
            </a:r>
          </a:p>
        </p:txBody>
      </p:sp>
      <p:sp>
        <p:nvSpPr>
          <p:cNvPr id="382" name="text-303 Augmented">
            <a:extLst xmlns:a="http://schemas.openxmlformats.org/drawingml/2006/main">
              <a:ext uri="{FF2B5EF4-FFF2-40B4-BE49-F238E27FC236}">
                <a16:creationId xmlns:a16="http://schemas.microsoft.com/office/drawing/2014/main" id="{805BD5F6-78BC-4D42-BC59-41946AA3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09686" y="9718391"/>
            <a:ext cx="795001" cy="196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3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3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103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Augmented</a:t>
            </a:r>
          </a:p>
        </p:txBody>
      </p:sp>
      <p:sp>
        <p:nvSpPr>
          <p:cNvPr id="383" name="text-303 Records">
            <a:extLst xmlns:a="http://schemas.openxmlformats.org/drawingml/2006/main">
              <a:ext uri="{FF2B5EF4-FFF2-40B4-BE49-F238E27FC236}">
                <a16:creationId xmlns:a16="http://schemas.microsoft.com/office/drawing/2014/main" id="{07772B2F-A51D-4D07-B2DE-EA013149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18001" y="9718380"/>
            <a:ext cx="585302" cy="1961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3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3" b="1" i="0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1103" b="1" i="0">
                <a:solidFill>
                  <a:srgbClr val="1E293B"/>
                </a:solidFill>
                <a:latin typeface="Arial"/>
                <a:ea typeface="Arial"/>
                <a:cs typeface="Arial"/>
              </a:rPr>
              <a:t>Records</a:t>
            </a:r>
          </a:p>
        </p:txBody>
      </p:sp>
      <p:sp>
        <p:nvSpPr>
          <p:cNvPr id="384" name="path-304">
            <a:extLst xmlns:a="http://schemas.openxmlformats.org/drawingml/2006/main">
              <a:ext uri="{FF2B5EF4-FFF2-40B4-BE49-F238E27FC236}">
                <a16:creationId xmlns:a16="http://schemas.microsoft.com/office/drawing/2014/main" id="{2CC8A799-8EDF-40A8-9C90-654C0CA6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034" y="9812903"/>
            <a:ext cx="2223718" cy="363"/>
          </a:xfrm>
          <a:custGeom xmlns:a="http://schemas.openxmlformats.org/drawingml/2006/main">
            <a:pathLst>
              <a:path w="2711700" h="442">
                <a:moveTo>
                  <a:pt x="0" y="0"/>
                </a:moveTo>
                <a:lnTo>
                  <a:pt x="2711700" y="442"/>
                </a:lnTo>
              </a:path>
            </a:pathLst>
          </a:custGeom>
          <a:noFill xmlns:a="http://schemas.openxmlformats.org/drawingml/2006/main"/>
          <a:ln xmlns:a="http://schemas.openxmlformats.org/drawingml/2006/main" w="31237">
            <a:solidFill>
              <a:srgbClr val="C0521A"/>
            </a:solidFill>
            <a:prstDash val="solid"/>
          </a:ln>
        </p:spPr>
      </p:sp>
      <p:sp>
        <p:nvSpPr>
          <p:cNvPr id="385" name="path-305">
            <a:extLst xmlns:a="http://schemas.openxmlformats.org/drawingml/2006/main">
              <a:ext uri="{FF2B5EF4-FFF2-40B4-BE49-F238E27FC236}">
                <a16:creationId xmlns:a16="http://schemas.microsoft.com/office/drawing/2014/main" id="{4E2036A6-F4AA-48B6-8E52-CFF49CE6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034" y="7514574"/>
            <a:ext cx="363" cy="2315234"/>
          </a:xfrm>
          <a:custGeom xmlns:a="http://schemas.openxmlformats.org/drawingml/2006/main">
            <a:pathLst>
              <a:path w="442" h="2823299">
                <a:moveTo>
                  <a:pt x="0" y="0"/>
                </a:moveTo>
                <a:lnTo>
                  <a:pt x="442" y="2823299"/>
                </a:lnTo>
              </a:path>
            </a:pathLst>
          </a:custGeom>
          <a:noFill xmlns:a="http://schemas.openxmlformats.org/drawingml/2006/main"/>
          <a:ln xmlns:a="http://schemas.openxmlformats.org/drawingml/2006/main" w="31237">
            <a:solidFill>
              <a:srgbClr val="C0521A"/>
            </a:solidFill>
            <a:prstDash val="solid"/>
          </a:ln>
        </p:spPr>
      </p:sp>
      <p:sp>
        <p:nvSpPr>
          <p:cNvPr id="386" name="path-306">
            <a:extLst xmlns:a="http://schemas.openxmlformats.org/drawingml/2006/main">
              <a:ext uri="{FF2B5EF4-FFF2-40B4-BE49-F238E27FC236}">
                <a16:creationId xmlns:a16="http://schemas.microsoft.com/office/drawing/2014/main" id="{D097A84D-B993-42B1-8B87-771B6DF0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706" y="6844998"/>
            <a:ext cx="2286934" cy="603795"/>
          </a:xfrm>
          <a:custGeom xmlns:a="http://schemas.openxmlformats.org/drawingml/2006/main">
            <a:pathLst>
              <a:path w="2788788" h="736294">
                <a:moveTo>
                  <a:pt x="0" y="367917"/>
                </a:moveTo>
                <a:lnTo>
                  <a:pt x="0" y="367917"/>
                </a:lnTo>
                <a:cubicBezTo>
                  <a:pt x="0" y="303384"/>
                  <a:pt x="64534" y="239750"/>
                  <a:pt x="186868" y="183738"/>
                </a:cubicBezTo>
                <a:cubicBezTo>
                  <a:pt x="309217" y="127725"/>
                  <a:pt x="485335" y="81562"/>
                  <a:pt x="697308" y="49294"/>
                </a:cubicBezTo>
                <a:cubicBezTo>
                  <a:pt x="909281" y="16585"/>
                  <a:pt x="1149473" y="0"/>
                  <a:pt x="1394615" y="0"/>
                </a:cubicBezTo>
                <a:cubicBezTo>
                  <a:pt x="1639298" y="0"/>
                  <a:pt x="1879507" y="16585"/>
                  <a:pt x="2091480" y="49294"/>
                </a:cubicBezTo>
                <a:cubicBezTo>
                  <a:pt x="2303454" y="81562"/>
                  <a:pt x="2479571" y="127725"/>
                  <a:pt x="2601905" y="183738"/>
                </a:cubicBezTo>
                <a:cubicBezTo>
                  <a:pt x="2724254" y="239750"/>
                  <a:pt x="2788788" y="303384"/>
                  <a:pt x="2788788" y="367917"/>
                </a:cubicBezTo>
                <a:cubicBezTo>
                  <a:pt x="2788788" y="432452"/>
                  <a:pt x="2724254" y="496086"/>
                  <a:pt x="2601905" y="552114"/>
                </a:cubicBezTo>
                <a:cubicBezTo>
                  <a:pt x="2479571" y="608127"/>
                  <a:pt x="2303454" y="654290"/>
                  <a:pt x="2091480" y="686557"/>
                </a:cubicBezTo>
                <a:cubicBezTo>
                  <a:pt x="1879507" y="719267"/>
                  <a:pt x="1639298" y="736294"/>
                  <a:pt x="1394615" y="736294"/>
                </a:cubicBezTo>
                <a:cubicBezTo>
                  <a:pt x="1149473" y="736294"/>
                  <a:pt x="909281" y="719267"/>
                  <a:pt x="697308" y="686557"/>
                </a:cubicBezTo>
                <a:cubicBezTo>
                  <a:pt x="485335" y="654290"/>
                  <a:pt x="309217" y="608127"/>
                  <a:pt x="186868" y="552114"/>
                </a:cubicBezTo>
                <a:cubicBezTo>
                  <a:pt x="64534" y="496086"/>
                  <a:pt x="0" y="432452"/>
                  <a:pt x="0" y="367917"/>
                </a:cubicBezTo>
              </a:path>
            </a:pathLst>
          </a:custGeom>
          <a:solidFill xmlns:a="http://schemas.openxmlformats.org/drawingml/2006/main">
            <a:srgbClr val="EBF3FA"/>
          </a:solidFill>
          <a:ln xmlns:a="http://schemas.openxmlformats.org/drawingml/2006/main" w="26092">
            <a:solidFill>
              <a:srgbClr val="1B5E70"/>
            </a:solidFill>
            <a:prstDash val="solid"/>
          </a:ln>
        </p:spPr>
      </p:sp>
      <p:sp>
        <p:nvSpPr>
          <p:cNvPr id="387" name="path-307">
            <a:extLst xmlns:a="http://schemas.openxmlformats.org/drawingml/2006/main">
              <a:ext uri="{FF2B5EF4-FFF2-40B4-BE49-F238E27FC236}">
                <a16:creationId xmlns:a16="http://schemas.microsoft.com/office/drawing/2014/main" id="{91609B28-D806-4AD1-A3EF-E8A600BF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706" y="3430221"/>
            <a:ext cx="2286556" cy="3744424"/>
          </a:xfrm>
          <a:custGeom xmlns:a="http://schemas.openxmlformats.org/drawingml/2006/main">
            <a:pathLst>
              <a:path w="2788328" h="4566117">
                <a:moveTo>
                  <a:pt x="1394172" y="4566117"/>
                </a:moveTo>
                <a:lnTo>
                  <a:pt x="0" y="4566117"/>
                </a:lnTo>
                <a:lnTo>
                  <a:pt x="0" y="0"/>
                </a:lnTo>
                <a:lnTo>
                  <a:pt x="2788328" y="0"/>
                </a:lnTo>
                <a:lnTo>
                  <a:pt x="2788328" y="4566117"/>
                </a:lnTo>
                <a:lnTo>
                  <a:pt x="1394172" y="4566117"/>
                </a:lnTo>
              </a:path>
            </a:pathLst>
          </a:custGeom>
          <a:solidFill xmlns:a="http://schemas.openxmlformats.org/drawingml/2006/main">
            <a:srgbClr val="EBF3FA"/>
          </a:solidFill>
          <a:ln xmlns:a="http://schemas.openxmlformats.org/drawingml/2006/main" w="4042">
            <a:solidFill>
              <a:srgbClr val="EBF3FA"/>
            </a:solidFill>
            <a:prstDash val="solid"/>
          </a:ln>
        </p:spPr>
      </p:sp>
      <p:sp>
        <p:nvSpPr>
          <p:cNvPr id="388" name="path-308">
            <a:extLst xmlns:a="http://schemas.openxmlformats.org/drawingml/2006/main">
              <a:ext uri="{FF2B5EF4-FFF2-40B4-BE49-F238E27FC236}">
                <a16:creationId xmlns:a16="http://schemas.microsoft.com/office/drawing/2014/main" id="{1B22954B-1FD3-46E7-A7DA-88A40A6C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706" y="3430585"/>
            <a:ext cx="363" cy="3716122"/>
          </a:xfrm>
          <a:custGeom xmlns:a="http://schemas.openxmlformats.org/drawingml/2006/main">
            <a:pathLst>
              <a:path w="442" h="4531605">
                <a:moveTo>
                  <a:pt x="0" y="0"/>
                </a:moveTo>
                <a:lnTo>
                  <a:pt x="442" y="4531605"/>
                </a:lnTo>
              </a:path>
            </a:pathLst>
          </a:custGeom>
          <a:noFill xmlns:a="http://schemas.openxmlformats.org/drawingml/2006/main"/>
          <a:ln xmlns:a="http://schemas.openxmlformats.org/drawingml/2006/main" w="26092">
            <a:solidFill>
              <a:srgbClr val="1B5E70"/>
            </a:solidFill>
            <a:prstDash val="solid"/>
          </a:ln>
        </p:spPr>
      </p:sp>
      <p:sp>
        <p:nvSpPr>
          <p:cNvPr id="389" name="path-309">
            <a:extLst xmlns:a="http://schemas.openxmlformats.org/drawingml/2006/main">
              <a:ext uri="{FF2B5EF4-FFF2-40B4-BE49-F238E27FC236}">
                <a16:creationId xmlns:a16="http://schemas.microsoft.com/office/drawing/2014/main" id="{2D095B56-0492-4066-9300-A73EF9B0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639" y="3430585"/>
            <a:ext cx="362" cy="3716122"/>
          </a:xfrm>
          <a:custGeom xmlns:a="http://schemas.openxmlformats.org/drawingml/2006/main">
            <a:pathLst>
              <a:path w="441" h="4531605">
                <a:moveTo>
                  <a:pt x="0" y="0"/>
                </a:moveTo>
                <a:lnTo>
                  <a:pt x="441" y="4531605"/>
                </a:lnTo>
              </a:path>
            </a:pathLst>
          </a:custGeom>
          <a:noFill xmlns:a="http://schemas.openxmlformats.org/drawingml/2006/main"/>
          <a:ln xmlns:a="http://schemas.openxmlformats.org/drawingml/2006/main" w="26092">
            <a:solidFill>
              <a:srgbClr val="1B5E70"/>
            </a:solidFill>
            <a:prstDash val="solid"/>
          </a:ln>
        </p:spPr>
      </p:sp>
      <p:sp>
        <p:nvSpPr>
          <p:cNvPr id="390" name="path-310">
            <a:extLst xmlns:a="http://schemas.openxmlformats.org/drawingml/2006/main">
              <a:ext uri="{FF2B5EF4-FFF2-40B4-BE49-F238E27FC236}">
                <a16:creationId xmlns:a16="http://schemas.microsoft.com/office/drawing/2014/main" id="{C900AFA5-82E7-40CA-965A-60EDBAD4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706" y="3128863"/>
            <a:ext cx="2286934" cy="603807"/>
          </a:xfrm>
          <a:custGeom xmlns:a="http://schemas.openxmlformats.org/drawingml/2006/main">
            <a:pathLst>
              <a:path w="2788788" h="736309">
                <a:moveTo>
                  <a:pt x="0" y="367933"/>
                </a:moveTo>
                <a:lnTo>
                  <a:pt x="0" y="367933"/>
                </a:lnTo>
                <a:cubicBezTo>
                  <a:pt x="0" y="303398"/>
                  <a:pt x="64534" y="239766"/>
                  <a:pt x="186868" y="183738"/>
                </a:cubicBezTo>
                <a:cubicBezTo>
                  <a:pt x="309217" y="127724"/>
                  <a:pt x="485335" y="81561"/>
                  <a:pt x="697308" y="49310"/>
                </a:cubicBezTo>
                <a:cubicBezTo>
                  <a:pt x="909281" y="16584"/>
                  <a:pt x="1149473" y="0"/>
                  <a:pt x="1394615" y="0"/>
                </a:cubicBezTo>
                <a:cubicBezTo>
                  <a:pt x="1639298" y="0"/>
                  <a:pt x="1879507" y="16584"/>
                  <a:pt x="2091480" y="49310"/>
                </a:cubicBezTo>
                <a:cubicBezTo>
                  <a:pt x="2303454" y="81561"/>
                  <a:pt x="2479571" y="127724"/>
                  <a:pt x="2601905" y="183738"/>
                </a:cubicBezTo>
                <a:cubicBezTo>
                  <a:pt x="2724254" y="239766"/>
                  <a:pt x="2788788" y="303398"/>
                  <a:pt x="2788788" y="367933"/>
                </a:cubicBezTo>
                <a:cubicBezTo>
                  <a:pt x="2788788" y="432467"/>
                  <a:pt x="2724254" y="496101"/>
                  <a:pt x="2601905" y="552113"/>
                </a:cubicBezTo>
                <a:cubicBezTo>
                  <a:pt x="2479571" y="608141"/>
                  <a:pt x="2303454" y="654289"/>
                  <a:pt x="2091480" y="686557"/>
                </a:cubicBezTo>
                <a:cubicBezTo>
                  <a:pt x="1879507" y="719283"/>
                  <a:pt x="1639298" y="736309"/>
                  <a:pt x="1394615" y="736309"/>
                </a:cubicBezTo>
                <a:cubicBezTo>
                  <a:pt x="1149473" y="736309"/>
                  <a:pt x="909281" y="719283"/>
                  <a:pt x="697308" y="686557"/>
                </a:cubicBezTo>
                <a:cubicBezTo>
                  <a:pt x="485335" y="654289"/>
                  <a:pt x="309217" y="608141"/>
                  <a:pt x="186868" y="552113"/>
                </a:cubicBezTo>
                <a:cubicBezTo>
                  <a:pt x="64534" y="496101"/>
                  <a:pt x="0" y="432467"/>
                  <a:pt x="0" y="367933"/>
                </a:cubicBezTo>
              </a:path>
            </a:pathLst>
          </a:custGeom>
          <a:solidFill xmlns:a="http://schemas.openxmlformats.org/drawingml/2006/main">
            <a:srgbClr val="EBF3FA"/>
          </a:solidFill>
          <a:ln xmlns:a="http://schemas.openxmlformats.org/drawingml/2006/main" w="22049">
            <a:solidFill>
              <a:srgbClr val="1B5E70"/>
            </a:solidFill>
            <a:prstDash val="solid"/>
          </a:ln>
        </p:spPr>
      </p:sp>
      <p:sp>
        <p:nvSpPr>
          <p:cNvPr id="391" name="text-311 Stage">
            <a:extLst xmlns:a="http://schemas.openxmlformats.org/drawingml/2006/main">
              <a:ext uri="{FF2B5EF4-FFF2-40B4-BE49-F238E27FC236}">
                <a16:creationId xmlns:a16="http://schemas.microsoft.com/office/drawing/2014/main" id="{376FCA4D-88EC-4257-8696-443A68E9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7009" y="3314527"/>
            <a:ext cx="533164" cy="2571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6" b="1" i="0">
                <a:solidFill>
                  <a:srgbClr val="1745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46" b="1" i="0">
                <a:solidFill>
                  <a:srgbClr val="17457C"/>
                </a:solidFill>
                <a:latin typeface="Arial"/>
                <a:ea typeface="Arial"/>
                <a:cs typeface="Arial"/>
              </a:defRPr>
            </a:pPr>
            <a:r>
              <a:rPr sz="1446" b="1" i="0">
                <a:solidFill>
                  <a:srgbClr val="17457C"/>
                </a:solidFill>
                <a:latin typeface="Arial"/>
                <a:ea typeface="Arial"/>
                <a:cs typeface="Arial"/>
              </a:rPr>
              <a:t>Stage</a:t>
            </a:r>
          </a:p>
        </p:txBody>
      </p:sp>
      <p:sp>
        <p:nvSpPr>
          <p:cNvPr id="392" name="text-311 I">
            <a:extLst xmlns:a="http://schemas.openxmlformats.org/drawingml/2006/main">
              <a:ext uri="{FF2B5EF4-FFF2-40B4-BE49-F238E27FC236}">
                <a16:creationId xmlns:a16="http://schemas.microsoft.com/office/drawing/2014/main" id="{6FE3AE29-0C55-4632-A07D-B6A27C83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7900" y="3314065"/>
            <a:ext cx="84301" cy="25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50" b="1" i="0">
                <a:solidFill>
                  <a:srgbClr val="1745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50" b="1" i="0">
                <a:solidFill>
                  <a:srgbClr val="17457C"/>
                </a:solidFill>
                <a:latin typeface="Arial"/>
                <a:ea typeface="Arial"/>
                <a:cs typeface="Arial"/>
              </a:defRPr>
            </a:pPr>
            <a:r>
              <a:rPr sz="1450" b="1" i="0">
                <a:solidFill>
                  <a:srgbClr val="17457C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393" name="text-311 Training">
            <a:extLst xmlns:a="http://schemas.openxmlformats.org/drawingml/2006/main">
              <a:ext uri="{FF2B5EF4-FFF2-40B4-BE49-F238E27FC236}">
                <a16:creationId xmlns:a16="http://schemas.microsoft.com/office/drawing/2014/main" id="{36E593C4-3CC2-45C4-8C9C-B6ADBEE7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89535" y="3314506"/>
            <a:ext cx="747427" cy="2571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6" b="1" i="0">
                <a:solidFill>
                  <a:srgbClr val="1745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46" b="1" i="0">
                <a:solidFill>
                  <a:srgbClr val="17457C"/>
                </a:solidFill>
                <a:latin typeface="Arial"/>
                <a:ea typeface="Arial"/>
                <a:cs typeface="Arial"/>
              </a:defRPr>
            </a:pPr>
            <a:r>
              <a:rPr sz="1446" b="1" i="0">
                <a:solidFill>
                  <a:srgbClr val="17457C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394" name="text-311 Pool">
            <a:extLst xmlns:a="http://schemas.openxmlformats.org/drawingml/2006/main">
              <a:ext uri="{FF2B5EF4-FFF2-40B4-BE49-F238E27FC236}">
                <a16:creationId xmlns:a16="http://schemas.microsoft.com/office/drawing/2014/main" id="{D3BC88C5-F229-4AEA-B14B-5C761100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4559" y="3314528"/>
            <a:ext cx="430918" cy="257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6" b="1" i="0">
                <a:solidFill>
                  <a:srgbClr val="1745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46" b="1" i="0">
                <a:solidFill>
                  <a:srgbClr val="17457C"/>
                </a:solidFill>
                <a:latin typeface="Arial"/>
                <a:ea typeface="Arial"/>
                <a:cs typeface="Arial"/>
              </a:defRPr>
            </a:pPr>
            <a:r>
              <a:rPr sz="1446" b="1" i="0">
                <a:solidFill>
                  <a:srgbClr val="17457C"/>
                </a:solidFill>
                <a:latin typeface="Arial"/>
                <a:ea typeface="Arial"/>
                <a:cs typeface="Arial"/>
              </a:rPr>
              <a:t>Pool</a:t>
            </a:r>
          </a:p>
        </p:txBody>
      </p:sp>
      <p:sp>
        <p:nvSpPr>
          <p:cNvPr id="395" name="path-312">
            <a:extLst xmlns:a="http://schemas.openxmlformats.org/drawingml/2006/main">
              <a:ext uri="{FF2B5EF4-FFF2-40B4-BE49-F238E27FC236}">
                <a16:creationId xmlns:a16="http://schemas.microsoft.com/office/drawing/2014/main" id="{34BB0CA9-AA47-4ED5-B201-BC6D1377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485" y="4204162"/>
            <a:ext cx="2046960" cy="811070"/>
          </a:xfrm>
          <a:custGeom xmlns:a="http://schemas.openxmlformats.org/drawingml/2006/main">
            <a:pathLst>
              <a:path w="2496154" h="989055">
                <a:moveTo>
                  <a:pt x="0" y="68123"/>
                </a:moveTo>
                <a:lnTo>
                  <a:pt x="0" y="68123"/>
                </a:lnTo>
                <a:cubicBezTo>
                  <a:pt x="0" y="56013"/>
                  <a:pt x="3146" y="44361"/>
                  <a:pt x="8964" y="34069"/>
                </a:cubicBezTo>
                <a:cubicBezTo>
                  <a:pt x="15240" y="23762"/>
                  <a:pt x="23762" y="14798"/>
                  <a:pt x="34070" y="8964"/>
                </a:cubicBezTo>
                <a:cubicBezTo>
                  <a:pt x="44376" y="3146"/>
                  <a:pt x="56471" y="0"/>
                  <a:pt x="68123" y="0"/>
                </a:cubicBezTo>
                <a:lnTo>
                  <a:pt x="2427588" y="0"/>
                </a:lnTo>
                <a:cubicBezTo>
                  <a:pt x="2439682" y="0"/>
                  <a:pt x="2451336" y="3146"/>
                  <a:pt x="2461642" y="8964"/>
                </a:cubicBezTo>
                <a:cubicBezTo>
                  <a:pt x="2471951" y="15240"/>
                  <a:pt x="2480915" y="23762"/>
                  <a:pt x="2486749" y="34069"/>
                </a:cubicBezTo>
                <a:cubicBezTo>
                  <a:pt x="2492566" y="44361"/>
                  <a:pt x="2495713" y="56471"/>
                  <a:pt x="2495713" y="68123"/>
                </a:cubicBezTo>
                <a:lnTo>
                  <a:pt x="2496154" y="920489"/>
                </a:lnTo>
                <a:cubicBezTo>
                  <a:pt x="2496154" y="932584"/>
                  <a:pt x="2493024" y="944235"/>
                  <a:pt x="2487190" y="954543"/>
                </a:cubicBezTo>
                <a:cubicBezTo>
                  <a:pt x="2480915" y="964851"/>
                  <a:pt x="2472409" y="973815"/>
                  <a:pt x="2462100" y="979648"/>
                </a:cubicBezTo>
                <a:cubicBezTo>
                  <a:pt x="2451794" y="985466"/>
                  <a:pt x="2439682" y="988597"/>
                  <a:pt x="2428031" y="988597"/>
                </a:cubicBezTo>
                <a:lnTo>
                  <a:pt x="68123" y="989055"/>
                </a:lnTo>
                <a:cubicBezTo>
                  <a:pt x="56028" y="989055"/>
                  <a:pt x="44376" y="985909"/>
                  <a:pt x="34070" y="980091"/>
                </a:cubicBezTo>
                <a:cubicBezTo>
                  <a:pt x="23762" y="973815"/>
                  <a:pt x="14798" y="965293"/>
                  <a:pt x="8964" y="954986"/>
                </a:cubicBezTo>
                <a:cubicBezTo>
                  <a:pt x="3146" y="944694"/>
                  <a:pt x="0" y="932584"/>
                  <a:pt x="0" y="920932"/>
                </a:cubicBezTo>
                <a:lnTo>
                  <a:pt x="0" y="68123"/>
                </a:lnTo>
              </a:path>
            </a:pathLst>
          </a:custGeom>
          <a:solidFill xmlns:a="http://schemas.openxmlformats.org/drawingml/2006/main">
            <a:srgbClr val="EEF7F0"/>
          </a:solidFill>
          <a:ln xmlns:a="http://schemas.openxmlformats.org/drawingml/2006/main" w="14332">
            <a:solidFill>
              <a:srgbClr val="A8CCB6"/>
            </a:solidFill>
            <a:prstDash val="solid"/>
          </a:ln>
        </p:spPr>
      </p:sp>
      <p:pic>
        <p:nvPic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918C02DA-6865-4D95-ABA2-8366B79EB3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b638e462d5481a"/>
          <a:stretch xmlns:a="http://schemas.openxmlformats.org/drawingml/2006/main"/>
        </p:blipFill>
        <p:spPr>
          <a:xfrm xmlns:a="http://schemas.openxmlformats.org/drawingml/2006/main">
            <a:off x="8255016" y="4439363"/>
            <a:ext cx="253572" cy="253572"/>
          </a:xfrm>
          <a:prstGeom xmlns:a="http://schemas.openxmlformats.org/drawingml/2006/main" prst="rect">
            <a:avLst/>
          </a:prstGeom>
        </p:spPr>
      </p:pic>
      <p:sp>
        <p:nvSpPr>
          <p:cNvPr id="397" name="text-314 Validated">
            <a:extLst xmlns:a="http://schemas.openxmlformats.org/drawingml/2006/main">
              <a:ext uri="{FF2B5EF4-FFF2-40B4-BE49-F238E27FC236}">
                <a16:creationId xmlns:a16="http://schemas.microsoft.com/office/drawing/2014/main" id="{07B81297-89A0-4AC4-A246-9B1555E5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7399" y="4437531"/>
            <a:ext cx="639430" cy="19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2" b="1" i="0">
                <a:solidFill>
                  <a:srgbClr val="155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2" b="1" i="0">
                <a:solidFill>
                  <a:srgbClr val="155C33"/>
                </a:solidFill>
                <a:latin typeface="Arial"/>
                <a:ea typeface="Arial"/>
                <a:cs typeface="Arial"/>
              </a:defRPr>
            </a:pPr>
            <a:r>
              <a:rPr sz="1102" b="1" i="0">
                <a:solidFill>
                  <a:srgbClr val="155C33"/>
                </a:solidFill>
                <a:latin typeface="Arial"/>
                <a:ea typeface="Arial"/>
                <a:cs typeface="Arial"/>
              </a:rPr>
              <a:t>Validated</a:t>
            </a:r>
          </a:p>
        </p:txBody>
      </p:sp>
      <p:sp>
        <p:nvSpPr>
          <p:cNvPr id="398" name="text-314 Collected">
            <a:extLst xmlns:a="http://schemas.openxmlformats.org/drawingml/2006/main">
              <a:ext uri="{FF2B5EF4-FFF2-40B4-BE49-F238E27FC236}">
                <a16:creationId xmlns:a16="http://schemas.microsoft.com/office/drawing/2014/main" id="{94050C65-708E-4AA4-9567-96829886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0154" y="4437537"/>
            <a:ext cx="654831" cy="19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2" b="1" i="0">
                <a:solidFill>
                  <a:srgbClr val="155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2" b="1" i="0">
                <a:solidFill>
                  <a:srgbClr val="155C33"/>
                </a:solidFill>
                <a:latin typeface="Arial"/>
                <a:ea typeface="Arial"/>
                <a:cs typeface="Arial"/>
              </a:defRPr>
            </a:pPr>
            <a:r>
              <a:rPr sz="1102" b="1" i="0">
                <a:solidFill>
                  <a:srgbClr val="155C33"/>
                </a:solidFill>
                <a:latin typeface="Arial"/>
                <a:ea typeface="Arial"/>
                <a:cs typeface="Arial"/>
              </a:rPr>
              <a:t>Collected</a:t>
            </a:r>
          </a:p>
        </p:txBody>
      </p:sp>
      <p:sp>
        <p:nvSpPr>
          <p:cNvPr id="399" name="text-315 Records">
            <a:extLst xmlns:a="http://schemas.openxmlformats.org/drawingml/2006/main">
              <a:ext uri="{FF2B5EF4-FFF2-40B4-BE49-F238E27FC236}">
                <a16:creationId xmlns:a16="http://schemas.microsoft.com/office/drawing/2014/main" id="{5088BD0D-71D3-4BB0-8947-23438920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9017" y="4598846"/>
            <a:ext cx="585011" cy="196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3" b="1" i="0">
                <a:solidFill>
                  <a:srgbClr val="155C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3" b="1" i="0">
                <a:solidFill>
                  <a:srgbClr val="155C33"/>
                </a:solidFill>
                <a:latin typeface="Arial"/>
                <a:ea typeface="Arial"/>
                <a:cs typeface="Arial"/>
              </a:defRPr>
            </a:pPr>
            <a:r>
              <a:rPr sz="1103" b="1" i="0">
                <a:solidFill>
                  <a:srgbClr val="155C33"/>
                </a:solidFill>
                <a:latin typeface="Arial"/>
                <a:ea typeface="Arial"/>
                <a:cs typeface="Arial"/>
              </a:rPr>
              <a:t>Records</a:t>
            </a:r>
          </a:p>
        </p:txBody>
      </p:sp>
      <p:sp>
        <p:nvSpPr>
          <p:cNvPr id="400" name="path-316">
            <a:extLst xmlns:a="http://schemas.openxmlformats.org/drawingml/2006/main">
              <a:ext uri="{FF2B5EF4-FFF2-40B4-BE49-F238E27FC236}">
                <a16:creationId xmlns:a16="http://schemas.microsoft.com/office/drawing/2014/main" id="{99890449-5FBB-43E2-8FBB-3761808A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485" y="5109302"/>
            <a:ext cx="2046960" cy="962119"/>
          </a:xfrm>
          <a:custGeom xmlns:a="http://schemas.openxmlformats.org/drawingml/2006/main">
            <a:pathLst>
              <a:path w="2496154" h="1173251">
                <a:moveTo>
                  <a:pt x="0" y="68123"/>
                </a:moveTo>
                <a:lnTo>
                  <a:pt x="0" y="68123"/>
                </a:lnTo>
                <a:cubicBezTo>
                  <a:pt x="0" y="56028"/>
                  <a:pt x="3146" y="44377"/>
                  <a:pt x="8964" y="34069"/>
                </a:cubicBezTo>
                <a:cubicBezTo>
                  <a:pt x="15240" y="23762"/>
                  <a:pt x="23762" y="14798"/>
                  <a:pt x="34070" y="8964"/>
                </a:cubicBezTo>
                <a:cubicBezTo>
                  <a:pt x="44376" y="3146"/>
                  <a:pt x="56471" y="0"/>
                  <a:pt x="68123" y="0"/>
                </a:cubicBezTo>
                <a:lnTo>
                  <a:pt x="2427588" y="0"/>
                </a:lnTo>
                <a:cubicBezTo>
                  <a:pt x="2439682" y="0"/>
                  <a:pt x="2451336" y="3146"/>
                  <a:pt x="2461642" y="8964"/>
                </a:cubicBezTo>
                <a:cubicBezTo>
                  <a:pt x="2471951" y="15240"/>
                  <a:pt x="2480915" y="23762"/>
                  <a:pt x="2486749" y="34069"/>
                </a:cubicBezTo>
                <a:cubicBezTo>
                  <a:pt x="2492566" y="44377"/>
                  <a:pt x="2495713" y="56471"/>
                  <a:pt x="2495713" y="68123"/>
                </a:cubicBezTo>
                <a:lnTo>
                  <a:pt x="2496154" y="1104686"/>
                </a:lnTo>
                <a:cubicBezTo>
                  <a:pt x="2496154" y="1116779"/>
                  <a:pt x="2493024" y="1128432"/>
                  <a:pt x="2487190" y="1138739"/>
                </a:cubicBezTo>
                <a:cubicBezTo>
                  <a:pt x="2480915" y="1149047"/>
                  <a:pt x="2472409" y="1158011"/>
                  <a:pt x="2462100" y="1163828"/>
                </a:cubicBezTo>
                <a:cubicBezTo>
                  <a:pt x="2451794" y="1169662"/>
                  <a:pt x="2439682" y="1172792"/>
                  <a:pt x="2428031" y="1172792"/>
                </a:cubicBezTo>
                <a:lnTo>
                  <a:pt x="68123" y="1173251"/>
                </a:lnTo>
                <a:cubicBezTo>
                  <a:pt x="56028" y="1173251"/>
                  <a:pt x="44376" y="1170105"/>
                  <a:pt x="34070" y="1164287"/>
                </a:cubicBezTo>
                <a:cubicBezTo>
                  <a:pt x="23762" y="1158011"/>
                  <a:pt x="14798" y="1149489"/>
                  <a:pt x="8964" y="1139181"/>
                </a:cubicBezTo>
                <a:cubicBezTo>
                  <a:pt x="3146" y="1128874"/>
                  <a:pt x="0" y="1116779"/>
                  <a:pt x="0" y="1105127"/>
                </a:cubicBezTo>
                <a:lnTo>
                  <a:pt x="0" y="68123"/>
                </a:lnTo>
              </a:path>
            </a:pathLst>
          </a:custGeom>
          <a:solidFill xmlns:a="http://schemas.openxmlformats.org/drawingml/2006/main">
            <a:srgbClr val="E9F2FB"/>
          </a:solidFill>
          <a:ln xmlns:a="http://schemas.openxmlformats.org/drawingml/2006/main" w="14332">
            <a:solidFill>
              <a:srgbClr val="9CBEE0"/>
            </a:solidFill>
            <a:prstDash val="solid"/>
          </a:ln>
        </p:spPr>
      </p:sp>
      <p:pic>
        <p:nvPic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26942BB0-AC6A-472A-99DB-F72765FB4B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99a8aa560440b6"/>
          <a:stretch xmlns:a="http://schemas.openxmlformats.org/drawingml/2006/main"/>
        </p:blipFill>
        <p:spPr>
          <a:xfrm xmlns:a="http://schemas.openxmlformats.org/drawingml/2006/main">
            <a:off x="8255016" y="5420579"/>
            <a:ext cx="253572" cy="253572"/>
          </a:xfrm>
          <a:prstGeom xmlns:a="http://schemas.openxmlformats.org/drawingml/2006/main" prst="rect">
            <a:avLst/>
          </a:prstGeom>
        </p:spPr>
      </p:pic>
      <p:sp>
        <p:nvSpPr>
          <p:cNvPr id="402" name="text-318 Exact">
            <a:extLst xmlns:a="http://schemas.openxmlformats.org/drawingml/2006/main">
              <a:ext uri="{FF2B5EF4-FFF2-40B4-BE49-F238E27FC236}">
                <a16:creationId xmlns:a16="http://schemas.microsoft.com/office/drawing/2014/main" id="{8D7D5A9D-F3A8-4A33-AAF3-168B9D5D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7943" y="5418064"/>
            <a:ext cx="398340" cy="19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2" b="1" i="0">
                <a:solidFill>
                  <a:srgbClr val="1745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2" b="1" i="0">
                <a:solidFill>
                  <a:srgbClr val="17457C"/>
                </a:solidFill>
                <a:latin typeface="Arial"/>
                <a:ea typeface="Arial"/>
                <a:cs typeface="Arial"/>
              </a:defRPr>
            </a:pPr>
            <a:r>
              <a:rPr sz="1102" b="1" i="0">
                <a:solidFill>
                  <a:srgbClr val="17457C"/>
                </a:solidFill>
                <a:latin typeface="Arial"/>
                <a:ea typeface="Arial"/>
                <a:cs typeface="Arial"/>
              </a:rPr>
              <a:t>Exact</a:t>
            </a:r>
          </a:p>
        </p:txBody>
      </p:sp>
      <p:sp>
        <p:nvSpPr>
          <p:cNvPr id="403" name="text-318 Synthetic">
            <a:extLst xmlns:a="http://schemas.openxmlformats.org/drawingml/2006/main">
              <a:ext uri="{FF2B5EF4-FFF2-40B4-BE49-F238E27FC236}">
                <a16:creationId xmlns:a16="http://schemas.microsoft.com/office/drawing/2014/main" id="{E9EF1D66-1268-452F-8097-3CA18841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9871" y="5418017"/>
            <a:ext cx="654876" cy="196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2" b="1" i="0">
                <a:solidFill>
                  <a:srgbClr val="1745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2" b="1" i="0">
                <a:solidFill>
                  <a:srgbClr val="17457C"/>
                </a:solidFill>
                <a:latin typeface="Arial"/>
                <a:ea typeface="Arial"/>
                <a:cs typeface="Arial"/>
              </a:defRPr>
            </a:pPr>
            <a:r>
              <a:rPr sz="1102" b="1" i="0">
                <a:solidFill>
                  <a:srgbClr val="17457C"/>
                </a:solidFill>
                <a:latin typeface="Arial"/>
                <a:ea typeface="Arial"/>
                <a:cs typeface="Arial"/>
              </a:rPr>
              <a:t>Synthetic</a:t>
            </a:r>
          </a:p>
        </p:txBody>
      </p:sp>
      <p:sp>
        <p:nvSpPr>
          <p:cNvPr id="404" name="text-319 Records">
            <a:extLst xmlns:a="http://schemas.openxmlformats.org/drawingml/2006/main">
              <a:ext uri="{FF2B5EF4-FFF2-40B4-BE49-F238E27FC236}">
                <a16:creationId xmlns:a16="http://schemas.microsoft.com/office/drawing/2014/main" id="{C0629B38-AA5E-4153-96B7-7FE96EEF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9017" y="5579336"/>
            <a:ext cx="585011" cy="196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3" b="1" i="0">
                <a:solidFill>
                  <a:srgbClr val="1745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3" b="1" i="0">
                <a:solidFill>
                  <a:srgbClr val="17457C"/>
                </a:solidFill>
                <a:latin typeface="Arial"/>
                <a:ea typeface="Arial"/>
                <a:cs typeface="Arial"/>
              </a:defRPr>
            </a:pPr>
            <a:r>
              <a:rPr sz="1103" b="1" i="0">
                <a:solidFill>
                  <a:srgbClr val="17457C"/>
                </a:solidFill>
                <a:latin typeface="Arial"/>
                <a:ea typeface="Arial"/>
                <a:cs typeface="Arial"/>
              </a:rPr>
              <a:t>Records</a:t>
            </a:r>
          </a:p>
        </p:txBody>
      </p:sp>
      <p:sp>
        <p:nvSpPr>
          <p:cNvPr id="405" name="path-320">
            <a:extLst xmlns:a="http://schemas.openxmlformats.org/drawingml/2006/main">
              <a:ext uri="{FF2B5EF4-FFF2-40B4-BE49-F238E27FC236}">
                <a16:creationId xmlns:a16="http://schemas.microsoft.com/office/drawing/2014/main" id="{F8BE5942-B008-401D-8867-ECEF7E46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485" y="6147120"/>
            <a:ext cx="2046960" cy="924251"/>
          </a:xfrm>
          <a:custGeom xmlns:a="http://schemas.openxmlformats.org/drawingml/2006/main">
            <a:pathLst>
              <a:path w="2496154" h="1127072">
                <a:moveTo>
                  <a:pt x="0" y="68123"/>
                </a:moveTo>
                <a:lnTo>
                  <a:pt x="0" y="68123"/>
                </a:lnTo>
                <a:cubicBezTo>
                  <a:pt x="0" y="56014"/>
                  <a:pt x="3146" y="44362"/>
                  <a:pt x="8964" y="34054"/>
                </a:cubicBezTo>
                <a:cubicBezTo>
                  <a:pt x="15240" y="23747"/>
                  <a:pt x="23762" y="14782"/>
                  <a:pt x="34070" y="8964"/>
                </a:cubicBezTo>
                <a:cubicBezTo>
                  <a:pt x="44376" y="3130"/>
                  <a:pt x="56471" y="0"/>
                  <a:pt x="68123" y="0"/>
                </a:cubicBezTo>
                <a:lnTo>
                  <a:pt x="2427588" y="0"/>
                </a:lnTo>
                <a:cubicBezTo>
                  <a:pt x="2439682" y="0"/>
                  <a:pt x="2451336" y="3130"/>
                  <a:pt x="2461642" y="8964"/>
                </a:cubicBezTo>
                <a:cubicBezTo>
                  <a:pt x="2471951" y="15242"/>
                  <a:pt x="2480915" y="23747"/>
                  <a:pt x="2486749" y="34054"/>
                </a:cubicBezTo>
                <a:cubicBezTo>
                  <a:pt x="2492566" y="44362"/>
                  <a:pt x="2495713" y="56472"/>
                  <a:pt x="2495713" y="68123"/>
                </a:cubicBezTo>
                <a:lnTo>
                  <a:pt x="2496154" y="1058506"/>
                </a:lnTo>
                <a:cubicBezTo>
                  <a:pt x="2496154" y="1070617"/>
                  <a:pt x="2493024" y="1082268"/>
                  <a:pt x="2487190" y="1092576"/>
                </a:cubicBezTo>
                <a:cubicBezTo>
                  <a:pt x="2480915" y="1102884"/>
                  <a:pt x="2472409" y="1111832"/>
                  <a:pt x="2462100" y="1117666"/>
                </a:cubicBezTo>
                <a:cubicBezTo>
                  <a:pt x="2451794" y="1123484"/>
                  <a:pt x="2439682" y="1126629"/>
                  <a:pt x="2428031" y="1126629"/>
                </a:cubicBezTo>
                <a:lnTo>
                  <a:pt x="68123" y="1127072"/>
                </a:lnTo>
                <a:cubicBezTo>
                  <a:pt x="56028" y="1127072"/>
                  <a:pt x="44376" y="1123942"/>
                  <a:pt x="34070" y="1118108"/>
                </a:cubicBezTo>
                <a:cubicBezTo>
                  <a:pt x="23762" y="1111832"/>
                  <a:pt x="14798" y="1103327"/>
                  <a:pt x="8964" y="1093018"/>
                </a:cubicBezTo>
                <a:cubicBezTo>
                  <a:pt x="3146" y="1082711"/>
                  <a:pt x="0" y="1070617"/>
                  <a:pt x="0" y="1058965"/>
                </a:cubicBezTo>
                <a:lnTo>
                  <a:pt x="0" y="68123"/>
                </a:lnTo>
              </a:path>
            </a:pathLst>
          </a:custGeom>
          <a:solidFill xmlns:a="http://schemas.openxmlformats.org/drawingml/2006/main">
            <a:srgbClr val="FDF5E7"/>
          </a:solidFill>
          <a:ln xmlns:a="http://schemas.openxmlformats.org/drawingml/2006/main" w="14332">
            <a:solidFill>
              <a:srgbClr val="EBCB96"/>
            </a:solidFill>
            <a:prstDash val="solid"/>
          </a:ln>
        </p:spPr>
      </p:sp>
      <p:pic>
        <p:nvPic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7BFCC137-439C-4493-B23A-CA93508FE9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24f1cd42b4f55"/>
          <a:stretch xmlns:a="http://schemas.openxmlformats.org/drawingml/2006/main"/>
        </p:blipFill>
        <p:spPr>
          <a:xfrm xmlns:a="http://schemas.openxmlformats.org/drawingml/2006/main">
            <a:off x="8255016" y="6439275"/>
            <a:ext cx="253572" cy="253572"/>
          </a:xfrm>
          <a:prstGeom xmlns:a="http://schemas.openxmlformats.org/drawingml/2006/main" prst="rect">
            <a:avLst/>
          </a:prstGeom>
        </p:spPr>
      </p:pic>
      <p:sp>
        <p:nvSpPr>
          <p:cNvPr id="407" name="text-322 Target-Preserving">
            <a:extLst xmlns:a="http://schemas.openxmlformats.org/drawingml/2006/main">
              <a:ext uri="{FF2B5EF4-FFF2-40B4-BE49-F238E27FC236}">
                <a16:creationId xmlns:a16="http://schemas.microsoft.com/office/drawing/2014/main" id="{8F07C4F3-5F41-4A66-8DA9-A618CC55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5172" y="6437106"/>
            <a:ext cx="1211812" cy="195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2" b="1" i="0">
                <a:solidFill>
                  <a:srgbClr val="B474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2" b="1" i="0">
                <a:solidFill>
                  <a:srgbClr val="B4741A"/>
                </a:solidFill>
                <a:latin typeface="Arial"/>
                <a:ea typeface="Arial"/>
                <a:cs typeface="Arial"/>
              </a:defRPr>
            </a:pPr>
            <a:r>
              <a:rPr sz="1102" b="1" i="0">
                <a:solidFill>
                  <a:srgbClr val="B4741A"/>
                </a:solidFill>
                <a:latin typeface="Arial"/>
                <a:ea typeface="Arial"/>
                <a:cs typeface="Arial"/>
              </a:rPr>
              <a:t>Target-Preserving</a:t>
            </a:r>
          </a:p>
        </p:txBody>
      </p:sp>
      <p:sp>
        <p:nvSpPr>
          <p:cNvPr id="408" name="text-323 Augmented">
            <a:extLst xmlns:a="http://schemas.openxmlformats.org/drawingml/2006/main">
              <a:ext uri="{FF2B5EF4-FFF2-40B4-BE49-F238E27FC236}">
                <a16:creationId xmlns:a16="http://schemas.microsoft.com/office/drawing/2014/main" id="{19C53484-88BB-4811-891D-462DC6EB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4773" y="6598387"/>
            <a:ext cx="794712" cy="196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3" b="1" i="0">
                <a:solidFill>
                  <a:srgbClr val="B474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3" b="1" i="0">
                <a:solidFill>
                  <a:srgbClr val="B4741A"/>
                </a:solidFill>
                <a:latin typeface="Arial"/>
                <a:ea typeface="Arial"/>
                <a:cs typeface="Arial"/>
              </a:defRPr>
            </a:pPr>
            <a:r>
              <a:rPr sz="1103" b="1" i="0">
                <a:solidFill>
                  <a:srgbClr val="B4741A"/>
                </a:solidFill>
                <a:latin typeface="Arial"/>
                <a:ea typeface="Arial"/>
                <a:cs typeface="Arial"/>
              </a:rPr>
              <a:t>Augmented</a:t>
            </a:r>
          </a:p>
        </p:txBody>
      </p:sp>
      <p:sp>
        <p:nvSpPr>
          <p:cNvPr id="409" name="text-323 Records">
            <a:extLst xmlns:a="http://schemas.openxmlformats.org/drawingml/2006/main">
              <a:ext uri="{FF2B5EF4-FFF2-40B4-BE49-F238E27FC236}">
                <a16:creationId xmlns:a16="http://schemas.microsoft.com/office/drawing/2014/main" id="{8AAF3D1F-E813-4413-85E8-D1149286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3087" y="6598325"/>
            <a:ext cx="585303" cy="196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3" b="1" i="0">
                <a:solidFill>
                  <a:srgbClr val="B474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3" b="1" i="0">
                <a:solidFill>
                  <a:srgbClr val="B4741A"/>
                </a:solidFill>
                <a:latin typeface="Arial"/>
                <a:ea typeface="Arial"/>
                <a:cs typeface="Arial"/>
              </a:defRPr>
            </a:pPr>
            <a:r>
              <a:rPr sz="1103" b="1" i="0">
                <a:solidFill>
                  <a:srgbClr val="B4741A"/>
                </a:solidFill>
                <a:latin typeface="Arial"/>
                <a:ea typeface="Arial"/>
                <a:cs typeface="Arial"/>
              </a:rPr>
              <a:t>Records</a:t>
            </a:r>
          </a:p>
        </p:txBody>
      </p:sp>
      <p:sp>
        <p:nvSpPr>
          <p:cNvPr id="410" name="path-324">
            <a:extLst xmlns:a="http://schemas.openxmlformats.org/drawingml/2006/main">
              <a:ext uri="{FF2B5EF4-FFF2-40B4-BE49-F238E27FC236}">
                <a16:creationId xmlns:a16="http://schemas.microsoft.com/office/drawing/2014/main" id="{E00CB0C3-8CE9-498A-9242-466C8136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3550" y="4760920"/>
            <a:ext cx="127156" cy="157661"/>
          </a:xfrm>
          <a:custGeom xmlns:a="http://schemas.openxmlformats.org/drawingml/2006/main">
            <a:pathLst>
              <a:path w="155060" h="192259">
                <a:moveTo>
                  <a:pt x="0" y="0"/>
                </a:moveTo>
                <a:lnTo>
                  <a:pt x="155060" y="95900"/>
                </a:lnTo>
                <a:lnTo>
                  <a:pt x="0" y="19225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6B3FA0"/>
          </a:solidFill>
          <a:ln xmlns:a="http://schemas.openxmlformats.org/drawingml/2006/main" w="4042">
            <a:solidFill>
              <a:srgbClr val="6B3FA0"/>
            </a:solidFill>
            <a:prstDash val="solid"/>
          </a:ln>
        </p:spPr>
      </p:sp>
      <p:sp>
        <p:nvSpPr>
          <p:cNvPr id="411" name="path-325">
            <a:extLst xmlns:a="http://schemas.openxmlformats.org/drawingml/2006/main">
              <a:ext uri="{FF2B5EF4-FFF2-40B4-BE49-F238E27FC236}">
                <a16:creationId xmlns:a16="http://schemas.microsoft.com/office/drawing/2014/main" id="{97C13A2D-DE14-4AD5-9DAF-CE9E69A0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639" y="4774520"/>
            <a:ext cx="127155" cy="157661"/>
          </a:xfrm>
          <a:custGeom xmlns:a="http://schemas.openxmlformats.org/drawingml/2006/main">
            <a:pathLst>
              <a:path w="155058" h="192258">
                <a:moveTo>
                  <a:pt x="155058" y="192258"/>
                </a:moveTo>
                <a:lnTo>
                  <a:pt x="0" y="96343"/>
                </a:lnTo>
                <a:lnTo>
                  <a:pt x="155058" y="0"/>
                </a:lnTo>
                <a:lnTo>
                  <a:pt x="155058" y="192258"/>
                </a:lnTo>
              </a:path>
            </a:pathLst>
          </a:custGeom>
          <a:solidFill xmlns:a="http://schemas.openxmlformats.org/drawingml/2006/main">
            <a:srgbClr val="1B6B3A"/>
          </a:solidFill>
          <a:ln xmlns:a="http://schemas.openxmlformats.org/drawingml/2006/main" w="4042">
            <a:solidFill>
              <a:srgbClr val="1B6B3A"/>
            </a:solidFill>
            <a:prstDash val="solid"/>
          </a:ln>
        </p:spPr>
      </p:sp>
      <p:sp>
        <p:nvSpPr>
          <p:cNvPr id="412" name="path-326">
            <a:extLst xmlns:a="http://schemas.openxmlformats.org/drawingml/2006/main">
              <a:ext uri="{FF2B5EF4-FFF2-40B4-BE49-F238E27FC236}">
                <a16:creationId xmlns:a16="http://schemas.microsoft.com/office/drawing/2014/main" id="{8C6AF8C9-E7DB-4C98-A43B-20CCC685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4717" y="7423433"/>
            <a:ext cx="173464" cy="139654"/>
          </a:xfrm>
          <a:custGeom xmlns:a="http://schemas.openxmlformats.org/drawingml/2006/main">
            <a:pathLst>
              <a:path w="211530" h="170300">
                <a:moveTo>
                  <a:pt x="0" y="170300"/>
                </a:moveTo>
                <a:lnTo>
                  <a:pt x="105765" y="0"/>
                </a:lnTo>
                <a:lnTo>
                  <a:pt x="211530" y="170300"/>
                </a:lnTo>
                <a:lnTo>
                  <a:pt x="0" y="170300"/>
                </a:lnTo>
              </a:path>
            </a:pathLst>
          </a:custGeom>
          <a:solidFill xmlns:a="http://schemas.openxmlformats.org/drawingml/2006/main">
            <a:srgbClr val="1B4E8C"/>
          </a:solidFill>
          <a:ln xmlns:a="http://schemas.openxmlformats.org/drawingml/2006/main" w="4042">
            <a:solidFill>
              <a:srgbClr val="1B4E8C"/>
            </a:solidFill>
            <a:prstDash val="solid"/>
          </a:ln>
        </p:spPr>
      </p:sp>
      <p:sp>
        <p:nvSpPr>
          <p:cNvPr id="413" name="path-327">
            <a:extLst xmlns:a="http://schemas.openxmlformats.org/drawingml/2006/main">
              <a:ext uri="{FF2B5EF4-FFF2-40B4-BE49-F238E27FC236}">
                <a16:creationId xmlns:a16="http://schemas.microsoft.com/office/drawing/2014/main" id="{A7E53839-F375-46C8-B84D-2C5A5497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302" y="7417924"/>
            <a:ext cx="173464" cy="139654"/>
          </a:xfrm>
          <a:custGeom xmlns:a="http://schemas.openxmlformats.org/drawingml/2006/main">
            <a:pathLst>
              <a:path w="211530" h="170300">
                <a:moveTo>
                  <a:pt x="0" y="170300"/>
                </a:moveTo>
                <a:lnTo>
                  <a:pt x="105765" y="0"/>
                </a:lnTo>
                <a:lnTo>
                  <a:pt x="211530" y="170300"/>
                </a:lnTo>
                <a:lnTo>
                  <a:pt x="0" y="170300"/>
                </a:lnTo>
              </a:path>
            </a:pathLst>
          </a:custGeom>
          <a:solidFill xmlns:a="http://schemas.openxmlformats.org/drawingml/2006/main">
            <a:srgbClr val="C0521A"/>
          </a:solidFill>
          <a:ln xmlns:a="http://schemas.openxmlformats.org/drawingml/2006/main" w="4042">
            <a:solidFill>
              <a:srgbClr val="C0521A"/>
            </a:solidFill>
            <a:prstDash val="solid"/>
          </a:ln>
        </p:spPr>
      </p:sp>
      <p:sp>
        <p:nvSpPr>
          <p:cNvPr id="414" name="path-328">
            <a:extLst xmlns:a="http://schemas.openxmlformats.org/drawingml/2006/main">
              <a:ext uri="{FF2B5EF4-FFF2-40B4-BE49-F238E27FC236}">
                <a16:creationId xmlns:a16="http://schemas.microsoft.com/office/drawing/2014/main" id="{BA572526-8023-4006-9975-D6A78174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4862" y="4857208"/>
            <a:ext cx="404247" cy="363"/>
          </a:xfrm>
          <a:custGeom xmlns:a="http://schemas.openxmlformats.org/drawingml/2006/main">
            <a:pathLst>
              <a:path w="492957" h="443">
                <a:moveTo>
                  <a:pt x="0" y="0"/>
                </a:moveTo>
                <a:lnTo>
                  <a:pt x="492957" y="443"/>
                </a:lnTo>
              </a:path>
            </a:pathLst>
          </a:custGeom>
          <a:noFill xmlns:a="http://schemas.openxmlformats.org/drawingml/2006/main"/>
          <a:ln xmlns:a="http://schemas.openxmlformats.org/drawingml/2006/main" w="26092">
            <a:solidFill>
              <a:srgbClr val="1B6B3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541618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1" name="path-1">
            <a:extLst xmlns:a="http://schemas.openxmlformats.org/drawingml/2006/main">
              <a:ext uri="{FF2B5EF4-FFF2-40B4-BE49-F238E27FC236}">
                <a16:creationId xmlns:a16="http://schemas.microsoft.com/office/drawing/2014/main" id="{955BF19B-E5B6-440D-991E-D2191859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47" y="0"/>
            <a:ext cx="17964706" cy="10229073"/>
          </a:xfrm>
          <a:custGeom xmlns:a="http://schemas.openxmlformats.org/drawingml/2006/main">
            <a:pathLst>
              <a:path w="18230850" h="10380615">
                <a:moveTo>
                  <a:pt x="18230850" y="10380615"/>
                </a:moveTo>
                <a:lnTo>
                  <a:pt x="18230850" y="0"/>
                </a:lnTo>
                <a:lnTo>
                  <a:pt x="0" y="0"/>
                </a:lnTo>
                <a:lnTo>
                  <a:pt x="0" y="10380615"/>
                </a:lnTo>
                <a:lnTo>
                  <a:pt x="18230850" y="1038061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45281B59-5D2E-4566-BF6D-2389FD9E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47" y="0"/>
            <a:ext cx="17964706" cy="10229073"/>
          </a:xfrm>
          <a:custGeom xmlns:a="http://schemas.openxmlformats.org/drawingml/2006/main">
            <a:pathLst>
              <a:path w="18230850" h="10380615">
                <a:moveTo>
                  <a:pt x="0" y="10380615"/>
                </a:moveTo>
                <a:lnTo>
                  <a:pt x="18230850" y="10380615"/>
                </a:lnTo>
                <a:lnTo>
                  <a:pt x="18230850" y="0"/>
                </a:lnTo>
                <a:lnTo>
                  <a:pt x="0" y="0"/>
                </a:lnTo>
                <a:lnTo>
                  <a:pt x="0" y="1038061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0EFB8F58-57B4-457E-8798-2043216B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69" y="201795"/>
            <a:ext cx="4800338" cy="9934591"/>
          </a:xfrm>
          <a:custGeom xmlns:a="http://schemas.openxmlformats.org/drawingml/2006/main">
            <a:pathLst>
              <a:path w="4871454" h="10081770">
                <a:moveTo>
                  <a:pt x="0" y="136196"/>
                </a:moveTo>
                <a:lnTo>
                  <a:pt x="0" y="136196"/>
                </a:lnTo>
                <a:cubicBezTo>
                  <a:pt x="0" y="112421"/>
                  <a:pt x="6483" y="88643"/>
                  <a:pt x="18381" y="68108"/>
                </a:cubicBezTo>
                <a:cubicBezTo>
                  <a:pt x="30279" y="47019"/>
                  <a:pt x="47573" y="30259"/>
                  <a:pt x="68109" y="17828"/>
                </a:cubicBezTo>
                <a:cubicBezTo>
                  <a:pt x="89197" y="5948"/>
                  <a:pt x="112421" y="0"/>
                  <a:pt x="136217" y="0"/>
                </a:cubicBezTo>
                <a:lnTo>
                  <a:pt x="4734703" y="0"/>
                </a:lnTo>
                <a:cubicBezTo>
                  <a:pt x="4758498" y="0"/>
                  <a:pt x="4782276" y="6482"/>
                  <a:pt x="4802811" y="18381"/>
                </a:cubicBezTo>
                <a:cubicBezTo>
                  <a:pt x="4823881" y="30259"/>
                  <a:pt x="4840641" y="47553"/>
                  <a:pt x="4853073" y="68108"/>
                </a:cubicBezTo>
                <a:cubicBezTo>
                  <a:pt x="4864971" y="89177"/>
                  <a:pt x="4870920" y="112421"/>
                  <a:pt x="4870920" y="136196"/>
                </a:cubicBezTo>
                <a:lnTo>
                  <a:pt x="4871454" y="9945039"/>
                </a:lnTo>
                <a:cubicBezTo>
                  <a:pt x="4871454" y="9968815"/>
                  <a:pt x="4864971" y="9992592"/>
                  <a:pt x="4853073" y="10013128"/>
                </a:cubicBezTo>
                <a:cubicBezTo>
                  <a:pt x="4841194" y="10034216"/>
                  <a:pt x="4823881" y="10050978"/>
                  <a:pt x="4803345" y="10063409"/>
                </a:cubicBezTo>
                <a:cubicBezTo>
                  <a:pt x="4782276" y="10075288"/>
                  <a:pt x="4759033" y="10081237"/>
                  <a:pt x="4735256" y="10081237"/>
                </a:cubicBezTo>
                <a:lnTo>
                  <a:pt x="136217" y="10081770"/>
                </a:lnTo>
                <a:cubicBezTo>
                  <a:pt x="112421" y="10081770"/>
                  <a:pt x="88644" y="10075288"/>
                  <a:pt x="68109" y="10063409"/>
                </a:cubicBezTo>
                <a:cubicBezTo>
                  <a:pt x="47020" y="10051511"/>
                  <a:pt x="30279" y="10034216"/>
                  <a:pt x="17847" y="10013681"/>
                </a:cubicBezTo>
                <a:cubicBezTo>
                  <a:pt x="5949" y="9992592"/>
                  <a:pt x="0" y="9969350"/>
                  <a:pt x="0" y="9945573"/>
                </a:cubicBezTo>
                <a:lnTo>
                  <a:pt x="0" y="13619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7814">
            <a:solidFill>
              <a:srgbClr val="1F4E99"/>
            </a:solidFill>
            <a:prstDash val="solid"/>
          </a:ln>
        </p:spPr>
      </p:sp>
      <p:sp>
        <p:nvSpPr>
          <p:cNvPr id="4" name="text-4 1.">
            <a:extLst xmlns:a="http://schemas.openxmlformats.org/drawingml/2006/main">
              <a:ext uri="{FF2B5EF4-FFF2-40B4-BE49-F238E27FC236}">
                <a16:creationId xmlns:a16="http://schemas.microsoft.com/office/drawing/2014/main" id="{BE0B91B0-D19A-4031-B08F-94D6D7D8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5043" y="183720"/>
            <a:ext cx="342872" cy="473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63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63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2663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text-4 Hard-Example">
            <a:extLst xmlns:a="http://schemas.openxmlformats.org/drawingml/2006/main">
              <a:ext uri="{FF2B5EF4-FFF2-40B4-BE49-F238E27FC236}">
                <a16:creationId xmlns:a16="http://schemas.microsoft.com/office/drawing/2014/main" id="{F80C6C51-2183-4270-BBB5-9AAB7BB2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784" y="183937"/>
            <a:ext cx="2332919" cy="4731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61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61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2661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Hard-Example</a:t>
            </a:r>
          </a:p>
        </p:txBody>
      </p:sp>
      <p:sp>
        <p:nvSpPr>
          <p:cNvPr id="6" name="text-4 Mining">
            <a:extLst xmlns:a="http://schemas.openxmlformats.org/drawingml/2006/main">
              <a:ext uri="{FF2B5EF4-FFF2-40B4-BE49-F238E27FC236}">
                <a16:creationId xmlns:a16="http://schemas.microsoft.com/office/drawing/2014/main" id="{0EF4D30C-1314-4355-844A-78B127AC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6503" y="183857"/>
            <a:ext cx="1149462" cy="473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62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62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2662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Mining</a:t>
            </a:r>
          </a:p>
        </p:txBody>
      </p:sp>
      <p:sp>
        <p:nvSpPr>
          <p:cNvPr id="7" name="path-5">
            <a:extLst xmlns:a="http://schemas.openxmlformats.org/drawingml/2006/main">
              <a:ext uri="{FF2B5EF4-FFF2-40B4-BE49-F238E27FC236}">
                <a16:creationId xmlns:a16="http://schemas.microsoft.com/office/drawing/2014/main" id="{27A46FC7-1090-4ACA-AE75-D9C90224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2" y="627345"/>
            <a:ext cx="1235638" cy="902228"/>
          </a:xfrm>
          <a:custGeom xmlns:a="http://schemas.openxmlformats.org/drawingml/2006/main">
            <a:pathLst>
              <a:path w="1253944" h="915594">
                <a:moveTo>
                  <a:pt x="534" y="146475"/>
                </a:moveTo>
                <a:lnTo>
                  <a:pt x="534" y="146475"/>
                </a:lnTo>
                <a:cubicBezTo>
                  <a:pt x="534" y="120525"/>
                  <a:pt x="7570" y="95661"/>
                  <a:pt x="20002" y="73505"/>
                </a:cubicBezTo>
                <a:cubicBezTo>
                  <a:pt x="32967" y="50796"/>
                  <a:pt x="51349" y="32434"/>
                  <a:pt x="73505" y="19449"/>
                </a:cubicBezTo>
                <a:cubicBezTo>
                  <a:pt x="96214" y="7017"/>
                  <a:pt x="121078" y="0"/>
                  <a:pt x="147009" y="0"/>
                </a:cubicBezTo>
                <a:lnTo>
                  <a:pt x="1107469" y="534"/>
                </a:lnTo>
                <a:cubicBezTo>
                  <a:pt x="1133400" y="534"/>
                  <a:pt x="1158264" y="7570"/>
                  <a:pt x="1180439" y="20002"/>
                </a:cubicBezTo>
                <a:cubicBezTo>
                  <a:pt x="1203129" y="32968"/>
                  <a:pt x="1221510" y="51349"/>
                  <a:pt x="1234476" y="73505"/>
                </a:cubicBezTo>
                <a:cubicBezTo>
                  <a:pt x="1246908" y="96195"/>
                  <a:pt x="1253944" y="121058"/>
                  <a:pt x="1253944" y="147010"/>
                </a:cubicBezTo>
                <a:lnTo>
                  <a:pt x="1253944" y="769119"/>
                </a:lnTo>
                <a:cubicBezTo>
                  <a:pt x="1253944" y="795051"/>
                  <a:pt x="1246908" y="819914"/>
                  <a:pt x="1234476" y="842089"/>
                </a:cubicBezTo>
                <a:cubicBezTo>
                  <a:pt x="1221510" y="864780"/>
                  <a:pt x="1203129" y="883161"/>
                  <a:pt x="1180973" y="896127"/>
                </a:cubicBezTo>
                <a:cubicBezTo>
                  <a:pt x="1158264" y="908559"/>
                  <a:pt x="1133400" y="915594"/>
                  <a:pt x="1107469" y="915594"/>
                </a:cubicBezTo>
                <a:lnTo>
                  <a:pt x="146475" y="915594"/>
                </a:lnTo>
                <a:cubicBezTo>
                  <a:pt x="120525" y="915594"/>
                  <a:pt x="95661" y="908559"/>
                  <a:pt x="73505" y="896127"/>
                </a:cubicBezTo>
                <a:cubicBezTo>
                  <a:pt x="50796" y="883161"/>
                  <a:pt x="32434" y="864780"/>
                  <a:pt x="19449" y="842623"/>
                </a:cubicBezTo>
                <a:cubicBezTo>
                  <a:pt x="7017" y="819914"/>
                  <a:pt x="0" y="795051"/>
                  <a:pt x="0" y="769119"/>
                </a:cubicBezTo>
                <a:lnTo>
                  <a:pt x="534" y="14647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771">
            <a:solidFill>
              <a:srgbClr val="6B8FC4"/>
            </a:solidFill>
            <a:prstDash val="solid"/>
          </a:ln>
        </p:spPr>
      </p:sp>
      <p:sp>
        <p:nvSpPr>
          <p:cNvPr id="8" name="path-6">
            <a:extLst xmlns:a="http://schemas.openxmlformats.org/drawingml/2006/main">
              <a:ext uri="{FF2B5EF4-FFF2-40B4-BE49-F238E27FC236}">
                <a16:creationId xmlns:a16="http://schemas.microsoft.com/office/drawing/2014/main" id="{68DC55C3-B0BA-4E0F-8086-39F4FAF4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511" y="627345"/>
            <a:ext cx="1455074" cy="902228"/>
          </a:xfrm>
          <a:custGeom xmlns:a="http://schemas.openxmlformats.org/drawingml/2006/main">
            <a:pathLst>
              <a:path w="1476631" h="915594">
                <a:moveTo>
                  <a:pt x="534" y="146475"/>
                </a:moveTo>
                <a:lnTo>
                  <a:pt x="534" y="146475"/>
                </a:lnTo>
                <a:cubicBezTo>
                  <a:pt x="534" y="120525"/>
                  <a:pt x="7570" y="95661"/>
                  <a:pt x="20002" y="73505"/>
                </a:cubicBezTo>
                <a:cubicBezTo>
                  <a:pt x="32967" y="50796"/>
                  <a:pt x="51349" y="32434"/>
                  <a:pt x="73505" y="19449"/>
                </a:cubicBezTo>
                <a:cubicBezTo>
                  <a:pt x="96214" y="7017"/>
                  <a:pt x="121078" y="0"/>
                  <a:pt x="147009" y="0"/>
                </a:cubicBezTo>
                <a:lnTo>
                  <a:pt x="1330156" y="534"/>
                </a:lnTo>
                <a:cubicBezTo>
                  <a:pt x="1356087" y="534"/>
                  <a:pt x="1380951" y="7570"/>
                  <a:pt x="1403126" y="20002"/>
                </a:cubicBezTo>
                <a:cubicBezTo>
                  <a:pt x="1425816" y="32968"/>
                  <a:pt x="1444198" y="51349"/>
                  <a:pt x="1457163" y="73505"/>
                </a:cubicBezTo>
                <a:cubicBezTo>
                  <a:pt x="1469595" y="96195"/>
                  <a:pt x="1476631" y="121058"/>
                  <a:pt x="1476631" y="147010"/>
                </a:cubicBezTo>
                <a:lnTo>
                  <a:pt x="1476631" y="769119"/>
                </a:lnTo>
                <a:cubicBezTo>
                  <a:pt x="1476631" y="795051"/>
                  <a:pt x="1469595" y="819914"/>
                  <a:pt x="1457163" y="842089"/>
                </a:cubicBezTo>
                <a:cubicBezTo>
                  <a:pt x="1444198" y="864780"/>
                  <a:pt x="1425816" y="883161"/>
                  <a:pt x="1403660" y="896127"/>
                </a:cubicBezTo>
                <a:cubicBezTo>
                  <a:pt x="1380951" y="908559"/>
                  <a:pt x="1356087" y="915594"/>
                  <a:pt x="1330156" y="915594"/>
                </a:cubicBezTo>
                <a:lnTo>
                  <a:pt x="146475" y="915594"/>
                </a:lnTo>
                <a:cubicBezTo>
                  <a:pt x="120525" y="915594"/>
                  <a:pt x="95661" y="908559"/>
                  <a:pt x="73505" y="896127"/>
                </a:cubicBezTo>
                <a:cubicBezTo>
                  <a:pt x="50815" y="883161"/>
                  <a:pt x="32434" y="864780"/>
                  <a:pt x="19468" y="842623"/>
                </a:cubicBezTo>
                <a:cubicBezTo>
                  <a:pt x="7036" y="819914"/>
                  <a:pt x="0" y="795051"/>
                  <a:pt x="0" y="769119"/>
                </a:cubicBezTo>
                <a:lnTo>
                  <a:pt x="534" y="14647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771">
            <a:solidFill>
              <a:srgbClr val="6B8FC4"/>
            </a:solidFill>
            <a:prstDash val="solid"/>
          </a:ln>
        </p:spPr>
      </p:sp>
      <p:sp>
        <p:nvSpPr>
          <p:cNvPr id="9" name="path-7">
            <a:extLst xmlns:a="http://schemas.openxmlformats.org/drawingml/2006/main">
              <a:ext uri="{FF2B5EF4-FFF2-40B4-BE49-F238E27FC236}">
                <a16:creationId xmlns:a16="http://schemas.microsoft.com/office/drawing/2014/main" id="{A925C0A0-D5E9-452E-92C0-B550EFEA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391" y="627345"/>
            <a:ext cx="1571698" cy="902228"/>
          </a:xfrm>
          <a:custGeom xmlns:a="http://schemas.openxmlformats.org/drawingml/2006/main">
            <a:pathLst>
              <a:path w="1594982" h="915594">
                <a:moveTo>
                  <a:pt x="534" y="146475"/>
                </a:moveTo>
                <a:lnTo>
                  <a:pt x="534" y="146475"/>
                </a:lnTo>
                <a:cubicBezTo>
                  <a:pt x="534" y="120525"/>
                  <a:pt x="7570" y="95661"/>
                  <a:pt x="20002" y="73505"/>
                </a:cubicBezTo>
                <a:cubicBezTo>
                  <a:pt x="32967" y="50796"/>
                  <a:pt x="51348" y="32434"/>
                  <a:pt x="73505" y="19449"/>
                </a:cubicBezTo>
                <a:cubicBezTo>
                  <a:pt x="96214" y="7017"/>
                  <a:pt x="121077" y="0"/>
                  <a:pt x="147009" y="0"/>
                </a:cubicBezTo>
                <a:lnTo>
                  <a:pt x="1448526" y="534"/>
                </a:lnTo>
                <a:cubicBezTo>
                  <a:pt x="1474457" y="534"/>
                  <a:pt x="1499321" y="7570"/>
                  <a:pt x="1521477" y="20002"/>
                </a:cubicBezTo>
                <a:cubicBezTo>
                  <a:pt x="1544186" y="32968"/>
                  <a:pt x="1562567" y="51349"/>
                  <a:pt x="1575533" y="73505"/>
                </a:cubicBezTo>
                <a:cubicBezTo>
                  <a:pt x="1587964" y="96195"/>
                  <a:pt x="1594982" y="121058"/>
                  <a:pt x="1594982" y="147010"/>
                </a:cubicBezTo>
                <a:lnTo>
                  <a:pt x="1594982" y="769119"/>
                </a:lnTo>
                <a:cubicBezTo>
                  <a:pt x="1594982" y="795051"/>
                  <a:pt x="1587964" y="819914"/>
                  <a:pt x="1575533" y="842089"/>
                </a:cubicBezTo>
                <a:cubicBezTo>
                  <a:pt x="1562567" y="864780"/>
                  <a:pt x="1544186" y="883161"/>
                  <a:pt x="1522030" y="896127"/>
                </a:cubicBezTo>
                <a:cubicBezTo>
                  <a:pt x="1499321" y="908559"/>
                  <a:pt x="1474457" y="915594"/>
                  <a:pt x="1448526" y="915594"/>
                </a:cubicBezTo>
                <a:lnTo>
                  <a:pt x="146475" y="915594"/>
                </a:lnTo>
                <a:cubicBezTo>
                  <a:pt x="120524" y="915594"/>
                  <a:pt x="95661" y="908559"/>
                  <a:pt x="73505" y="896127"/>
                </a:cubicBezTo>
                <a:cubicBezTo>
                  <a:pt x="50814" y="883161"/>
                  <a:pt x="32434" y="864780"/>
                  <a:pt x="19448" y="842623"/>
                </a:cubicBezTo>
                <a:cubicBezTo>
                  <a:pt x="7036" y="819914"/>
                  <a:pt x="0" y="795051"/>
                  <a:pt x="0" y="769119"/>
                </a:cubicBezTo>
                <a:lnTo>
                  <a:pt x="534" y="14647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771">
            <a:solidFill>
              <a:srgbClr val="6B8FC4"/>
            </a:solidFill>
            <a:prstDash val="solid"/>
          </a:ln>
        </p:spPr>
      </p:sp>
      <p:sp>
        <p:nvSpPr>
          <p:cNvPr id="10" name="path-8">
            <a:extLst xmlns:a="http://schemas.openxmlformats.org/drawingml/2006/main">
              <a:ext uri="{FF2B5EF4-FFF2-40B4-BE49-F238E27FC236}">
                <a16:creationId xmlns:a16="http://schemas.microsoft.com/office/drawing/2014/main" id="{9D767DFC-B436-4F2D-A509-EB8483D1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496" y="802027"/>
            <a:ext cx="435679" cy="552320"/>
          </a:xfrm>
          <a:custGeom xmlns:a="http://schemas.openxmlformats.org/drawingml/2006/main">
            <a:pathLst>
              <a:path w="442133" h="560503">
                <a:moveTo>
                  <a:pt x="221066" y="560503"/>
                </a:moveTo>
                <a:lnTo>
                  <a:pt x="0" y="560503"/>
                </a:lnTo>
                <a:lnTo>
                  <a:pt x="0" y="0"/>
                </a:lnTo>
                <a:lnTo>
                  <a:pt x="442133" y="0"/>
                </a:lnTo>
                <a:lnTo>
                  <a:pt x="442133" y="560503"/>
                </a:lnTo>
                <a:lnTo>
                  <a:pt x="221066" y="56050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641">
            <a:solidFill>
              <a:srgbClr val="3A3A3A"/>
            </a:solidFill>
            <a:prstDash val="solid"/>
          </a:ln>
        </p:spPr>
      </p:sp>
      <p:sp>
        <p:nvSpPr>
          <p:cNvPr id="11" name="path-9">
            <a:extLst xmlns:a="http://schemas.openxmlformats.org/drawingml/2006/main">
              <a:ext uri="{FF2B5EF4-FFF2-40B4-BE49-F238E27FC236}">
                <a16:creationId xmlns:a16="http://schemas.microsoft.com/office/drawing/2014/main" id="{7D7D2A1B-4C72-4837-A1F3-DC5B109D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496" y="802027"/>
            <a:ext cx="435679" cy="115589"/>
          </a:xfrm>
          <a:custGeom xmlns:a="http://schemas.openxmlformats.org/drawingml/2006/main">
            <a:pathLst>
              <a:path w="442133" h="117301">
                <a:moveTo>
                  <a:pt x="221066" y="117301"/>
                </a:moveTo>
                <a:lnTo>
                  <a:pt x="0" y="117301"/>
                </a:lnTo>
                <a:lnTo>
                  <a:pt x="0" y="0"/>
                </a:lnTo>
                <a:lnTo>
                  <a:pt x="442133" y="0"/>
                </a:lnTo>
                <a:lnTo>
                  <a:pt x="442133" y="117301"/>
                </a:lnTo>
                <a:lnTo>
                  <a:pt x="221066" y="117301"/>
                </a:lnTo>
              </a:path>
            </a:pathLst>
          </a:custGeom>
          <a:solidFill xmlns:a="http://schemas.openxmlformats.org/drawingml/2006/main">
            <a:srgbClr val="4A5A70"/>
          </a:solidFill>
          <a:ln xmlns:a="http://schemas.openxmlformats.org/drawingml/2006/main" w="18641">
            <a:solidFill>
              <a:srgbClr val="3A3A3A"/>
            </a:solidFill>
            <a:prstDash val="solid"/>
          </a:ln>
        </p:spPr>
      </p:sp>
      <p:sp>
        <p:nvSpPr>
          <p:cNvPr id="12" name="path-10">
            <a:extLst xmlns:a="http://schemas.openxmlformats.org/drawingml/2006/main">
              <a:ext uri="{FF2B5EF4-FFF2-40B4-BE49-F238E27FC236}">
                <a16:creationId xmlns:a16="http://schemas.microsoft.com/office/drawing/2014/main" id="{62C6F781-3D2D-4E53-B9D5-54892C86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97" y="831864"/>
            <a:ext cx="49528" cy="49528"/>
          </a:xfrm>
          <a:custGeom xmlns:a="http://schemas.openxmlformats.org/drawingml/2006/main">
            <a:pathLst>
              <a:path w="50261" h="50262">
                <a:moveTo>
                  <a:pt x="0" y="24864"/>
                </a:moveTo>
                <a:lnTo>
                  <a:pt x="0" y="24864"/>
                </a:lnTo>
                <a:cubicBezTo>
                  <a:pt x="0" y="20535"/>
                  <a:pt x="1087" y="16207"/>
                  <a:pt x="3242" y="12432"/>
                </a:cubicBezTo>
                <a:cubicBezTo>
                  <a:pt x="5415" y="8638"/>
                  <a:pt x="8657" y="5396"/>
                  <a:pt x="12432" y="3241"/>
                </a:cubicBezTo>
                <a:cubicBezTo>
                  <a:pt x="16226" y="1087"/>
                  <a:pt x="20535" y="0"/>
                  <a:pt x="24864" y="0"/>
                </a:cubicBezTo>
                <a:cubicBezTo>
                  <a:pt x="29726" y="0"/>
                  <a:pt x="34054" y="1087"/>
                  <a:pt x="37830" y="3241"/>
                </a:cubicBezTo>
                <a:cubicBezTo>
                  <a:pt x="41624" y="5396"/>
                  <a:pt x="44865" y="8638"/>
                  <a:pt x="47020" y="12432"/>
                </a:cubicBezTo>
                <a:cubicBezTo>
                  <a:pt x="49193" y="16207"/>
                  <a:pt x="50261" y="20535"/>
                  <a:pt x="50261" y="24864"/>
                </a:cubicBezTo>
                <a:cubicBezTo>
                  <a:pt x="50261" y="29192"/>
                  <a:pt x="49193" y="33502"/>
                  <a:pt x="47020" y="37296"/>
                </a:cubicBezTo>
                <a:cubicBezTo>
                  <a:pt x="44865" y="41071"/>
                  <a:pt x="41624" y="44313"/>
                  <a:pt x="37830" y="46486"/>
                </a:cubicBezTo>
                <a:cubicBezTo>
                  <a:pt x="34054" y="48640"/>
                  <a:pt x="29726" y="50262"/>
                  <a:pt x="24864" y="50262"/>
                </a:cubicBezTo>
                <a:cubicBezTo>
                  <a:pt x="20535" y="50262"/>
                  <a:pt x="16226" y="48640"/>
                  <a:pt x="12432" y="46486"/>
                </a:cubicBezTo>
                <a:cubicBezTo>
                  <a:pt x="8657" y="44313"/>
                  <a:pt x="5415" y="41071"/>
                  <a:pt x="3242" y="37296"/>
                </a:cubicBezTo>
                <a:cubicBezTo>
                  <a:pt x="1087" y="33502"/>
                  <a:pt x="0" y="29192"/>
                  <a:pt x="0" y="24864"/>
                </a:cubicBezTo>
              </a:path>
            </a:pathLst>
          </a:custGeom>
          <a:solidFill xmlns:a="http://schemas.openxmlformats.org/drawingml/2006/main">
            <a:srgbClr val="7AA6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-11">
            <a:extLst xmlns:a="http://schemas.openxmlformats.org/drawingml/2006/main">
              <a:ext uri="{FF2B5EF4-FFF2-40B4-BE49-F238E27FC236}">
                <a16:creationId xmlns:a16="http://schemas.microsoft.com/office/drawing/2014/main" id="{DCF93266-B498-457D-BBDF-4618810D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34" y="831864"/>
            <a:ext cx="49528" cy="49528"/>
          </a:xfrm>
          <a:custGeom xmlns:a="http://schemas.openxmlformats.org/drawingml/2006/main">
            <a:pathLst>
              <a:path w="50262" h="50262">
                <a:moveTo>
                  <a:pt x="0" y="24864"/>
                </a:moveTo>
                <a:lnTo>
                  <a:pt x="0" y="24864"/>
                </a:lnTo>
                <a:cubicBezTo>
                  <a:pt x="0" y="20535"/>
                  <a:pt x="1068" y="16207"/>
                  <a:pt x="3242" y="12432"/>
                </a:cubicBezTo>
                <a:cubicBezTo>
                  <a:pt x="5396" y="8638"/>
                  <a:pt x="8638" y="5396"/>
                  <a:pt x="12432" y="3241"/>
                </a:cubicBezTo>
                <a:cubicBezTo>
                  <a:pt x="16207" y="1087"/>
                  <a:pt x="20536" y="0"/>
                  <a:pt x="25398" y="0"/>
                </a:cubicBezTo>
                <a:cubicBezTo>
                  <a:pt x="29726" y="0"/>
                  <a:pt x="34035" y="1087"/>
                  <a:pt x="37830" y="3241"/>
                </a:cubicBezTo>
                <a:cubicBezTo>
                  <a:pt x="41605" y="5396"/>
                  <a:pt x="44846" y="8638"/>
                  <a:pt x="47020" y="12432"/>
                </a:cubicBezTo>
                <a:cubicBezTo>
                  <a:pt x="49175" y="16207"/>
                  <a:pt x="50262" y="20535"/>
                  <a:pt x="50262" y="24864"/>
                </a:cubicBezTo>
                <a:cubicBezTo>
                  <a:pt x="50262" y="29192"/>
                  <a:pt x="49175" y="33502"/>
                  <a:pt x="47020" y="37296"/>
                </a:cubicBezTo>
                <a:cubicBezTo>
                  <a:pt x="44846" y="41071"/>
                  <a:pt x="41605" y="44313"/>
                  <a:pt x="37830" y="46486"/>
                </a:cubicBezTo>
                <a:cubicBezTo>
                  <a:pt x="34035" y="48640"/>
                  <a:pt x="29726" y="50262"/>
                  <a:pt x="25398" y="50262"/>
                </a:cubicBezTo>
                <a:cubicBezTo>
                  <a:pt x="20536" y="50262"/>
                  <a:pt x="16207" y="48640"/>
                  <a:pt x="12432" y="46486"/>
                </a:cubicBezTo>
                <a:cubicBezTo>
                  <a:pt x="8638" y="44313"/>
                  <a:pt x="5396" y="41071"/>
                  <a:pt x="3242" y="37296"/>
                </a:cubicBezTo>
                <a:cubicBezTo>
                  <a:pt x="1068" y="33502"/>
                  <a:pt x="0" y="29192"/>
                  <a:pt x="0" y="24864"/>
                </a:cubicBezTo>
              </a:path>
            </a:pathLst>
          </a:custGeom>
          <a:solidFill xmlns:a="http://schemas.openxmlformats.org/drawingml/2006/main">
            <a:srgbClr val="9ACB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-12">
            <a:extLst xmlns:a="http://schemas.openxmlformats.org/drawingml/2006/main">
              <a:ext uri="{FF2B5EF4-FFF2-40B4-BE49-F238E27FC236}">
                <a16:creationId xmlns:a16="http://schemas.microsoft.com/office/drawing/2014/main" id="{242C844F-21BC-4A18-9587-87928765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71" y="831864"/>
            <a:ext cx="49528" cy="49528"/>
          </a:xfrm>
          <a:custGeom xmlns:a="http://schemas.openxmlformats.org/drawingml/2006/main">
            <a:pathLst>
              <a:path w="50261" h="50262">
                <a:moveTo>
                  <a:pt x="0" y="24864"/>
                </a:moveTo>
                <a:lnTo>
                  <a:pt x="0" y="24864"/>
                </a:lnTo>
                <a:cubicBezTo>
                  <a:pt x="0" y="20535"/>
                  <a:pt x="1087" y="16207"/>
                  <a:pt x="3241" y="12432"/>
                </a:cubicBezTo>
                <a:cubicBezTo>
                  <a:pt x="5396" y="8638"/>
                  <a:pt x="8638" y="5396"/>
                  <a:pt x="12432" y="3241"/>
                </a:cubicBezTo>
                <a:cubicBezTo>
                  <a:pt x="16207" y="1087"/>
                  <a:pt x="20535" y="0"/>
                  <a:pt x="25397" y="0"/>
                </a:cubicBezTo>
                <a:cubicBezTo>
                  <a:pt x="29726" y="0"/>
                  <a:pt x="34054" y="1087"/>
                  <a:pt x="37830" y="3241"/>
                </a:cubicBezTo>
                <a:cubicBezTo>
                  <a:pt x="41624" y="5396"/>
                  <a:pt x="44865" y="8638"/>
                  <a:pt x="47020" y="12432"/>
                </a:cubicBezTo>
                <a:cubicBezTo>
                  <a:pt x="49175" y="16207"/>
                  <a:pt x="50261" y="20535"/>
                  <a:pt x="50261" y="24864"/>
                </a:cubicBezTo>
                <a:cubicBezTo>
                  <a:pt x="50261" y="29192"/>
                  <a:pt x="49175" y="33502"/>
                  <a:pt x="47020" y="37296"/>
                </a:cubicBezTo>
                <a:cubicBezTo>
                  <a:pt x="44865" y="41071"/>
                  <a:pt x="41624" y="44313"/>
                  <a:pt x="37830" y="46486"/>
                </a:cubicBezTo>
                <a:cubicBezTo>
                  <a:pt x="34054" y="48640"/>
                  <a:pt x="29726" y="50262"/>
                  <a:pt x="25397" y="50262"/>
                </a:cubicBezTo>
                <a:cubicBezTo>
                  <a:pt x="20535" y="50262"/>
                  <a:pt x="16207" y="48640"/>
                  <a:pt x="12432" y="46486"/>
                </a:cubicBezTo>
                <a:cubicBezTo>
                  <a:pt x="8638" y="44313"/>
                  <a:pt x="5396" y="41071"/>
                  <a:pt x="3241" y="37296"/>
                </a:cubicBezTo>
                <a:cubicBezTo>
                  <a:pt x="1087" y="33502"/>
                  <a:pt x="0" y="29192"/>
                  <a:pt x="0" y="24864"/>
                </a:cubicBezTo>
              </a:path>
            </a:pathLst>
          </a:custGeom>
          <a:solidFill xmlns:a="http://schemas.openxmlformats.org/drawingml/2006/main">
            <a:srgbClr val="E06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-13">
            <a:extLst xmlns:a="http://schemas.openxmlformats.org/drawingml/2006/main">
              <a:ext uri="{FF2B5EF4-FFF2-40B4-BE49-F238E27FC236}">
                <a16:creationId xmlns:a16="http://schemas.microsoft.com/office/drawing/2014/main" id="{463B4C08-94FC-4BDB-B659-60FC2469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86" y="1107742"/>
            <a:ext cx="94790" cy="160326"/>
          </a:xfrm>
          <a:custGeom xmlns:a="http://schemas.openxmlformats.org/drawingml/2006/main">
            <a:pathLst>
              <a:path w="96194" h="162701">
                <a:moveTo>
                  <a:pt x="0" y="162701"/>
                </a:moveTo>
                <a:lnTo>
                  <a:pt x="961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369">
            <a:solidFill>
              <a:srgbClr val="3E6FA8"/>
            </a:solidFill>
            <a:prstDash val="solid"/>
          </a:ln>
        </p:spPr>
      </p:sp>
      <p:sp>
        <p:nvSpPr>
          <p:cNvPr id="16" name="path-14">
            <a:extLst xmlns:a="http://schemas.openxmlformats.org/drawingml/2006/main">
              <a:ext uri="{FF2B5EF4-FFF2-40B4-BE49-F238E27FC236}">
                <a16:creationId xmlns:a16="http://schemas.microsoft.com/office/drawing/2014/main" id="{52ED6404-9EB4-4398-9673-CB80B557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76" y="1107742"/>
            <a:ext cx="92686" cy="87350"/>
          </a:xfrm>
          <a:custGeom xmlns:a="http://schemas.openxmlformats.org/drawingml/2006/main">
            <a:pathLst>
              <a:path w="94059" h="88644">
                <a:moveTo>
                  <a:pt x="0" y="0"/>
                </a:moveTo>
                <a:lnTo>
                  <a:pt x="94059" y="88644"/>
                </a:lnTo>
              </a:path>
            </a:pathLst>
          </a:custGeom>
          <a:noFill xmlns:a="http://schemas.openxmlformats.org/drawingml/2006/main"/>
          <a:ln xmlns:a="http://schemas.openxmlformats.org/drawingml/2006/main" w="22369">
            <a:solidFill>
              <a:srgbClr val="3E6FA8"/>
            </a:solidFill>
            <a:prstDash val="solid"/>
          </a:ln>
        </p:spPr>
      </p:sp>
      <p:sp>
        <p:nvSpPr>
          <p:cNvPr id="17" name="path-15">
            <a:extLst xmlns:a="http://schemas.openxmlformats.org/drawingml/2006/main">
              <a:ext uri="{FF2B5EF4-FFF2-40B4-BE49-F238E27FC236}">
                <a16:creationId xmlns:a16="http://schemas.microsoft.com/office/drawing/2014/main" id="{65DD3DF5-F428-4EC1-AA7D-32626473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463" y="1006019"/>
            <a:ext cx="135280" cy="189073"/>
          </a:xfrm>
          <a:custGeom xmlns:a="http://schemas.openxmlformats.org/drawingml/2006/main">
            <a:pathLst>
              <a:path w="137285" h="191874">
                <a:moveTo>
                  <a:pt x="0" y="191874"/>
                </a:moveTo>
                <a:lnTo>
                  <a:pt x="1372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369">
            <a:solidFill>
              <a:srgbClr val="3E6FA8"/>
            </a:solidFill>
            <a:prstDash val="solid"/>
          </a:ln>
        </p:spPr>
      </p:sp>
      <p:sp>
        <p:nvSpPr>
          <p:cNvPr id="18" name="path-16">
            <a:extLst xmlns:a="http://schemas.openxmlformats.org/drawingml/2006/main">
              <a:ext uri="{FF2B5EF4-FFF2-40B4-BE49-F238E27FC236}">
                <a16:creationId xmlns:a16="http://schemas.microsoft.com/office/drawing/2014/main" id="{0435B963-558C-406F-A0B3-B870B95E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85" y="1243567"/>
            <a:ext cx="49528" cy="49001"/>
          </a:xfrm>
          <a:custGeom xmlns:a="http://schemas.openxmlformats.org/drawingml/2006/main">
            <a:pathLst>
              <a:path w="50261" h="49727">
                <a:moveTo>
                  <a:pt x="0" y="24864"/>
                </a:moveTo>
                <a:lnTo>
                  <a:pt x="0" y="24864"/>
                </a:lnTo>
                <a:cubicBezTo>
                  <a:pt x="0" y="20536"/>
                  <a:pt x="1068" y="16207"/>
                  <a:pt x="3242" y="12431"/>
                </a:cubicBezTo>
                <a:cubicBezTo>
                  <a:pt x="5396" y="8637"/>
                  <a:pt x="8638" y="5396"/>
                  <a:pt x="12432" y="3241"/>
                </a:cubicBezTo>
                <a:cubicBezTo>
                  <a:pt x="16207" y="1068"/>
                  <a:pt x="20535" y="0"/>
                  <a:pt x="25398" y="0"/>
                </a:cubicBezTo>
                <a:cubicBezTo>
                  <a:pt x="29726" y="0"/>
                  <a:pt x="34035" y="1068"/>
                  <a:pt x="37830" y="3241"/>
                </a:cubicBezTo>
                <a:cubicBezTo>
                  <a:pt x="41605" y="5396"/>
                  <a:pt x="44846" y="8637"/>
                  <a:pt x="47020" y="12431"/>
                </a:cubicBezTo>
                <a:cubicBezTo>
                  <a:pt x="49175" y="16207"/>
                  <a:pt x="50261" y="20536"/>
                  <a:pt x="50261" y="24864"/>
                </a:cubicBezTo>
                <a:cubicBezTo>
                  <a:pt x="50261" y="29173"/>
                  <a:pt x="49175" y="33501"/>
                  <a:pt x="47020" y="37296"/>
                </a:cubicBezTo>
                <a:cubicBezTo>
                  <a:pt x="44846" y="41071"/>
                  <a:pt x="41605" y="44312"/>
                  <a:pt x="37830" y="46467"/>
                </a:cubicBezTo>
                <a:cubicBezTo>
                  <a:pt x="34035" y="48641"/>
                  <a:pt x="29726" y="49727"/>
                  <a:pt x="25398" y="49727"/>
                </a:cubicBezTo>
                <a:cubicBezTo>
                  <a:pt x="20535" y="49727"/>
                  <a:pt x="16207" y="48641"/>
                  <a:pt x="12432" y="46467"/>
                </a:cubicBezTo>
                <a:cubicBezTo>
                  <a:pt x="8638" y="44312"/>
                  <a:pt x="5396" y="41071"/>
                  <a:pt x="3242" y="37296"/>
                </a:cubicBezTo>
                <a:cubicBezTo>
                  <a:pt x="1068" y="33501"/>
                  <a:pt x="0" y="29173"/>
                  <a:pt x="0" y="24864"/>
                </a:cubicBezTo>
              </a:path>
            </a:pathLst>
          </a:custGeom>
          <a:solidFill xmlns:a="http://schemas.openxmlformats.org/drawingml/2006/main">
            <a:srgbClr val="3E6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th-17">
            <a:extLst xmlns:a="http://schemas.openxmlformats.org/drawingml/2006/main">
              <a:ext uri="{FF2B5EF4-FFF2-40B4-BE49-F238E27FC236}">
                <a16:creationId xmlns:a16="http://schemas.microsoft.com/office/drawing/2014/main" id="{357F71D4-0416-48F2-891F-B6836138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76" y="1083241"/>
            <a:ext cx="49547" cy="49546"/>
          </a:xfrm>
          <a:custGeom xmlns:a="http://schemas.openxmlformats.org/drawingml/2006/main">
            <a:pathLst>
              <a:path w="50281" h="50280">
                <a:moveTo>
                  <a:pt x="0" y="24864"/>
                </a:moveTo>
                <a:lnTo>
                  <a:pt x="0" y="24864"/>
                </a:lnTo>
                <a:cubicBezTo>
                  <a:pt x="0" y="20554"/>
                  <a:pt x="1087" y="16227"/>
                  <a:pt x="3242" y="12432"/>
                </a:cubicBezTo>
                <a:cubicBezTo>
                  <a:pt x="5415" y="8657"/>
                  <a:pt x="8657" y="5415"/>
                  <a:pt x="12432" y="3242"/>
                </a:cubicBezTo>
                <a:cubicBezTo>
                  <a:pt x="16227" y="1087"/>
                  <a:pt x="20536" y="0"/>
                  <a:pt x="25417" y="0"/>
                </a:cubicBezTo>
                <a:cubicBezTo>
                  <a:pt x="29726" y="0"/>
                  <a:pt x="34054" y="1087"/>
                  <a:pt x="37849" y="3242"/>
                </a:cubicBezTo>
                <a:cubicBezTo>
                  <a:pt x="41624" y="5415"/>
                  <a:pt x="44866" y="8657"/>
                  <a:pt x="47020" y="12432"/>
                </a:cubicBezTo>
                <a:cubicBezTo>
                  <a:pt x="49194" y="16227"/>
                  <a:pt x="50281" y="20554"/>
                  <a:pt x="50281" y="24864"/>
                </a:cubicBezTo>
                <a:cubicBezTo>
                  <a:pt x="50281" y="29192"/>
                  <a:pt x="49194" y="33520"/>
                  <a:pt x="47020" y="37296"/>
                </a:cubicBezTo>
                <a:cubicBezTo>
                  <a:pt x="44866" y="41090"/>
                  <a:pt x="41624" y="44332"/>
                  <a:pt x="37849" y="46486"/>
                </a:cubicBezTo>
                <a:cubicBezTo>
                  <a:pt x="34054" y="48660"/>
                  <a:pt x="29726" y="50280"/>
                  <a:pt x="25417" y="50280"/>
                </a:cubicBezTo>
                <a:cubicBezTo>
                  <a:pt x="20536" y="50280"/>
                  <a:pt x="16227" y="48660"/>
                  <a:pt x="12432" y="46486"/>
                </a:cubicBezTo>
                <a:cubicBezTo>
                  <a:pt x="8657" y="44332"/>
                  <a:pt x="5415" y="41090"/>
                  <a:pt x="3242" y="37296"/>
                </a:cubicBezTo>
                <a:cubicBezTo>
                  <a:pt x="1087" y="33520"/>
                  <a:pt x="0" y="29192"/>
                  <a:pt x="0" y="24864"/>
                </a:cubicBezTo>
              </a:path>
            </a:pathLst>
          </a:custGeom>
          <a:solidFill xmlns:a="http://schemas.openxmlformats.org/drawingml/2006/main">
            <a:srgbClr val="3E6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th-18">
            <a:extLst xmlns:a="http://schemas.openxmlformats.org/drawingml/2006/main">
              <a:ext uri="{FF2B5EF4-FFF2-40B4-BE49-F238E27FC236}">
                <a16:creationId xmlns:a16="http://schemas.microsoft.com/office/drawing/2014/main" id="{19113718-C784-43EE-97E1-22932B07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962" y="1170065"/>
            <a:ext cx="49528" cy="49528"/>
          </a:xfrm>
          <a:custGeom xmlns:a="http://schemas.openxmlformats.org/drawingml/2006/main">
            <a:pathLst>
              <a:path w="50261" h="50262">
                <a:moveTo>
                  <a:pt x="0" y="25398"/>
                </a:moveTo>
                <a:lnTo>
                  <a:pt x="0" y="25398"/>
                </a:lnTo>
                <a:cubicBezTo>
                  <a:pt x="0" y="21070"/>
                  <a:pt x="1068" y="16761"/>
                  <a:pt x="3242" y="12966"/>
                </a:cubicBezTo>
                <a:cubicBezTo>
                  <a:pt x="5396" y="9191"/>
                  <a:pt x="8638" y="5950"/>
                  <a:pt x="12432" y="3776"/>
                </a:cubicBezTo>
                <a:cubicBezTo>
                  <a:pt x="16207" y="1621"/>
                  <a:pt x="20535" y="0"/>
                  <a:pt x="25398" y="0"/>
                </a:cubicBezTo>
                <a:cubicBezTo>
                  <a:pt x="29726" y="0"/>
                  <a:pt x="34035" y="1621"/>
                  <a:pt x="37830" y="3776"/>
                </a:cubicBezTo>
                <a:cubicBezTo>
                  <a:pt x="41605" y="5950"/>
                  <a:pt x="44846" y="9191"/>
                  <a:pt x="47020" y="12966"/>
                </a:cubicBezTo>
                <a:cubicBezTo>
                  <a:pt x="49175" y="16761"/>
                  <a:pt x="50261" y="21070"/>
                  <a:pt x="50261" y="25398"/>
                </a:cubicBezTo>
                <a:cubicBezTo>
                  <a:pt x="50261" y="29726"/>
                  <a:pt x="49175" y="34055"/>
                  <a:pt x="47020" y="37830"/>
                </a:cubicBezTo>
                <a:cubicBezTo>
                  <a:pt x="44846" y="41625"/>
                  <a:pt x="41605" y="44866"/>
                  <a:pt x="37830" y="47020"/>
                </a:cubicBezTo>
                <a:cubicBezTo>
                  <a:pt x="34035" y="49175"/>
                  <a:pt x="29726" y="50262"/>
                  <a:pt x="25398" y="50262"/>
                </a:cubicBezTo>
                <a:cubicBezTo>
                  <a:pt x="20535" y="50262"/>
                  <a:pt x="16207" y="49175"/>
                  <a:pt x="12432" y="47020"/>
                </a:cubicBezTo>
                <a:cubicBezTo>
                  <a:pt x="8638" y="44866"/>
                  <a:pt x="5396" y="41625"/>
                  <a:pt x="3242" y="37830"/>
                </a:cubicBezTo>
                <a:cubicBezTo>
                  <a:pt x="1068" y="34055"/>
                  <a:pt x="0" y="29726"/>
                  <a:pt x="0" y="25398"/>
                </a:cubicBezTo>
              </a:path>
            </a:pathLst>
          </a:custGeom>
          <a:solidFill xmlns:a="http://schemas.openxmlformats.org/drawingml/2006/main">
            <a:srgbClr val="3E6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th-19">
            <a:extLst xmlns:a="http://schemas.openxmlformats.org/drawingml/2006/main">
              <a:ext uri="{FF2B5EF4-FFF2-40B4-BE49-F238E27FC236}">
                <a16:creationId xmlns:a16="http://schemas.microsoft.com/office/drawing/2014/main" id="{8C9C0F7A-A069-4EC0-8033-9D011020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42" y="981517"/>
            <a:ext cx="49528" cy="49528"/>
          </a:xfrm>
          <a:custGeom xmlns:a="http://schemas.openxmlformats.org/drawingml/2006/main">
            <a:pathLst>
              <a:path w="50262" h="50262">
                <a:moveTo>
                  <a:pt x="0" y="24864"/>
                </a:moveTo>
                <a:lnTo>
                  <a:pt x="0" y="24864"/>
                </a:lnTo>
                <a:cubicBezTo>
                  <a:pt x="0" y="20536"/>
                  <a:pt x="1068" y="16227"/>
                  <a:pt x="3242" y="12432"/>
                </a:cubicBezTo>
                <a:cubicBezTo>
                  <a:pt x="5396" y="8657"/>
                  <a:pt x="8638" y="5415"/>
                  <a:pt x="12432" y="3242"/>
                </a:cubicBezTo>
                <a:cubicBezTo>
                  <a:pt x="16207" y="1087"/>
                  <a:pt x="20536" y="0"/>
                  <a:pt x="25398" y="0"/>
                </a:cubicBezTo>
                <a:cubicBezTo>
                  <a:pt x="29726" y="0"/>
                  <a:pt x="34035" y="1087"/>
                  <a:pt x="37830" y="3242"/>
                </a:cubicBezTo>
                <a:cubicBezTo>
                  <a:pt x="41605" y="5415"/>
                  <a:pt x="44846" y="8657"/>
                  <a:pt x="47020" y="12432"/>
                </a:cubicBezTo>
                <a:cubicBezTo>
                  <a:pt x="49175" y="16227"/>
                  <a:pt x="50262" y="20536"/>
                  <a:pt x="50262" y="24864"/>
                </a:cubicBezTo>
                <a:cubicBezTo>
                  <a:pt x="50262" y="29192"/>
                  <a:pt x="49175" y="33520"/>
                  <a:pt x="47020" y="37296"/>
                </a:cubicBezTo>
                <a:cubicBezTo>
                  <a:pt x="44846" y="41090"/>
                  <a:pt x="41605" y="44332"/>
                  <a:pt x="37830" y="46486"/>
                </a:cubicBezTo>
                <a:cubicBezTo>
                  <a:pt x="34035" y="48640"/>
                  <a:pt x="29726" y="50262"/>
                  <a:pt x="25398" y="50262"/>
                </a:cubicBezTo>
                <a:cubicBezTo>
                  <a:pt x="20536" y="50262"/>
                  <a:pt x="16207" y="48640"/>
                  <a:pt x="12432" y="46486"/>
                </a:cubicBezTo>
                <a:cubicBezTo>
                  <a:pt x="8638" y="44332"/>
                  <a:pt x="5396" y="41090"/>
                  <a:pt x="3242" y="37296"/>
                </a:cubicBezTo>
                <a:cubicBezTo>
                  <a:pt x="1068" y="33520"/>
                  <a:pt x="0" y="29192"/>
                  <a:pt x="0" y="24864"/>
                </a:cubicBezTo>
              </a:path>
            </a:pathLst>
          </a:custGeom>
          <a:solidFill xmlns:a="http://schemas.openxmlformats.org/drawingml/2006/main">
            <a:srgbClr val="3E6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20 Stage">
            <a:extLst xmlns:a="http://schemas.openxmlformats.org/drawingml/2006/main">
              <a:ext uri="{FF2B5EF4-FFF2-40B4-BE49-F238E27FC236}">
                <a16:creationId xmlns:a16="http://schemas.microsoft.com/office/drawing/2014/main" id="{C3420235-9575-487F-8227-4BB26C93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243" y="844030"/>
            <a:ext cx="501064" cy="241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9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9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359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Stage</a:t>
            </a:r>
          </a:p>
        </p:txBody>
      </p:sp>
      <p:sp>
        <p:nvSpPr>
          <p:cNvPr id="23" name="text-20 I">
            <a:extLst xmlns:a="http://schemas.openxmlformats.org/drawingml/2006/main">
              <a:ext uri="{FF2B5EF4-FFF2-40B4-BE49-F238E27FC236}">
                <a16:creationId xmlns:a16="http://schemas.microsoft.com/office/drawing/2014/main" id="{EF79610D-E37F-4510-8C71-46C98032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1053" y="818467"/>
            <a:ext cx="90768" cy="277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61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61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561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24" name="text-21 Parser">
            <a:extLst xmlns:a="http://schemas.openxmlformats.org/drawingml/2006/main">
              <a:ext uri="{FF2B5EF4-FFF2-40B4-BE49-F238E27FC236}">
                <a16:creationId xmlns:a16="http://schemas.microsoft.com/office/drawing/2014/main" id="{4472FBF4-1F86-4037-8A14-4D9B4DED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214" y="1079194"/>
            <a:ext cx="571061" cy="2428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66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66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366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Parser</a:t>
            </a:r>
          </a:p>
        </p:txBody>
      </p:sp>
      <p:sp>
        <p:nvSpPr>
          <p:cNvPr id="25" name="path-22">
            <a:extLst xmlns:a="http://schemas.openxmlformats.org/drawingml/2006/main">
              <a:ext uri="{FF2B5EF4-FFF2-40B4-BE49-F238E27FC236}">
                <a16:creationId xmlns:a16="http://schemas.microsoft.com/office/drawing/2014/main" id="{466A9117-3778-4B20-A787-F804903E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617" y="1078995"/>
            <a:ext cx="75099" cy="191"/>
          </a:xfrm>
          <a:custGeom xmlns:a="http://schemas.openxmlformats.org/drawingml/2006/main">
            <a:pathLst>
              <a:path w="76212" h="191">
                <a:moveTo>
                  <a:pt x="0" y="0"/>
                </a:moveTo>
                <a:lnTo>
                  <a:pt x="762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270">
            <a:solidFill>
              <a:srgbClr val="111111"/>
            </a:solidFill>
            <a:prstDash val="solid"/>
          </a:ln>
        </p:spPr>
      </p:sp>
      <p:sp>
        <p:nvSpPr>
          <p:cNvPr id="26" name="path-23">
            <a:extLst xmlns:a="http://schemas.openxmlformats.org/drawingml/2006/main">
              <a:ext uri="{FF2B5EF4-FFF2-40B4-BE49-F238E27FC236}">
                <a16:creationId xmlns:a16="http://schemas.microsoft.com/office/drawing/2014/main" id="{BD11A360-EE2C-484E-9E0C-4C03CC9D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5854" y="1033714"/>
            <a:ext cx="90544" cy="90544"/>
          </a:xfrm>
          <a:custGeom xmlns:a="http://schemas.openxmlformats.org/drawingml/2006/main">
            <a:pathLst>
              <a:path w="91885" h="91885">
                <a:moveTo>
                  <a:pt x="91885" y="45952"/>
                </a:moveTo>
                <a:lnTo>
                  <a:pt x="0" y="91885"/>
                </a:lnTo>
                <a:lnTo>
                  <a:pt x="0" y="0"/>
                </a:lnTo>
                <a:lnTo>
                  <a:pt x="91885" y="45952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-24">
            <a:extLst xmlns:a="http://schemas.openxmlformats.org/drawingml/2006/main">
              <a:ext uri="{FF2B5EF4-FFF2-40B4-BE49-F238E27FC236}">
                <a16:creationId xmlns:a16="http://schemas.microsoft.com/office/drawing/2014/main" id="{1C0F7B81-DB6C-45D6-9F28-077AA6D3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4401" y="787653"/>
            <a:ext cx="295062" cy="378147"/>
          </a:xfrm>
          <a:custGeom xmlns:a="http://schemas.openxmlformats.org/drawingml/2006/main">
            <a:pathLst>
              <a:path w="299433" h="383749">
                <a:moveTo>
                  <a:pt x="0" y="0"/>
                </a:moveTo>
                <a:lnTo>
                  <a:pt x="209169" y="0"/>
                </a:lnTo>
                <a:lnTo>
                  <a:pt x="299433" y="89731"/>
                </a:lnTo>
                <a:lnTo>
                  <a:pt x="299433" y="383749"/>
                </a:lnTo>
                <a:lnTo>
                  <a:pt x="0" y="38374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043">
            <a:solidFill>
              <a:srgbClr val="2B2B2B"/>
            </a:solidFill>
            <a:prstDash val="solid"/>
          </a:ln>
        </p:spPr>
      </p:sp>
      <p:sp>
        <p:nvSpPr>
          <p:cNvPr id="28" name="path-25">
            <a:extLst xmlns:a="http://schemas.openxmlformats.org/drawingml/2006/main">
              <a:ext uri="{FF2B5EF4-FFF2-40B4-BE49-F238E27FC236}">
                <a16:creationId xmlns:a16="http://schemas.microsoft.com/office/drawing/2014/main" id="{4B9C0FB9-2BE1-47AE-9FB4-21114AD4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061" y="787653"/>
            <a:ext cx="191" cy="88421"/>
          </a:xfrm>
          <a:custGeom xmlns:a="http://schemas.openxmlformats.org/drawingml/2006/main">
            <a:pathLst>
              <a:path w="191" h="89731">
                <a:moveTo>
                  <a:pt x="0" y="0"/>
                </a:moveTo>
                <a:lnTo>
                  <a:pt x="0" y="89731"/>
                </a:lnTo>
              </a:path>
            </a:pathLst>
          </a:custGeom>
          <a:noFill xmlns:a="http://schemas.openxmlformats.org/drawingml/2006/main"/>
          <a:ln xmlns:a="http://schemas.openxmlformats.org/drawingml/2006/main" w="13315">
            <a:solidFill>
              <a:srgbClr val="2B2B2B"/>
            </a:solidFill>
            <a:prstDash val="solid"/>
          </a:ln>
        </p:spPr>
      </p:sp>
      <p:sp>
        <p:nvSpPr>
          <p:cNvPr id="29" name="path-26">
            <a:extLst xmlns:a="http://schemas.openxmlformats.org/drawingml/2006/main">
              <a:ext uri="{FF2B5EF4-FFF2-40B4-BE49-F238E27FC236}">
                <a16:creationId xmlns:a16="http://schemas.microsoft.com/office/drawing/2014/main" id="{E5F816C8-3805-48B9-81A6-77460533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061" y="876074"/>
            <a:ext cx="88402" cy="191"/>
          </a:xfrm>
          <a:custGeom xmlns:a="http://schemas.openxmlformats.org/drawingml/2006/main">
            <a:pathLst>
              <a:path w="89712" h="191">
                <a:moveTo>
                  <a:pt x="0" y="0"/>
                </a:moveTo>
                <a:lnTo>
                  <a:pt x="897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15">
            <a:solidFill>
              <a:srgbClr val="2B2B2B"/>
            </a:solidFill>
            <a:prstDash val="solid"/>
          </a:ln>
        </p:spPr>
      </p:sp>
      <p:sp>
        <p:nvSpPr>
          <p:cNvPr id="30" name="path-27">
            <a:extLst xmlns:a="http://schemas.openxmlformats.org/drawingml/2006/main">
              <a:ext uri="{FF2B5EF4-FFF2-40B4-BE49-F238E27FC236}">
                <a16:creationId xmlns:a16="http://schemas.microsoft.com/office/drawing/2014/main" id="{E9DEE4A5-51A9-4B3F-9DFC-0F63C2AF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000" y="938904"/>
            <a:ext cx="194391" cy="191"/>
          </a:xfrm>
          <a:custGeom xmlns:a="http://schemas.openxmlformats.org/drawingml/2006/main">
            <a:pathLst>
              <a:path w="197270" h="191">
                <a:moveTo>
                  <a:pt x="0" y="0"/>
                </a:moveTo>
                <a:lnTo>
                  <a:pt x="1972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2B2B2B"/>
            </a:solidFill>
            <a:prstDash val="solid"/>
          </a:ln>
        </p:spPr>
      </p:sp>
      <p:sp>
        <p:nvSpPr>
          <p:cNvPr id="31" name="path-28">
            <a:extLst xmlns:a="http://schemas.openxmlformats.org/drawingml/2006/main">
              <a:ext uri="{FF2B5EF4-FFF2-40B4-BE49-F238E27FC236}">
                <a16:creationId xmlns:a16="http://schemas.microsoft.com/office/drawing/2014/main" id="{AA90E14A-0301-435D-A378-91F70DB0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000" y="1003351"/>
            <a:ext cx="194391" cy="191"/>
          </a:xfrm>
          <a:custGeom xmlns:a="http://schemas.openxmlformats.org/drawingml/2006/main">
            <a:pathLst>
              <a:path w="197270" h="191">
                <a:moveTo>
                  <a:pt x="0" y="0"/>
                </a:moveTo>
                <a:lnTo>
                  <a:pt x="1972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2B2B2B"/>
            </a:solidFill>
            <a:prstDash val="solid"/>
          </a:ln>
        </p:spPr>
      </p:sp>
      <p:sp>
        <p:nvSpPr>
          <p:cNvPr id="32" name="path-29">
            <a:extLst xmlns:a="http://schemas.openxmlformats.org/drawingml/2006/main">
              <a:ext uri="{FF2B5EF4-FFF2-40B4-BE49-F238E27FC236}">
                <a16:creationId xmlns:a16="http://schemas.microsoft.com/office/drawing/2014/main" id="{449E9D61-8A4D-4E04-BDF3-A8B886C4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2097" y="1296815"/>
            <a:ext cx="61252" cy="72976"/>
          </a:xfrm>
          <a:custGeom xmlns:a="http://schemas.openxmlformats.org/drawingml/2006/main">
            <a:pathLst>
              <a:path w="62159" h="74057">
                <a:moveTo>
                  <a:pt x="0" y="74057"/>
                </a:moveTo>
                <a:lnTo>
                  <a:pt x="621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641">
            <a:solidFill>
              <a:srgbClr val="3E6FA8"/>
            </a:solidFill>
            <a:prstDash val="dash"/>
          </a:ln>
        </p:spPr>
      </p:sp>
      <p:sp>
        <p:nvSpPr>
          <p:cNvPr id="33" name="path-30">
            <a:extLst xmlns:a="http://schemas.openxmlformats.org/drawingml/2006/main">
              <a:ext uri="{FF2B5EF4-FFF2-40B4-BE49-F238E27FC236}">
                <a16:creationId xmlns:a16="http://schemas.microsoft.com/office/drawing/2014/main" id="{34FA903C-667B-47B0-B239-39525FCF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7432" y="1298412"/>
            <a:ext cx="87350" cy="71905"/>
          </a:xfrm>
          <a:custGeom xmlns:a="http://schemas.openxmlformats.org/drawingml/2006/main">
            <a:pathLst>
              <a:path w="88644" h="72971">
                <a:moveTo>
                  <a:pt x="0" y="0"/>
                </a:moveTo>
                <a:lnTo>
                  <a:pt x="88644" y="72971"/>
                </a:lnTo>
              </a:path>
            </a:pathLst>
          </a:custGeom>
          <a:noFill xmlns:a="http://schemas.openxmlformats.org/drawingml/2006/main"/>
          <a:ln xmlns:a="http://schemas.openxmlformats.org/drawingml/2006/main" w="18641">
            <a:solidFill>
              <a:srgbClr val="3E6FA8"/>
            </a:solidFill>
            <a:prstDash val="dash"/>
          </a:ln>
        </p:spPr>
      </p:sp>
      <p:sp>
        <p:nvSpPr>
          <p:cNvPr id="34" name="path-31">
            <a:extLst xmlns:a="http://schemas.openxmlformats.org/drawingml/2006/main">
              <a:ext uri="{FF2B5EF4-FFF2-40B4-BE49-F238E27FC236}">
                <a16:creationId xmlns:a16="http://schemas.microsoft.com/office/drawing/2014/main" id="{5B119277-BF69-42BC-8301-8C5EDAEB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6614" y="1262206"/>
            <a:ext cx="72431" cy="76697"/>
          </a:xfrm>
          <a:custGeom xmlns:a="http://schemas.openxmlformats.org/drawingml/2006/main">
            <a:pathLst>
              <a:path w="73505" h="77833">
                <a:moveTo>
                  <a:pt x="0" y="77833"/>
                </a:moveTo>
                <a:lnTo>
                  <a:pt x="735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641">
            <a:solidFill>
              <a:srgbClr val="3E6FA8"/>
            </a:solidFill>
            <a:prstDash val="dash"/>
          </a:ln>
        </p:spPr>
      </p:sp>
      <p:sp>
        <p:nvSpPr>
          <p:cNvPr id="35" name="path-32">
            <a:extLst xmlns:a="http://schemas.openxmlformats.org/drawingml/2006/main">
              <a:ext uri="{FF2B5EF4-FFF2-40B4-BE49-F238E27FC236}">
                <a16:creationId xmlns:a16="http://schemas.microsoft.com/office/drawing/2014/main" id="{D92BCFE7-06F6-4A88-82CA-77A7E823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9192" y="1346362"/>
            <a:ext cx="46334" cy="46333"/>
          </a:xfrm>
          <a:custGeom xmlns:a="http://schemas.openxmlformats.org/drawingml/2006/main">
            <a:pathLst>
              <a:path w="47020" h="47020">
                <a:moveTo>
                  <a:pt x="0" y="23777"/>
                </a:moveTo>
                <a:lnTo>
                  <a:pt x="0" y="23777"/>
                </a:lnTo>
                <a:cubicBezTo>
                  <a:pt x="0" y="19449"/>
                  <a:pt x="1087" y="15674"/>
                  <a:pt x="3242" y="11879"/>
                </a:cubicBezTo>
                <a:cubicBezTo>
                  <a:pt x="5415" y="8638"/>
                  <a:pt x="8104" y="5396"/>
                  <a:pt x="11898" y="3242"/>
                </a:cubicBezTo>
                <a:cubicBezTo>
                  <a:pt x="15140" y="1621"/>
                  <a:pt x="19468" y="0"/>
                  <a:pt x="23244" y="0"/>
                </a:cubicBezTo>
                <a:cubicBezTo>
                  <a:pt x="27571" y="0"/>
                  <a:pt x="31900" y="1621"/>
                  <a:pt x="35141" y="3242"/>
                </a:cubicBezTo>
                <a:cubicBezTo>
                  <a:pt x="38917" y="5396"/>
                  <a:pt x="41624" y="8638"/>
                  <a:pt x="43779" y="11879"/>
                </a:cubicBezTo>
                <a:cubicBezTo>
                  <a:pt x="45953" y="15674"/>
                  <a:pt x="47020" y="19449"/>
                  <a:pt x="47020" y="23777"/>
                </a:cubicBezTo>
                <a:cubicBezTo>
                  <a:pt x="47020" y="28105"/>
                  <a:pt x="45953" y="31880"/>
                  <a:pt x="43779" y="35656"/>
                </a:cubicBezTo>
                <a:cubicBezTo>
                  <a:pt x="41624" y="38897"/>
                  <a:pt x="38917" y="42158"/>
                  <a:pt x="35141" y="44313"/>
                </a:cubicBezTo>
                <a:cubicBezTo>
                  <a:pt x="31900" y="45933"/>
                  <a:pt x="27571" y="47020"/>
                  <a:pt x="23244" y="47020"/>
                </a:cubicBezTo>
                <a:cubicBezTo>
                  <a:pt x="19468" y="47020"/>
                  <a:pt x="15140" y="45933"/>
                  <a:pt x="11898" y="44313"/>
                </a:cubicBezTo>
                <a:cubicBezTo>
                  <a:pt x="8104" y="42158"/>
                  <a:pt x="5415" y="38897"/>
                  <a:pt x="3242" y="35656"/>
                </a:cubicBezTo>
                <a:cubicBezTo>
                  <a:pt x="1087" y="31880"/>
                  <a:pt x="0" y="28105"/>
                  <a:pt x="0" y="23777"/>
                </a:cubicBezTo>
              </a:path>
            </a:pathLst>
          </a:custGeom>
          <a:solidFill xmlns:a="http://schemas.openxmlformats.org/drawingml/2006/main">
            <a:srgbClr val="3E6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ath-33">
            <a:extLst xmlns:a="http://schemas.openxmlformats.org/drawingml/2006/main">
              <a:ext uri="{FF2B5EF4-FFF2-40B4-BE49-F238E27FC236}">
                <a16:creationId xmlns:a16="http://schemas.microsoft.com/office/drawing/2014/main" id="{991DDC4B-8872-4D07-9A39-E21B1DBB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30" y="1262732"/>
            <a:ext cx="46333" cy="46334"/>
          </a:xfrm>
          <a:custGeom xmlns:a="http://schemas.openxmlformats.org/drawingml/2006/main">
            <a:pathLst>
              <a:path w="47020" h="47020">
                <a:moveTo>
                  <a:pt x="0" y="23243"/>
                </a:moveTo>
                <a:lnTo>
                  <a:pt x="0" y="23243"/>
                </a:lnTo>
                <a:cubicBezTo>
                  <a:pt x="0" y="18915"/>
                  <a:pt x="1087" y="15140"/>
                  <a:pt x="3241" y="11345"/>
                </a:cubicBezTo>
                <a:cubicBezTo>
                  <a:pt x="5415" y="8104"/>
                  <a:pt x="8104" y="4862"/>
                  <a:pt x="11898" y="2708"/>
                </a:cubicBezTo>
                <a:cubicBezTo>
                  <a:pt x="15139" y="1087"/>
                  <a:pt x="19468" y="0"/>
                  <a:pt x="23243" y="0"/>
                </a:cubicBezTo>
                <a:cubicBezTo>
                  <a:pt x="27571" y="0"/>
                  <a:pt x="31900" y="1087"/>
                  <a:pt x="35141" y="2708"/>
                </a:cubicBezTo>
                <a:cubicBezTo>
                  <a:pt x="38916" y="4862"/>
                  <a:pt x="41624" y="8104"/>
                  <a:pt x="43779" y="11345"/>
                </a:cubicBezTo>
                <a:cubicBezTo>
                  <a:pt x="45952" y="15140"/>
                  <a:pt x="47020" y="18915"/>
                  <a:pt x="47020" y="23243"/>
                </a:cubicBezTo>
                <a:cubicBezTo>
                  <a:pt x="47020" y="27571"/>
                  <a:pt x="45952" y="31347"/>
                  <a:pt x="43779" y="35141"/>
                </a:cubicBezTo>
                <a:cubicBezTo>
                  <a:pt x="41624" y="38383"/>
                  <a:pt x="38916" y="41624"/>
                  <a:pt x="35141" y="43779"/>
                </a:cubicBezTo>
                <a:cubicBezTo>
                  <a:pt x="31900" y="45400"/>
                  <a:pt x="27571" y="47020"/>
                  <a:pt x="23243" y="47020"/>
                </a:cubicBezTo>
                <a:cubicBezTo>
                  <a:pt x="19468" y="47020"/>
                  <a:pt x="15139" y="45400"/>
                  <a:pt x="11898" y="43779"/>
                </a:cubicBezTo>
                <a:cubicBezTo>
                  <a:pt x="8104" y="41624"/>
                  <a:pt x="5415" y="38383"/>
                  <a:pt x="3241" y="35141"/>
                </a:cubicBezTo>
                <a:cubicBezTo>
                  <a:pt x="1087" y="31347"/>
                  <a:pt x="0" y="27571"/>
                  <a:pt x="0" y="23243"/>
                </a:cubicBezTo>
              </a:path>
            </a:pathLst>
          </a:custGeom>
          <a:solidFill xmlns:a="http://schemas.openxmlformats.org/drawingml/2006/main">
            <a:srgbClr val="3E6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th-34">
            <a:extLst xmlns:a="http://schemas.openxmlformats.org/drawingml/2006/main">
              <a:ext uri="{FF2B5EF4-FFF2-40B4-BE49-F238E27FC236}">
                <a16:creationId xmlns:a16="http://schemas.microsoft.com/office/drawing/2014/main" id="{5A70FAEB-492B-4A83-A414-A6034C40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7613" y="1334637"/>
            <a:ext cx="46333" cy="46334"/>
          </a:xfrm>
          <a:custGeom xmlns:a="http://schemas.openxmlformats.org/drawingml/2006/main">
            <a:pathLst>
              <a:path w="47020" h="47020">
                <a:moveTo>
                  <a:pt x="0" y="23777"/>
                </a:moveTo>
                <a:lnTo>
                  <a:pt x="0" y="23777"/>
                </a:lnTo>
                <a:cubicBezTo>
                  <a:pt x="0" y="19448"/>
                  <a:pt x="1087" y="15673"/>
                  <a:pt x="3242" y="11898"/>
                </a:cubicBezTo>
                <a:cubicBezTo>
                  <a:pt x="5415" y="8638"/>
                  <a:pt x="8104" y="5396"/>
                  <a:pt x="11898" y="3242"/>
                </a:cubicBezTo>
                <a:cubicBezTo>
                  <a:pt x="15139" y="1621"/>
                  <a:pt x="19468" y="0"/>
                  <a:pt x="23243" y="0"/>
                </a:cubicBezTo>
                <a:cubicBezTo>
                  <a:pt x="27571" y="0"/>
                  <a:pt x="31900" y="1621"/>
                  <a:pt x="35141" y="3242"/>
                </a:cubicBezTo>
                <a:cubicBezTo>
                  <a:pt x="38917" y="5396"/>
                  <a:pt x="41624" y="8638"/>
                  <a:pt x="43779" y="11898"/>
                </a:cubicBezTo>
                <a:cubicBezTo>
                  <a:pt x="45952" y="15673"/>
                  <a:pt x="47020" y="19448"/>
                  <a:pt x="47020" y="23777"/>
                </a:cubicBezTo>
                <a:cubicBezTo>
                  <a:pt x="47020" y="28105"/>
                  <a:pt x="45952" y="31880"/>
                  <a:pt x="43779" y="35675"/>
                </a:cubicBezTo>
                <a:cubicBezTo>
                  <a:pt x="41624" y="38917"/>
                  <a:pt x="38917" y="42158"/>
                  <a:pt x="35141" y="44313"/>
                </a:cubicBezTo>
                <a:cubicBezTo>
                  <a:pt x="31900" y="45933"/>
                  <a:pt x="27571" y="47020"/>
                  <a:pt x="23243" y="47020"/>
                </a:cubicBezTo>
                <a:cubicBezTo>
                  <a:pt x="19468" y="47020"/>
                  <a:pt x="15139" y="45933"/>
                  <a:pt x="11898" y="44313"/>
                </a:cubicBezTo>
                <a:cubicBezTo>
                  <a:pt x="8104" y="42158"/>
                  <a:pt x="5415" y="38917"/>
                  <a:pt x="3242" y="35675"/>
                </a:cubicBezTo>
                <a:cubicBezTo>
                  <a:pt x="1087" y="31880"/>
                  <a:pt x="0" y="28105"/>
                  <a:pt x="0" y="23777"/>
                </a:cubicBezTo>
              </a:path>
            </a:pathLst>
          </a:custGeom>
          <a:solidFill xmlns:a="http://schemas.openxmlformats.org/drawingml/2006/main">
            <a:srgbClr val="3E6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ath-35">
            <a:extLst xmlns:a="http://schemas.openxmlformats.org/drawingml/2006/main">
              <a:ext uri="{FF2B5EF4-FFF2-40B4-BE49-F238E27FC236}">
                <a16:creationId xmlns:a16="http://schemas.microsoft.com/office/drawing/2014/main" id="{F06DC898-41A9-444B-9032-27E422A4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545" y="1236108"/>
            <a:ext cx="46334" cy="46334"/>
          </a:xfrm>
          <a:custGeom xmlns:a="http://schemas.openxmlformats.org/drawingml/2006/main">
            <a:pathLst>
              <a:path w="47020" h="47020">
                <a:moveTo>
                  <a:pt x="0" y="23777"/>
                </a:moveTo>
                <a:lnTo>
                  <a:pt x="0" y="23777"/>
                </a:lnTo>
                <a:cubicBezTo>
                  <a:pt x="0" y="19448"/>
                  <a:pt x="1087" y="15673"/>
                  <a:pt x="3242" y="11879"/>
                </a:cubicBezTo>
                <a:cubicBezTo>
                  <a:pt x="5415" y="8638"/>
                  <a:pt x="8123" y="5396"/>
                  <a:pt x="11898" y="3241"/>
                </a:cubicBezTo>
                <a:cubicBezTo>
                  <a:pt x="15139" y="1621"/>
                  <a:pt x="19468" y="0"/>
                  <a:pt x="23796" y="0"/>
                </a:cubicBezTo>
                <a:cubicBezTo>
                  <a:pt x="27571" y="0"/>
                  <a:pt x="31900" y="1621"/>
                  <a:pt x="35141" y="3241"/>
                </a:cubicBezTo>
                <a:cubicBezTo>
                  <a:pt x="38917" y="5396"/>
                  <a:pt x="41624" y="8638"/>
                  <a:pt x="43778" y="11879"/>
                </a:cubicBezTo>
                <a:cubicBezTo>
                  <a:pt x="45952" y="15673"/>
                  <a:pt x="47020" y="19448"/>
                  <a:pt x="47020" y="23777"/>
                </a:cubicBezTo>
                <a:cubicBezTo>
                  <a:pt x="47020" y="28105"/>
                  <a:pt x="45952" y="31880"/>
                  <a:pt x="43778" y="35675"/>
                </a:cubicBezTo>
                <a:cubicBezTo>
                  <a:pt x="41624" y="38916"/>
                  <a:pt x="38917" y="42158"/>
                  <a:pt x="35141" y="44312"/>
                </a:cubicBezTo>
                <a:cubicBezTo>
                  <a:pt x="31900" y="45933"/>
                  <a:pt x="27571" y="47020"/>
                  <a:pt x="23796" y="47020"/>
                </a:cubicBezTo>
                <a:cubicBezTo>
                  <a:pt x="19468" y="47020"/>
                  <a:pt x="15139" y="45933"/>
                  <a:pt x="11898" y="44312"/>
                </a:cubicBezTo>
                <a:cubicBezTo>
                  <a:pt x="8123" y="42158"/>
                  <a:pt x="5415" y="38916"/>
                  <a:pt x="3242" y="35675"/>
                </a:cubicBezTo>
                <a:cubicBezTo>
                  <a:pt x="1087" y="31880"/>
                  <a:pt x="0" y="28105"/>
                  <a:pt x="0" y="23777"/>
                </a:cubicBezTo>
              </a:path>
            </a:pathLst>
          </a:custGeom>
          <a:solidFill xmlns:a="http://schemas.openxmlformats.org/drawingml/2006/main">
            <a:srgbClr val="3E6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xt-36 Model">
            <a:extLst xmlns:a="http://schemas.openxmlformats.org/drawingml/2006/main">
              <a:ext uri="{FF2B5EF4-FFF2-40B4-BE49-F238E27FC236}">
                <a16:creationId xmlns:a16="http://schemas.microsoft.com/office/drawing/2014/main" id="{E6B5D46A-8E49-472A-A5AD-03DC2B10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0260" y="851647"/>
            <a:ext cx="592841" cy="270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22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22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522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40" name="text-37 Predictions">
            <a:extLst xmlns:a="http://schemas.openxmlformats.org/drawingml/2006/main">
              <a:ext uri="{FF2B5EF4-FFF2-40B4-BE49-F238E27FC236}">
                <a16:creationId xmlns:a16="http://schemas.microsoft.com/office/drawing/2014/main" id="{E754CF93-EFAA-4848-AE91-8BFD9EBF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8410" y="1104503"/>
            <a:ext cx="991781" cy="246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9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9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389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Predictions</a:t>
            </a:r>
          </a:p>
        </p:txBody>
      </p:sp>
      <p:sp>
        <p:nvSpPr>
          <p:cNvPr id="41" name="path-38">
            <a:extLst xmlns:a="http://schemas.openxmlformats.org/drawingml/2006/main">
              <a:ext uri="{FF2B5EF4-FFF2-40B4-BE49-F238E27FC236}">
                <a16:creationId xmlns:a16="http://schemas.microsoft.com/office/drawing/2014/main" id="{19A4C4DB-2CF9-46F6-B6D3-B5E3FEBA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5808" y="743987"/>
            <a:ext cx="329145" cy="421813"/>
          </a:xfrm>
          <a:custGeom xmlns:a="http://schemas.openxmlformats.org/drawingml/2006/main">
            <a:pathLst>
              <a:path w="334022" h="428062">
                <a:moveTo>
                  <a:pt x="0" y="0"/>
                </a:moveTo>
                <a:lnTo>
                  <a:pt x="233498" y="0"/>
                </a:lnTo>
                <a:lnTo>
                  <a:pt x="334022" y="99990"/>
                </a:lnTo>
                <a:lnTo>
                  <a:pt x="334022" y="428062"/>
                </a:lnTo>
                <a:lnTo>
                  <a:pt x="0" y="428062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043">
            <a:solidFill>
              <a:srgbClr val="2B2B2B"/>
            </a:solidFill>
            <a:prstDash val="solid"/>
          </a:ln>
        </p:spPr>
      </p:sp>
      <p:sp>
        <p:nvSpPr>
          <p:cNvPr id="42" name="path-39">
            <a:extLst xmlns:a="http://schemas.openxmlformats.org/drawingml/2006/main">
              <a:ext uri="{FF2B5EF4-FFF2-40B4-BE49-F238E27FC236}">
                <a16:creationId xmlns:a16="http://schemas.microsoft.com/office/drawing/2014/main" id="{1B043075-332B-43F7-A867-B630D4FB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6424" y="743987"/>
            <a:ext cx="191" cy="99056"/>
          </a:xfrm>
          <a:custGeom xmlns:a="http://schemas.openxmlformats.org/drawingml/2006/main">
            <a:pathLst>
              <a:path w="191" h="100523">
                <a:moveTo>
                  <a:pt x="0" y="0"/>
                </a:moveTo>
                <a:lnTo>
                  <a:pt x="0" y="100523"/>
                </a:lnTo>
              </a:path>
            </a:pathLst>
          </a:custGeom>
          <a:noFill xmlns:a="http://schemas.openxmlformats.org/drawingml/2006/main"/>
          <a:ln xmlns:a="http://schemas.openxmlformats.org/drawingml/2006/main" w="13315">
            <a:solidFill>
              <a:srgbClr val="2B2B2B"/>
            </a:solidFill>
            <a:prstDash val="solid"/>
          </a:ln>
        </p:spPr>
      </p:sp>
      <p:sp>
        <p:nvSpPr>
          <p:cNvPr id="43" name="path-40">
            <a:extLst xmlns:a="http://schemas.openxmlformats.org/drawingml/2006/main">
              <a:ext uri="{FF2B5EF4-FFF2-40B4-BE49-F238E27FC236}">
                <a16:creationId xmlns:a16="http://schemas.microsoft.com/office/drawing/2014/main" id="{0612BE48-F5C9-4099-BBD3-CC8AF628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6424" y="843043"/>
            <a:ext cx="98530" cy="191"/>
          </a:xfrm>
          <a:custGeom xmlns:a="http://schemas.openxmlformats.org/drawingml/2006/main">
            <a:pathLst>
              <a:path w="99989" h="191">
                <a:moveTo>
                  <a:pt x="0" y="0"/>
                </a:moveTo>
                <a:lnTo>
                  <a:pt x="999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15">
            <a:solidFill>
              <a:srgbClr val="2B2B2B"/>
            </a:solidFill>
            <a:prstDash val="solid"/>
          </a:ln>
        </p:spPr>
      </p:sp>
      <p:sp>
        <p:nvSpPr>
          <p:cNvPr id="44" name="path-41">
            <a:extLst xmlns:a="http://schemas.openxmlformats.org/drawingml/2006/main">
              <a:ext uri="{FF2B5EF4-FFF2-40B4-BE49-F238E27FC236}">
                <a16:creationId xmlns:a16="http://schemas.microsoft.com/office/drawing/2014/main" id="{42457BC6-308A-4AF3-AC9E-FE193BF1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1743" y="912825"/>
            <a:ext cx="217294" cy="191"/>
          </a:xfrm>
          <a:custGeom xmlns:a="http://schemas.openxmlformats.org/drawingml/2006/main">
            <a:pathLst>
              <a:path w="220513" h="191">
                <a:moveTo>
                  <a:pt x="0" y="0"/>
                </a:moveTo>
                <a:lnTo>
                  <a:pt x="2205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2B2B2B"/>
            </a:solidFill>
            <a:prstDash val="solid"/>
          </a:ln>
        </p:spPr>
      </p:sp>
      <p:sp>
        <p:nvSpPr>
          <p:cNvPr id="45" name="path-42">
            <a:extLst xmlns:a="http://schemas.openxmlformats.org/drawingml/2006/main">
              <a:ext uri="{FF2B5EF4-FFF2-40B4-BE49-F238E27FC236}">
                <a16:creationId xmlns:a16="http://schemas.microsoft.com/office/drawing/2014/main" id="{FEF71302-4EB0-4309-B605-2D06ACA8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1743" y="984712"/>
            <a:ext cx="217294" cy="191"/>
          </a:xfrm>
          <a:custGeom xmlns:a="http://schemas.openxmlformats.org/drawingml/2006/main">
            <a:pathLst>
              <a:path w="220513" h="191">
                <a:moveTo>
                  <a:pt x="0" y="0"/>
                </a:moveTo>
                <a:lnTo>
                  <a:pt x="2205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2B2B2B"/>
            </a:solidFill>
            <a:prstDash val="solid"/>
          </a:ln>
        </p:spPr>
      </p:sp>
      <p:sp>
        <p:nvSpPr>
          <p:cNvPr id="46" name="path-43">
            <a:extLst xmlns:a="http://schemas.openxmlformats.org/drawingml/2006/main">
              <a:ext uri="{FF2B5EF4-FFF2-40B4-BE49-F238E27FC236}">
                <a16:creationId xmlns:a16="http://schemas.microsoft.com/office/drawing/2014/main" id="{AA573DBA-B183-4DA3-A104-0D77CD52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1743" y="1056090"/>
            <a:ext cx="217294" cy="191"/>
          </a:xfrm>
          <a:custGeom xmlns:a="http://schemas.openxmlformats.org/drawingml/2006/main">
            <a:pathLst>
              <a:path w="220513" h="191">
                <a:moveTo>
                  <a:pt x="0" y="0"/>
                </a:moveTo>
                <a:lnTo>
                  <a:pt x="2205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2B2B2B"/>
            </a:solidFill>
            <a:prstDash val="solid"/>
          </a:ln>
        </p:spPr>
      </p:sp>
      <p:sp>
        <p:nvSpPr>
          <p:cNvPr id="47" name="path-44">
            <a:extLst xmlns:a="http://schemas.openxmlformats.org/drawingml/2006/main">
              <a:ext uri="{FF2B5EF4-FFF2-40B4-BE49-F238E27FC236}">
                <a16:creationId xmlns:a16="http://schemas.microsoft.com/office/drawing/2014/main" id="{06E28246-D91B-484F-B1B8-E1060E26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1743" y="1127978"/>
            <a:ext cx="217294" cy="191"/>
          </a:xfrm>
          <a:custGeom xmlns:a="http://schemas.openxmlformats.org/drawingml/2006/main">
            <a:pathLst>
              <a:path w="220513" h="191">
                <a:moveTo>
                  <a:pt x="0" y="0"/>
                </a:moveTo>
                <a:lnTo>
                  <a:pt x="2205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2B2B2B"/>
            </a:solidFill>
            <a:prstDash val="solid"/>
          </a:ln>
        </p:spPr>
      </p:sp>
      <p:sp>
        <p:nvSpPr>
          <p:cNvPr id="48" name="path-45">
            <a:extLst xmlns:a="http://schemas.openxmlformats.org/drawingml/2006/main">
              <a:ext uri="{FF2B5EF4-FFF2-40B4-BE49-F238E27FC236}">
                <a16:creationId xmlns:a16="http://schemas.microsoft.com/office/drawing/2014/main" id="{82AFBC26-0A8D-4ABE-BB2B-D67DBB85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187" y="1064076"/>
            <a:ext cx="247132" cy="247131"/>
          </a:xfrm>
          <a:custGeom xmlns:a="http://schemas.openxmlformats.org/drawingml/2006/main">
            <a:pathLst>
              <a:path w="250793" h="250792">
                <a:moveTo>
                  <a:pt x="0" y="125387"/>
                </a:moveTo>
                <a:lnTo>
                  <a:pt x="0" y="125387"/>
                </a:lnTo>
                <a:cubicBezTo>
                  <a:pt x="0" y="103230"/>
                  <a:pt x="5949" y="81608"/>
                  <a:pt x="16761" y="62693"/>
                </a:cubicBezTo>
                <a:cubicBezTo>
                  <a:pt x="27572" y="43779"/>
                  <a:pt x="43779" y="27571"/>
                  <a:pt x="62694" y="16760"/>
                </a:cubicBezTo>
                <a:cubicBezTo>
                  <a:pt x="81628" y="5948"/>
                  <a:pt x="103231" y="0"/>
                  <a:pt x="125406" y="0"/>
                </a:cubicBezTo>
                <a:cubicBezTo>
                  <a:pt x="147562" y="0"/>
                  <a:pt x="169185" y="5948"/>
                  <a:pt x="188099" y="16760"/>
                </a:cubicBezTo>
                <a:cubicBezTo>
                  <a:pt x="207014" y="27571"/>
                  <a:pt x="223222" y="43779"/>
                  <a:pt x="234032" y="62693"/>
                </a:cubicBezTo>
                <a:cubicBezTo>
                  <a:pt x="244844" y="81608"/>
                  <a:pt x="250793" y="103230"/>
                  <a:pt x="250793" y="125387"/>
                </a:cubicBezTo>
                <a:cubicBezTo>
                  <a:pt x="250793" y="147543"/>
                  <a:pt x="244844" y="169165"/>
                  <a:pt x="234032" y="188080"/>
                </a:cubicBezTo>
                <a:cubicBezTo>
                  <a:pt x="223222" y="207014"/>
                  <a:pt x="207014" y="223221"/>
                  <a:pt x="188099" y="234032"/>
                </a:cubicBezTo>
                <a:cubicBezTo>
                  <a:pt x="169185" y="244844"/>
                  <a:pt x="147562" y="250792"/>
                  <a:pt x="125406" y="250792"/>
                </a:cubicBezTo>
                <a:cubicBezTo>
                  <a:pt x="103231" y="250792"/>
                  <a:pt x="81628" y="244844"/>
                  <a:pt x="62694" y="234032"/>
                </a:cubicBezTo>
                <a:cubicBezTo>
                  <a:pt x="43779" y="223221"/>
                  <a:pt x="27572" y="207014"/>
                  <a:pt x="16761" y="188080"/>
                </a:cubicBezTo>
                <a:cubicBezTo>
                  <a:pt x="5949" y="169165"/>
                  <a:pt x="0" y="147543"/>
                  <a:pt x="0" y="125387"/>
                </a:cubicBezTo>
              </a:path>
            </a:pathLst>
          </a:custGeom>
          <a:solidFill xmlns:a="http://schemas.openxmlformats.org/drawingml/2006/main">
            <a:srgbClr val="2F9C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ath-46">
            <a:extLst xmlns:a="http://schemas.openxmlformats.org/drawingml/2006/main">
              <a:ext uri="{FF2B5EF4-FFF2-40B4-BE49-F238E27FC236}">
                <a16:creationId xmlns:a16="http://schemas.microsoft.com/office/drawing/2014/main" id="{545AF422-FBDB-4EB7-BD34-7D155961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1633" y="1192969"/>
            <a:ext cx="44737" cy="44192"/>
          </a:xfrm>
          <a:custGeom xmlns:a="http://schemas.openxmlformats.org/drawingml/2006/main">
            <a:pathLst>
              <a:path w="45400" h="44846">
                <a:moveTo>
                  <a:pt x="0" y="0"/>
                </a:moveTo>
                <a:lnTo>
                  <a:pt x="45400" y="44846"/>
                </a:lnTo>
              </a:path>
            </a:pathLst>
          </a:custGeom>
          <a:noFill xmlns:a="http://schemas.openxmlformats.org/drawingml/2006/main"/>
          <a:ln xmlns:a="http://schemas.openxmlformats.org/drawingml/2006/main" w="44738">
            <a:solidFill>
              <a:srgbClr val="FFFFFF"/>
            </a:solidFill>
            <a:prstDash val="solid"/>
          </a:ln>
        </p:spPr>
      </p:sp>
      <p:sp>
        <p:nvSpPr>
          <p:cNvPr id="50" name="path-47">
            <a:extLst xmlns:a="http://schemas.openxmlformats.org/drawingml/2006/main">
              <a:ext uri="{FF2B5EF4-FFF2-40B4-BE49-F238E27FC236}">
                <a16:creationId xmlns:a16="http://schemas.microsoft.com/office/drawing/2014/main" id="{4937ABE0-86F4-4DEC-8AD4-22DFE445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370" y="1138105"/>
            <a:ext cx="79365" cy="99056"/>
          </a:xfrm>
          <a:custGeom xmlns:a="http://schemas.openxmlformats.org/drawingml/2006/main">
            <a:pathLst>
              <a:path w="80540" h="100523">
                <a:moveTo>
                  <a:pt x="0" y="100523"/>
                </a:moveTo>
                <a:lnTo>
                  <a:pt x="805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738">
            <a:solidFill>
              <a:srgbClr val="FFFFFF"/>
            </a:solidFill>
            <a:prstDash val="solid"/>
          </a:ln>
        </p:spPr>
      </p:sp>
      <p:sp>
        <p:nvSpPr>
          <p:cNvPr id="51" name="text-48 Reliable">
            <a:extLst xmlns:a="http://schemas.openxmlformats.org/drawingml/2006/main">
              <a:ext uri="{FF2B5EF4-FFF2-40B4-BE49-F238E27FC236}">
                <a16:creationId xmlns:a16="http://schemas.microsoft.com/office/drawing/2014/main" id="{041F2C22-C939-46B5-8339-958DD343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26404" y="734052"/>
            <a:ext cx="719649" cy="251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2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12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412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Reliable</a:t>
            </a:r>
          </a:p>
        </p:txBody>
      </p:sp>
      <p:sp>
        <p:nvSpPr>
          <p:cNvPr id="52" name="text-49 Reference">
            <a:extLst xmlns:a="http://schemas.openxmlformats.org/drawingml/2006/main">
              <a:ext uri="{FF2B5EF4-FFF2-40B4-BE49-F238E27FC236}">
                <a16:creationId xmlns:a16="http://schemas.microsoft.com/office/drawing/2014/main" id="{3E4E196E-900E-45BE-ADA3-8B8D5392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0125" y="971409"/>
            <a:ext cx="891938" cy="249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1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1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401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Reference</a:t>
            </a:r>
          </a:p>
        </p:txBody>
      </p:sp>
      <p:sp>
        <p:nvSpPr>
          <p:cNvPr id="53" name="text-50 Targets">
            <a:extLst xmlns:a="http://schemas.openxmlformats.org/drawingml/2006/main">
              <a:ext uri="{FF2B5EF4-FFF2-40B4-BE49-F238E27FC236}">
                <a16:creationId xmlns:a16="http://schemas.microsoft.com/office/drawing/2014/main" id="{6A814D10-ED71-43AF-94AC-6DBDA149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3682" y="1211775"/>
            <a:ext cx="644726" cy="242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66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66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366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Targets</a:t>
            </a:r>
          </a:p>
        </p:txBody>
      </p:sp>
      <p:sp>
        <p:nvSpPr>
          <p:cNvPr id="54" name="path-51">
            <a:extLst xmlns:a="http://schemas.openxmlformats.org/drawingml/2006/main">
              <a:ext uri="{FF2B5EF4-FFF2-40B4-BE49-F238E27FC236}">
                <a16:creationId xmlns:a16="http://schemas.microsoft.com/office/drawing/2014/main" id="{916A7FD8-88C2-4E04-9CE3-48EADF60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5541" y="1558865"/>
            <a:ext cx="191" cy="182686"/>
          </a:xfrm>
          <a:custGeom xmlns:a="http://schemas.openxmlformats.org/drawingml/2006/main">
            <a:pathLst>
              <a:path w="191" h="185392">
                <a:moveTo>
                  <a:pt x="0" y="0"/>
                </a:moveTo>
                <a:lnTo>
                  <a:pt x="0" y="185392"/>
                </a:lnTo>
              </a:path>
            </a:pathLst>
          </a:custGeom>
          <a:noFill xmlns:a="http://schemas.openxmlformats.org/drawingml/2006/main"/>
          <a:ln xmlns:a="http://schemas.openxmlformats.org/drawingml/2006/main" w="48998">
            <a:solidFill>
              <a:srgbClr val="111111"/>
            </a:solidFill>
            <a:prstDash val="solid"/>
          </a:ln>
        </p:spPr>
      </p:sp>
      <p:sp>
        <p:nvSpPr>
          <p:cNvPr id="55" name="path-52">
            <a:extLst xmlns:a="http://schemas.openxmlformats.org/drawingml/2006/main">
              <a:ext uri="{FF2B5EF4-FFF2-40B4-BE49-F238E27FC236}">
                <a16:creationId xmlns:a16="http://schemas.microsoft.com/office/drawing/2014/main" id="{92567CD3-113F-4701-8862-C8129576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039" y="1731949"/>
            <a:ext cx="146986" cy="147005"/>
          </a:xfrm>
          <a:custGeom xmlns:a="http://schemas.openxmlformats.org/drawingml/2006/main">
            <a:pathLst>
              <a:path w="149164" h="149183">
                <a:moveTo>
                  <a:pt x="74591" y="149183"/>
                </a:moveTo>
                <a:lnTo>
                  <a:pt x="0" y="0"/>
                </a:lnTo>
                <a:lnTo>
                  <a:pt x="149164" y="0"/>
                </a:lnTo>
                <a:lnTo>
                  <a:pt x="74591" y="149183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ath-53">
            <a:extLst xmlns:a="http://schemas.openxmlformats.org/drawingml/2006/main">
              <a:ext uri="{FF2B5EF4-FFF2-40B4-BE49-F238E27FC236}">
                <a16:creationId xmlns:a16="http://schemas.microsoft.com/office/drawing/2014/main" id="{37DD3476-0296-4CD5-AC4A-8D9E6D93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242" y="1558865"/>
            <a:ext cx="191" cy="182686"/>
          </a:xfrm>
          <a:custGeom xmlns:a="http://schemas.openxmlformats.org/drawingml/2006/main">
            <a:pathLst>
              <a:path w="191" h="185392">
                <a:moveTo>
                  <a:pt x="0" y="0"/>
                </a:moveTo>
                <a:lnTo>
                  <a:pt x="0" y="185392"/>
                </a:lnTo>
              </a:path>
            </a:pathLst>
          </a:custGeom>
          <a:noFill xmlns:a="http://schemas.openxmlformats.org/drawingml/2006/main"/>
          <a:ln xmlns:a="http://schemas.openxmlformats.org/drawingml/2006/main" w="48998">
            <a:solidFill>
              <a:srgbClr val="111111"/>
            </a:solidFill>
            <a:prstDash val="solid"/>
          </a:ln>
        </p:spPr>
      </p:sp>
      <p:sp>
        <p:nvSpPr>
          <p:cNvPr id="57" name="path-54">
            <a:extLst xmlns:a="http://schemas.openxmlformats.org/drawingml/2006/main">
              <a:ext uri="{FF2B5EF4-FFF2-40B4-BE49-F238E27FC236}">
                <a16:creationId xmlns:a16="http://schemas.microsoft.com/office/drawing/2014/main" id="{E6E8CC91-F36D-4EF6-8D94-4C02C76E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740" y="1731949"/>
            <a:ext cx="147005" cy="147005"/>
          </a:xfrm>
          <a:custGeom xmlns:a="http://schemas.openxmlformats.org/drawingml/2006/main">
            <a:pathLst>
              <a:path w="149182" h="149183">
                <a:moveTo>
                  <a:pt x="74591" y="149183"/>
                </a:moveTo>
                <a:lnTo>
                  <a:pt x="0" y="0"/>
                </a:lnTo>
                <a:lnTo>
                  <a:pt x="149182" y="0"/>
                </a:lnTo>
                <a:lnTo>
                  <a:pt x="74591" y="149183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ath-55">
            <a:extLst xmlns:a="http://schemas.openxmlformats.org/drawingml/2006/main">
              <a:ext uri="{FF2B5EF4-FFF2-40B4-BE49-F238E27FC236}">
                <a16:creationId xmlns:a16="http://schemas.microsoft.com/office/drawing/2014/main" id="{4863977C-DE04-4D8B-A3FC-828CDDF5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10" y="1907720"/>
            <a:ext cx="4704983" cy="2648080"/>
          </a:xfrm>
          <a:custGeom xmlns:a="http://schemas.openxmlformats.org/drawingml/2006/main">
            <a:pathLst>
              <a:path w="4774687" h="2687310">
                <a:moveTo>
                  <a:pt x="534" y="121058"/>
                </a:moveTo>
                <a:lnTo>
                  <a:pt x="534" y="121058"/>
                </a:lnTo>
                <a:cubicBezTo>
                  <a:pt x="534" y="99989"/>
                  <a:pt x="5930" y="78901"/>
                  <a:pt x="16741" y="60519"/>
                </a:cubicBezTo>
                <a:cubicBezTo>
                  <a:pt x="27552" y="42158"/>
                  <a:pt x="42692" y="27018"/>
                  <a:pt x="61072" y="16207"/>
                </a:cubicBezTo>
                <a:cubicBezTo>
                  <a:pt x="79454" y="5930"/>
                  <a:pt x="99989" y="0"/>
                  <a:pt x="121611" y="0"/>
                </a:cubicBezTo>
                <a:lnTo>
                  <a:pt x="4653628" y="533"/>
                </a:lnTo>
                <a:cubicBezTo>
                  <a:pt x="4674697" y="533"/>
                  <a:pt x="4695786" y="5930"/>
                  <a:pt x="4714148" y="16741"/>
                </a:cubicBezTo>
                <a:cubicBezTo>
                  <a:pt x="4732529" y="27553"/>
                  <a:pt x="4747668" y="42691"/>
                  <a:pt x="4758479" y="61072"/>
                </a:cubicBezTo>
                <a:cubicBezTo>
                  <a:pt x="4768738" y="79454"/>
                  <a:pt x="4774687" y="99989"/>
                  <a:pt x="4774687" y="121611"/>
                </a:cubicBezTo>
                <a:lnTo>
                  <a:pt x="4774687" y="2566252"/>
                </a:lnTo>
                <a:cubicBezTo>
                  <a:pt x="4774687" y="2587322"/>
                  <a:pt x="4769291" y="2608410"/>
                  <a:pt x="4758479" y="2626772"/>
                </a:cubicBezTo>
                <a:cubicBezTo>
                  <a:pt x="4747668" y="2645152"/>
                  <a:pt x="4732529" y="2660292"/>
                  <a:pt x="4714148" y="2671103"/>
                </a:cubicBezTo>
                <a:cubicBezTo>
                  <a:pt x="4695786" y="2681362"/>
                  <a:pt x="4675232" y="2687310"/>
                  <a:pt x="4653628" y="2687310"/>
                </a:cubicBezTo>
                <a:lnTo>
                  <a:pt x="121058" y="2687310"/>
                </a:lnTo>
                <a:cubicBezTo>
                  <a:pt x="99989" y="2687310"/>
                  <a:pt x="78901" y="2681915"/>
                  <a:pt x="60520" y="2671103"/>
                </a:cubicBezTo>
                <a:cubicBezTo>
                  <a:pt x="42158" y="2660292"/>
                  <a:pt x="27018" y="2645152"/>
                  <a:pt x="16207" y="2626772"/>
                </a:cubicBezTo>
                <a:cubicBezTo>
                  <a:pt x="5930" y="2608410"/>
                  <a:pt x="0" y="2587874"/>
                  <a:pt x="0" y="2566252"/>
                </a:cubicBezTo>
                <a:lnTo>
                  <a:pt x="534" y="121058"/>
                </a:lnTo>
              </a:path>
            </a:pathLst>
          </a:custGeom>
          <a:solidFill xmlns:a="http://schemas.openxmlformats.org/drawingml/2006/main">
            <a:srgbClr val="F2F6FC"/>
          </a:solidFill>
          <a:ln xmlns:a="http://schemas.openxmlformats.org/drawingml/2006/main" w="24499">
            <a:solidFill>
              <a:srgbClr val="6B8FC4"/>
            </a:solidFill>
            <a:prstDash val="solid"/>
          </a:ln>
        </p:spPr>
      </p:sp>
      <p:sp>
        <p:nvSpPr>
          <p:cNvPr id="59" name="text-56 Compare">
            <a:extLst xmlns:a="http://schemas.openxmlformats.org/drawingml/2006/main">
              <a:ext uri="{FF2B5EF4-FFF2-40B4-BE49-F238E27FC236}">
                <a16:creationId xmlns:a16="http://schemas.microsoft.com/office/drawing/2014/main" id="{BD2E4C29-ED97-44D3-82FA-0A79B4FF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6963" y="1938259"/>
            <a:ext cx="1188798" cy="368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4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4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2074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60" name="text-56 &amp;">
            <a:extLst xmlns:a="http://schemas.openxmlformats.org/drawingml/2006/main">
              <a:ext uri="{FF2B5EF4-FFF2-40B4-BE49-F238E27FC236}">
                <a16:creationId xmlns:a16="http://schemas.microsoft.com/office/drawing/2014/main" id="{B7162F62-B630-4DAF-9A1F-9076573B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1442" y="1938505"/>
            <a:ext cx="237381" cy="3684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2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2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2072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61" name="text-56 Measure">
            <a:extLst xmlns:a="http://schemas.openxmlformats.org/drawingml/2006/main">
              <a:ext uri="{FF2B5EF4-FFF2-40B4-BE49-F238E27FC236}">
                <a16:creationId xmlns:a16="http://schemas.microsoft.com/office/drawing/2014/main" id="{0F6253F4-8CC0-45C2-A566-9F740934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4807" y="1938131"/>
            <a:ext cx="1116468" cy="369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5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5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2075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62" name="path-57">
            <a:extLst xmlns:a="http://schemas.openxmlformats.org/drawingml/2006/main">
              <a:ext uri="{FF2B5EF4-FFF2-40B4-BE49-F238E27FC236}">
                <a16:creationId xmlns:a16="http://schemas.microsoft.com/office/drawing/2014/main" id="{9B9A9315-8FE6-41BC-B1D2-569F2037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03" y="2315159"/>
            <a:ext cx="4597397" cy="524081"/>
          </a:xfrm>
          <a:custGeom xmlns:a="http://schemas.openxmlformats.org/drawingml/2006/main">
            <a:pathLst>
              <a:path w="4665507" h="531845">
                <a:moveTo>
                  <a:pt x="534" y="106472"/>
                </a:moveTo>
                <a:lnTo>
                  <a:pt x="534" y="106472"/>
                </a:lnTo>
                <a:cubicBezTo>
                  <a:pt x="534" y="87558"/>
                  <a:pt x="5396" y="69711"/>
                  <a:pt x="14586" y="53503"/>
                </a:cubicBezTo>
                <a:cubicBezTo>
                  <a:pt x="24311" y="37296"/>
                  <a:pt x="37296" y="23777"/>
                  <a:pt x="53503" y="14587"/>
                </a:cubicBezTo>
                <a:cubicBezTo>
                  <a:pt x="69710" y="4862"/>
                  <a:pt x="88091" y="0"/>
                  <a:pt x="107006" y="0"/>
                </a:cubicBezTo>
                <a:lnTo>
                  <a:pt x="4559035" y="534"/>
                </a:lnTo>
                <a:cubicBezTo>
                  <a:pt x="4577950" y="534"/>
                  <a:pt x="4595797" y="5396"/>
                  <a:pt x="4612005" y="14587"/>
                </a:cubicBezTo>
                <a:cubicBezTo>
                  <a:pt x="4628212" y="24311"/>
                  <a:pt x="4641731" y="37296"/>
                  <a:pt x="4650921" y="53503"/>
                </a:cubicBezTo>
                <a:cubicBezTo>
                  <a:pt x="4660646" y="69711"/>
                  <a:pt x="4665507" y="88091"/>
                  <a:pt x="4665507" y="107006"/>
                </a:cubicBezTo>
                <a:lnTo>
                  <a:pt x="4665507" y="425354"/>
                </a:lnTo>
                <a:cubicBezTo>
                  <a:pt x="4665507" y="444288"/>
                  <a:pt x="4660646" y="462116"/>
                  <a:pt x="4651454" y="478323"/>
                </a:cubicBezTo>
                <a:cubicBezTo>
                  <a:pt x="4641731" y="494550"/>
                  <a:pt x="4628765" y="508049"/>
                  <a:pt x="4612538" y="517239"/>
                </a:cubicBezTo>
                <a:cubicBezTo>
                  <a:pt x="4596331" y="526983"/>
                  <a:pt x="4577950" y="531845"/>
                  <a:pt x="4559035" y="531845"/>
                </a:cubicBezTo>
                <a:lnTo>
                  <a:pt x="106472" y="531845"/>
                </a:lnTo>
                <a:cubicBezTo>
                  <a:pt x="87557" y="531845"/>
                  <a:pt x="69710" y="526983"/>
                  <a:pt x="53503" y="517792"/>
                </a:cubicBezTo>
                <a:cubicBezTo>
                  <a:pt x="37296" y="508049"/>
                  <a:pt x="23777" y="495083"/>
                  <a:pt x="14586" y="478876"/>
                </a:cubicBezTo>
                <a:cubicBezTo>
                  <a:pt x="4862" y="462650"/>
                  <a:pt x="0" y="444288"/>
                  <a:pt x="0" y="425354"/>
                </a:cubicBezTo>
                <a:lnTo>
                  <a:pt x="534" y="1064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641">
            <a:solidFill>
              <a:srgbClr val="6B8FC4"/>
            </a:solidFill>
            <a:prstDash val="solid"/>
          </a:ln>
        </p:spPr>
      </p:sp>
      <p:sp>
        <p:nvSpPr>
          <p:cNvPr id="63" name="text-58 A)">
            <a:extLst xmlns:a="http://schemas.openxmlformats.org/drawingml/2006/main">
              <a:ext uri="{FF2B5EF4-FFF2-40B4-BE49-F238E27FC236}">
                <a16:creationId xmlns:a16="http://schemas.microsoft.com/office/drawing/2014/main" id="{0F953A2C-5A66-46C5-926C-0FA7479B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583" y="2383221"/>
            <a:ext cx="267080" cy="302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4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4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704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A)</a:t>
            </a:r>
          </a:p>
        </p:txBody>
      </p:sp>
      <p:sp>
        <p:nvSpPr>
          <p:cNvPr id="64" name="text-58 Page-Level">
            <a:extLst xmlns:a="http://schemas.openxmlformats.org/drawingml/2006/main">
              <a:ext uri="{FF2B5EF4-FFF2-40B4-BE49-F238E27FC236}">
                <a16:creationId xmlns:a16="http://schemas.microsoft.com/office/drawing/2014/main" id="{155FC155-4092-4712-A24C-009F643E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834" y="2383165"/>
            <a:ext cx="1180892" cy="302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4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4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704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Page-Level</a:t>
            </a:r>
          </a:p>
        </p:txBody>
      </p:sp>
      <p:sp>
        <p:nvSpPr>
          <p:cNvPr id="65" name="text-58 NED">
            <a:extLst xmlns:a="http://schemas.openxmlformats.org/drawingml/2006/main">
              <a:ext uri="{FF2B5EF4-FFF2-40B4-BE49-F238E27FC236}">
                <a16:creationId xmlns:a16="http://schemas.microsoft.com/office/drawing/2014/main" id="{05AE67C2-2D60-42FF-9305-982F819C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8925" y="2382989"/>
            <a:ext cx="495940" cy="3032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705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NED</a:t>
            </a:r>
          </a:p>
        </p:txBody>
      </p:sp>
      <p:sp>
        <p:nvSpPr>
          <p:cNvPr id="66" name="path-59">
            <a:extLst xmlns:a="http://schemas.openxmlformats.org/drawingml/2006/main">
              <a:ext uri="{FF2B5EF4-FFF2-40B4-BE49-F238E27FC236}">
                <a16:creationId xmlns:a16="http://schemas.microsoft.com/office/drawing/2014/main" id="{08297C83-4B02-433C-8377-3A1A6AA1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8608" y="2489314"/>
            <a:ext cx="256188" cy="159255"/>
          </a:xfrm>
          <a:custGeom xmlns:a="http://schemas.openxmlformats.org/drawingml/2006/main">
            <a:pathLst>
              <a:path w="259983" h="161614">
                <a:moveTo>
                  <a:pt x="130268" y="161614"/>
                </a:moveTo>
                <a:lnTo>
                  <a:pt x="0" y="161614"/>
                </a:lnTo>
                <a:lnTo>
                  <a:pt x="0" y="0"/>
                </a:lnTo>
                <a:lnTo>
                  <a:pt x="259983" y="0"/>
                </a:lnTo>
                <a:lnTo>
                  <a:pt x="259983" y="161614"/>
                </a:lnTo>
                <a:lnTo>
                  <a:pt x="130268" y="161614"/>
                </a:lnTo>
              </a:path>
            </a:pathLst>
          </a:custGeom>
          <a:solidFill xmlns:a="http://schemas.openxmlformats.org/drawingml/2006/main">
            <a:srgbClr val="4F9E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ath-60">
            <a:extLst xmlns:a="http://schemas.openxmlformats.org/drawingml/2006/main">
              <a:ext uri="{FF2B5EF4-FFF2-40B4-BE49-F238E27FC236}">
                <a16:creationId xmlns:a16="http://schemas.microsoft.com/office/drawing/2014/main" id="{47BC098D-16FC-44DC-A882-E1E2608E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057" y="2489314"/>
            <a:ext cx="256188" cy="159255"/>
          </a:xfrm>
          <a:custGeom xmlns:a="http://schemas.openxmlformats.org/drawingml/2006/main">
            <a:pathLst>
              <a:path w="259983" h="161614">
                <a:moveTo>
                  <a:pt x="130268" y="161614"/>
                </a:moveTo>
                <a:lnTo>
                  <a:pt x="0" y="161614"/>
                </a:lnTo>
                <a:lnTo>
                  <a:pt x="0" y="0"/>
                </a:lnTo>
                <a:lnTo>
                  <a:pt x="259983" y="0"/>
                </a:lnTo>
                <a:lnTo>
                  <a:pt x="259983" y="161614"/>
                </a:lnTo>
                <a:lnTo>
                  <a:pt x="130268" y="161614"/>
                </a:lnTo>
              </a:path>
            </a:pathLst>
          </a:custGeom>
          <a:solidFill xmlns:a="http://schemas.openxmlformats.org/drawingml/2006/main">
            <a:srgbClr val="6DAD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ath-61">
            <a:extLst xmlns:a="http://schemas.openxmlformats.org/drawingml/2006/main">
              <a:ext uri="{FF2B5EF4-FFF2-40B4-BE49-F238E27FC236}">
                <a16:creationId xmlns:a16="http://schemas.microsoft.com/office/drawing/2014/main" id="{AD5E6532-524E-4FCA-8F57-8E67F75F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980" y="2489314"/>
            <a:ext cx="256188" cy="159255"/>
          </a:xfrm>
          <a:custGeom xmlns:a="http://schemas.openxmlformats.org/drawingml/2006/main">
            <a:pathLst>
              <a:path w="259983" h="161614">
                <a:moveTo>
                  <a:pt x="130268" y="161614"/>
                </a:moveTo>
                <a:lnTo>
                  <a:pt x="0" y="161614"/>
                </a:lnTo>
                <a:lnTo>
                  <a:pt x="0" y="0"/>
                </a:lnTo>
                <a:lnTo>
                  <a:pt x="259983" y="0"/>
                </a:lnTo>
                <a:lnTo>
                  <a:pt x="259983" y="161614"/>
                </a:lnTo>
                <a:lnTo>
                  <a:pt x="130268" y="161614"/>
                </a:lnTo>
              </a:path>
            </a:pathLst>
          </a:custGeom>
          <a:solidFill xmlns:a="http://schemas.openxmlformats.org/drawingml/2006/main">
            <a:srgbClr val="94BE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ath-62">
            <a:extLst xmlns:a="http://schemas.openxmlformats.org/drawingml/2006/main">
              <a:ext uri="{FF2B5EF4-FFF2-40B4-BE49-F238E27FC236}">
                <a16:creationId xmlns:a16="http://schemas.microsoft.com/office/drawing/2014/main" id="{51AE447B-3B53-4F7A-AF7C-DD7D61CB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4902" y="2489314"/>
            <a:ext cx="256188" cy="159255"/>
          </a:xfrm>
          <a:custGeom xmlns:a="http://schemas.openxmlformats.org/drawingml/2006/main">
            <a:pathLst>
              <a:path w="259983" h="161614">
                <a:moveTo>
                  <a:pt x="130268" y="161614"/>
                </a:moveTo>
                <a:lnTo>
                  <a:pt x="0" y="161614"/>
                </a:lnTo>
                <a:lnTo>
                  <a:pt x="0" y="0"/>
                </a:lnTo>
                <a:lnTo>
                  <a:pt x="259983" y="0"/>
                </a:lnTo>
                <a:lnTo>
                  <a:pt x="259983" y="161614"/>
                </a:lnTo>
                <a:lnTo>
                  <a:pt x="130268" y="161614"/>
                </a:lnTo>
              </a:path>
            </a:pathLst>
          </a:custGeom>
          <a:solidFill xmlns:a="http://schemas.openxmlformats.org/drawingml/2006/main">
            <a:srgbClr val="BDCB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ath-63">
            <a:extLst xmlns:a="http://schemas.openxmlformats.org/drawingml/2006/main">
              <a:ext uri="{FF2B5EF4-FFF2-40B4-BE49-F238E27FC236}">
                <a16:creationId xmlns:a16="http://schemas.microsoft.com/office/drawing/2014/main" id="{F9F1BF80-816B-41DC-A3CE-D4FBF9EF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7350" y="2489314"/>
            <a:ext cx="256188" cy="159255"/>
          </a:xfrm>
          <a:custGeom xmlns:a="http://schemas.openxmlformats.org/drawingml/2006/main">
            <a:pathLst>
              <a:path w="259983" h="161614">
                <a:moveTo>
                  <a:pt x="130269" y="161614"/>
                </a:moveTo>
                <a:lnTo>
                  <a:pt x="0" y="161614"/>
                </a:lnTo>
                <a:lnTo>
                  <a:pt x="0" y="0"/>
                </a:lnTo>
                <a:lnTo>
                  <a:pt x="259983" y="0"/>
                </a:lnTo>
                <a:lnTo>
                  <a:pt x="259983" y="161614"/>
                </a:lnTo>
                <a:lnTo>
                  <a:pt x="130269" y="161614"/>
                </a:lnTo>
              </a:path>
            </a:pathLst>
          </a:custGeom>
          <a:solidFill xmlns:a="http://schemas.openxmlformats.org/drawingml/2006/main">
            <a:srgbClr val="E2C4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ath-64">
            <a:extLst xmlns:a="http://schemas.openxmlformats.org/drawingml/2006/main">
              <a:ext uri="{FF2B5EF4-FFF2-40B4-BE49-F238E27FC236}">
                <a16:creationId xmlns:a16="http://schemas.microsoft.com/office/drawing/2014/main" id="{116EC670-96AE-48E2-BB96-DE59013B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273" y="2489314"/>
            <a:ext cx="256187" cy="159255"/>
          </a:xfrm>
          <a:custGeom xmlns:a="http://schemas.openxmlformats.org/drawingml/2006/main">
            <a:pathLst>
              <a:path w="259983" h="161614">
                <a:moveTo>
                  <a:pt x="130268" y="161614"/>
                </a:moveTo>
                <a:lnTo>
                  <a:pt x="0" y="161614"/>
                </a:lnTo>
                <a:lnTo>
                  <a:pt x="0" y="0"/>
                </a:lnTo>
                <a:lnTo>
                  <a:pt x="259983" y="0"/>
                </a:lnTo>
                <a:lnTo>
                  <a:pt x="259983" y="161614"/>
                </a:lnTo>
                <a:lnTo>
                  <a:pt x="130268" y="161614"/>
                </a:lnTo>
              </a:path>
            </a:pathLst>
          </a:custGeom>
          <a:solidFill xmlns:a="http://schemas.openxmlformats.org/drawingml/2006/main">
            <a:srgbClr val="EB9F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ath-65">
            <a:extLst xmlns:a="http://schemas.openxmlformats.org/drawingml/2006/main">
              <a:ext uri="{FF2B5EF4-FFF2-40B4-BE49-F238E27FC236}">
                <a16:creationId xmlns:a16="http://schemas.microsoft.com/office/drawing/2014/main" id="{C4565208-92FE-4C28-9036-1C11AFA8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722" y="2489314"/>
            <a:ext cx="256188" cy="159255"/>
          </a:xfrm>
          <a:custGeom xmlns:a="http://schemas.openxmlformats.org/drawingml/2006/main">
            <a:pathLst>
              <a:path w="259983" h="161614">
                <a:moveTo>
                  <a:pt x="130267" y="161614"/>
                </a:moveTo>
                <a:lnTo>
                  <a:pt x="0" y="161614"/>
                </a:lnTo>
                <a:lnTo>
                  <a:pt x="0" y="0"/>
                </a:lnTo>
                <a:lnTo>
                  <a:pt x="259983" y="0"/>
                </a:lnTo>
                <a:lnTo>
                  <a:pt x="259983" y="161614"/>
                </a:lnTo>
                <a:lnTo>
                  <a:pt x="130267" y="161614"/>
                </a:lnTo>
              </a:path>
            </a:pathLst>
          </a:custGeom>
          <a:solidFill xmlns:a="http://schemas.openxmlformats.org/drawingml/2006/main">
            <a:srgbClr val="E576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ath-66">
            <a:extLst xmlns:a="http://schemas.openxmlformats.org/drawingml/2006/main">
              <a:ext uri="{FF2B5EF4-FFF2-40B4-BE49-F238E27FC236}">
                <a16:creationId xmlns:a16="http://schemas.microsoft.com/office/drawing/2014/main" id="{AE923AA6-7589-41E1-B0B1-D7508EFB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3645" y="2489314"/>
            <a:ext cx="256187" cy="159255"/>
          </a:xfrm>
          <a:custGeom xmlns:a="http://schemas.openxmlformats.org/drawingml/2006/main">
            <a:pathLst>
              <a:path w="259983" h="161614">
                <a:moveTo>
                  <a:pt x="130267" y="161614"/>
                </a:moveTo>
                <a:lnTo>
                  <a:pt x="0" y="161614"/>
                </a:lnTo>
                <a:lnTo>
                  <a:pt x="0" y="0"/>
                </a:lnTo>
                <a:lnTo>
                  <a:pt x="259983" y="0"/>
                </a:lnTo>
                <a:lnTo>
                  <a:pt x="259983" y="161614"/>
                </a:lnTo>
                <a:lnTo>
                  <a:pt x="130267" y="161614"/>
                </a:lnTo>
              </a:path>
            </a:pathLst>
          </a:custGeom>
          <a:solidFill xmlns:a="http://schemas.openxmlformats.org/drawingml/2006/main">
            <a:srgbClr val="DA50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ath-67">
            <a:extLst xmlns:a="http://schemas.openxmlformats.org/drawingml/2006/main">
              <a:ext uri="{FF2B5EF4-FFF2-40B4-BE49-F238E27FC236}">
                <a16:creationId xmlns:a16="http://schemas.microsoft.com/office/drawing/2014/main" id="{9F3FA05E-9483-4DC4-AF51-1FE86023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567" y="2489314"/>
            <a:ext cx="256187" cy="159255"/>
          </a:xfrm>
          <a:custGeom xmlns:a="http://schemas.openxmlformats.org/drawingml/2006/main">
            <a:pathLst>
              <a:path w="259983" h="161614">
                <a:moveTo>
                  <a:pt x="130267" y="161614"/>
                </a:moveTo>
                <a:lnTo>
                  <a:pt x="0" y="161614"/>
                </a:lnTo>
                <a:lnTo>
                  <a:pt x="0" y="0"/>
                </a:lnTo>
                <a:lnTo>
                  <a:pt x="259983" y="0"/>
                </a:lnTo>
                <a:lnTo>
                  <a:pt x="259983" y="161614"/>
                </a:lnTo>
                <a:lnTo>
                  <a:pt x="130267" y="161614"/>
                </a:lnTo>
              </a:path>
            </a:pathLst>
          </a:custGeom>
          <a:solidFill xmlns:a="http://schemas.openxmlformats.org/drawingml/2006/main">
            <a:srgbClr val="CB27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ath-68">
            <a:extLst xmlns:a="http://schemas.openxmlformats.org/drawingml/2006/main">
              <a:ext uri="{FF2B5EF4-FFF2-40B4-BE49-F238E27FC236}">
                <a16:creationId xmlns:a16="http://schemas.microsoft.com/office/drawing/2014/main" id="{8D88C187-DDC5-41F9-92E2-850D2E79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9154" y="2489314"/>
            <a:ext cx="2268862" cy="159255"/>
          </a:xfrm>
          <a:custGeom xmlns:a="http://schemas.openxmlformats.org/drawingml/2006/main">
            <a:pathLst>
              <a:path w="2302474" h="161614">
                <a:moveTo>
                  <a:pt x="1151227" y="161614"/>
                </a:moveTo>
                <a:lnTo>
                  <a:pt x="0" y="161614"/>
                </a:lnTo>
                <a:lnTo>
                  <a:pt x="0" y="0"/>
                </a:lnTo>
                <a:lnTo>
                  <a:pt x="2302474" y="0"/>
                </a:lnTo>
                <a:lnTo>
                  <a:pt x="2302474" y="161614"/>
                </a:lnTo>
                <a:lnTo>
                  <a:pt x="1151227" y="161614"/>
                </a:lnTo>
              </a:path>
            </a:pathLst>
          </a:custGeom>
          <a:noFill xmlns:a="http://schemas.openxmlformats.org/drawingml/2006/main"/>
          <a:ln xmlns:a="http://schemas.openxmlformats.org/drawingml/2006/main" w="11185">
            <a:solidFill>
              <a:srgbClr val="8A8A8A"/>
            </a:solidFill>
            <a:prstDash val="solid"/>
          </a:ln>
        </p:spPr>
      </p:sp>
      <p:sp>
        <p:nvSpPr>
          <p:cNvPr id="76" name="path-69">
            <a:extLst xmlns:a="http://schemas.openxmlformats.org/drawingml/2006/main">
              <a:ext uri="{FF2B5EF4-FFF2-40B4-BE49-F238E27FC236}">
                <a16:creationId xmlns:a16="http://schemas.microsoft.com/office/drawing/2014/main" id="{82507A0E-B7F3-409B-8F55-23467C75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242" y="2388661"/>
            <a:ext cx="74573" cy="109709"/>
          </a:xfrm>
          <a:custGeom xmlns:a="http://schemas.openxmlformats.org/drawingml/2006/main">
            <a:pathLst>
              <a:path w="75678" h="111335">
                <a:moveTo>
                  <a:pt x="37848" y="111335"/>
                </a:moveTo>
                <a:lnTo>
                  <a:pt x="0" y="0"/>
                </a:lnTo>
                <a:lnTo>
                  <a:pt x="75678" y="0"/>
                </a:lnTo>
                <a:lnTo>
                  <a:pt x="37848" y="111335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ath-70">
            <a:extLst xmlns:a="http://schemas.openxmlformats.org/drawingml/2006/main">
              <a:ext uri="{FF2B5EF4-FFF2-40B4-BE49-F238E27FC236}">
                <a16:creationId xmlns:a16="http://schemas.microsoft.com/office/drawing/2014/main" id="{CF2D0470-48B9-46B2-A4C6-35CB99FF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348" y="2416882"/>
            <a:ext cx="191" cy="262031"/>
          </a:xfrm>
          <a:custGeom xmlns:a="http://schemas.openxmlformats.org/drawingml/2006/main">
            <a:pathLst>
              <a:path w="191" h="265913">
                <a:moveTo>
                  <a:pt x="0" y="0"/>
                </a:moveTo>
                <a:lnTo>
                  <a:pt x="0" y="265913"/>
                </a:lnTo>
              </a:path>
            </a:pathLst>
          </a:custGeom>
          <a:noFill xmlns:a="http://schemas.openxmlformats.org/drawingml/2006/main"/>
          <a:ln xmlns:a="http://schemas.openxmlformats.org/drawingml/2006/main" w="28227">
            <a:solidFill>
              <a:srgbClr val="111111"/>
            </a:solidFill>
            <a:prstDash val="solid"/>
          </a:ln>
        </p:spPr>
      </p:sp>
      <p:sp>
        <p:nvSpPr>
          <p:cNvPr id="78" name="path-71">
            <a:extLst xmlns:a="http://schemas.openxmlformats.org/drawingml/2006/main">
              <a:ext uri="{FF2B5EF4-FFF2-40B4-BE49-F238E27FC236}">
                <a16:creationId xmlns:a16="http://schemas.microsoft.com/office/drawing/2014/main" id="{1DEA909F-B7DC-4745-884E-56597640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03" y="2926045"/>
            <a:ext cx="4597397" cy="1542405"/>
          </a:xfrm>
          <a:custGeom xmlns:a="http://schemas.openxmlformats.org/drawingml/2006/main">
            <a:pathLst>
              <a:path w="4665507" h="1565255">
                <a:moveTo>
                  <a:pt x="534" y="94040"/>
                </a:moveTo>
                <a:lnTo>
                  <a:pt x="534" y="94040"/>
                </a:lnTo>
                <a:cubicBezTo>
                  <a:pt x="534" y="77832"/>
                  <a:pt x="4862" y="61625"/>
                  <a:pt x="12966" y="47020"/>
                </a:cubicBezTo>
                <a:cubicBezTo>
                  <a:pt x="21603" y="32967"/>
                  <a:pt x="32967" y="21088"/>
                  <a:pt x="47554" y="12965"/>
                </a:cubicBezTo>
                <a:cubicBezTo>
                  <a:pt x="61606" y="4328"/>
                  <a:pt x="77833" y="0"/>
                  <a:pt x="94574" y="0"/>
                </a:cubicBezTo>
                <a:lnTo>
                  <a:pt x="4571467" y="533"/>
                </a:lnTo>
                <a:cubicBezTo>
                  <a:pt x="4587675" y="533"/>
                  <a:pt x="4603900" y="4862"/>
                  <a:pt x="4618487" y="12965"/>
                </a:cubicBezTo>
                <a:cubicBezTo>
                  <a:pt x="4632540" y="21622"/>
                  <a:pt x="4644438" y="32967"/>
                  <a:pt x="4652542" y="47573"/>
                </a:cubicBezTo>
                <a:cubicBezTo>
                  <a:pt x="4661179" y="61625"/>
                  <a:pt x="4665507" y="77832"/>
                  <a:pt x="4665507" y="94593"/>
                </a:cubicBezTo>
                <a:lnTo>
                  <a:pt x="4665507" y="1471215"/>
                </a:lnTo>
                <a:cubicBezTo>
                  <a:pt x="4665507" y="1487442"/>
                  <a:pt x="4661179" y="1503649"/>
                  <a:pt x="4653075" y="1518236"/>
                </a:cubicBezTo>
                <a:cubicBezTo>
                  <a:pt x="4644438" y="1532288"/>
                  <a:pt x="4633074" y="1544186"/>
                  <a:pt x="4618487" y="1552290"/>
                </a:cubicBezTo>
                <a:cubicBezTo>
                  <a:pt x="4604435" y="1560946"/>
                  <a:pt x="4588228" y="1565255"/>
                  <a:pt x="4571467" y="1565255"/>
                </a:cubicBezTo>
                <a:lnTo>
                  <a:pt x="94040" y="1565255"/>
                </a:lnTo>
                <a:cubicBezTo>
                  <a:pt x="77833" y="1565255"/>
                  <a:pt x="61606" y="1560946"/>
                  <a:pt x="47020" y="1552823"/>
                </a:cubicBezTo>
                <a:cubicBezTo>
                  <a:pt x="32967" y="1544186"/>
                  <a:pt x="21069" y="1532841"/>
                  <a:pt x="12966" y="1518236"/>
                </a:cubicBezTo>
                <a:cubicBezTo>
                  <a:pt x="4309" y="1504183"/>
                  <a:pt x="0" y="1487976"/>
                  <a:pt x="0" y="1471215"/>
                </a:cubicBezTo>
                <a:lnTo>
                  <a:pt x="534" y="9404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641">
            <a:solidFill>
              <a:srgbClr val="6B8FC4"/>
            </a:solidFill>
            <a:prstDash val="solid"/>
          </a:ln>
        </p:spPr>
      </p:sp>
      <p:sp>
        <p:nvSpPr>
          <p:cNvPr id="79" name="text-72 B)">
            <a:extLst xmlns:a="http://schemas.openxmlformats.org/drawingml/2006/main">
              <a:ext uri="{FF2B5EF4-FFF2-40B4-BE49-F238E27FC236}">
                <a16:creationId xmlns:a16="http://schemas.microsoft.com/office/drawing/2014/main" id="{13F29BCF-DDC7-401B-A5BA-2541030E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109" y="2964670"/>
            <a:ext cx="255458" cy="289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9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9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629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B)</a:t>
            </a:r>
          </a:p>
        </p:txBody>
      </p:sp>
      <p:sp>
        <p:nvSpPr>
          <p:cNvPr id="80" name="text-72 Component">
            <a:extLst xmlns:a="http://schemas.openxmlformats.org/drawingml/2006/main">
              <a:ext uri="{FF2B5EF4-FFF2-40B4-BE49-F238E27FC236}">
                <a16:creationId xmlns:a16="http://schemas.microsoft.com/office/drawing/2014/main" id="{146FEE98-3A70-4C55-8163-E0574A30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975" y="2964565"/>
            <a:ext cx="1186808" cy="2898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0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0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63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Component</a:t>
            </a:r>
          </a:p>
        </p:txBody>
      </p:sp>
      <p:sp>
        <p:nvSpPr>
          <p:cNvPr id="81" name="text-72 Error">
            <a:extLst xmlns:a="http://schemas.openxmlformats.org/drawingml/2006/main">
              <a:ext uri="{FF2B5EF4-FFF2-40B4-BE49-F238E27FC236}">
                <a16:creationId xmlns:a16="http://schemas.microsoft.com/office/drawing/2014/main" id="{05EEF553-3E3F-44F2-AB9C-400455D8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1966" y="2964450"/>
            <a:ext cx="543586" cy="289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1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1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631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Error</a:t>
            </a:r>
          </a:p>
        </p:txBody>
      </p:sp>
      <p:sp>
        <p:nvSpPr>
          <p:cNvPr id="82" name="text-72 Metrics">
            <a:extLst xmlns:a="http://schemas.openxmlformats.org/drawingml/2006/main">
              <a:ext uri="{FF2B5EF4-FFF2-40B4-BE49-F238E27FC236}">
                <a16:creationId xmlns:a16="http://schemas.microsoft.com/office/drawing/2014/main" id="{785652BE-4918-456A-995A-98715DE1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5889" y="2964598"/>
            <a:ext cx="761773" cy="2897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0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0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63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Metrics</a:t>
            </a:r>
          </a:p>
        </p:txBody>
      </p:sp>
      <p:sp>
        <p:nvSpPr>
          <p:cNvPr id="83" name="path-73">
            <a:extLst xmlns:a="http://schemas.openxmlformats.org/drawingml/2006/main">
              <a:ext uri="{FF2B5EF4-FFF2-40B4-BE49-F238E27FC236}">
                <a16:creationId xmlns:a16="http://schemas.microsoft.com/office/drawing/2014/main" id="{BC6A3BDC-180A-4196-B485-087EE88C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59" y="3274373"/>
            <a:ext cx="1076927" cy="1106201"/>
          </a:xfrm>
          <a:custGeom xmlns:a="http://schemas.openxmlformats.org/drawingml/2006/main">
            <a:pathLst>
              <a:path w="1092882" h="1122589">
                <a:moveTo>
                  <a:pt x="553" y="142147"/>
                </a:moveTo>
                <a:lnTo>
                  <a:pt x="553" y="142147"/>
                </a:lnTo>
                <a:cubicBezTo>
                  <a:pt x="553" y="117283"/>
                  <a:pt x="7036" y="92954"/>
                  <a:pt x="19467" y="71331"/>
                </a:cubicBezTo>
                <a:cubicBezTo>
                  <a:pt x="31900" y="49728"/>
                  <a:pt x="49727" y="31880"/>
                  <a:pt x="71350" y="18915"/>
                </a:cubicBezTo>
                <a:cubicBezTo>
                  <a:pt x="92972" y="6483"/>
                  <a:pt x="117836" y="0"/>
                  <a:pt x="142700" y="0"/>
                </a:cubicBezTo>
                <a:lnTo>
                  <a:pt x="950735" y="534"/>
                </a:lnTo>
                <a:cubicBezTo>
                  <a:pt x="975599" y="534"/>
                  <a:pt x="999910" y="7016"/>
                  <a:pt x="1021532" y="19448"/>
                </a:cubicBezTo>
                <a:cubicBezTo>
                  <a:pt x="1043154" y="31880"/>
                  <a:pt x="1060982" y="49728"/>
                  <a:pt x="1073967" y="71331"/>
                </a:cubicBezTo>
                <a:cubicBezTo>
                  <a:pt x="1086399" y="92954"/>
                  <a:pt x="1092882" y="117817"/>
                  <a:pt x="1092882" y="142681"/>
                </a:cubicBezTo>
                <a:lnTo>
                  <a:pt x="1092882" y="980441"/>
                </a:lnTo>
                <a:cubicBezTo>
                  <a:pt x="1092882" y="1005306"/>
                  <a:pt x="1086399" y="1029636"/>
                  <a:pt x="1073967" y="1051258"/>
                </a:cubicBezTo>
                <a:cubicBezTo>
                  <a:pt x="1061535" y="1072861"/>
                  <a:pt x="1043688" y="1090708"/>
                  <a:pt x="1022066" y="1103674"/>
                </a:cubicBezTo>
                <a:cubicBezTo>
                  <a:pt x="1000462" y="1116106"/>
                  <a:pt x="975599" y="1122589"/>
                  <a:pt x="950735" y="1122589"/>
                </a:cubicBezTo>
                <a:lnTo>
                  <a:pt x="142147" y="1122589"/>
                </a:lnTo>
                <a:cubicBezTo>
                  <a:pt x="117283" y="1122589"/>
                  <a:pt x="92972" y="1116106"/>
                  <a:pt x="71350" y="1103674"/>
                </a:cubicBezTo>
                <a:cubicBezTo>
                  <a:pt x="49727" y="1091242"/>
                  <a:pt x="31900" y="1073414"/>
                  <a:pt x="18915" y="1051792"/>
                </a:cubicBezTo>
                <a:cubicBezTo>
                  <a:pt x="6483" y="1030169"/>
                  <a:pt x="0" y="1005306"/>
                  <a:pt x="0" y="980441"/>
                </a:cubicBezTo>
                <a:lnTo>
                  <a:pt x="553" y="14214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043">
            <a:solidFill>
              <a:srgbClr val="6B8FC4"/>
            </a:solidFill>
            <a:prstDash val="solid"/>
          </a:ln>
        </p:spPr>
      </p:sp>
      <p:sp>
        <p:nvSpPr>
          <p:cNvPr id="84" name="text-74 Text">
            <a:extLst xmlns:a="http://schemas.openxmlformats.org/drawingml/2006/main">
              <a:ext uri="{FF2B5EF4-FFF2-40B4-BE49-F238E27FC236}">
                <a16:creationId xmlns:a16="http://schemas.microsoft.com/office/drawing/2014/main" id="{98B2C2FF-930E-4BC2-B732-B1822AAB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224" y="3365186"/>
            <a:ext cx="314785" cy="2188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1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1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31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85" name="text-75 Error">
            <a:extLst xmlns:a="http://schemas.openxmlformats.org/drawingml/2006/main">
              <a:ext uri="{FF2B5EF4-FFF2-40B4-BE49-F238E27FC236}">
                <a16:creationId xmlns:a16="http://schemas.microsoft.com/office/drawing/2014/main" id="{459C5A97-125E-46DB-B1C2-960FC7A2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998" y="3361805"/>
            <a:ext cx="383540" cy="223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7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7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57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Error</a:t>
            </a:r>
          </a:p>
        </p:txBody>
      </p:sp>
      <p:sp>
        <p:nvSpPr>
          <p:cNvPr id="86" name="text-76 NED">
            <a:extLst xmlns:a="http://schemas.openxmlformats.org/drawingml/2006/main">
              <a:ext uri="{FF2B5EF4-FFF2-40B4-BE49-F238E27FC236}">
                <a16:creationId xmlns:a16="http://schemas.microsoft.com/office/drawing/2014/main" id="{82BC6BE9-D919-41AE-8ED9-530B4A44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462" y="4157730"/>
            <a:ext cx="328800" cy="200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30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30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13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NED</a:t>
            </a:r>
          </a:p>
        </p:txBody>
      </p:sp>
      <p:sp>
        <p:nvSpPr>
          <p:cNvPr id="87" name="path-77">
            <a:extLst xmlns:a="http://schemas.openxmlformats.org/drawingml/2006/main">
              <a:ext uri="{FF2B5EF4-FFF2-40B4-BE49-F238E27FC236}">
                <a16:creationId xmlns:a16="http://schemas.microsoft.com/office/drawing/2014/main" id="{A44F4A9C-8572-4FD5-A7C0-E19C774B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99" y="3274373"/>
            <a:ext cx="1076927" cy="1106201"/>
          </a:xfrm>
          <a:custGeom xmlns:a="http://schemas.openxmlformats.org/drawingml/2006/main">
            <a:pathLst>
              <a:path w="1092882" h="1122589">
                <a:moveTo>
                  <a:pt x="553" y="142147"/>
                </a:moveTo>
                <a:lnTo>
                  <a:pt x="553" y="142147"/>
                </a:lnTo>
                <a:cubicBezTo>
                  <a:pt x="553" y="117283"/>
                  <a:pt x="7036" y="92954"/>
                  <a:pt x="19467" y="71331"/>
                </a:cubicBezTo>
                <a:cubicBezTo>
                  <a:pt x="31900" y="49728"/>
                  <a:pt x="49727" y="31880"/>
                  <a:pt x="71350" y="18915"/>
                </a:cubicBezTo>
                <a:cubicBezTo>
                  <a:pt x="92972" y="6483"/>
                  <a:pt x="117836" y="0"/>
                  <a:pt x="142700" y="0"/>
                </a:cubicBezTo>
                <a:lnTo>
                  <a:pt x="950735" y="534"/>
                </a:lnTo>
                <a:cubicBezTo>
                  <a:pt x="975599" y="534"/>
                  <a:pt x="999910" y="7016"/>
                  <a:pt x="1021532" y="19448"/>
                </a:cubicBezTo>
                <a:cubicBezTo>
                  <a:pt x="1043154" y="31880"/>
                  <a:pt x="1060982" y="49728"/>
                  <a:pt x="1073967" y="71331"/>
                </a:cubicBezTo>
                <a:cubicBezTo>
                  <a:pt x="1086399" y="92954"/>
                  <a:pt x="1092882" y="117817"/>
                  <a:pt x="1092882" y="142681"/>
                </a:cubicBezTo>
                <a:lnTo>
                  <a:pt x="1092882" y="980441"/>
                </a:lnTo>
                <a:cubicBezTo>
                  <a:pt x="1092882" y="1005306"/>
                  <a:pt x="1086399" y="1029636"/>
                  <a:pt x="1073967" y="1051258"/>
                </a:cubicBezTo>
                <a:cubicBezTo>
                  <a:pt x="1061535" y="1072861"/>
                  <a:pt x="1043688" y="1090708"/>
                  <a:pt x="1022066" y="1103674"/>
                </a:cubicBezTo>
                <a:cubicBezTo>
                  <a:pt x="1000444" y="1116106"/>
                  <a:pt x="975599" y="1122589"/>
                  <a:pt x="950735" y="1122589"/>
                </a:cubicBezTo>
                <a:lnTo>
                  <a:pt x="142147" y="1122589"/>
                </a:lnTo>
                <a:cubicBezTo>
                  <a:pt x="117283" y="1122589"/>
                  <a:pt x="92972" y="1116106"/>
                  <a:pt x="71350" y="1103674"/>
                </a:cubicBezTo>
                <a:cubicBezTo>
                  <a:pt x="49727" y="1091242"/>
                  <a:pt x="31900" y="1073414"/>
                  <a:pt x="18915" y="1051792"/>
                </a:cubicBezTo>
                <a:cubicBezTo>
                  <a:pt x="6483" y="1030169"/>
                  <a:pt x="0" y="1005306"/>
                  <a:pt x="0" y="980441"/>
                </a:cubicBezTo>
                <a:lnTo>
                  <a:pt x="553" y="14214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043">
            <a:solidFill>
              <a:srgbClr val="6B8FC4"/>
            </a:solidFill>
            <a:prstDash val="solid"/>
          </a:ln>
        </p:spPr>
      </p:sp>
      <p:sp>
        <p:nvSpPr>
          <p:cNvPr id="88" name="text-78 Table">
            <a:extLst xmlns:a="http://schemas.openxmlformats.org/drawingml/2006/main">
              <a:ext uri="{FF2B5EF4-FFF2-40B4-BE49-F238E27FC236}">
                <a16:creationId xmlns:a16="http://schemas.microsoft.com/office/drawing/2014/main" id="{FFD6362A-519A-4DF6-BC03-843EDBFA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7760" y="3366251"/>
            <a:ext cx="398998" cy="217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2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2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22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Table</a:t>
            </a:r>
          </a:p>
        </p:txBody>
      </p:sp>
      <p:sp>
        <p:nvSpPr>
          <p:cNvPr id="89" name="text-78 Error">
            <a:extLst xmlns:a="http://schemas.openxmlformats.org/drawingml/2006/main">
              <a:ext uri="{FF2B5EF4-FFF2-40B4-BE49-F238E27FC236}">
                <a16:creationId xmlns:a16="http://schemas.microsoft.com/office/drawing/2014/main" id="{3CAAC418-CB87-4C33-998B-87D62209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8187" y="3361805"/>
            <a:ext cx="383540" cy="223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7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7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57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Error</a:t>
            </a:r>
          </a:p>
        </p:txBody>
      </p:sp>
      <p:sp>
        <p:nvSpPr>
          <p:cNvPr id="90" name="text-79 1">
            <a:extLst xmlns:a="http://schemas.openxmlformats.org/drawingml/2006/main">
              <a:ext uri="{FF2B5EF4-FFF2-40B4-BE49-F238E27FC236}">
                <a16:creationId xmlns:a16="http://schemas.microsoft.com/office/drawing/2014/main" id="{1643960E-48BF-4A39-A03E-218739A9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6054" y="4143518"/>
            <a:ext cx="116123" cy="2207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42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1" name="text-79 −">
            <a:extLst xmlns:a="http://schemas.openxmlformats.org/drawingml/2006/main">
              <a:ext uri="{FF2B5EF4-FFF2-40B4-BE49-F238E27FC236}">
                <a16:creationId xmlns:a16="http://schemas.microsoft.com/office/drawing/2014/main" id="{6565C0DC-420D-419B-9858-CD1F3DD7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2765" y="4153556"/>
            <a:ext cx="112794" cy="206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3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3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92" name="text-79 TEDS">
            <a:extLst xmlns:a="http://schemas.openxmlformats.org/drawingml/2006/main">
              <a:ext uri="{FF2B5EF4-FFF2-40B4-BE49-F238E27FC236}">
                <a16:creationId xmlns:a16="http://schemas.microsoft.com/office/drawing/2014/main" id="{DF9DC165-87A4-4B3B-90AF-25C26182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18438" y="4167793"/>
            <a:ext cx="379826" cy="186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1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1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051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TEDS</a:t>
            </a:r>
          </a:p>
        </p:txBody>
      </p:sp>
      <p:sp>
        <p:nvSpPr>
          <p:cNvPr id="93" name="path-80">
            <a:extLst xmlns:a="http://schemas.openxmlformats.org/drawingml/2006/main">
              <a:ext uri="{FF2B5EF4-FFF2-40B4-BE49-F238E27FC236}">
                <a16:creationId xmlns:a16="http://schemas.microsoft.com/office/drawing/2014/main" id="{E8C48B76-CC72-4340-997C-3477E594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6666" y="3274373"/>
            <a:ext cx="1076927" cy="1106201"/>
          </a:xfrm>
          <a:custGeom xmlns:a="http://schemas.openxmlformats.org/drawingml/2006/main">
            <a:pathLst>
              <a:path w="1092882" h="1122589">
                <a:moveTo>
                  <a:pt x="553" y="142147"/>
                </a:moveTo>
                <a:lnTo>
                  <a:pt x="553" y="142147"/>
                </a:lnTo>
                <a:cubicBezTo>
                  <a:pt x="553" y="117283"/>
                  <a:pt x="7036" y="92954"/>
                  <a:pt x="19468" y="71331"/>
                </a:cubicBezTo>
                <a:cubicBezTo>
                  <a:pt x="31899" y="49728"/>
                  <a:pt x="49727" y="31880"/>
                  <a:pt x="71350" y="18915"/>
                </a:cubicBezTo>
                <a:cubicBezTo>
                  <a:pt x="92972" y="6483"/>
                  <a:pt x="117836" y="0"/>
                  <a:pt x="142699" y="0"/>
                </a:cubicBezTo>
                <a:lnTo>
                  <a:pt x="950734" y="534"/>
                </a:lnTo>
                <a:cubicBezTo>
                  <a:pt x="975598" y="534"/>
                  <a:pt x="999909" y="7016"/>
                  <a:pt x="1021532" y="19448"/>
                </a:cubicBezTo>
                <a:cubicBezTo>
                  <a:pt x="1043154" y="31880"/>
                  <a:pt x="1061001" y="49728"/>
                  <a:pt x="1073967" y="71331"/>
                </a:cubicBezTo>
                <a:cubicBezTo>
                  <a:pt x="1086399" y="92954"/>
                  <a:pt x="1092882" y="117817"/>
                  <a:pt x="1092882" y="142681"/>
                </a:cubicBezTo>
                <a:lnTo>
                  <a:pt x="1092882" y="980441"/>
                </a:lnTo>
                <a:cubicBezTo>
                  <a:pt x="1092882" y="1005306"/>
                  <a:pt x="1086399" y="1029636"/>
                  <a:pt x="1073967" y="1051258"/>
                </a:cubicBezTo>
                <a:cubicBezTo>
                  <a:pt x="1061535" y="1072861"/>
                  <a:pt x="1043688" y="1090708"/>
                  <a:pt x="1022084" y="1103674"/>
                </a:cubicBezTo>
                <a:cubicBezTo>
                  <a:pt x="1000463" y="1116106"/>
                  <a:pt x="975598" y="1122589"/>
                  <a:pt x="950734" y="1122589"/>
                </a:cubicBezTo>
                <a:lnTo>
                  <a:pt x="142165" y="1122589"/>
                </a:lnTo>
                <a:cubicBezTo>
                  <a:pt x="117301" y="1122589"/>
                  <a:pt x="92972" y="1116106"/>
                  <a:pt x="71350" y="1103674"/>
                </a:cubicBezTo>
                <a:cubicBezTo>
                  <a:pt x="49727" y="1091242"/>
                  <a:pt x="31899" y="1073414"/>
                  <a:pt x="18933" y="1051792"/>
                </a:cubicBezTo>
                <a:cubicBezTo>
                  <a:pt x="6502" y="1030169"/>
                  <a:pt x="0" y="1005306"/>
                  <a:pt x="0" y="980441"/>
                </a:cubicBezTo>
                <a:lnTo>
                  <a:pt x="553" y="14214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043">
            <a:solidFill>
              <a:srgbClr val="6B8FC4"/>
            </a:solidFill>
            <a:prstDash val="solid"/>
          </a:ln>
        </p:spPr>
      </p:sp>
      <p:sp>
        <p:nvSpPr>
          <p:cNvPr id="94" name="text-81 Formula">
            <a:extLst xmlns:a="http://schemas.openxmlformats.org/drawingml/2006/main">
              <a:ext uri="{FF2B5EF4-FFF2-40B4-BE49-F238E27FC236}">
                <a16:creationId xmlns:a16="http://schemas.microsoft.com/office/drawing/2014/main" id="{33BDFB0C-D74F-4582-94F3-885749CC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7264" y="3362799"/>
            <a:ext cx="610536" cy="222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0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0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Formula</a:t>
            </a:r>
          </a:p>
        </p:txBody>
      </p:sp>
      <p:sp>
        <p:nvSpPr>
          <p:cNvPr id="95" name="text-81 Error">
            <a:extLst xmlns:a="http://schemas.openxmlformats.org/drawingml/2006/main">
              <a:ext uri="{FF2B5EF4-FFF2-40B4-BE49-F238E27FC236}">
                <a16:creationId xmlns:a16="http://schemas.microsoft.com/office/drawing/2014/main" id="{08FF7048-4016-4D9C-867A-F75A5A10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8703" y="3361727"/>
            <a:ext cx="383728" cy="223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8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8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58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Error</a:t>
            </a:r>
          </a:p>
        </p:txBody>
      </p:sp>
      <p:sp>
        <p:nvSpPr>
          <p:cNvPr id="96" name="text-82 1">
            <a:extLst xmlns:a="http://schemas.openxmlformats.org/drawingml/2006/main">
              <a:ext uri="{FF2B5EF4-FFF2-40B4-BE49-F238E27FC236}">
                <a16:creationId xmlns:a16="http://schemas.microsoft.com/office/drawing/2014/main" id="{31D22FE5-7404-45CC-ADBF-89CFDEFA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5286" y="4143519"/>
            <a:ext cx="116122" cy="2207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2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2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42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7" name="text-82 −">
            <a:extLst xmlns:a="http://schemas.openxmlformats.org/drawingml/2006/main">
              <a:ext uri="{FF2B5EF4-FFF2-40B4-BE49-F238E27FC236}">
                <a16:creationId xmlns:a16="http://schemas.microsoft.com/office/drawing/2014/main" id="{B670C95D-7B16-4E95-870E-02870857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1996" y="4153556"/>
            <a:ext cx="112794" cy="206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3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3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98" name="text-82 CDM">
            <a:extLst xmlns:a="http://schemas.openxmlformats.org/drawingml/2006/main">
              <a:ext uri="{FF2B5EF4-FFF2-40B4-BE49-F238E27FC236}">
                <a16:creationId xmlns:a16="http://schemas.microsoft.com/office/drawing/2014/main" id="{9B73D79E-56DA-4F8E-92BC-ECC184F3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7669" y="4148573"/>
            <a:ext cx="375065" cy="213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2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2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02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CDM</a:t>
            </a:r>
          </a:p>
        </p:txBody>
      </p:sp>
      <p:sp>
        <p:nvSpPr>
          <p:cNvPr id="99" name="path-83">
            <a:extLst xmlns:a="http://schemas.openxmlformats.org/drawingml/2006/main">
              <a:ext uri="{FF2B5EF4-FFF2-40B4-BE49-F238E27FC236}">
                <a16:creationId xmlns:a16="http://schemas.microsoft.com/office/drawing/2014/main" id="{D958C124-E303-4D0C-BA38-71774EE6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580" y="3274373"/>
            <a:ext cx="1134966" cy="1106201"/>
          </a:xfrm>
          <a:custGeom xmlns:a="http://schemas.openxmlformats.org/drawingml/2006/main">
            <a:pathLst>
              <a:path w="1151781" h="1122589">
                <a:moveTo>
                  <a:pt x="534" y="145922"/>
                </a:moveTo>
                <a:lnTo>
                  <a:pt x="534" y="145922"/>
                </a:lnTo>
                <a:cubicBezTo>
                  <a:pt x="534" y="120524"/>
                  <a:pt x="7035" y="95127"/>
                  <a:pt x="20001" y="72951"/>
                </a:cubicBezTo>
                <a:cubicBezTo>
                  <a:pt x="32967" y="50796"/>
                  <a:pt x="51348" y="32414"/>
                  <a:pt x="73505" y="19448"/>
                </a:cubicBezTo>
                <a:cubicBezTo>
                  <a:pt x="95661" y="7016"/>
                  <a:pt x="121077" y="0"/>
                  <a:pt x="146475" y="0"/>
                </a:cubicBezTo>
                <a:lnTo>
                  <a:pt x="1005858" y="534"/>
                </a:lnTo>
                <a:cubicBezTo>
                  <a:pt x="1031256" y="534"/>
                  <a:pt x="1056654" y="7016"/>
                  <a:pt x="1078829" y="20001"/>
                </a:cubicBezTo>
                <a:cubicBezTo>
                  <a:pt x="1100985" y="32968"/>
                  <a:pt x="1119366" y="51348"/>
                  <a:pt x="1132332" y="73505"/>
                </a:cubicBezTo>
                <a:cubicBezTo>
                  <a:pt x="1144764" y="95661"/>
                  <a:pt x="1151781" y="121058"/>
                  <a:pt x="1151781" y="146475"/>
                </a:cubicBezTo>
                <a:lnTo>
                  <a:pt x="1151781" y="976666"/>
                </a:lnTo>
                <a:cubicBezTo>
                  <a:pt x="1151781" y="1002064"/>
                  <a:pt x="1145298" y="1027462"/>
                  <a:pt x="1132332" y="1049637"/>
                </a:cubicBezTo>
                <a:cubicBezTo>
                  <a:pt x="1119366" y="1071793"/>
                  <a:pt x="1100985" y="1090155"/>
                  <a:pt x="1078829" y="1103140"/>
                </a:cubicBezTo>
                <a:cubicBezTo>
                  <a:pt x="1056654" y="1115572"/>
                  <a:pt x="1031256" y="1122589"/>
                  <a:pt x="1005858" y="1122589"/>
                </a:cubicBezTo>
                <a:lnTo>
                  <a:pt x="145941" y="1122589"/>
                </a:lnTo>
                <a:cubicBezTo>
                  <a:pt x="120524" y="1122589"/>
                  <a:pt x="95127" y="1116106"/>
                  <a:pt x="72971" y="1103140"/>
                </a:cubicBezTo>
                <a:cubicBezTo>
                  <a:pt x="50814" y="1090155"/>
                  <a:pt x="32433" y="1071793"/>
                  <a:pt x="19468" y="1049637"/>
                </a:cubicBezTo>
                <a:cubicBezTo>
                  <a:pt x="7035" y="1027462"/>
                  <a:pt x="0" y="1002064"/>
                  <a:pt x="0" y="976666"/>
                </a:cubicBezTo>
                <a:lnTo>
                  <a:pt x="534" y="14592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043">
            <a:solidFill>
              <a:srgbClr val="6B8FC4"/>
            </a:solidFill>
            <a:prstDash val="solid"/>
          </a:ln>
        </p:spPr>
      </p:sp>
      <p:sp>
        <p:nvSpPr>
          <p:cNvPr id="100" name="text-84 Reading-Order">
            <a:extLst xmlns:a="http://schemas.openxmlformats.org/drawingml/2006/main">
              <a:ext uri="{FF2B5EF4-FFF2-40B4-BE49-F238E27FC236}">
                <a16:creationId xmlns:a16="http://schemas.microsoft.com/office/drawing/2014/main" id="{431508B1-A30A-4E20-B202-1B4B4EFB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3846" y="3365994"/>
            <a:ext cx="1056329" cy="217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4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4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24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Reading-Order</a:t>
            </a:r>
          </a:p>
        </p:txBody>
      </p:sp>
      <p:sp>
        <p:nvSpPr>
          <p:cNvPr id="101" name="text-85 Error">
            <a:extLst xmlns:a="http://schemas.openxmlformats.org/drawingml/2006/main">
              <a:ext uri="{FF2B5EF4-FFF2-40B4-BE49-F238E27FC236}">
                <a16:creationId xmlns:a16="http://schemas.microsoft.com/office/drawing/2014/main" id="{EB72A5EC-84CF-4839-BD2A-73ABDE5C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0977" y="3569458"/>
            <a:ext cx="383727" cy="223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8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8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58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Error</a:t>
            </a:r>
          </a:p>
        </p:txBody>
      </p:sp>
      <p:sp>
        <p:nvSpPr>
          <p:cNvPr id="102" name="text-86 Order">
            <a:extLst xmlns:a="http://schemas.openxmlformats.org/drawingml/2006/main">
              <a:ext uri="{FF2B5EF4-FFF2-40B4-BE49-F238E27FC236}">
                <a16:creationId xmlns:a16="http://schemas.microsoft.com/office/drawing/2014/main" id="{A25B49F8-4234-4373-9101-4CD32C5C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7766" y="4140471"/>
            <a:ext cx="439820" cy="225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6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6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66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Order</a:t>
            </a:r>
          </a:p>
        </p:txBody>
      </p:sp>
      <p:sp>
        <p:nvSpPr>
          <p:cNvPr id="103" name="text-86 Edit">
            <a:extLst xmlns:a="http://schemas.openxmlformats.org/drawingml/2006/main">
              <a:ext uri="{FF2B5EF4-FFF2-40B4-BE49-F238E27FC236}">
                <a16:creationId xmlns:a16="http://schemas.microsoft.com/office/drawing/2014/main" id="{1F4C8112-ABD2-4A25-B375-7DB27400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7834" y="4143587"/>
            <a:ext cx="299967" cy="2206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1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1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41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Edit</a:t>
            </a:r>
          </a:p>
        </p:txBody>
      </p:sp>
      <p:sp>
        <p:nvSpPr>
          <p:cNvPr id="104" name="path-87">
            <a:extLst xmlns:a="http://schemas.openxmlformats.org/drawingml/2006/main">
              <a:ext uri="{FF2B5EF4-FFF2-40B4-BE49-F238E27FC236}">
                <a16:creationId xmlns:a16="http://schemas.microsoft.com/office/drawing/2014/main" id="{3AA20B3E-8F07-4377-ABCC-5E340DA2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02" y="3770214"/>
            <a:ext cx="227422" cy="320089"/>
          </a:xfrm>
          <a:custGeom xmlns:a="http://schemas.openxmlformats.org/drawingml/2006/main">
            <a:pathLst>
              <a:path w="230791" h="324831">
                <a:moveTo>
                  <a:pt x="68109" y="162148"/>
                </a:moveTo>
                <a:lnTo>
                  <a:pt x="68109" y="0"/>
                </a:lnTo>
                <a:lnTo>
                  <a:pt x="100523" y="2708"/>
                </a:lnTo>
                <a:lnTo>
                  <a:pt x="131336" y="12432"/>
                </a:lnTo>
                <a:lnTo>
                  <a:pt x="159441" y="27571"/>
                </a:lnTo>
                <a:lnTo>
                  <a:pt x="184305" y="48641"/>
                </a:lnTo>
                <a:lnTo>
                  <a:pt x="204306" y="73505"/>
                </a:lnTo>
                <a:lnTo>
                  <a:pt x="218893" y="102163"/>
                </a:lnTo>
                <a:lnTo>
                  <a:pt x="228083" y="132957"/>
                </a:lnTo>
                <a:lnTo>
                  <a:pt x="230791" y="165390"/>
                </a:lnTo>
                <a:lnTo>
                  <a:pt x="226462" y="197290"/>
                </a:lnTo>
                <a:lnTo>
                  <a:pt x="216738" y="228083"/>
                </a:lnTo>
                <a:lnTo>
                  <a:pt x="200531" y="256189"/>
                </a:lnTo>
                <a:lnTo>
                  <a:pt x="179443" y="280519"/>
                </a:lnTo>
                <a:lnTo>
                  <a:pt x="154045" y="299986"/>
                </a:lnTo>
                <a:lnTo>
                  <a:pt x="125387" y="314573"/>
                </a:lnTo>
                <a:lnTo>
                  <a:pt x="94040" y="322676"/>
                </a:lnTo>
                <a:lnTo>
                  <a:pt x="62159" y="324831"/>
                </a:lnTo>
                <a:lnTo>
                  <a:pt x="30260" y="319969"/>
                </a:lnTo>
                <a:lnTo>
                  <a:pt x="0" y="309711"/>
                </a:lnTo>
                <a:lnTo>
                  <a:pt x="68109" y="162148"/>
                </a:lnTo>
              </a:path>
            </a:pathLst>
          </a:custGeom>
          <a:solidFill xmlns:a="http://schemas.openxmlformats.org/drawingml/2006/main">
            <a:srgbClr val="5FA96F"/>
          </a:solidFill>
          <a:ln xmlns:a="http://schemas.openxmlformats.org/drawingml/2006/main" w="11185">
            <a:solidFill>
              <a:srgbClr val="FFFFFF"/>
            </a:solidFill>
            <a:prstDash val="solid"/>
          </a:ln>
        </p:spPr>
      </p:sp>
      <p:sp>
        <p:nvSpPr>
          <p:cNvPr id="105" name="path-88">
            <a:extLst xmlns:a="http://schemas.openxmlformats.org/drawingml/2006/main">
              <a:ext uri="{FF2B5EF4-FFF2-40B4-BE49-F238E27FC236}">
                <a16:creationId xmlns:a16="http://schemas.microsoft.com/office/drawing/2014/main" id="{97131308-3152-45BD-BF11-D551B4AE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690" y="3822955"/>
            <a:ext cx="159781" cy="251904"/>
          </a:xfrm>
          <a:custGeom xmlns:a="http://schemas.openxmlformats.org/drawingml/2006/main">
            <a:pathLst>
              <a:path w="162148" h="255636">
                <a:moveTo>
                  <a:pt x="162148" y="108093"/>
                </a:moveTo>
                <a:lnTo>
                  <a:pt x="93506" y="255636"/>
                </a:lnTo>
                <a:lnTo>
                  <a:pt x="78386" y="247532"/>
                </a:lnTo>
                <a:lnTo>
                  <a:pt x="64333" y="238341"/>
                </a:lnTo>
                <a:lnTo>
                  <a:pt x="51901" y="227531"/>
                </a:lnTo>
                <a:lnTo>
                  <a:pt x="40003" y="215099"/>
                </a:lnTo>
                <a:lnTo>
                  <a:pt x="29726" y="202133"/>
                </a:lnTo>
                <a:lnTo>
                  <a:pt x="20554" y="187546"/>
                </a:lnTo>
                <a:lnTo>
                  <a:pt x="12985" y="172941"/>
                </a:lnTo>
                <a:lnTo>
                  <a:pt x="7036" y="156733"/>
                </a:lnTo>
                <a:lnTo>
                  <a:pt x="3242" y="140526"/>
                </a:lnTo>
                <a:lnTo>
                  <a:pt x="553" y="123766"/>
                </a:lnTo>
                <a:lnTo>
                  <a:pt x="0" y="107006"/>
                </a:lnTo>
                <a:lnTo>
                  <a:pt x="553" y="90246"/>
                </a:lnTo>
                <a:lnTo>
                  <a:pt x="3242" y="74038"/>
                </a:lnTo>
                <a:lnTo>
                  <a:pt x="8123" y="57831"/>
                </a:lnTo>
                <a:lnTo>
                  <a:pt x="14052" y="41605"/>
                </a:lnTo>
                <a:lnTo>
                  <a:pt x="21622" y="27018"/>
                </a:lnTo>
                <a:lnTo>
                  <a:pt x="30813" y="12965"/>
                </a:lnTo>
                <a:lnTo>
                  <a:pt x="41624" y="0"/>
                </a:lnTo>
                <a:lnTo>
                  <a:pt x="162148" y="108093"/>
                </a:lnTo>
              </a:path>
            </a:pathLst>
          </a:custGeom>
          <a:solidFill xmlns:a="http://schemas.openxmlformats.org/drawingml/2006/main">
            <a:srgbClr val="A8CEEA"/>
          </a:solidFill>
          <a:ln xmlns:a="http://schemas.openxmlformats.org/drawingml/2006/main" w="11185">
            <a:solidFill>
              <a:srgbClr val="FFFFFF"/>
            </a:solidFill>
            <a:prstDash val="solid"/>
          </a:ln>
        </p:spPr>
      </p:sp>
      <p:sp>
        <p:nvSpPr>
          <p:cNvPr id="106" name="path-89">
            <a:extLst xmlns:a="http://schemas.openxmlformats.org/drawingml/2006/main">
              <a:ext uri="{FF2B5EF4-FFF2-40B4-BE49-F238E27FC236}">
                <a16:creationId xmlns:a16="http://schemas.microsoft.com/office/drawing/2014/main" id="{713FABB6-3A07-4B07-8344-32CA4D2E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777" y="3769688"/>
            <a:ext cx="118765" cy="159781"/>
          </a:xfrm>
          <a:custGeom xmlns:a="http://schemas.openxmlformats.org/drawingml/2006/main">
            <a:pathLst>
              <a:path w="120525" h="162148">
                <a:moveTo>
                  <a:pt x="120525" y="162148"/>
                </a:moveTo>
                <a:lnTo>
                  <a:pt x="0" y="53503"/>
                </a:lnTo>
                <a:lnTo>
                  <a:pt x="4862" y="48107"/>
                </a:lnTo>
                <a:lnTo>
                  <a:pt x="10258" y="42691"/>
                </a:lnTo>
                <a:lnTo>
                  <a:pt x="16207" y="37830"/>
                </a:lnTo>
                <a:lnTo>
                  <a:pt x="22156" y="32967"/>
                </a:lnTo>
                <a:lnTo>
                  <a:pt x="28105" y="28639"/>
                </a:lnTo>
                <a:lnTo>
                  <a:pt x="34054" y="24311"/>
                </a:lnTo>
                <a:lnTo>
                  <a:pt x="40537" y="20535"/>
                </a:lnTo>
                <a:lnTo>
                  <a:pt x="47554" y="16760"/>
                </a:lnTo>
                <a:lnTo>
                  <a:pt x="54037" y="13518"/>
                </a:lnTo>
                <a:lnTo>
                  <a:pt x="61072" y="10811"/>
                </a:lnTo>
                <a:lnTo>
                  <a:pt x="68089" y="8103"/>
                </a:lnTo>
                <a:lnTo>
                  <a:pt x="75659" y="5948"/>
                </a:lnTo>
                <a:lnTo>
                  <a:pt x="82695" y="4328"/>
                </a:lnTo>
                <a:lnTo>
                  <a:pt x="90265" y="2707"/>
                </a:lnTo>
                <a:lnTo>
                  <a:pt x="97815" y="1087"/>
                </a:lnTo>
                <a:lnTo>
                  <a:pt x="105385" y="533"/>
                </a:lnTo>
                <a:lnTo>
                  <a:pt x="112955" y="0"/>
                </a:lnTo>
                <a:lnTo>
                  <a:pt x="120525" y="0"/>
                </a:lnTo>
                <a:lnTo>
                  <a:pt x="120525" y="162148"/>
                </a:lnTo>
              </a:path>
            </a:pathLst>
          </a:custGeom>
          <a:solidFill xmlns:a="http://schemas.openxmlformats.org/drawingml/2006/main">
            <a:srgbClr val="E4963C"/>
          </a:solidFill>
          <a:ln xmlns:a="http://schemas.openxmlformats.org/drawingml/2006/main" w="11185">
            <a:solidFill>
              <a:srgbClr val="FFFFFF"/>
            </a:solidFill>
            <a:prstDash val="solid"/>
          </a:ln>
        </p:spPr>
      </p:sp>
      <p:sp>
        <p:nvSpPr>
          <p:cNvPr id="107" name="path-90">
            <a:extLst xmlns:a="http://schemas.openxmlformats.org/drawingml/2006/main">
              <a:ext uri="{FF2B5EF4-FFF2-40B4-BE49-F238E27FC236}">
                <a16:creationId xmlns:a16="http://schemas.microsoft.com/office/drawing/2014/main" id="{6A63004D-8047-4183-9BEA-2EDA96B1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755" y="3842645"/>
            <a:ext cx="509162" cy="191"/>
          </a:xfrm>
          <a:custGeom xmlns:a="http://schemas.openxmlformats.org/drawingml/2006/main">
            <a:pathLst>
              <a:path w="516705" h="191">
                <a:moveTo>
                  <a:pt x="0" y="0"/>
                </a:moveTo>
                <a:lnTo>
                  <a:pt x="516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84">
            <a:solidFill>
              <a:srgbClr val="505050"/>
            </a:solidFill>
            <a:prstDash val="solid"/>
          </a:ln>
        </p:spPr>
      </p:sp>
      <p:sp>
        <p:nvSpPr>
          <p:cNvPr id="108" name="path-91">
            <a:extLst xmlns:a="http://schemas.openxmlformats.org/drawingml/2006/main">
              <a:ext uri="{FF2B5EF4-FFF2-40B4-BE49-F238E27FC236}">
                <a16:creationId xmlns:a16="http://schemas.microsoft.com/office/drawing/2014/main" id="{3476C4A5-E17C-436C-8D43-27CF5C66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755" y="3936929"/>
            <a:ext cx="509162" cy="191"/>
          </a:xfrm>
          <a:custGeom xmlns:a="http://schemas.openxmlformats.org/drawingml/2006/main">
            <a:pathLst>
              <a:path w="516705" h="191">
                <a:moveTo>
                  <a:pt x="0" y="0"/>
                </a:moveTo>
                <a:lnTo>
                  <a:pt x="516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84">
            <a:solidFill>
              <a:srgbClr val="505050"/>
            </a:solidFill>
            <a:prstDash val="solid"/>
          </a:ln>
        </p:spPr>
      </p:sp>
      <p:sp>
        <p:nvSpPr>
          <p:cNvPr id="109" name="path-92">
            <a:extLst xmlns:a="http://schemas.openxmlformats.org/drawingml/2006/main">
              <a:ext uri="{FF2B5EF4-FFF2-40B4-BE49-F238E27FC236}">
                <a16:creationId xmlns:a16="http://schemas.microsoft.com/office/drawing/2014/main" id="{75396372-1634-45E2-BBD5-40DF6C8A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755" y="4031719"/>
            <a:ext cx="509162" cy="191"/>
          </a:xfrm>
          <a:custGeom xmlns:a="http://schemas.openxmlformats.org/drawingml/2006/main">
            <a:pathLst>
              <a:path w="516705" h="191">
                <a:moveTo>
                  <a:pt x="0" y="0"/>
                </a:moveTo>
                <a:lnTo>
                  <a:pt x="516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684">
            <a:solidFill>
              <a:srgbClr val="505050"/>
            </a:solidFill>
            <a:prstDash val="solid"/>
          </a:ln>
        </p:spPr>
      </p:sp>
      <p:sp>
        <p:nvSpPr>
          <p:cNvPr id="110" name="path-93">
            <a:extLst xmlns:a="http://schemas.openxmlformats.org/drawingml/2006/main">
              <a:ext uri="{FF2B5EF4-FFF2-40B4-BE49-F238E27FC236}">
                <a16:creationId xmlns:a16="http://schemas.microsoft.com/office/drawing/2014/main" id="{9CF7F7A6-DDBD-4E78-B994-5DCF5C83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064" y="3784061"/>
            <a:ext cx="639652" cy="66588"/>
          </a:xfrm>
          <a:custGeom xmlns:a="http://schemas.openxmlformats.org/drawingml/2006/main">
            <a:pathLst>
              <a:path w="649128" h="67575">
                <a:moveTo>
                  <a:pt x="324831" y="67575"/>
                </a:moveTo>
                <a:lnTo>
                  <a:pt x="0" y="67575"/>
                </a:lnTo>
                <a:lnTo>
                  <a:pt x="0" y="0"/>
                </a:lnTo>
                <a:lnTo>
                  <a:pt x="649128" y="0"/>
                </a:lnTo>
                <a:lnTo>
                  <a:pt x="649128" y="67575"/>
                </a:lnTo>
                <a:lnTo>
                  <a:pt x="324831" y="67575"/>
                </a:lnTo>
              </a:path>
            </a:pathLst>
          </a:custGeom>
          <a:solidFill xmlns:a="http://schemas.openxmlformats.org/drawingml/2006/main">
            <a:srgbClr val="8FA9C6"/>
          </a:solidFill>
          <a:ln xmlns:a="http://schemas.openxmlformats.org/drawingml/2006/main" w="14913">
            <a:solidFill>
              <a:srgbClr val="333333"/>
            </a:solidFill>
            <a:prstDash val="solid"/>
          </a:ln>
        </p:spPr>
      </p:sp>
      <p:sp>
        <p:nvSpPr>
          <p:cNvPr id="111" name="path-94">
            <a:extLst xmlns:a="http://schemas.openxmlformats.org/drawingml/2006/main">
              <a:ext uri="{FF2B5EF4-FFF2-40B4-BE49-F238E27FC236}">
                <a16:creationId xmlns:a16="http://schemas.microsoft.com/office/drawing/2014/main" id="{9372BBAF-7197-4B9A-A125-BE22EF91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064" y="3851702"/>
            <a:ext cx="639652" cy="237549"/>
          </a:xfrm>
          <a:custGeom xmlns:a="http://schemas.openxmlformats.org/drawingml/2006/main">
            <a:pathLst>
              <a:path w="649128" h="241068">
                <a:moveTo>
                  <a:pt x="324831" y="241068"/>
                </a:moveTo>
                <a:lnTo>
                  <a:pt x="0" y="241068"/>
                </a:lnTo>
                <a:lnTo>
                  <a:pt x="0" y="0"/>
                </a:lnTo>
                <a:lnTo>
                  <a:pt x="649128" y="0"/>
                </a:lnTo>
                <a:lnTo>
                  <a:pt x="649128" y="241068"/>
                </a:lnTo>
                <a:lnTo>
                  <a:pt x="324831" y="24106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913">
            <a:solidFill>
              <a:srgbClr val="333333"/>
            </a:solidFill>
            <a:prstDash val="solid"/>
          </a:ln>
        </p:spPr>
      </p:sp>
      <p:sp>
        <p:nvSpPr>
          <p:cNvPr id="112" name="path-95">
            <a:extLst xmlns:a="http://schemas.openxmlformats.org/drawingml/2006/main">
              <a:ext uri="{FF2B5EF4-FFF2-40B4-BE49-F238E27FC236}">
                <a16:creationId xmlns:a16="http://schemas.microsoft.com/office/drawing/2014/main" id="{F2C58026-7F2E-44F3-9BC8-7754AAA0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064" y="3931066"/>
            <a:ext cx="640197" cy="191"/>
          </a:xfrm>
          <a:custGeom xmlns:a="http://schemas.openxmlformats.org/drawingml/2006/main">
            <a:pathLst>
              <a:path w="649681" h="191">
                <a:moveTo>
                  <a:pt x="0" y="0"/>
                </a:moveTo>
                <a:lnTo>
                  <a:pt x="6496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85">
            <a:solidFill>
              <a:srgbClr val="333333"/>
            </a:solidFill>
            <a:prstDash val="solid"/>
          </a:ln>
        </p:spPr>
      </p:sp>
      <p:sp>
        <p:nvSpPr>
          <p:cNvPr id="113" name="path-96">
            <a:extLst xmlns:a="http://schemas.openxmlformats.org/drawingml/2006/main">
              <a:ext uri="{FF2B5EF4-FFF2-40B4-BE49-F238E27FC236}">
                <a16:creationId xmlns:a16="http://schemas.microsoft.com/office/drawing/2014/main" id="{D59E1CFA-6CFE-4156-96D6-295373F2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064" y="4010412"/>
            <a:ext cx="640197" cy="191"/>
          </a:xfrm>
          <a:custGeom xmlns:a="http://schemas.openxmlformats.org/drawingml/2006/main">
            <a:pathLst>
              <a:path w="649681" h="191">
                <a:moveTo>
                  <a:pt x="0" y="0"/>
                </a:moveTo>
                <a:lnTo>
                  <a:pt x="6496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85">
            <a:solidFill>
              <a:srgbClr val="333333"/>
            </a:solidFill>
            <a:prstDash val="solid"/>
          </a:ln>
        </p:spPr>
      </p:sp>
      <p:sp>
        <p:nvSpPr>
          <p:cNvPr id="114" name="path-97">
            <a:extLst xmlns:a="http://schemas.openxmlformats.org/drawingml/2006/main">
              <a:ext uri="{FF2B5EF4-FFF2-40B4-BE49-F238E27FC236}">
                <a16:creationId xmlns:a16="http://schemas.microsoft.com/office/drawing/2014/main" id="{58040D39-60EA-4D36-ABF5-C6E8E31D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638" y="3784061"/>
            <a:ext cx="191" cy="305715"/>
          </a:xfrm>
          <a:custGeom xmlns:a="http://schemas.openxmlformats.org/drawingml/2006/main">
            <a:pathLst>
              <a:path w="191" h="310244">
                <a:moveTo>
                  <a:pt x="0" y="0"/>
                </a:moveTo>
                <a:lnTo>
                  <a:pt x="0" y="310244"/>
                </a:lnTo>
              </a:path>
            </a:pathLst>
          </a:custGeom>
          <a:noFill xmlns:a="http://schemas.openxmlformats.org/drawingml/2006/main"/>
          <a:ln xmlns:a="http://schemas.openxmlformats.org/drawingml/2006/main" w="11185">
            <a:solidFill>
              <a:srgbClr val="333333"/>
            </a:solidFill>
            <a:prstDash val="solid"/>
          </a:ln>
        </p:spPr>
      </p:sp>
      <p:sp>
        <p:nvSpPr>
          <p:cNvPr id="115" name="path-98">
            <a:extLst xmlns:a="http://schemas.openxmlformats.org/drawingml/2006/main">
              <a:ext uri="{FF2B5EF4-FFF2-40B4-BE49-F238E27FC236}">
                <a16:creationId xmlns:a16="http://schemas.microsoft.com/office/drawing/2014/main" id="{554E51D7-54B0-4E5A-94D2-8EE7FE31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213" y="3784061"/>
            <a:ext cx="191" cy="305715"/>
          </a:xfrm>
          <a:custGeom xmlns:a="http://schemas.openxmlformats.org/drawingml/2006/main">
            <a:pathLst>
              <a:path w="191" h="310244">
                <a:moveTo>
                  <a:pt x="0" y="0"/>
                </a:moveTo>
                <a:lnTo>
                  <a:pt x="0" y="310244"/>
                </a:lnTo>
              </a:path>
            </a:pathLst>
          </a:custGeom>
          <a:noFill xmlns:a="http://schemas.openxmlformats.org/drawingml/2006/main"/>
          <a:ln xmlns:a="http://schemas.openxmlformats.org/drawingml/2006/main" w="11185">
            <a:solidFill>
              <a:srgbClr val="333333"/>
            </a:solidFill>
            <a:prstDash val="solid"/>
          </a:ln>
        </p:spPr>
      </p:sp>
      <p:sp>
        <p:nvSpPr>
          <p:cNvPr id="116" name="text-99 f(x)">
            <a:extLst xmlns:a="http://schemas.openxmlformats.org/drawingml/2006/main">
              <a:ext uri="{FF2B5EF4-FFF2-40B4-BE49-F238E27FC236}">
                <a16:creationId xmlns:a16="http://schemas.microsoft.com/office/drawing/2014/main" id="{10BC7DA6-C62C-4702-8DD4-4CD34ED6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7481" y="3696438"/>
            <a:ext cx="557433" cy="480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3" b="0" i="0">
                <a:solidFill>
                  <a:srgbClr val="1F1F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03" b="0" i="0">
                <a:solidFill>
                  <a:srgbClr val="1F1F1F"/>
                </a:solidFill>
                <a:latin typeface="Arial"/>
                <a:ea typeface="Arial"/>
                <a:cs typeface="Arial"/>
              </a:defRPr>
            </a:pPr>
            <a:r>
              <a:rPr sz="2703" b="0" i="0">
                <a:solidFill>
                  <a:srgbClr val="1F1F1F"/>
                </a:solidFill>
                <a:latin typeface="Arial"/>
                <a:ea typeface="Arial"/>
                <a:cs typeface="Arial"/>
              </a:rPr>
              <a:t>f(x)</a:t>
            </a:r>
          </a:p>
        </p:txBody>
      </p:sp>
      <p:sp>
        <p:nvSpPr>
          <p:cNvPr id="117" name="path-100">
            <a:extLst xmlns:a="http://schemas.openxmlformats.org/drawingml/2006/main">
              <a:ext uri="{FF2B5EF4-FFF2-40B4-BE49-F238E27FC236}">
                <a16:creationId xmlns:a16="http://schemas.microsoft.com/office/drawing/2014/main" id="{86D3343A-B14B-49C7-8860-1F93D453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172" y="3769688"/>
            <a:ext cx="85734" cy="85753"/>
          </a:xfrm>
          <a:custGeom xmlns:a="http://schemas.openxmlformats.org/drawingml/2006/main">
            <a:pathLst>
              <a:path w="87004" h="87023">
                <a:moveTo>
                  <a:pt x="43779" y="87023"/>
                </a:moveTo>
                <a:lnTo>
                  <a:pt x="0" y="87023"/>
                </a:lnTo>
                <a:lnTo>
                  <a:pt x="0" y="0"/>
                </a:lnTo>
                <a:lnTo>
                  <a:pt x="87004" y="0"/>
                </a:lnTo>
                <a:lnTo>
                  <a:pt x="87004" y="87023"/>
                </a:lnTo>
                <a:lnTo>
                  <a:pt x="43779" y="87023"/>
                </a:lnTo>
              </a:path>
            </a:pathLst>
          </a:custGeom>
          <a:solidFill xmlns:a="http://schemas.openxmlformats.org/drawingml/2006/main">
            <a:srgbClr val="AFC6E2"/>
          </a:solidFill>
          <a:ln xmlns:a="http://schemas.openxmlformats.org/drawingml/2006/main" w="13315">
            <a:solidFill>
              <a:srgbClr val="5B84C4"/>
            </a:solidFill>
            <a:prstDash val="solid"/>
          </a:ln>
        </p:spPr>
      </p:sp>
      <p:sp>
        <p:nvSpPr>
          <p:cNvPr id="118" name="path-101">
            <a:extLst xmlns:a="http://schemas.openxmlformats.org/drawingml/2006/main">
              <a:ext uri="{FF2B5EF4-FFF2-40B4-BE49-F238E27FC236}">
                <a16:creationId xmlns:a16="http://schemas.microsoft.com/office/drawing/2014/main" id="{2AF0912F-E43D-4E7E-8CDC-7A76919F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7838" y="3855967"/>
            <a:ext cx="191" cy="80417"/>
          </a:xfrm>
          <a:custGeom xmlns:a="http://schemas.openxmlformats.org/drawingml/2006/main">
            <a:pathLst>
              <a:path w="191" h="81608">
                <a:moveTo>
                  <a:pt x="0" y="0"/>
                </a:moveTo>
                <a:lnTo>
                  <a:pt x="0" y="81608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5B84C4"/>
            </a:solidFill>
            <a:prstDash val="solid"/>
          </a:ln>
        </p:spPr>
      </p:sp>
      <p:sp>
        <p:nvSpPr>
          <p:cNvPr id="119" name="path-102">
            <a:extLst xmlns:a="http://schemas.openxmlformats.org/drawingml/2006/main">
              <a:ext uri="{FF2B5EF4-FFF2-40B4-BE49-F238E27FC236}">
                <a16:creationId xmlns:a16="http://schemas.microsoft.com/office/drawing/2014/main" id="{41FDA148-FD42-4346-A41D-37637F05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670" y="3936384"/>
            <a:ext cx="233810" cy="191"/>
          </a:xfrm>
          <a:custGeom xmlns:a="http://schemas.openxmlformats.org/drawingml/2006/main">
            <a:pathLst>
              <a:path w="237274" h="191">
                <a:moveTo>
                  <a:pt x="0" y="0"/>
                </a:moveTo>
                <a:lnTo>
                  <a:pt x="2372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5B84C4"/>
            </a:solidFill>
            <a:prstDash val="solid"/>
          </a:ln>
        </p:spPr>
      </p:sp>
      <p:sp>
        <p:nvSpPr>
          <p:cNvPr id="120" name="path-103">
            <a:extLst xmlns:a="http://schemas.openxmlformats.org/drawingml/2006/main">
              <a:ext uri="{FF2B5EF4-FFF2-40B4-BE49-F238E27FC236}">
                <a16:creationId xmlns:a16="http://schemas.microsoft.com/office/drawing/2014/main" id="{6F07F97D-BFCA-4FD4-AF51-E265DF5F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530" y="4002972"/>
            <a:ext cx="85734" cy="85734"/>
          </a:xfrm>
          <a:custGeom xmlns:a="http://schemas.openxmlformats.org/drawingml/2006/main">
            <a:pathLst>
              <a:path w="87004" h="87004">
                <a:moveTo>
                  <a:pt x="43779" y="87004"/>
                </a:moveTo>
                <a:lnTo>
                  <a:pt x="0" y="87004"/>
                </a:lnTo>
                <a:lnTo>
                  <a:pt x="0" y="0"/>
                </a:lnTo>
                <a:lnTo>
                  <a:pt x="87004" y="0"/>
                </a:lnTo>
                <a:lnTo>
                  <a:pt x="87004" y="87004"/>
                </a:lnTo>
                <a:lnTo>
                  <a:pt x="43779" y="87004"/>
                </a:lnTo>
              </a:path>
            </a:pathLst>
          </a:custGeom>
          <a:solidFill xmlns:a="http://schemas.openxmlformats.org/drawingml/2006/main">
            <a:srgbClr val="AFC6E2"/>
          </a:solidFill>
          <a:ln xmlns:a="http://schemas.openxmlformats.org/drawingml/2006/main" w="13315">
            <a:solidFill>
              <a:srgbClr val="5B84C4"/>
            </a:solidFill>
            <a:prstDash val="solid"/>
          </a:ln>
        </p:spPr>
      </p:sp>
      <p:sp>
        <p:nvSpPr>
          <p:cNvPr id="121" name="path-104">
            <a:extLst xmlns:a="http://schemas.openxmlformats.org/drawingml/2006/main">
              <a:ext uri="{FF2B5EF4-FFF2-40B4-BE49-F238E27FC236}">
                <a16:creationId xmlns:a16="http://schemas.microsoft.com/office/drawing/2014/main" id="{A42106D9-B6A8-4C03-813F-55910A49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670" y="3936384"/>
            <a:ext cx="191" cy="67114"/>
          </a:xfrm>
          <a:custGeom xmlns:a="http://schemas.openxmlformats.org/drawingml/2006/main">
            <a:pathLst>
              <a:path w="191" h="68108">
                <a:moveTo>
                  <a:pt x="0" y="0"/>
                </a:moveTo>
                <a:lnTo>
                  <a:pt x="0" y="68108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5B84C4"/>
            </a:solidFill>
            <a:prstDash val="solid"/>
          </a:ln>
        </p:spPr>
      </p:sp>
      <p:sp>
        <p:nvSpPr>
          <p:cNvPr id="122" name="path-105">
            <a:extLst xmlns:a="http://schemas.openxmlformats.org/drawingml/2006/main">
              <a:ext uri="{FF2B5EF4-FFF2-40B4-BE49-F238E27FC236}">
                <a16:creationId xmlns:a16="http://schemas.microsoft.com/office/drawing/2014/main" id="{3610E7F6-0771-4965-8281-FB5C45E3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172" y="4002972"/>
            <a:ext cx="85734" cy="85734"/>
          </a:xfrm>
          <a:custGeom xmlns:a="http://schemas.openxmlformats.org/drawingml/2006/main">
            <a:pathLst>
              <a:path w="87004" h="87004">
                <a:moveTo>
                  <a:pt x="43779" y="87004"/>
                </a:moveTo>
                <a:lnTo>
                  <a:pt x="0" y="87004"/>
                </a:lnTo>
                <a:lnTo>
                  <a:pt x="0" y="0"/>
                </a:lnTo>
                <a:lnTo>
                  <a:pt x="87004" y="0"/>
                </a:lnTo>
                <a:lnTo>
                  <a:pt x="87004" y="87004"/>
                </a:lnTo>
                <a:lnTo>
                  <a:pt x="43779" y="87004"/>
                </a:lnTo>
              </a:path>
            </a:pathLst>
          </a:custGeom>
          <a:solidFill xmlns:a="http://schemas.openxmlformats.org/drawingml/2006/main">
            <a:srgbClr val="AFC6E2"/>
          </a:solidFill>
          <a:ln xmlns:a="http://schemas.openxmlformats.org/drawingml/2006/main" w="13315">
            <a:solidFill>
              <a:srgbClr val="5B84C4"/>
            </a:solidFill>
            <a:prstDash val="solid"/>
          </a:ln>
        </p:spPr>
      </p:sp>
      <p:sp>
        <p:nvSpPr>
          <p:cNvPr id="123" name="path-106">
            <a:extLst xmlns:a="http://schemas.openxmlformats.org/drawingml/2006/main">
              <a:ext uri="{FF2B5EF4-FFF2-40B4-BE49-F238E27FC236}">
                <a16:creationId xmlns:a16="http://schemas.microsoft.com/office/drawing/2014/main" id="{62713C6A-AA00-4545-B4A5-2074D977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7838" y="3936384"/>
            <a:ext cx="191" cy="67114"/>
          </a:xfrm>
          <a:custGeom xmlns:a="http://schemas.openxmlformats.org/drawingml/2006/main">
            <a:pathLst>
              <a:path w="191" h="68108">
                <a:moveTo>
                  <a:pt x="0" y="0"/>
                </a:moveTo>
                <a:lnTo>
                  <a:pt x="0" y="68108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5B84C4"/>
            </a:solidFill>
            <a:prstDash val="solid"/>
          </a:ln>
        </p:spPr>
      </p:sp>
      <p:sp>
        <p:nvSpPr>
          <p:cNvPr id="124" name="path-107">
            <a:extLst xmlns:a="http://schemas.openxmlformats.org/drawingml/2006/main">
              <a:ext uri="{FF2B5EF4-FFF2-40B4-BE49-F238E27FC236}">
                <a16:creationId xmlns:a16="http://schemas.microsoft.com/office/drawing/2014/main" id="{D4E8DE05-8DD6-45F3-B8A3-A0B9656E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0795" y="4002972"/>
            <a:ext cx="85752" cy="85734"/>
          </a:xfrm>
          <a:custGeom xmlns:a="http://schemas.openxmlformats.org/drawingml/2006/main">
            <a:pathLst>
              <a:path w="87023" h="87004">
                <a:moveTo>
                  <a:pt x="43779" y="87004"/>
                </a:moveTo>
                <a:lnTo>
                  <a:pt x="0" y="87004"/>
                </a:lnTo>
                <a:lnTo>
                  <a:pt x="0" y="0"/>
                </a:lnTo>
                <a:lnTo>
                  <a:pt x="87023" y="0"/>
                </a:lnTo>
                <a:lnTo>
                  <a:pt x="87023" y="87004"/>
                </a:lnTo>
                <a:lnTo>
                  <a:pt x="43779" y="87004"/>
                </a:lnTo>
              </a:path>
            </a:pathLst>
          </a:custGeom>
          <a:solidFill xmlns:a="http://schemas.openxmlformats.org/drawingml/2006/main">
            <a:srgbClr val="AFC6E2"/>
          </a:solidFill>
          <a:ln xmlns:a="http://schemas.openxmlformats.org/drawingml/2006/main" w="13315">
            <a:solidFill>
              <a:srgbClr val="5B84C4"/>
            </a:solidFill>
            <a:prstDash val="solid"/>
          </a:ln>
        </p:spPr>
      </p:sp>
      <p:sp>
        <p:nvSpPr>
          <p:cNvPr id="125" name="path-108">
            <a:extLst xmlns:a="http://schemas.openxmlformats.org/drawingml/2006/main">
              <a:ext uri="{FF2B5EF4-FFF2-40B4-BE49-F238E27FC236}">
                <a16:creationId xmlns:a16="http://schemas.microsoft.com/office/drawing/2014/main" id="{588BB854-D990-48BA-A449-B7F35BB2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4479" y="3936384"/>
            <a:ext cx="191" cy="67114"/>
          </a:xfrm>
          <a:custGeom xmlns:a="http://schemas.openxmlformats.org/drawingml/2006/main">
            <a:pathLst>
              <a:path w="191" h="68108">
                <a:moveTo>
                  <a:pt x="0" y="0"/>
                </a:moveTo>
                <a:lnTo>
                  <a:pt x="0" y="68108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5B84C4"/>
            </a:solidFill>
            <a:prstDash val="solid"/>
          </a:ln>
        </p:spPr>
      </p:sp>
      <p:sp>
        <p:nvSpPr>
          <p:cNvPr id="126" name="path-109">
            <a:extLst xmlns:a="http://schemas.openxmlformats.org/drawingml/2006/main">
              <a:ext uri="{FF2B5EF4-FFF2-40B4-BE49-F238E27FC236}">
                <a16:creationId xmlns:a16="http://schemas.microsoft.com/office/drawing/2014/main" id="{D56D984D-5D0D-42A5-B6B8-43854A06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677" y="3929995"/>
            <a:ext cx="104917" cy="191"/>
          </a:xfrm>
          <a:custGeom xmlns:a="http://schemas.openxmlformats.org/drawingml/2006/main">
            <a:pathLst>
              <a:path w="106472" h="191">
                <a:moveTo>
                  <a:pt x="0" y="0"/>
                </a:moveTo>
                <a:lnTo>
                  <a:pt x="1064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499">
            <a:solidFill>
              <a:srgbClr val="333333"/>
            </a:solidFill>
            <a:prstDash val="solid"/>
          </a:ln>
        </p:spPr>
      </p:sp>
      <p:sp>
        <p:nvSpPr>
          <p:cNvPr id="127" name="path-110">
            <a:extLst xmlns:a="http://schemas.openxmlformats.org/drawingml/2006/main">
              <a:ext uri="{FF2B5EF4-FFF2-40B4-BE49-F238E27FC236}">
                <a16:creationId xmlns:a16="http://schemas.microsoft.com/office/drawing/2014/main" id="{FED56584-FC8A-4816-A6F1-0A16BA03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5803" y="3892718"/>
            <a:ext cx="74555" cy="74555"/>
          </a:xfrm>
          <a:custGeom xmlns:a="http://schemas.openxmlformats.org/drawingml/2006/main">
            <a:pathLst>
              <a:path w="75659" h="75659">
                <a:moveTo>
                  <a:pt x="75659" y="37829"/>
                </a:moveTo>
                <a:lnTo>
                  <a:pt x="0" y="75659"/>
                </a:lnTo>
                <a:lnTo>
                  <a:pt x="0" y="0"/>
                </a:lnTo>
                <a:lnTo>
                  <a:pt x="75659" y="37829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path-111">
            <a:extLst xmlns:a="http://schemas.openxmlformats.org/drawingml/2006/main">
              <a:ext uri="{FF2B5EF4-FFF2-40B4-BE49-F238E27FC236}">
                <a16:creationId xmlns:a16="http://schemas.microsoft.com/office/drawing/2014/main" id="{0886E11F-0F60-45C3-BE7E-DE000043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8234" y="3798980"/>
            <a:ext cx="144882" cy="144863"/>
          </a:xfrm>
          <a:custGeom xmlns:a="http://schemas.openxmlformats.org/drawingml/2006/main">
            <a:pathLst>
              <a:path w="147028" h="147009">
                <a:moveTo>
                  <a:pt x="73523" y="147009"/>
                </a:moveTo>
                <a:lnTo>
                  <a:pt x="0" y="147009"/>
                </a:lnTo>
                <a:lnTo>
                  <a:pt x="0" y="0"/>
                </a:lnTo>
                <a:lnTo>
                  <a:pt x="147028" y="0"/>
                </a:lnTo>
                <a:lnTo>
                  <a:pt x="147028" y="147009"/>
                </a:lnTo>
                <a:lnTo>
                  <a:pt x="73523" y="147009"/>
                </a:lnTo>
              </a:path>
            </a:pathLst>
          </a:custGeom>
          <a:solidFill xmlns:a="http://schemas.openxmlformats.org/drawingml/2006/main">
            <a:srgbClr val="AFC6E2"/>
          </a:solidFill>
          <a:ln xmlns:a="http://schemas.openxmlformats.org/drawingml/2006/main" w="13315">
            <a:solidFill>
              <a:srgbClr val="5B84C4"/>
            </a:solidFill>
            <a:prstDash val="solid"/>
          </a:ln>
        </p:spPr>
      </p:sp>
      <p:sp>
        <p:nvSpPr>
          <p:cNvPr id="129" name="path-112">
            <a:extLst xmlns:a="http://schemas.openxmlformats.org/drawingml/2006/main">
              <a:ext uri="{FF2B5EF4-FFF2-40B4-BE49-F238E27FC236}">
                <a16:creationId xmlns:a16="http://schemas.microsoft.com/office/drawing/2014/main" id="{09A823EC-D3A5-44F3-B5D7-E9F5DF65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8234" y="3988054"/>
            <a:ext cx="144882" cy="144863"/>
          </a:xfrm>
          <a:custGeom xmlns:a="http://schemas.openxmlformats.org/drawingml/2006/main">
            <a:pathLst>
              <a:path w="147028" h="147009">
                <a:moveTo>
                  <a:pt x="73523" y="147009"/>
                </a:moveTo>
                <a:lnTo>
                  <a:pt x="0" y="147009"/>
                </a:lnTo>
                <a:lnTo>
                  <a:pt x="0" y="0"/>
                </a:lnTo>
                <a:lnTo>
                  <a:pt x="147028" y="0"/>
                </a:lnTo>
                <a:lnTo>
                  <a:pt x="147028" y="147009"/>
                </a:lnTo>
                <a:lnTo>
                  <a:pt x="73523" y="147009"/>
                </a:lnTo>
              </a:path>
            </a:pathLst>
          </a:custGeom>
          <a:solidFill xmlns:a="http://schemas.openxmlformats.org/drawingml/2006/main">
            <a:srgbClr val="AFC6E2"/>
          </a:solidFill>
          <a:ln xmlns:a="http://schemas.openxmlformats.org/drawingml/2006/main" w="13315">
            <a:solidFill>
              <a:srgbClr val="5B84C4"/>
            </a:solidFill>
            <a:prstDash val="solid"/>
          </a:ln>
        </p:spPr>
      </p:sp>
      <p:sp>
        <p:nvSpPr>
          <p:cNvPr id="130" name="path-113">
            <a:extLst xmlns:a="http://schemas.openxmlformats.org/drawingml/2006/main">
              <a:ext uri="{FF2B5EF4-FFF2-40B4-BE49-F238E27FC236}">
                <a16:creationId xmlns:a16="http://schemas.microsoft.com/office/drawing/2014/main" id="{030D139F-FF10-42C0-A6FD-00FBD4EB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014" y="4573912"/>
            <a:ext cx="191" cy="182685"/>
          </a:xfrm>
          <a:custGeom xmlns:a="http://schemas.openxmlformats.org/drawingml/2006/main">
            <a:pathLst>
              <a:path w="191" h="185391">
                <a:moveTo>
                  <a:pt x="0" y="0"/>
                </a:moveTo>
                <a:lnTo>
                  <a:pt x="0" y="185391"/>
                </a:lnTo>
              </a:path>
            </a:pathLst>
          </a:custGeom>
          <a:noFill xmlns:a="http://schemas.openxmlformats.org/drawingml/2006/main"/>
          <a:ln xmlns:a="http://schemas.openxmlformats.org/drawingml/2006/main" w="48998">
            <a:solidFill>
              <a:srgbClr val="111111"/>
            </a:solidFill>
            <a:prstDash val="solid"/>
          </a:ln>
        </p:spPr>
      </p:sp>
      <p:sp>
        <p:nvSpPr>
          <p:cNvPr id="131" name="path-114">
            <a:extLst xmlns:a="http://schemas.openxmlformats.org/drawingml/2006/main">
              <a:ext uri="{FF2B5EF4-FFF2-40B4-BE49-F238E27FC236}">
                <a16:creationId xmlns:a16="http://schemas.microsoft.com/office/drawing/2014/main" id="{DE0C6395-30AF-4A41-9FCF-A8AB2724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512" y="4747015"/>
            <a:ext cx="147005" cy="146986"/>
          </a:xfrm>
          <a:custGeom xmlns:a="http://schemas.openxmlformats.org/drawingml/2006/main">
            <a:pathLst>
              <a:path w="149182" h="149164">
                <a:moveTo>
                  <a:pt x="74591" y="149164"/>
                </a:moveTo>
                <a:lnTo>
                  <a:pt x="0" y="0"/>
                </a:lnTo>
                <a:lnTo>
                  <a:pt x="149182" y="0"/>
                </a:lnTo>
                <a:lnTo>
                  <a:pt x="74591" y="149164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ath-115">
            <a:extLst xmlns:a="http://schemas.openxmlformats.org/drawingml/2006/main">
              <a:ext uri="{FF2B5EF4-FFF2-40B4-BE49-F238E27FC236}">
                <a16:creationId xmlns:a16="http://schemas.microsoft.com/office/drawing/2014/main" id="{691A397F-E7AB-43AC-B63C-52696728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48" y="4933947"/>
            <a:ext cx="4704457" cy="1803929"/>
          </a:xfrm>
          <a:custGeom xmlns:a="http://schemas.openxmlformats.org/drawingml/2006/main">
            <a:pathLst>
              <a:path w="4774153" h="1830654">
                <a:moveTo>
                  <a:pt x="0" y="109732"/>
                </a:moveTo>
                <a:lnTo>
                  <a:pt x="0" y="109732"/>
                </a:lnTo>
                <a:cubicBezTo>
                  <a:pt x="0" y="90264"/>
                  <a:pt x="4862" y="71350"/>
                  <a:pt x="14587" y="54589"/>
                </a:cubicBezTo>
                <a:cubicBezTo>
                  <a:pt x="24311" y="37848"/>
                  <a:pt x="38363" y="24330"/>
                  <a:pt x="55124" y="14605"/>
                </a:cubicBezTo>
                <a:cubicBezTo>
                  <a:pt x="71884" y="4862"/>
                  <a:pt x="90798" y="0"/>
                  <a:pt x="109713" y="0"/>
                </a:cubicBezTo>
                <a:lnTo>
                  <a:pt x="4663887" y="0"/>
                </a:lnTo>
                <a:cubicBezTo>
                  <a:pt x="4683354" y="0"/>
                  <a:pt x="4702269" y="4862"/>
                  <a:pt x="4719029" y="14605"/>
                </a:cubicBezTo>
                <a:cubicBezTo>
                  <a:pt x="4735770" y="24330"/>
                  <a:pt x="4749289" y="38382"/>
                  <a:pt x="4759014" y="55142"/>
                </a:cubicBezTo>
                <a:cubicBezTo>
                  <a:pt x="4768757" y="71883"/>
                  <a:pt x="4773620" y="90798"/>
                  <a:pt x="4773620" y="109732"/>
                </a:cubicBezTo>
                <a:lnTo>
                  <a:pt x="4774153" y="1720388"/>
                </a:lnTo>
                <a:cubicBezTo>
                  <a:pt x="4774153" y="1739836"/>
                  <a:pt x="4769291" y="1758770"/>
                  <a:pt x="4759567" y="1775511"/>
                </a:cubicBezTo>
                <a:cubicBezTo>
                  <a:pt x="4749823" y="1792271"/>
                  <a:pt x="4735770" y="1805790"/>
                  <a:pt x="4719029" y="1815514"/>
                </a:cubicBezTo>
                <a:cubicBezTo>
                  <a:pt x="4702269" y="1825238"/>
                  <a:pt x="4683354" y="1830101"/>
                  <a:pt x="4664439" y="1830101"/>
                </a:cubicBezTo>
                <a:lnTo>
                  <a:pt x="109713" y="1830654"/>
                </a:lnTo>
                <a:cubicBezTo>
                  <a:pt x="90265" y="1830654"/>
                  <a:pt x="71350" y="1825791"/>
                  <a:pt x="54590" y="1816048"/>
                </a:cubicBezTo>
                <a:cubicBezTo>
                  <a:pt x="37830" y="1806324"/>
                  <a:pt x="24311" y="1792271"/>
                  <a:pt x="14587" y="1775511"/>
                </a:cubicBezTo>
                <a:cubicBezTo>
                  <a:pt x="4862" y="1758770"/>
                  <a:pt x="0" y="1739836"/>
                  <a:pt x="0" y="1720921"/>
                </a:cubicBezTo>
                <a:lnTo>
                  <a:pt x="0" y="109732"/>
                </a:lnTo>
              </a:path>
            </a:pathLst>
          </a:custGeom>
          <a:solidFill xmlns:a="http://schemas.openxmlformats.org/drawingml/2006/main">
            <a:srgbClr val="F2F6FC"/>
          </a:solidFill>
          <a:ln xmlns:a="http://schemas.openxmlformats.org/drawingml/2006/main" w="24499">
            <a:solidFill>
              <a:srgbClr val="6B8FC4"/>
            </a:solidFill>
            <a:prstDash val="solid"/>
          </a:ln>
        </p:spPr>
      </p:sp>
      <p:sp>
        <p:nvSpPr>
          <p:cNvPr id="133" name="text-116 Hard-Candidate">
            <a:extLst xmlns:a="http://schemas.openxmlformats.org/drawingml/2006/main">
              <a:ext uri="{FF2B5EF4-FFF2-40B4-BE49-F238E27FC236}">
                <a16:creationId xmlns:a16="http://schemas.microsoft.com/office/drawing/2014/main" id="{AB2891EE-B83F-4E6E-88E1-783EC954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2609" y="4931460"/>
            <a:ext cx="1858075" cy="34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19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19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1919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Hard-Candidate</a:t>
            </a:r>
          </a:p>
        </p:txBody>
      </p:sp>
      <p:sp>
        <p:nvSpPr>
          <p:cNvPr id="134" name="text-116 Validation">
            <a:extLst xmlns:a="http://schemas.openxmlformats.org/drawingml/2006/main">
              <a:ext uri="{FF2B5EF4-FFF2-40B4-BE49-F238E27FC236}">
                <a16:creationId xmlns:a16="http://schemas.microsoft.com/office/drawing/2014/main" id="{DF12920E-79B6-41FF-9B67-C3786787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4244" y="4931409"/>
            <a:ext cx="1195024" cy="341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0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20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1920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35" name="text-116 &amp;">
            <a:extLst xmlns:a="http://schemas.openxmlformats.org/drawingml/2006/main">
              <a:ext uri="{FF2B5EF4-FFF2-40B4-BE49-F238E27FC236}">
                <a16:creationId xmlns:a16="http://schemas.microsoft.com/office/drawing/2014/main" id="{40A1EF60-D012-4AC9-991A-EA691E30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2405" y="4930689"/>
            <a:ext cx="220559" cy="342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5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25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1925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136" name="text-117 Failure">
            <a:extLst xmlns:a="http://schemas.openxmlformats.org/drawingml/2006/main">
              <a:ext uri="{FF2B5EF4-FFF2-40B4-BE49-F238E27FC236}">
                <a16:creationId xmlns:a16="http://schemas.microsoft.com/office/drawing/2014/main" id="{5B0769A3-B17A-42AD-BA15-262C68ED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8994" y="5239293"/>
            <a:ext cx="842820" cy="341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19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19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1919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Failure</a:t>
            </a:r>
          </a:p>
        </p:txBody>
      </p:sp>
      <p:sp>
        <p:nvSpPr>
          <p:cNvPr id="137" name="text-117 Attribution">
            <a:extLst xmlns:a="http://schemas.openxmlformats.org/drawingml/2006/main">
              <a:ext uri="{FF2B5EF4-FFF2-40B4-BE49-F238E27FC236}">
                <a16:creationId xmlns:a16="http://schemas.microsoft.com/office/drawing/2014/main" id="{CA68660A-295C-4508-B024-DA63E694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6571" y="5239348"/>
            <a:ext cx="1288635" cy="341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19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19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1919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Attribution</a:t>
            </a:r>
          </a:p>
        </p:txBody>
      </p:sp>
      <p:sp>
        <p:nvSpPr>
          <p:cNvPr id="138" name="path-118">
            <a:extLst xmlns:a="http://schemas.openxmlformats.org/drawingml/2006/main">
              <a:ext uri="{FF2B5EF4-FFF2-40B4-BE49-F238E27FC236}">
                <a16:creationId xmlns:a16="http://schemas.microsoft.com/office/drawing/2014/main" id="{73D3313F-3FFA-40B0-8AF4-41170A9A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13" y="5583726"/>
            <a:ext cx="1047091" cy="1047091"/>
          </a:xfrm>
          <a:custGeom xmlns:a="http://schemas.openxmlformats.org/drawingml/2006/main">
            <a:pathLst>
              <a:path w="1062603" h="1062603">
                <a:moveTo>
                  <a:pt x="0" y="148630"/>
                </a:moveTo>
                <a:lnTo>
                  <a:pt x="0" y="148630"/>
                </a:lnTo>
                <a:cubicBezTo>
                  <a:pt x="0" y="122698"/>
                  <a:pt x="7036" y="96747"/>
                  <a:pt x="20001" y="74038"/>
                </a:cubicBezTo>
                <a:cubicBezTo>
                  <a:pt x="32967" y="51882"/>
                  <a:pt x="51882" y="32967"/>
                  <a:pt x="74591" y="20001"/>
                </a:cubicBezTo>
                <a:cubicBezTo>
                  <a:pt x="96747" y="6482"/>
                  <a:pt x="122698" y="0"/>
                  <a:pt x="148649" y="0"/>
                </a:cubicBezTo>
                <a:lnTo>
                  <a:pt x="913439" y="0"/>
                </a:lnTo>
                <a:cubicBezTo>
                  <a:pt x="939371" y="0"/>
                  <a:pt x="965321" y="7017"/>
                  <a:pt x="988031" y="20001"/>
                </a:cubicBezTo>
                <a:cubicBezTo>
                  <a:pt x="1010187" y="32967"/>
                  <a:pt x="1029102" y="51882"/>
                  <a:pt x="1042067" y="74591"/>
                </a:cubicBezTo>
                <a:cubicBezTo>
                  <a:pt x="1055586" y="96747"/>
                  <a:pt x="1062069" y="122698"/>
                  <a:pt x="1062069" y="148630"/>
                </a:cubicBezTo>
                <a:lnTo>
                  <a:pt x="1062603" y="913421"/>
                </a:lnTo>
                <a:cubicBezTo>
                  <a:pt x="1062603" y="939371"/>
                  <a:pt x="1055586" y="965321"/>
                  <a:pt x="1042620" y="988011"/>
                </a:cubicBezTo>
                <a:cubicBezTo>
                  <a:pt x="1029635" y="1010168"/>
                  <a:pt x="1010721" y="1029101"/>
                  <a:pt x="988031" y="1042067"/>
                </a:cubicBezTo>
                <a:cubicBezTo>
                  <a:pt x="965855" y="1055586"/>
                  <a:pt x="939923" y="1062068"/>
                  <a:pt x="913973" y="1062068"/>
                </a:cubicBezTo>
                <a:lnTo>
                  <a:pt x="148649" y="1062603"/>
                </a:lnTo>
                <a:cubicBezTo>
                  <a:pt x="122698" y="1062603"/>
                  <a:pt x="96747" y="1055586"/>
                  <a:pt x="74057" y="1042601"/>
                </a:cubicBezTo>
                <a:cubicBezTo>
                  <a:pt x="51882" y="1029635"/>
                  <a:pt x="32967" y="1010721"/>
                  <a:pt x="20001" y="988011"/>
                </a:cubicBezTo>
                <a:cubicBezTo>
                  <a:pt x="6483" y="965855"/>
                  <a:pt x="0" y="939905"/>
                  <a:pt x="0" y="913973"/>
                </a:cubicBezTo>
                <a:lnTo>
                  <a:pt x="0" y="14863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043">
            <a:solidFill>
              <a:srgbClr val="6B8FC4"/>
            </a:solidFill>
            <a:prstDash val="solid"/>
          </a:ln>
        </p:spPr>
      </p:sp>
      <p:sp>
        <p:nvSpPr>
          <p:cNvPr id="139" name="text-119 Annotation">
            <a:extLst xmlns:a="http://schemas.openxmlformats.org/drawingml/2006/main">
              <a:ext uri="{FF2B5EF4-FFF2-40B4-BE49-F238E27FC236}">
                <a16:creationId xmlns:a16="http://schemas.microsoft.com/office/drawing/2014/main" id="{C4493239-B439-45B5-9C0F-28BB5324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344" y="5654938"/>
            <a:ext cx="833070" cy="235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2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2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322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Annotation</a:t>
            </a:r>
          </a:p>
        </p:txBody>
      </p:sp>
      <p:sp>
        <p:nvSpPr>
          <p:cNvPr id="140" name="text-120 Error">
            <a:extLst xmlns:a="http://schemas.openxmlformats.org/drawingml/2006/main">
              <a:ext uri="{FF2B5EF4-FFF2-40B4-BE49-F238E27FC236}">
                <a16:creationId xmlns:a16="http://schemas.microsoft.com/office/drawing/2014/main" id="{0174A54E-AB29-45A7-ACAA-662CF79C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377" y="5876340"/>
            <a:ext cx="389678" cy="227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7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7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77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Error</a:t>
            </a:r>
          </a:p>
        </p:txBody>
      </p:sp>
      <p:sp>
        <p:nvSpPr>
          <p:cNvPr id="141" name="path-121">
            <a:extLst xmlns:a="http://schemas.openxmlformats.org/drawingml/2006/main">
              <a:ext uri="{FF2B5EF4-FFF2-40B4-BE49-F238E27FC236}">
                <a16:creationId xmlns:a16="http://schemas.microsoft.com/office/drawing/2014/main" id="{3D2D5E4A-822E-4CEA-863E-615078C1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380" y="5583726"/>
            <a:ext cx="1221791" cy="1047091"/>
          </a:xfrm>
          <a:custGeom xmlns:a="http://schemas.openxmlformats.org/drawingml/2006/main">
            <a:pathLst>
              <a:path w="1239891" h="1062603">
                <a:moveTo>
                  <a:pt x="0" y="148630"/>
                </a:moveTo>
                <a:lnTo>
                  <a:pt x="0" y="148630"/>
                </a:lnTo>
                <a:cubicBezTo>
                  <a:pt x="0" y="122698"/>
                  <a:pt x="7017" y="96747"/>
                  <a:pt x="20002" y="74038"/>
                </a:cubicBezTo>
                <a:cubicBezTo>
                  <a:pt x="32967" y="51882"/>
                  <a:pt x="51882" y="32967"/>
                  <a:pt x="74591" y="20001"/>
                </a:cubicBezTo>
                <a:cubicBezTo>
                  <a:pt x="96747" y="6482"/>
                  <a:pt x="122679" y="0"/>
                  <a:pt x="148630" y="0"/>
                </a:cubicBezTo>
                <a:lnTo>
                  <a:pt x="1090708" y="0"/>
                </a:lnTo>
                <a:cubicBezTo>
                  <a:pt x="1116659" y="0"/>
                  <a:pt x="1142591" y="7017"/>
                  <a:pt x="1165300" y="20001"/>
                </a:cubicBezTo>
                <a:cubicBezTo>
                  <a:pt x="1187456" y="32967"/>
                  <a:pt x="1206370" y="51882"/>
                  <a:pt x="1219336" y="74591"/>
                </a:cubicBezTo>
                <a:cubicBezTo>
                  <a:pt x="1232855" y="96747"/>
                  <a:pt x="1239338" y="122698"/>
                  <a:pt x="1239338" y="148630"/>
                </a:cubicBezTo>
                <a:lnTo>
                  <a:pt x="1239891" y="913421"/>
                </a:lnTo>
                <a:cubicBezTo>
                  <a:pt x="1239891" y="939371"/>
                  <a:pt x="1232855" y="965321"/>
                  <a:pt x="1219889" y="988011"/>
                </a:cubicBezTo>
                <a:cubicBezTo>
                  <a:pt x="1206905" y="1010168"/>
                  <a:pt x="1187990" y="1029101"/>
                  <a:pt x="1165300" y="1042067"/>
                </a:cubicBezTo>
                <a:cubicBezTo>
                  <a:pt x="1143144" y="1055586"/>
                  <a:pt x="1117192" y="1062068"/>
                  <a:pt x="1091242" y="1062068"/>
                </a:cubicBezTo>
                <a:lnTo>
                  <a:pt x="148630" y="1062603"/>
                </a:lnTo>
                <a:cubicBezTo>
                  <a:pt x="122679" y="1062603"/>
                  <a:pt x="96747" y="1055586"/>
                  <a:pt x="74038" y="1042601"/>
                </a:cubicBezTo>
                <a:cubicBezTo>
                  <a:pt x="51882" y="1029635"/>
                  <a:pt x="32967" y="1010721"/>
                  <a:pt x="20002" y="988011"/>
                </a:cubicBezTo>
                <a:cubicBezTo>
                  <a:pt x="6483" y="965855"/>
                  <a:pt x="0" y="939905"/>
                  <a:pt x="0" y="913973"/>
                </a:cubicBezTo>
                <a:lnTo>
                  <a:pt x="0" y="14863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043">
            <a:solidFill>
              <a:srgbClr val="6B8FC4"/>
            </a:solidFill>
            <a:prstDash val="solid"/>
          </a:ln>
        </p:spPr>
      </p:sp>
      <p:sp>
        <p:nvSpPr>
          <p:cNvPr id="142" name="text-122 Decoding">
            <a:extLst xmlns:a="http://schemas.openxmlformats.org/drawingml/2006/main">
              <a:ext uri="{FF2B5EF4-FFF2-40B4-BE49-F238E27FC236}">
                <a16:creationId xmlns:a16="http://schemas.microsoft.com/office/drawing/2014/main" id="{DA065483-9E31-4A2A-B7B0-575657CE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3803" y="5664157"/>
            <a:ext cx="699025" cy="222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0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0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5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Decoding</a:t>
            </a:r>
          </a:p>
        </p:txBody>
      </p:sp>
      <p:sp>
        <p:nvSpPr>
          <p:cNvPr id="143" name="text-123 Degeneration">
            <a:extLst xmlns:a="http://schemas.openxmlformats.org/drawingml/2006/main">
              <a:ext uri="{FF2B5EF4-FFF2-40B4-BE49-F238E27FC236}">
                <a16:creationId xmlns:a16="http://schemas.microsoft.com/office/drawing/2014/main" id="{BBEA869C-376B-4C6B-9A39-32633A96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4676" y="5877168"/>
            <a:ext cx="998110" cy="225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1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1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71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Degeneration</a:t>
            </a:r>
          </a:p>
        </p:txBody>
      </p:sp>
      <p:sp>
        <p:nvSpPr>
          <p:cNvPr id="144" name="path-124">
            <a:extLst xmlns:a="http://schemas.openxmlformats.org/drawingml/2006/main">
              <a:ext uri="{FF2B5EF4-FFF2-40B4-BE49-F238E27FC236}">
                <a16:creationId xmlns:a16="http://schemas.microsoft.com/office/drawing/2014/main" id="{3B155A10-D66B-464E-8EE4-D623CAF4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128" y="5583726"/>
            <a:ext cx="1105674" cy="1047091"/>
          </a:xfrm>
          <a:custGeom xmlns:a="http://schemas.openxmlformats.org/drawingml/2006/main">
            <a:pathLst>
              <a:path w="1122055" h="1062603">
                <a:moveTo>
                  <a:pt x="0" y="148630"/>
                </a:moveTo>
                <a:lnTo>
                  <a:pt x="0" y="148630"/>
                </a:lnTo>
                <a:cubicBezTo>
                  <a:pt x="0" y="122698"/>
                  <a:pt x="7036" y="96747"/>
                  <a:pt x="20002" y="74038"/>
                </a:cubicBezTo>
                <a:cubicBezTo>
                  <a:pt x="32968" y="51882"/>
                  <a:pt x="51883" y="32967"/>
                  <a:pt x="74592" y="20001"/>
                </a:cubicBezTo>
                <a:cubicBezTo>
                  <a:pt x="96748" y="6482"/>
                  <a:pt x="122698" y="0"/>
                  <a:pt x="148630" y="0"/>
                </a:cubicBezTo>
                <a:lnTo>
                  <a:pt x="972891" y="0"/>
                </a:lnTo>
                <a:cubicBezTo>
                  <a:pt x="998823" y="0"/>
                  <a:pt x="1024773" y="7017"/>
                  <a:pt x="1047482" y="20001"/>
                </a:cubicBezTo>
                <a:cubicBezTo>
                  <a:pt x="1069639" y="32967"/>
                  <a:pt x="1088554" y="51882"/>
                  <a:pt x="1101520" y="74591"/>
                </a:cubicBezTo>
                <a:cubicBezTo>
                  <a:pt x="1115039" y="96747"/>
                  <a:pt x="1121521" y="122698"/>
                  <a:pt x="1121521" y="148630"/>
                </a:cubicBezTo>
                <a:lnTo>
                  <a:pt x="1122055" y="913421"/>
                </a:lnTo>
                <a:cubicBezTo>
                  <a:pt x="1122055" y="939371"/>
                  <a:pt x="1115039" y="965321"/>
                  <a:pt x="1102053" y="988011"/>
                </a:cubicBezTo>
                <a:cubicBezTo>
                  <a:pt x="1089088" y="1010168"/>
                  <a:pt x="1070173" y="1029101"/>
                  <a:pt x="1047482" y="1042067"/>
                </a:cubicBezTo>
                <a:cubicBezTo>
                  <a:pt x="1025307" y="1055586"/>
                  <a:pt x="999376" y="1062068"/>
                  <a:pt x="973425" y="1062068"/>
                </a:cubicBezTo>
                <a:lnTo>
                  <a:pt x="148630" y="1062603"/>
                </a:lnTo>
                <a:cubicBezTo>
                  <a:pt x="122698" y="1062603"/>
                  <a:pt x="96748" y="1055586"/>
                  <a:pt x="74057" y="1042601"/>
                </a:cubicBezTo>
                <a:cubicBezTo>
                  <a:pt x="51883" y="1029635"/>
                  <a:pt x="32968" y="1010721"/>
                  <a:pt x="20002" y="988011"/>
                </a:cubicBezTo>
                <a:cubicBezTo>
                  <a:pt x="6483" y="965855"/>
                  <a:pt x="0" y="939905"/>
                  <a:pt x="0" y="913973"/>
                </a:cubicBezTo>
                <a:lnTo>
                  <a:pt x="0" y="14863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043">
            <a:solidFill>
              <a:srgbClr val="6B8FC4"/>
            </a:solidFill>
            <a:prstDash val="solid"/>
          </a:ln>
        </p:spPr>
      </p:sp>
      <p:sp>
        <p:nvSpPr>
          <p:cNvPr id="145" name="text-125 Low">
            <a:extLst xmlns:a="http://schemas.openxmlformats.org/drawingml/2006/main">
              <a:ext uri="{FF2B5EF4-FFF2-40B4-BE49-F238E27FC236}">
                <a16:creationId xmlns:a16="http://schemas.microsoft.com/office/drawing/2014/main" id="{20A4D2D7-D3B1-4258-98FF-38B67996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9041" y="5663511"/>
            <a:ext cx="320943" cy="223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55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Low</a:t>
            </a:r>
          </a:p>
        </p:txBody>
      </p:sp>
      <p:sp>
        <p:nvSpPr>
          <p:cNvPr id="146" name="text-126 Observability">
            <a:extLst xmlns:a="http://schemas.openxmlformats.org/drawingml/2006/main">
              <a:ext uri="{FF2B5EF4-FFF2-40B4-BE49-F238E27FC236}">
                <a16:creationId xmlns:a16="http://schemas.microsoft.com/office/drawing/2014/main" id="{F8F24488-A26C-4C78-8DF8-636899A1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5213" y="5875691"/>
            <a:ext cx="970659" cy="2280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3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3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83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Observability</a:t>
            </a:r>
          </a:p>
        </p:txBody>
      </p:sp>
      <p:sp>
        <p:nvSpPr>
          <p:cNvPr id="147" name="path-127">
            <a:extLst xmlns:a="http://schemas.openxmlformats.org/drawingml/2006/main">
              <a:ext uri="{FF2B5EF4-FFF2-40B4-BE49-F238E27FC236}">
                <a16:creationId xmlns:a16="http://schemas.microsoft.com/office/drawing/2014/main" id="{5ACF3E4C-4D33-4536-B75A-A1A2B930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234" y="5583199"/>
            <a:ext cx="1004496" cy="1047617"/>
          </a:xfrm>
          <a:custGeom xmlns:a="http://schemas.openxmlformats.org/drawingml/2006/main">
            <a:pathLst>
              <a:path w="1019378" h="1063138">
                <a:moveTo>
                  <a:pt x="553" y="142681"/>
                </a:moveTo>
                <a:lnTo>
                  <a:pt x="553" y="142681"/>
                </a:lnTo>
                <a:cubicBezTo>
                  <a:pt x="553" y="117818"/>
                  <a:pt x="7036" y="92954"/>
                  <a:pt x="19468" y="71332"/>
                </a:cubicBezTo>
                <a:cubicBezTo>
                  <a:pt x="32434" y="49709"/>
                  <a:pt x="50281" y="31881"/>
                  <a:pt x="71903" y="18915"/>
                </a:cubicBezTo>
                <a:cubicBezTo>
                  <a:pt x="93506" y="6484"/>
                  <a:pt x="118370" y="0"/>
                  <a:pt x="143234" y="0"/>
                </a:cubicBezTo>
                <a:lnTo>
                  <a:pt x="876678" y="535"/>
                </a:lnTo>
                <a:cubicBezTo>
                  <a:pt x="901542" y="535"/>
                  <a:pt x="926405" y="7017"/>
                  <a:pt x="948028" y="19449"/>
                </a:cubicBezTo>
                <a:cubicBezTo>
                  <a:pt x="969650" y="32415"/>
                  <a:pt x="987478" y="50262"/>
                  <a:pt x="1000463" y="71885"/>
                </a:cubicBezTo>
                <a:cubicBezTo>
                  <a:pt x="1012894" y="93506"/>
                  <a:pt x="1019378" y="118351"/>
                  <a:pt x="1019378" y="143215"/>
                </a:cubicBezTo>
                <a:lnTo>
                  <a:pt x="1019378" y="920457"/>
                </a:lnTo>
                <a:cubicBezTo>
                  <a:pt x="1019378" y="945320"/>
                  <a:pt x="1012894" y="970165"/>
                  <a:pt x="1000463" y="991788"/>
                </a:cubicBezTo>
                <a:cubicBezTo>
                  <a:pt x="987478" y="1013409"/>
                  <a:pt x="969650" y="1031256"/>
                  <a:pt x="948028" y="1044222"/>
                </a:cubicBezTo>
                <a:cubicBezTo>
                  <a:pt x="926405" y="1056655"/>
                  <a:pt x="901542" y="1063138"/>
                  <a:pt x="876678" y="1063138"/>
                </a:cubicBezTo>
                <a:lnTo>
                  <a:pt x="142700" y="1063138"/>
                </a:lnTo>
                <a:cubicBezTo>
                  <a:pt x="117836" y="1063138"/>
                  <a:pt x="92972" y="1056655"/>
                  <a:pt x="71350" y="1044222"/>
                </a:cubicBezTo>
                <a:cubicBezTo>
                  <a:pt x="49728" y="1031256"/>
                  <a:pt x="31899" y="1013409"/>
                  <a:pt x="18934" y="991788"/>
                </a:cubicBezTo>
                <a:cubicBezTo>
                  <a:pt x="6502" y="970165"/>
                  <a:pt x="0" y="945320"/>
                  <a:pt x="0" y="920457"/>
                </a:cubicBezTo>
                <a:lnTo>
                  <a:pt x="553" y="14268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043">
            <a:solidFill>
              <a:srgbClr val="6B8FC4"/>
            </a:solidFill>
            <a:prstDash val="solid"/>
          </a:ln>
        </p:spPr>
      </p:sp>
      <p:sp>
        <p:nvSpPr>
          <p:cNvPr id="148" name="text-128 Genuine">
            <a:extLst xmlns:a="http://schemas.openxmlformats.org/drawingml/2006/main">
              <a:ext uri="{FF2B5EF4-FFF2-40B4-BE49-F238E27FC236}">
                <a16:creationId xmlns:a16="http://schemas.microsoft.com/office/drawing/2014/main" id="{5B53C9BA-F471-4FF0-970D-6E46D957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1032" y="5663001"/>
            <a:ext cx="633076" cy="223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9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9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59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Genuine</a:t>
            </a:r>
          </a:p>
        </p:txBody>
      </p:sp>
      <p:sp>
        <p:nvSpPr>
          <p:cNvPr id="149" name="text-129 Capability">
            <a:extLst xmlns:a="http://schemas.openxmlformats.org/drawingml/2006/main">
              <a:ext uri="{FF2B5EF4-FFF2-40B4-BE49-F238E27FC236}">
                <a16:creationId xmlns:a16="http://schemas.microsoft.com/office/drawing/2014/main" id="{59AD5494-DDD6-4C59-A538-DF749E6E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9362" y="5877456"/>
            <a:ext cx="736405" cy="225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9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9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69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Capability</a:t>
            </a:r>
          </a:p>
        </p:txBody>
      </p:sp>
      <p:sp>
        <p:nvSpPr>
          <p:cNvPr id="150" name="text-130 Failure">
            <a:extLst xmlns:a="http://schemas.openxmlformats.org/drawingml/2006/main">
              <a:ext uri="{FF2B5EF4-FFF2-40B4-BE49-F238E27FC236}">
                <a16:creationId xmlns:a16="http://schemas.microsoft.com/office/drawing/2014/main" id="{E5FE9F13-B163-4135-A85B-18EFC9C7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2809" y="6097106"/>
            <a:ext cx="508640" cy="220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7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7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37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Failure</a:t>
            </a:r>
          </a:p>
        </p:txBody>
      </p:sp>
      <p:sp>
        <p:nvSpPr>
          <p:cNvPr id="151" name="path-131">
            <a:extLst xmlns:a="http://schemas.openxmlformats.org/drawingml/2006/main">
              <a:ext uri="{FF2B5EF4-FFF2-40B4-BE49-F238E27FC236}">
                <a16:creationId xmlns:a16="http://schemas.microsoft.com/office/drawing/2014/main" id="{7AD7159E-5A29-410E-9EF5-AA0BC0A4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429" y="6238296"/>
            <a:ext cx="320089" cy="320088"/>
          </a:xfrm>
          <a:custGeom xmlns:a="http://schemas.openxmlformats.org/drawingml/2006/main">
            <a:pathLst>
              <a:path w="324831" h="324830">
                <a:moveTo>
                  <a:pt x="0" y="162682"/>
                </a:moveTo>
                <a:lnTo>
                  <a:pt x="0" y="162682"/>
                </a:lnTo>
                <a:cubicBezTo>
                  <a:pt x="0" y="134043"/>
                  <a:pt x="7570" y="105938"/>
                  <a:pt x="21622" y="81608"/>
                </a:cubicBezTo>
                <a:cubicBezTo>
                  <a:pt x="36209" y="56744"/>
                  <a:pt x="56744" y="36208"/>
                  <a:pt x="81074" y="22156"/>
                </a:cubicBezTo>
                <a:cubicBezTo>
                  <a:pt x="105938" y="7570"/>
                  <a:pt x="134043" y="0"/>
                  <a:pt x="162682" y="0"/>
                </a:cubicBezTo>
                <a:cubicBezTo>
                  <a:pt x="190788" y="0"/>
                  <a:pt x="218893" y="7570"/>
                  <a:pt x="243757" y="22156"/>
                </a:cubicBezTo>
                <a:cubicBezTo>
                  <a:pt x="268087" y="36208"/>
                  <a:pt x="288622" y="56744"/>
                  <a:pt x="303208" y="81608"/>
                </a:cubicBezTo>
                <a:cubicBezTo>
                  <a:pt x="317261" y="105938"/>
                  <a:pt x="324831" y="134043"/>
                  <a:pt x="324831" y="162682"/>
                </a:cubicBezTo>
                <a:cubicBezTo>
                  <a:pt x="324831" y="191322"/>
                  <a:pt x="317261" y="219426"/>
                  <a:pt x="303208" y="243757"/>
                </a:cubicBezTo>
                <a:cubicBezTo>
                  <a:pt x="288622" y="268620"/>
                  <a:pt x="268087" y="289155"/>
                  <a:pt x="243757" y="303208"/>
                </a:cubicBezTo>
                <a:cubicBezTo>
                  <a:pt x="218893" y="317795"/>
                  <a:pt x="190788" y="324830"/>
                  <a:pt x="162682" y="324830"/>
                </a:cubicBezTo>
                <a:cubicBezTo>
                  <a:pt x="134043" y="324830"/>
                  <a:pt x="105938" y="317795"/>
                  <a:pt x="81074" y="303208"/>
                </a:cubicBezTo>
                <a:cubicBezTo>
                  <a:pt x="56744" y="289155"/>
                  <a:pt x="36209" y="268620"/>
                  <a:pt x="21622" y="243757"/>
                </a:cubicBezTo>
                <a:cubicBezTo>
                  <a:pt x="7570" y="219426"/>
                  <a:pt x="0" y="191322"/>
                  <a:pt x="0" y="16268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4086">
            <a:solidFill>
              <a:srgbClr val="AE3639"/>
            </a:solidFill>
            <a:prstDash val="solid"/>
          </a:ln>
        </p:spPr>
      </p:sp>
      <p:sp>
        <p:nvSpPr>
          <p:cNvPr id="152" name="path-132">
            <a:extLst xmlns:a="http://schemas.openxmlformats.org/drawingml/2006/main">
              <a:ext uri="{FF2B5EF4-FFF2-40B4-BE49-F238E27FC236}">
                <a16:creationId xmlns:a16="http://schemas.microsoft.com/office/drawing/2014/main" id="{87863887-ACFE-45D5-AD3F-A76C71AD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61" y="6311798"/>
            <a:ext cx="159781" cy="159762"/>
          </a:xfrm>
          <a:custGeom xmlns:a="http://schemas.openxmlformats.org/drawingml/2006/main">
            <a:pathLst>
              <a:path w="162148" h="162129">
                <a:moveTo>
                  <a:pt x="0" y="0"/>
                </a:moveTo>
                <a:lnTo>
                  <a:pt x="162148" y="162129"/>
                </a:lnTo>
              </a:path>
            </a:pathLst>
          </a:custGeom>
          <a:noFill xmlns:a="http://schemas.openxmlformats.org/drawingml/2006/main"/>
          <a:ln xmlns:a="http://schemas.openxmlformats.org/drawingml/2006/main" w="43140">
            <a:solidFill>
              <a:srgbClr val="AE3639"/>
            </a:solidFill>
            <a:prstDash val="solid"/>
          </a:ln>
        </p:spPr>
      </p:sp>
      <p:sp>
        <p:nvSpPr>
          <p:cNvPr id="153" name="path-133">
            <a:extLst xmlns:a="http://schemas.openxmlformats.org/drawingml/2006/main">
              <a:ext uri="{FF2B5EF4-FFF2-40B4-BE49-F238E27FC236}">
                <a16:creationId xmlns:a16="http://schemas.microsoft.com/office/drawing/2014/main" id="{6AF0F7F1-F6C4-4D90-9F55-8EAD31BD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61" y="6311798"/>
            <a:ext cx="159781" cy="159762"/>
          </a:xfrm>
          <a:custGeom xmlns:a="http://schemas.openxmlformats.org/drawingml/2006/main">
            <a:pathLst>
              <a:path w="162148" h="162129">
                <a:moveTo>
                  <a:pt x="162148" y="0"/>
                </a:moveTo>
                <a:lnTo>
                  <a:pt x="0" y="162129"/>
                </a:lnTo>
              </a:path>
            </a:pathLst>
          </a:custGeom>
          <a:noFill xmlns:a="http://schemas.openxmlformats.org/drawingml/2006/main"/>
          <a:ln xmlns:a="http://schemas.openxmlformats.org/drawingml/2006/main" w="43140">
            <a:solidFill>
              <a:srgbClr val="AE3639"/>
            </a:solidFill>
            <a:prstDash val="solid"/>
          </a:ln>
        </p:spPr>
      </p:sp>
      <p:sp>
        <p:nvSpPr>
          <p:cNvPr id="154" name="path-134">
            <a:extLst xmlns:a="http://schemas.openxmlformats.org/drawingml/2006/main">
              <a:ext uri="{FF2B5EF4-FFF2-40B4-BE49-F238E27FC236}">
                <a16:creationId xmlns:a16="http://schemas.microsoft.com/office/drawing/2014/main" id="{744689F1-1BF1-447D-8536-71AA5044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880" y="6316044"/>
            <a:ext cx="80435" cy="80436"/>
          </a:xfrm>
          <a:custGeom xmlns:a="http://schemas.openxmlformats.org/drawingml/2006/main">
            <a:pathLst>
              <a:path w="81627" h="81628">
                <a:moveTo>
                  <a:pt x="0" y="81628"/>
                </a:moveTo>
                <a:lnTo>
                  <a:pt x="553" y="70816"/>
                </a:lnTo>
                <a:lnTo>
                  <a:pt x="2707" y="60005"/>
                </a:lnTo>
                <a:lnTo>
                  <a:pt x="5949" y="50280"/>
                </a:lnTo>
                <a:lnTo>
                  <a:pt x="10811" y="40537"/>
                </a:lnTo>
                <a:lnTo>
                  <a:pt x="16760" y="31899"/>
                </a:lnTo>
                <a:lnTo>
                  <a:pt x="23796" y="23796"/>
                </a:lnTo>
                <a:lnTo>
                  <a:pt x="31900" y="16760"/>
                </a:lnTo>
                <a:lnTo>
                  <a:pt x="40537" y="10811"/>
                </a:lnTo>
                <a:lnTo>
                  <a:pt x="50280" y="5949"/>
                </a:lnTo>
                <a:lnTo>
                  <a:pt x="60005" y="2708"/>
                </a:lnTo>
                <a:lnTo>
                  <a:pt x="70816" y="553"/>
                </a:lnTo>
                <a:lnTo>
                  <a:pt x="81627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270">
            <a:solidFill>
              <a:srgbClr val="2B2B2B"/>
            </a:solidFill>
            <a:prstDash val="solid"/>
          </a:ln>
        </p:spPr>
      </p:sp>
      <p:sp>
        <p:nvSpPr>
          <p:cNvPr id="155" name="path-135">
            <a:extLst xmlns:a="http://schemas.openxmlformats.org/drawingml/2006/main">
              <a:ext uri="{FF2B5EF4-FFF2-40B4-BE49-F238E27FC236}">
                <a16:creationId xmlns:a16="http://schemas.microsoft.com/office/drawing/2014/main" id="{05409BAE-71A6-4F38-B2B3-5D465194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622" y="6395935"/>
            <a:ext cx="80416" cy="80435"/>
          </a:xfrm>
          <a:custGeom xmlns:a="http://schemas.openxmlformats.org/drawingml/2006/main">
            <a:pathLst>
              <a:path w="81608" h="81627">
                <a:moveTo>
                  <a:pt x="81608" y="0"/>
                </a:moveTo>
                <a:lnTo>
                  <a:pt x="80540" y="10278"/>
                </a:lnTo>
                <a:lnTo>
                  <a:pt x="78367" y="21088"/>
                </a:lnTo>
                <a:lnTo>
                  <a:pt x="75125" y="30813"/>
                </a:lnTo>
                <a:lnTo>
                  <a:pt x="70263" y="40537"/>
                </a:lnTo>
                <a:lnTo>
                  <a:pt x="64314" y="49194"/>
                </a:lnTo>
                <a:lnTo>
                  <a:pt x="57297" y="57297"/>
                </a:lnTo>
                <a:lnTo>
                  <a:pt x="49194" y="64333"/>
                </a:lnTo>
                <a:lnTo>
                  <a:pt x="40537" y="70263"/>
                </a:lnTo>
                <a:lnTo>
                  <a:pt x="30813" y="75125"/>
                </a:lnTo>
                <a:lnTo>
                  <a:pt x="21088" y="78386"/>
                </a:lnTo>
                <a:lnTo>
                  <a:pt x="10277" y="80541"/>
                </a:lnTo>
                <a:lnTo>
                  <a:pt x="0" y="81627"/>
                </a:lnTo>
              </a:path>
            </a:pathLst>
          </a:custGeom>
          <a:noFill xmlns:a="http://schemas.openxmlformats.org/drawingml/2006/main"/>
          <a:ln xmlns:a="http://schemas.openxmlformats.org/drawingml/2006/main" w="45270">
            <a:solidFill>
              <a:srgbClr val="2B2B2B"/>
            </a:solidFill>
            <a:prstDash val="solid"/>
          </a:ln>
        </p:spPr>
      </p:sp>
      <p:sp>
        <p:nvSpPr>
          <p:cNvPr id="156" name="path-136">
            <a:extLst xmlns:a="http://schemas.openxmlformats.org/drawingml/2006/main">
              <a:ext uri="{FF2B5EF4-FFF2-40B4-BE49-F238E27FC236}">
                <a16:creationId xmlns:a16="http://schemas.microsoft.com/office/drawing/2014/main" id="{B20B17FF-22F8-445E-A2D1-8C8B7DDB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354" y="6395935"/>
            <a:ext cx="191" cy="191"/>
          </a:xfrm>
          <a:custGeom xmlns:a="http://schemas.openxmlformats.org/drawingml/2006/main">
            <a:pathLst>
              <a:path w="191" h="191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270">
            <a:solidFill>
              <a:srgbClr val="2B2B2B"/>
            </a:solidFill>
            <a:prstDash val="solid"/>
          </a:ln>
        </p:spPr>
      </p:sp>
      <p:sp>
        <p:nvSpPr>
          <p:cNvPr id="157" name="path-137">
            <a:extLst xmlns:a="http://schemas.openxmlformats.org/drawingml/2006/main">
              <a:ext uri="{FF2B5EF4-FFF2-40B4-BE49-F238E27FC236}">
                <a16:creationId xmlns:a16="http://schemas.microsoft.com/office/drawing/2014/main" id="{159957E2-AF75-4C61-912F-10BB252D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038" y="6395935"/>
            <a:ext cx="191" cy="191"/>
          </a:xfrm>
          <a:custGeom xmlns:a="http://schemas.openxmlformats.org/drawingml/2006/main">
            <a:pathLst>
              <a:path w="191" h="191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270">
            <a:solidFill>
              <a:srgbClr val="2B2B2B"/>
            </a:solidFill>
            <a:prstDash val="solid"/>
          </a:ln>
        </p:spPr>
      </p:sp>
      <p:sp>
        <p:nvSpPr>
          <p:cNvPr id="158" name="path-138">
            <a:extLst xmlns:a="http://schemas.openxmlformats.org/drawingml/2006/main">
              <a:ext uri="{FF2B5EF4-FFF2-40B4-BE49-F238E27FC236}">
                <a16:creationId xmlns:a16="http://schemas.microsoft.com/office/drawing/2014/main" id="{3DE73FA3-EA34-4D06-801D-5FF5AB1A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771" y="6315519"/>
            <a:ext cx="68185" cy="191"/>
          </a:xfrm>
          <a:custGeom xmlns:a="http://schemas.openxmlformats.org/drawingml/2006/main">
            <a:pathLst>
              <a:path w="69195" h="191">
                <a:moveTo>
                  <a:pt x="0" y="0"/>
                </a:moveTo>
                <a:lnTo>
                  <a:pt x="691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270">
            <a:solidFill>
              <a:srgbClr val="2B2B2B"/>
            </a:solidFill>
            <a:prstDash val="solid"/>
          </a:ln>
        </p:spPr>
      </p:sp>
      <p:sp>
        <p:nvSpPr>
          <p:cNvPr id="159" name="path-139">
            <a:extLst xmlns:a="http://schemas.openxmlformats.org/drawingml/2006/main">
              <a:ext uri="{FF2B5EF4-FFF2-40B4-BE49-F238E27FC236}">
                <a16:creationId xmlns:a16="http://schemas.microsoft.com/office/drawing/2014/main" id="{B74CD5E7-8903-4DF2-BC80-001E4468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609" y="6289946"/>
            <a:ext cx="75625" cy="51669"/>
          </a:xfrm>
          <a:custGeom xmlns:a="http://schemas.openxmlformats.org/drawingml/2006/main">
            <a:pathLst>
              <a:path w="76746" h="52435">
                <a:moveTo>
                  <a:pt x="76746" y="25951"/>
                </a:moveTo>
                <a:lnTo>
                  <a:pt x="0" y="52435"/>
                </a:lnTo>
                <a:lnTo>
                  <a:pt x="0" y="0"/>
                </a:lnTo>
                <a:lnTo>
                  <a:pt x="76746" y="25951"/>
                </a:lnTo>
              </a:path>
            </a:pathLst>
          </a:cu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path-140">
            <a:extLst xmlns:a="http://schemas.openxmlformats.org/drawingml/2006/main">
              <a:ext uri="{FF2B5EF4-FFF2-40B4-BE49-F238E27FC236}">
                <a16:creationId xmlns:a16="http://schemas.microsoft.com/office/drawing/2014/main" id="{3D1C355F-51C8-4AC5-8D1A-D9CAA509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771" y="6476370"/>
            <a:ext cx="92686" cy="191"/>
          </a:xfrm>
          <a:custGeom xmlns:a="http://schemas.openxmlformats.org/drawingml/2006/main">
            <a:pathLst>
              <a:path w="94059" h="191">
                <a:moveTo>
                  <a:pt x="0" y="0"/>
                </a:moveTo>
                <a:lnTo>
                  <a:pt x="940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270">
            <a:solidFill>
              <a:srgbClr val="2B2B2B"/>
            </a:solidFill>
            <a:prstDash val="solid"/>
          </a:ln>
        </p:spPr>
      </p:sp>
      <p:sp>
        <p:nvSpPr>
          <p:cNvPr id="161" name="path-141">
            <a:extLst xmlns:a="http://schemas.openxmlformats.org/drawingml/2006/main">
              <a:ext uri="{FF2B5EF4-FFF2-40B4-BE49-F238E27FC236}">
                <a16:creationId xmlns:a16="http://schemas.microsoft.com/office/drawing/2014/main" id="{5E277312-6604-4223-B9A4-0D90038D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745" y="6450799"/>
            <a:ext cx="75644" cy="51669"/>
          </a:xfrm>
          <a:custGeom xmlns:a="http://schemas.openxmlformats.org/drawingml/2006/main">
            <a:pathLst>
              <a:path w="76765" h="52435">
                <a:moveTo>
                  <a:pt x="76765" y="25950"/>
                </a:moveTo>
                <a:lnTo>
                  <a:pt x="0" y="52435"/>
                </a:lnTo>
                <a:lnTo>
                  <a:pt x="0" y="0"/>
                </a:lnTo>
                <a:lnTo>
                  <a:pt x="76765" y="25950"/>
                </a:lnTo>
              </a:path>
            </a:pathLst>
          </a:cu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ath-142">
            <a:extLst xmlns:a="http://schemas.openxmlformats.org/drawingml/2006/main">
              <a:ext uri="{FF2B5EF4-FFF2-40B4-BE49-F238E27FC236}">
                <a16:creationId xmlns:a16="http://schemas.microsoft.com/office/drawing/2014/main" id="{9007CBD8-4158-4B90-A15E-F9A3F517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599" y="6369311"/>
            <a:ext cx="40471" cy="40472"/>
          </a:xfrm>
          <a:custGeom xmlns:a="http://schemas.openxmlformats.org/drawingml/2006/main">
            <a:pathLst>
              <a:path w="41071" h="41071">
                <a:moveTo>
                  <a:pt x="0" y="20536"/>
                </a:moveTo>
                <a:lnTo>
                  <a:pt x="0" y="20536"/>
                </a:lnTo>
                <a:cubicBezTo>
                  <a:pt x="0" y="16761"/>
                  <a:pt x="1087" y="13519"/>
                  <a:pt x="2708" y="10278"/>
                </a:cubicBezTo>
                <a:cubicBezTo>
                  <a:pt x="4328" y="7017"/>
                  <a:pt x="7017" y="4328"/>
                  <a:pt x="10277" y="2708"/>
                </a:cubicBezTo>
                <a:cubicBezTo>
                  <a:pt x="13519" y="1087"/>
                  <a:pt x="16760" y="0"/>
                  <a:pt x="20535" y="0"/>
                </a:cubicBezTo>
                <a:cubicBezTo>
                  <a:pt x="24330" y="0"/>
                  <a:pt x="27571" y="1087"/>
                  <a:pt x="30813" y="2708"/>
                </a:cubicBezTo>
                <a:cubicBezTo>
                  <a:pt x="34054" y="4328"/>
                  <a:pt x="36743" y="7017"/>
                  <a:pt x="38382" y="10278"/>
                </a:cubicBezTo>
                <a:cubicBezTo>
                  <a:pt x="40003" y="13519"/>
                  <a:pt x="41071" y="16761"/>
                  <a:pt x="41071" y="20536"/>
                </a:cubicBezTo>
                <a:cubicBezTo>
                  <a:pt x="41071" y="24330"/>
                  <a:pt x="40003" y="27572"/>
                  <a:pt x="38382" y="30813"/>
                </a:cubicBezTo>
                <a:cubicBezTo>
                  <a:pt x="36743" y="34054"/>
                  <a:pt x="34054" y="36762"/>
                  <a:pt x="30813" y="38383"/>
                </a:cubicBezTo>
                <a:cubicBezTo>
                  <a:pt x="27571" y="40003"/>
                  <a:pt x="24330" y="41071"/>
                  <a:pt x="20535" y="41071"/>
                </a:cubicBezTo>
                <a:cubicBezTo>
                  <a:pt x="16760" y="41071"/>
                  <a:pt x="13519" y="40003"/>
                  <a:pt x="10277" y="38383"/>
                </a:cubicBezTo>
                <a:cubicBezTo>
                  <a:pt x="7017" y="36762"/>
                  <a:pt x="4328" y="34054"/>
                  <a:pt x="2708" y="30813"/>
                </a:cubicBezTo>
                <a:cubicBezTo>
                  <a:pt x="1087" y="27572"/>
                  <a:pt x="0" y="24330"/>
                  <a:pt x="0" y="20536"/>
                </a:cubicBezTo>
              </a:path>
            </a:pathLst>
          </a:cu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path-143">
            <a:extLst xmlns:a="http://schemas.openxmlformats.org/drawingml/2006/main">
              <a:ext uri="{FF2B5EF4-FFF2-40B4-BE49-F238E27FC236}">
                <a16:creationId xmlns:a16="http://schemas.microsoft.com/office/drawing/2014/main" id="{CB51B280-9B2E-4186-8663-8788085A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3892" y="6369311"/>
            <a:ext cx="40471" cy="40472"/>
          </a:xfrm>
          <a:custGeom xmlns:a="http://schemas.openxmlformats.org/drawingml/2006/main">
            <a:pathLst>
              <a:path w="41071" h="41071">
                <a:moveTo>
                  <a:pt x="0" y="20536"/>
                </a:moveTo>
                <a:lnTo>
                  <a:pt x="0" y="20536"/>
                </a:lnTo>
                <a:cubicBezTo>
                  <a:pt x="0" y="16761"/>
                  <a:pt x="1087" y="13519"/>
                  <a:pt x="2708" y="10278"/>
                </a:cubicBezTo>
                <a:cubicBezTo>
                  <a:pt x="4328" y="7017"/>
                  <a:pt x="7017" y="4328"/>
                  <a:pt x="10258" y="2708"/>
                </a:cubicBezTo>
                <a:cubicBezTo>
                  <a:pt x="13519" y="1087"/>
                  <a:pt x="16760" y="0"/>
                  <a:pt x="20536" y="0"/>
                </a:cubicBezTo>
                <a:cubicBezTo>
                  <a:pt x="24311" y="0"/>
                  <a:pt x="27571" y="1087"/>
                  <a:pt x="30813" y="2708"/>
                </a:cubicBezTo>
                <a:cubicBezTo>
                  <a:pt x="34054" y="4328"/>
                  <a:pt x="36743" y="7017"/>
                  <a:pt x="38363" y="10278"/>
                </a:cubicBezTo>
                <a:cubicBezTo>
                  <a:pt x="40003" y="13519"/>
                  <a:pt x="41071" y="16761"/>
                  <a:pt x="41071" y="20536"/>
                </a:cubicBezTo>
                <a:cubicBezTo>
                  <a:pt x="41071" y="24330"/>
                  <a:pt x="40003" y="27572"/>
                  <a:pt x="38363" y="30813"/>
                </a:cubicBezTo>
                <a:cubicBezTo>
                  <a:pt x="36743" y="34054"/>
                  <a:pt x="34054" y="36762"/>
                  <a:pt x="30813" y="38383"/>
                </a:cubicBezTo>
                <a:cubicBezTo>
                  <a:pt x="27571" y="40003"/>
                  <a:pt x="24311" y="41071"/>
                  <a:pt x="20536" y="41071"/>
                </a:cubicBezTo>
                <a:cubicBezTo>
                  <a:pt x="16760" y="41071"/>
                  <a:pt x="13519" y="40003"/>
                  <a:pt x="10258" y="38383"/>
                </a:cubicBezTo>
                <a:cubicBezTo>
                  <a:pt x="7017" y="36762"/>
                  <a:pt x="4328" y="34054"/>
                  <a:pt x="2708" y="30813"/>
                </a:cubicBezTo>
                <a:cubicBezTo>
                  <a:pt x="1087" y="27572"/>
                  <a:pt x="0" y="24330"/>
                  <a:pt x="0" y="20536"/>
                </a:cubicBezTo>
              </a:path>
            </a:pathLst>
          </a:cu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path-144">
            <a:extLst xmlns:a="http://schemas.openxmlformats.org/drawingml/2006/main">
              <a:ext uri="{FF2B5EF4-FFF2-40B4-BE49-F238E27FC236}">
                <a16:creationId xmlns:a16="http://schemas.microsoft.com/office/drawing/2014/main" id="{2B2A08BB-661B-460D-8F33-602CE514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186" y="6369311"/>
            <a:ext cx="40471" cy="40472"/>
          </a:xfrm>
          <a:custGeom xmlns:a="http://schemas.openxmlformats.org/drawingml/2006/main">
            <a:pathLst>
              <a:path w="41071" h="41071">
                <a:moveTo>
                  <a:pt x="0" y="20536"/>
                </a:moveTo>
                <a:lnTo>
                  <a:pt x="0" y="20536"/>
                </a:lnTo>
                <a:cubicBezTo>
                  <a:pt x="0" y="16761"/>
                  <a:pt x="1068" y="13519"/>
                  <a:pt x="2708" y="10278"/>
                </a:cubicBezTo>
                <a:cubicBezTo>
                  <a:pt x="4328" y="7017"/>
                  <a:pt x="7017" y="4328"/>
                  <a:pt x="10258" y="2708"/>
                </a:cubicBezTo>
                <a:cubicBezTo>
                  <a:pt x="13500" y="1087"/>
                  <a:pt x="16760" y="0"/>
                  <a:pt x="20535" y="0"/>
                </a:cubicBezTo>
                <a:cubicBezTo>
                  <a:pt x="24311" y="0"/>
                  <a:pt x="27552" y="1087"/>
                  <a:pt x="30813" y="2708"/>
                </a:cubicBezTo>
                <a:cubicBezTo>
                  <a:pt x="34054" y="4328"/>
                  <a:pt x="36743" y="7017"/>
                  <a:pt x="38363" y="10278"/>
                </a:cubicBezTo>
                <a:cubicBezTo>
                  <a:pt x="39984" y="13519"/>
                  <a:pt x="41071" y="16761"/>
                  <a:pt x="41071" y="20536"/>
                </a:cubicBezTo>
                <a:cubicBezTo>
                  <a:pt x="41071" y="24330"/>
                  <a:pt x="39984" y="27572"/>
                  <a:pt x="38363" y="30813"/>
                </a:cubicBezTo>
                <a:cubicBezTo>
                  <a:pt x="36743" y="34054"/>
                  <a:pt x="34054" y="36762"/>
                  <a:pt x="30813" y="38383"/>
                </a:cubicBezTo>
                <a:cubicBezTo>
                  <a:pt x="27552" y="40003"/>
                  <a:pt x="24311" y="41071"/>
                  <a:pt x="20535" y="41071"/>
                </a:cubicBezTo>
                <a:cubicBezTo>
                  <a:pt x="16760" y="41071"/>
                  <a:pt x="13500" y="40003"/>
                  <a:pt x="10258" y="38383"/>
                </a:cubicBezTo>
                <a:cubicBezTo>
                  <a:pt x="7017" y="36762"/>
                  <a:pt x="4328" y="34054"/>
                  <a:pt x="2708" y="30813"/>
                </a:cubicBezTo>
                <a:cubicBezTo>
                  <a:pt x="1068" y="27572"/>
                  <a:pt x="0" y="24330"/>
                  <a:pt x="0" y="20536"/>
                </a:cubicBezTo>
              </a:path>
            </a:pathLst>
          </a:cu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path-145">
            <a:extLst xmlns:a="http://schemas.openxmlformats.org/drawingml/2006/main">
              <a:ext uri="{FF2B5EF4-FFF2-40B4-BE49-F238E27FC236}">
                <a16:creationId xmlns:a16="http://schemas.microsoft.com/office/drawing/2014/main" id="{3C39F9F3-9DAA-490B-926B-52BA87F8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504" y="6253195"/>
            <a:ext cx="451123" cy="247132"/>
          </a:xfrm>
          <a:custGeom xmlns:a="http://schemas.openxmlformats.org/drawingml/2006/main">
            <a:pathLst>
              <a:path w="457807" h="250793">
                <a:moveTo>
                  <a:pt x="0" y="125406"/>
                </a:moveTo>
                <a:lnTo>
                  <a:pt x="25398" y="103249"/>
                </a:lnTo>
                <a:lnTo>
                  <a:pt x="50815" y="82161"/>
                </a:lnTo>
                <a:lnTo>
                  <a:pt x="76213" y="62712"/>
                </a:lnTo>
                <a:lnTo>
                  <a:pt x="101610" y="44332"/>
                </a:lnTo>
                <a:lnTo>
                  <a:pt x="127027" y="29192"/>
                </a:lnTo>
                <a:lnTo>
                  <a:pt x="152425" y="16760"/>
                </a:lnTo>
                <a:lnTo>
                  <a:pt x="177822" y="7036"/>
                </a:lnTo>
                <a:lnTo>
                  <a:pt x="203220" y="1621"/>
                </a:lnTo>
                <a:lnTo>
                  <a:pt x="228637" y="0"/>
                </a:lnTo>
                <a:lnTo>
                  <a:pt x="254034" y="1621"/>
                </a:lnTo>
                <a:lnTo>
                  <a:pt x="279432" y="7036"/>
                </a:lnTo>
                <a:lnTo>
                  <a:pt x="304848" y="16760"/>
                </a:lnTo>
                <a:lnTo>
                  <a:pt x="330247" y="29192"/>
                </a:lnTo>
                <a:lnTo>
                  <a:pt x="355645" y="44332"/>
                </a:lnTo>
                <a:lnTo>
                  <a:pt x="381042" y="62712"/>
                </a:lnTo>
                <a:lnTo>
                  <a:pt x="406459" y="82161"/>
                </a:lnTo>
                <a:lnTo>
                  <a:pt x="431856" y="103249"/>
                </a:lnTo>
                <a:lnTo>
                  <a:pt x="457807" y="125406"/>
                </a:lnTo>
                <a:lnTo>
                  <a:pt x="431856" y="147028"/>
                </a:lnTo>
                <a:lnTo>
                  <a:pt x="406459" y="168098"/>
                </a:lnTo>
                <a:lnTo>
                  <a:pt x="381042" y="188099"/>
                </a:lnTo>
                <a:lnTo>
                  <a:pt x="355645" y="205927"/>
                </a:lnTo>
                <a:lnTo>
                  <a:pt x="330247" y="221067"/>
                </a:lnTo>
                <a:lnTo>
                  <a:pt x="304848" y="233498"/>
                </a:lnTo>
                <a:lnTo>
                  <a:pt x="279432" y="243223"/>
                </a:lnTo>
                <a:lnTo>
                  <a:pt x="254034" y="248638"/>
                </a:lnTo>
                <a:lnTo>
                  <a:pt x="228637" y="250793"/>
                </a:lnTo>
                <a:lnTo>
                  <a:pt x="203220" y="248638"/>
                </a:lnTo>
                <a:lnTo>
                  <a:pt x="177822" y="243223"/>
                </a:lnTo>
                <a:lnTo>
                  <a:pt x="152425" y="233498"/>
                </a:lnTo>
                <a:lnTo>
                  <a:pt x="127027" y="221067"/>
                </a:lnTo>
                <a:lnTo>
                  <a:pt x="101610" y="205927"/>
                </a:lnTo>
                <a:lnTo>
                  <a:pt x="76213" y="188099"/>
                </a:lnTo>
                <a:lnTo>
                  <a:pt x="50815" y="168098"/>
                </a:lnTo>
                <a:lnTo>
                  <a:pt x="25398" y="147028"/>
                </a:lnTo>
                <a:lnTo>
                  <a:pt x="0" y="125406"/>
                </a:lnTo>
              </a:path>
            </a:pathLst>
          </a:custGeom>
          <a:solidFill xmlns:a="http://schemas.openxmlformats.org/drawingml/2006/main">
            <a:srgbClr val="F8ECD4"/>
          </a:solidFill>
          <a:ln xmlns:a="http://schemas.openxmlformats.org/drawingml/2006/main" w="24499">
            <a:solidFill>
              <a:srgbClr val="B28633"/>
            </a:solidFill>
            <a:prstDash val="solid"/>
          </a:ln>
        </p:spPr>
      </p:sp>
      <p:sp>
        <p:nvSpPr>
          <p:cNvPr id="166" name="path-146">
            <a:extLst xmlns:a="http://schemas.openxmlformats.org/drawingml/2006/main">
              <a:ext uri="{FF2B5EF4-FFF2-40B4-BE49-F238E27FC236}">
                <a16:creationId xmlns:a16="http://schemas.microsoft.com/office/drawing/2014/main" id="{3E5F998E-747F-4376-AA9B-EF703934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648" y="6292615"/>
            <a:ext cx="168293" cy="168312"/>
          </a:xfrm>
          <a:custGeom xmlns:a="http://schemas.openxmlformats.org/drawingml/2006/main">
            <a:pathLst>
              <a:path w="170786" h="170805">
                <a:moveTo>
                  <a:pt x="0" y="85402"/>
                </a:moveTo>
                <a:lnTo>
                  <a:pt x="0" y="85402"/>
                </a:lnTo>
                <a:cubicBezTo>
                  <a:pt x="0" y="70263"/>
                  <a:pt x="3775" y="55676"/>
                  <a:pt x="11345" y="42692"/>
                </a:cubicBezTo>
                <a:cubicBezTo>
                  <a:pt x="18914" y="29726"/>
                  <a:pt x="29726" y="18915"/>
                  <a:pt x="42691" y="11345"/>
                </a:cubicBezTo>
                <a:cubicBezTo>
                  <a:pt x="55676" y="3775"/>
                  <a:pt x="70263" y="0"/>
                  <a:pt x="85402" y="0"/>
                </a:cubicBezTo>
                <a:cubicBezTo>
                  <a:pt x="100523" y="0"/>
                  <a:pt x="115128" y="3775"/>
                  <a:pt x="128094" y="11345"/>
                </a:cubicBezTo>
                <a:cubicBezTo>
                  <a:pt x="141060" y="18915"/>
                  <a:pt x="151871" y="29726"/>
                  <a:pt x="159441" y="42692"/>
                </a:cubicBezTo>
                <a:cubicBezTo>
                  <a:pt x="167010" y="55676"/>
                  <a:pt x="170786" y="70263"/>
                  <a:pt x="170786" y="85402"/>
                </a:cubicBezTo>
                <a:cubicBezTo>
                  <a:pt x="170786" y="100541"/>
                  <a:pt x="167010" y="115129"/>
                  <a:pt x="159441" y="128094"/>
                </a:cubicBezTo>
                <a:cubicBezTo>
                  <a:pt x="151871" y="141060"/>
                  <a:pt x="141060" y="151871"/>
                  <a:pt x="128094" y="159441"/>
                </a:cubicBezTo>
                <a:cubicBezTo>
                  <a:pt x="115128" y="167010"/>
                  <a:pt x="100523" y="170805"/>
                  <a:pt x="85402" y="170805"/>
                </a:cubicBezTo>
                <a:cubicBezTo>
                  <a:pt x="70263" y="170805"/>
                  <a:pt x="55676" y="167010"/>
                  <a:pt x="42691" y="159441"/>
                </a:cubicBezTo>
                <a:cubicBezTo>
                  <a:pt x="29726" y="151871"/>
                  <a:pt x="18914" y="141060"/>
                  <a:pt x="11345" y="128094"/>
                </a:cubicBezTo>
                <a:cubicBezTo>
                  <a:pt x="3775" y="115129"/>
                  <a:pt x="0" y="100541"/>
                  <a:pt x="0" y="85402"/>
                </a:cubicBezTo>
              </a:path>
            </a:pathLst>
          </a:custGeom>
          <a:solidFill xmlns:a="http://schemas.openxmlformats.org/drawingml/2006/main">
            <a:srgbClr val="C48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path-147">
            <a:extLst xmlns:a="http://schemas.openxmlformats.org/drawingml/2006/main">
              <a:ext uri="{FF2B5EF4-FFF2-40B4-BE49-F238E27FC236}">
                <a16:creationId xmlns:a16="http://schemas.microsoft.com/office/drawing/2014/main" id="{DA8401C5-EB53-42A0-BD68-A76368AD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3052" y="6340019"/>
            <a:ext cx="74029" cy="74029"/>
          </a:xfrm>
          <a:custGeom xmlns:a="http://schemas.openxmlformats.org/drawingml/2006/main">
            <a:pathLst>
              <a:path w="75126" h="75126">
                <a:moveTo>
                  <a:pt x="0" y="37296"/>
                </a:moveTo>
                <a:lnTo>
                  <a:pt x="0" y="37296"/>
                </a:lnTo>
                <a:cubicBezTo>
                  <a:pt x="0" y="30813"/>
                  <a:pt x="1621" y="24311"/>
                  <a:pt x="4862" y="18381"/>
                </a:cubicBezTo>
                <a:cubicBezTo>
                  <a:pt x="8104" y="12966"/>
                  <a:pt x="12966" y="8104"/>
                  <a:pt x="18915" y="4862"/>
                </a:cubicBezTo>
                <a:cubicBezTo>
                  <a:pt x="24311" y="1621"/>
                  <a:pt x="30813" y="0"/>
                  <a:pt x="37830" y="0"/>
                </a:cubicBezTo>
                <a:cubicBezTo>
                  <a:pt x="44313" y="0"/>
                  <a:pt x="50796" y="1621"/>
                  <a:pt x="56211" y="4862"/>
                </a:cubicBezTo>
                <a:cubicBezTo>
                  <a:pt x="62160" y="8104"/>
                  <a:pt x="67022" y="12966"/>
                  <a:pt x="70263" y="18381"/>
                </a:cubicBezTo>
                <a:cubicBezTo>
                  <a:pt x="73505" y="24311"/>
                  <a:pt x="75126" y="30813"/>
                  <a:pt x="75126" y="37296"/>
                </a:cubicBezTo>
                <a:cubicBezTo>
                  <a:pt x="75126" y="43779"/>
                  <a:pt x="73505" y="50262"/>
                  <a:pt x="70263" y="56211"/>
                </a:cubicBezTo>
                <a:cubicBezTo>
                  <a:pt x="67022" y="61607"/>
                  <a:pt x="62160" y="66488"/>
                  <a:pt x="56211" y="69729"/>
                </a:cubicBezTo>
                <a:cubicBezTo>
                  <a:pt x="50796" y="72971"/>
                  <a:pt x="44313" y="75126"/>
                  <a:pt x="37830" y="75126"/>
                </a:cubicBezTo>
                <a:cubicBezTo>
                  <a:pt x="30813" y="75126"/>
                  <a:pt x="24311" y="72971"/>
                  <a:pt x="18915" y="69729"/>
                </a:cubicBezTo>
                <a:cubicBezTo>
                  <a:pt x="12966" y="66488"/>
                  <a:pt x="8104" y="61607"/>
                  <a:pt x="4862" y="56211"/>
                </a:cubicBezTo>
                <a:cubicBezTo>
                  <a:pt x="1621" y="50262"/>
                  <a:pt x="0" y="43779"/>
                  <a:pt x="0" y="37296"/>
                </a:cubicBezTo>
              </a:path>
            </a:pathLst>
          </a:custGeom>
          <a:solidFill xmlns:a="http://schemas.openxmlformats.org/drawingml/2006/main">
            <a:srgbClr val="241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ath-148">
            <a:extLst xmlns:a="http://schemas.openxmlformats.org/drawingml/2006/main">
              <a:ext uri="{FF2B5EF4-FFF2-40B4-BE49-F238E27FC236}">
                <a16:creationId xmlns:a16="http://schemas.microsoft.com/office/drawing/2014/main" id="{04ADC599-DAC8-4306-800E-0A8FE4A6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919" y="6311253"/>
            <a:ext cx="262031" cy="262049"/>
          </a:xfrm>
          <a:custGeom xmlns:a="http://schemas.openxmlformats.org/drawingml/2006/main">
            <a:pathLst>
              <a:path w="265913" h="265931">
                <a:moveTo>
                  <a:pt x="0" y="132956"/>
                </a:moveTo>
                <a:lnTo>
                  <a:pt x="0" y="132956"/>
                </a:lnTo>
                <a:cubicBezTo>
                  <a:pt x="0" y="109732"/>
                  <a:pt x="5949" y="86489"/>
                  <a:pt x="17828" y="66487"/>
                </a:cubicBezTo>
                <a:cubicBezTo>
                  <a:pt x="29726" y="46486"/>
                  <a:pt x="46486" y="29726"/>
                  <a:pt x="66468" y="17847"/>
                </a:cubicBezTo>
                <a:cubicBezTo>
                  <a:pt x="86470" y="5948"/>
                  <a:pt x="109713" y="0"/>
                  <a:pt x="132956" y="0"/>
                </a:cubicBezTo>
                <a:cubicBezTo>
                  <a:pt x="156199" y="0"/>
                  <a:pt x="179442" y="5948"/>
                  <a:pt x="199444" y="17847"/>
                </a:cubicBezTo>
                <a:cubicBezTo>
                  <a:pt x="219446" y="29726"/>
                  <a:pt x="236187" y="46486"/>
                  <a:pt x="248085" y="66487"/>
                </a:cubicBezTo>
                <a:cubicBezTo>
                  <a:pt x="259964" y="86489"/>
                  <a:pt x="265913" y="109732"/>
                  <a:pt x="265913" y="132956"/>
                </a:cubicBezTo>
                <a:cubicBezTo>
                  <a:pt x="265913" y="156199"/>
                  <a:pt x="259964" y="179442"/>
                  <a:pt x="248085" y="199444"/>
                </a:cubicBezTo>
                <a:cubicBezTo>
                  <a:pt x="236187" y="219445"/>
                  <a:pt x="219446" y="236206"/>
                  <a:pt x="199444" y="248085"/>
                </a:cubicBezTo>
                <a:cubicBezTo>
                  <a:pt x="179442" y="259983"/>
                  <a:pt x="156199" y="265931"/>
                  <a:pt x="132956" y="265931"/>
                </a:cubicBezTo>
                <a:cubicBezTo>
                  <a:pt x="109713" y="265931"/>
                  <a:pt x="86470" y="259983"/>
                  <a:pt x="66468" y="248085"/>
                </a:cubicBezTo>
                <a:cubicBezTo>
                  <a:pt x="46486" y="236206"/>
                  <a:pt x="29726" y="219445"/>
                  <a:pt x="17828" y="199444"/>
                </a:cubicBezTo>
                <a:cubicBezTo>
                  <a:pt x="5949" y="179442"/>
                  <a:pt x="0" y="156199"/>
                  <a:pt x="0" y="132956"/>
                </a:cubicBezTo>
              </a:path>
            </a:pathLst>
          </a:custGeom>
          <a:solidFill xmlns:a="http://schemas.openxmlformats.org/drawingml/2006/main">
            <a:srgbClr val="8A1F2A"/>
          </a:solidFill>
          <a:ln xmlns:a="http://schemas.openxmlformats.org/drawingml/2006/main" w="13315">
            <a:solidFill>
              <a:srgbClr val="8A1F2A"/>
            </a:solidFill>
            <a:prstDash val="solid"/>
          </a:ln>
        </p:spPr>
      </p:sp>
      <p:sp>
        <p:nvSpPr>
          <p:cNvPr id="169" name="path-149">
            <a:extLst xmlns:a="http://schemas.openxmlformats.org/drawingml/2006/main">
              <a:ext uri="{FF2B5EF4-FFF2-40B4-BE49-F238E27FC236}">
                <a16:creationId xmlns:a16="http://schemas.microsoft.com/office/drawing/2014/main" id="{6E263025-7CCF-4CFB-96B9-6080577F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8945" y="6336280"/>
            <a:ext cx="213574" cy="213574"/>
          </a:xfrm>
          <a:custGeom xmlns:a="http://schemas.openxmlformats.org/drawingml/2006/main">
            <a:pathLst>
              <a:path w="216739" h="216739">
                <a:moveTo>
                  <a:pt x="0" y="108112"/>
                </a:moveTo>
                <a:lnTo>
                  <a:pt x="0" y="108112"/>
                </a:lnTo>
                <a:cubicBezTo>
                  <a:pt x="0" y="89197"/>
                  <a:pt x="4862" y="70282"/>
                  <a:pt x="14587" y="54056"/>
                </a:cubicBezTo>
                <a:cubicBezTo>
                  <a:pt x="23777" y="37296"/>
                  <a:pt x="37830" y="23796"/>
                  <a:pt x="54056" y="14052"/>
                </a:cubicBezTo>
                <a:cubicBezTo>
                  <a:pt x="70816" y="4881"/>
                  <a:pt x="89178" y="0"/>
                  <a:pt x="108646" y="0"/>
                </a:cubicBezTo>
                <a:cubicBezTo>
                  <a:pt x="127561" y="0"/>
                  <a:pt x="145941" y="4881"/>
                  <a:pt x="162682" y="14052"/>
                </a:cubicBezTo>
                <a:cubicBezTo>
                  <a:pt x="178908" y="23796"/>
                  <a:pt x="192962" y="37296"/>
                  <a:pt x="202152" y="54056"/>
                </a:cubicBezTo>
                <a:cubicBezTo>
                  <a:pt x="211876" y="70282"/>
                  <a:pt x="216739" y="89197"/>
                  <a:pt x="216739" y="108112"/>
                </a:cubicBezTo>
                <a:cubicBezTo>
                  <a:pt x="216739" y="127026"/>
                  <a:pt x="211876" y="145941"/>
                  <a:pt x="202152" y="162148"/>
                </a:cubicBezTo>
                <a:cubicBezTo>
                  <a:pt x="192962" y="178908"/>
                  <a:pt x="178908" y="192427"/>
                  <a:pt x="162682" y="202152"/>
                </a:cubicBezTo>
                <a:cubicBezTo>
                  <a:pt x="145941" y="211342"/>
                  <a:pt x="127561" y="216739"/>
                  <a:pt x="108646" y="216739"/>
                </a:cubicBezTo>
                <a:cubicBezTo>
                  <a:pt x="89178" y="216739"/>
                  <a:pt x="70816" y="211342"/>
                  <a:pt x="54056" y="202152"/>
                </a:cubicBezTo>
                <a:cubicBezTo>
                  <a:pt x="37830" y="192427"/>
                  <a:pt x="23777" y="178908"/>
                  <a:pt x="14587" y="162148"/>
                </a:cubicBezTo>
                <a:cubicBezTo>
                  <a:pt x="4862" y="145941"/>
                  <a:pt x="0" y="127026"/>
                  <a:pt x="0" y="108112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15">
            <a:solidFill>
              <a:srgbClr val="8A1F2A"/>
            </a:solidFill>
            <a:prstDash val="solid"/>
          </a:ln>
        </p:spPr>
      </p:sp>
      <p:sp>
        <p:nvSpPr>
          <p:cNvPr id="170" name="path-150">
            <a:extLst xmlns:a="http://schemas.openxmlformats.org/drawingml/2006/main">
              <a:ext uri="{FF2B5EF4-FFF2-40B4-BE49-F238E27FC236}">
                <a16:creationId xmlns:a16="http://schemas.microsoft.com/office/drawing/2014/main" id="{02AC25F8-7A3F-46B1-9E25-C7C6DA5F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375" y="6359729"/>
            <a:ext cx="165118" cy="165098"/>
          </a:xfrm>
          <a:custGeom xmlns:a="http://schemas.openxmlformats.org/drawingml/2006/main">
            <a:pathLst>
              <a:path w="167564" h="167544">
                <a:moveTo>
                  <a:pt x="0" y="83762"/>
                </a:moveTo>
                <a:lnTo>
                  <a:pt x="0" y="83762"/>
                </a:lnTo>
                <a:cubicBezTo>
                  <a:pt x="0" y="69175"/>
                  <a:pt x="3795" y="54589"/>
                  <a:pt x="11364" y="42157"/>
                </a:cubicBezTo>
                <a:cubicBezTo>
                  <a:pt x="18381" y="29173"/>
                  <a:pt x="29192" y="18361"/>
                  <a:pt x="41624" y="11345"/>
                </a:cubicBezTo>
                <a:cubicBezTo>
                  <a:pt x="54590" y="3775"/>
                  <a:pt x="69195" y="0"/>
                  <a:pt x="83781" y="0"/>
                </a:cubicBezTo>
                <a:cubicBezTo>
                  <a:pt x="98368" y="0"/>
                  <a:pt x="112974" y="3775"/>
                  <a:pt x="125406" y="11345"/>
                </a:cubicBezTo>
                <a:cubicBezTo>
                  <a:pt x="138372" y="18361"/>
                  <a:pt x="149182" y="29173"/>
                  <a:pt x="156199" y="42157"/>
                </a:cubicBezTo>
                <a:cubicBezTo>
                  <a:pt x="163769" y="54589"/>
                  <a:pt x="167564" y="69175"/>
                  <a:pt x="167564" y="83762"/>
                </a:cubicBezTo>
                <a:cubicBezTo>
                  <a:pt x="167564" y="98368"/>
                  <a:pt x="163769" y="112955"/>
                  <a:pt x="156199" y="125921"/>
                </a:cubicBezTo>
                <a:cubicBezTo>
                  <a:pt x="149182" y="138352"/>
                  <a:pt x="138372" y="149163"/>
                  <a:pt x="125406" y="156199"/>
                </a:cubicBezTo>
                <a:cubicBezTo>
                  <a:pt x="112974" y="163769"/>
                  <a:pt x="98368" y="167544"/>
                  <a:pt x="83781" y="167544"/>
                </a:cubicBezTo>
                <a:cubicBezTo>
                  <a:pt x="69195" y="167544"/>
                  <a:pt x="54590" y="163769"/>
                  <a:pt x="41624" y="156199"/>
                </a:cubicBezTo>
                <a:cubicBezTo>
                  <a:pt x="29192" y="149163"/>
                  <a:pt x="18381" y="138352"/>
                  <a:pt x="11364" y="125921"/>
                </a:cubicBezTo>
                <a:cubicBezTo>
                  <a:pt x="3795" y="112955"/>
                  <a:pt x="0" y="98368"/>
                  <a:pt x="0" y="83762"/>
                </a:cubicBezTo>
              </a:path>
            </a:pathLst>
          </a:custGeom>
          <a:solidFill xmlns:a="http://schemas.openxmlformats.org/drawingml/2006/main">
            <a:srgbClr val="B43838"/>
          </a:solidFill>
          <a:ln xmlns:a="http://schemas.openxmlformats.org/drawingml/2006/main" w="13315">
            <a:solidFill>
              <a:srgbClr val="8A1F2A"/>
            </a:solidFill>
            <a:prstDash val="solid"/>
          </a:ln>
        </p:spPr>
      </p:sp>
      <p:sp>
        <p:nvSpPr>
          <p:cNvPr id="171" name="path-151">
            <a:extLst xmlns:a="http://schemas.openxmlformats.org/drawingml/2006/main">
              <a:ext uri="{FF2B5EF4-FFF2-40B4-BE49-F238E27FC236}">
                <a16:creationId xmlns:a16="http://schemas.microsoft.com/office/drawing/2014/main" id="{30C35568-DD8B-4FE1-A92A-1D1841EB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421" y="6384230"/>
            <a:ext cx="116642" cy="116642"/>
          </a:xfrm>
          <a:custGeom xmlns:a="http://schemas.openxmlformats.org/drawingml/2006/main">
            <a:pathLst>
              <a:path w="118370" h="118370">
                <a:moveTo>
                  <a:pt x="0" y="58899"/>
                </a:moveTo>
                <a:lnTo>
                  <a:pt x="0" y="58899"/>
                </a:lnTo>
                <a:cubicBezTo>
                  <a:pt x="0" y="48640"/>
                  <a:pt x="2688" y="38363"/>
                  <a:pt x="8104" y="29173"/>
                </a:cubicBezTo>
                <a:cubicBezTo>
                  <a:pt x="12966" y="20535"/>
                  <a:pt x="20536" y="12965"/>
                  <a:pt x="29726" y="7569"/>
                </a:cubicBezTo>
                <a:cubicBezTo>
                  <a:pt x="38363" y="2688"/>
                  <a:pt x="48641" y="0"/>
                  <a:pt x="59452" y="0"/>
                </a:cubicBezTo>
                <a:cubicBezTo>
                  <a:pt x="69710" y="0"/>
                  <a:pt x="79988" y="2688"/>
                  <a:pt x="88625" y="7569"/>
                </a:cubicBezTo>
                <a:cubicBezTo>
                  <a:pt x="97815" y="12965"/>
                  <a:pt x="105385" y="20535"/>
                  <a:pt x="110247" y="29173"/>
                </a:cubicBezTo>
                <a:cubicBezTo>
                  <a:pt x="115663" y="38363"/>
                  <a:pt x="118370" y="48640"/>
                  <a:pt x="118370" y="58899"/>
                </a:cubicBezTo>
                <a:cubicBezTo>
                  <a:pt x="118370" y="69176"/>
                  <a:pt x="115663" y="79454"/>
                  <a:pt x="110247" y="88624"/>
                </a:cubicBezTo>
                <a:cubicBezTo>
                  <a:pt x="105385" y="97281"/>
                  <a:pt x="97815" y="104851"/>
                  <a:pt x="88625" y="110247"/>
                </a:cubicBezTo>
                <a:cubicBezTo>
                  <a:pt x="79988" y="115109"/>
                  <a:pt x="69710" y="118370"/>
                  <a:pt x="59452" y="118370"/>
                </a:cubicBezTo>
                <a:cubicBezTo>
                  <a:pt x="48641" y="118370"/>
                  <a:pt x="38363" y="115109"/>
                  <a:pt x="29726" y="110247"/>
                </a:cubicBezTo>
                <a:cubicBezTo>
                  <a:pt x="20536" y="104851"/>
                  <a:pt x="12966" y="97281"/>
                  <a:pt x="8104" y="88624"/>
                </a:cubicBezTo>
                <a:cubicBezTo>
                  <a:pt x="2688" y="79454"/>
                  <a:pt x="0" y="69176"/>
                  <a:pt x="0" y="5889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15">
            <a:solidFill>
              <a:srgbClr val="8A1F2A"/>
            </a:solidFill>
            <a:prstDash val="solid"/>
          </a:ln>
        </p:spPr>
      </p:sp>
      <p:sp>
        <p:nvSpPr>
          <p:cNvPr id="172" name="path-152">
            <a:extLst xmlns:a="http://schemas.openxmlformats.org/drawingml/2006/main">
              <a:ext uri="{FF2B5EF4-FFF2-40B4-BE49-F238E27FC236}">
                <a16:creationId xmlns:a16="http://schemas.microsoft.com/office/drawing/2014/main" id="{A3F11C0C-FEA6-47B9-AA3B-2D270A55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851" y="6408186"/>
            <a:ext cx="68167" cy="68185"/>
          </a:xfrm>
          <a:custGeom xmlns:a="http://schemas.openxmlformats.org/drawingml/2006/main">
            <a:pathLst>
              <a:path w="69177" h="69195">
                <a:moveTo>
                  <a:pt x="0" y="34588"/>
                </a:moveTo>
                <a:lnTo>
                  <a:pt x="0" y="34588"/>
                </a:lnTo>
                <a:cubicBezTo>
                  <a:pt x="0" y="28658"/>
                  <a:pt x="1621" y="22709"/>
                  <a:pt x="4862" y="17294"/>
                </a:cubicBezTo>
                <a:cubicBezTo>
                  <a:pt x="7570" y="11898"/>
                  <a:pt x="11898" y="7570"/>
                  <a:pt x="17294" y="4862"/>
                </a:cubicBezTo>
                <a:cubicBezTo>
                  <a:pt x="22690" y="1621"/>
                  <a:pt x="28639" y="0"/>
                  <a:pt x="34588" y="0"/>
                </a:cubicBezTo>
                <a:cubicBezTo>
                  <a:pt x="40537" y="0"/>
                  <a:pt x="46486" y="1621"/>
                  <a:pt x="51882" y="4862"/>
                </a:cubicBezTo>
                <a:cubicBezTo>
                  <a:pt x="57297" y="7570"/>
                  <a:pt x="61606" y="11898"/>
                  <a:pt x="64314" y="17294"/>
                </a:cubicBezTo>
                <a:cubicBezTo>
                  <a:pt x="67555" y="22709"/>
                  <a:pt x="69177" y="28658"/>
                  <a:pt x="69177" y="34588"/>
                </a:cubicBezTo>
                <a:cubicBezTo>
                  <a:pt x="69177" y="40537"/>
                  <a:pt x="67555" y="46486"/>
                  <a:pt x="64314" y="51901"/>
                </a:cubicBezTo>
                <a:cubicBezTo>
                  <a:pt x="61606" y="57297"/>
                  <a:pt x="57297" y="61625"/>
                  <a:pt x="51882" y="64314"/>
                </a:cubicBezTo>
                <a:cubicBezTo>
                  <a:pt x="46486" y="67574"/>
                  <a:pt x="40537" y="69195"/>
                  <a:pt x="34588" y="69195"/>
                </a:cubicBezTo>
                <a:cubicBezTo>
                  <a:pt x="28639" y="69195"/>
                  <a:pt x="22690" y="67574"/>
                  <a:pt x="17294" y="64314"/>
                </a:cubicBezTo>
                <a:cubicBezTo>
                  <a:pt x="11898" y="61625"/>
                  <a:pt x="7570" y="57297"/>
                  <a:pt x="4862" y="51901"/>
                </a:cubicBezTo>
                <a:cubicBezTo>
                  <a:pt x="1621" y="46486"/>
                  <a:pt x="0" y="40537"/>
                  <a:pt x="0" y="34588"/>
                </a:cubicBezTo>
              </a:path>
            </a:pathLst>
          </a:custGeom>
          <a:solidFill xmlns:a="http://schemas.openxmlformats.org/drawingml/2006/main">
            <a:srgbClr val="D26C5A"/>
          </a:solidFill>
          <a:ln xmlns:a="http://schemas.openxmlformats.org/drawingml/2006/main" w="13315">
            <a:solidFill>
              <a:srgbClr val="8A1F2A"/>
            </a:solidFill>
            <a:prstDash val="solid"/>
          </a:ln>
        </p:spPr>
      </p:sp>
      <p:sp>
        <p:nvSpPr>
          <p:cNvPr id="173" name="path-153">
            <a:extLst xmlns:a="http://schemas.openxmlformats.org/drawingml/2006/main">
              <a:ext uri="{FF2B5EF4-FFF2-40B4-BE49-F238E27FC236}">
                <a16:creationId xmlns:a16="http://schemas.microsoft.com/office/drawing/2014/main" id="{B4C3F53E-275E-4A30-8177-A76BB257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933" y="6295808"/>
            <a:ext cx="147005" cy="146460"/>
          </a:xfrm>
          <a:custGeom xmlns:a="http://schemas.openxmlformats.org/drawingml/2006/main">
            <a:pathLst>
              <a:path w="149183" h="148630">
                <a:moveTo>
                  <a:pt x="149183" y="0"/>
                </a:moveTo>
                <a:lnTo>
                  <a:pt x="0" y="148630"/>
                </a:lnTo>
              </a:path>
            </a:pathLst>
          </a:custGeom>
          <a:noFill xmlns:a="http://schemas.openxmlformats.org/drawingml/2006/main"/>
          <a:ln xmlns:a="http://schemas.openxmlformats.org/drawingml/2006/main" w="26097">
            <a:solidFill>
              <a:srgbClr val="8A1F2A"/>
            </a:solidFill>
            <a:prstDash val="solid"/>
          </a:ln>
        </p:spPr>
      </p:sp>
      <p:sp>
        <p:nvSpPr>
          <p:cNvPr id="174" name="path-154">
            <a:extLst xmlns:a="http://schemas.openxmlformats.org/drawingml/2006/main">
              <a:ext uri="{FF2B5EF4-FFF2-40B4-BE49-F238E27FC236}">
                <a16:creationId xmlns:a16="http://schemas.microsoft.com/office/drawing/2014/main" id="{15DBA226-A2A0-41EB-AB6F-EFC8FD5B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855" y="6316589"/>
            <a:ext cx="23430" cy="39400"/>
          </a:xfrm>
          <a:custGeom xmlns:a="http://schemas.openxmlformats.org/drawingml/2006/main">
            <a:pathLst>
              <a:path w="23777" h="39984">
                <a:moveTo>
                  <a:pt x="0" y="0"/>
                </a:moveTo>
                <a:lnTo>
                  <a:pt x="23777" y="39984"/>
                </a:lnTo>
              </a:path>
            </a:pathLst>
          </a:custGeom>
          <a:noFill xmlns:a="http://schemas.openxmlformats.org/drawingml/2006/main"/>
          <a:ln xmlns:a="http://schemas.openxmlformats.org/drawingml/2006/main" w="22369">
            <a:solidFill>
              <a:srgbClr val="8A1F2A"/>
            </a:solidFill>
            <a:prstDash val="solid"/>
          </a:ln>
        </p:spPr>
      </p:sp>
      <p:sp>
        <p:nvSpPr>
          <p:cNvPr id="175" name="path-155">
            <a:extLst xmlns:a="http://schemas.openxmlformats.org/drawingml/2006/main">
              <a:ext uri="{FF2B5EF4-FFF2-40B4-BE49-F238E27FC236}">
                <a16:creationId xmlns:a16="http://schemas.microsoft.com/office/drawing/2014/main" id="{6E2C7A1E-F0F4-49F7-9506-9D219FEA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9090" y="6345336"/>
            <a:ext cx="23430" cy="39419"/>
          </a:xfrm>
          <a:custGeom xmlns:a="http://schemas.openxmlformats.org/drawingml/2006/main">
            <a:pathLst>
              <a:path w="23777" h="40003">
                <a:moveTo>
                  <a:pt x="0" y="0"/>
                </a:moveTo>
                <a:lnTo>
                  <a:pt x="23777" y="40003"/>
                </a:lnTo>
              </a:path>
            </a:pathLst>
          </a:custGeom>
          <a:noFill xmlns:a="http://schemas.openxmlformats.org/drawingml/2006/main"/>
          <a:ln xmlns:a="http://schemas.openxmlformats.org/drawingml/2006/main" w="22369">
            <a:solidFill>
              <a:srgbClr val="8A1F2A"/>
            </a:solidFill>
            <a:prstDash val="solid"/>
          </a:ln>
        </p:spPr>
      </p:sp>
      <p:sp>
        <p:nvSpPr>
          <p:cNvPr id="176" name="path-156">
            <a:extLst xmlns:a="http://schemas.openxmlformats.org/drawingml/2006/main">
              <a:ext uri="{FF2B5EF4-FFF2-40B4-BE49-F238E27FC236}">
                <a16:creationId xmlns:a16="http://schemas.microsoft.com/office/drawing/2014/main" id="{B5B99922-3857-4CF8-8C3A-E897738E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839" y="6641469"/>
            <a:ext cx="191" cy="249781"/>
          </a:xfrm>
          <a:custGeom xmlns:a="http://schemas.openxmlformats.org/drawingml/2006/main">
            <a:pathLst>
              <a:path w="191" h="253481">
                <a:moveTo>
                  <a:pt x="0" y="0"/>
                </a:moveTo>
                <a:lnTo>
                  <a:pt x="0" y="253481"/>
                </a:lnTo>
              </a:path>
            </a:pathLst>
          </a:custGeom>
          <a:noFill xmlns:a="http://schemas.openxmlformats.org/drawingml/2006/main"/>
          <a:ln xmlns:a="http://schemas.openxmlformats.org/drawingml/2006/main" w="34086">
            <a:solidFill>
              <a:srgbClr val="AE3639"/>
            </a:solidFill>
            <a:prstDash val="solid"/>
          </a:ln>
        </p:spPr>
      </p:sp>
      <p:sp>
        <p:nvSpPr>
          <p:cNvPr id="177" name="path-157">
            <a:extLst xmlns:a="http://schemas.openxmlformats.org/drawingml/2006/main">
              <a:ext uri="{FF2B5EF4-FFF2-40B4-BE49-F238E27FC236}">
                <a16:creationId xmlns:a16="http://schemas.microsoft.com/office/drawing/2014/main" id="{7681061E-D954-4C5B-B196-F6710F1E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61" y="6886459"/>
            <a:ext cx="74555" cy="74573"/>
          </a:xfrm>
          <a:custGeom xmlns:a="http://schemas.openxmlformats.org/drawingml/2006/main">
            <a:pathLst>
              <a:path w="75659" h="75678">
                <a:moveTo>
                  <a:pt x="37830" y="75678"/>
                </a:moveTo>
                <a:lnTo>
                  <a:pt x="0" y="0"/>
                </a:lnTo>
                <a:lnTo>
                  <a:pt x="75659" y="0"/>
                </a:lnTo>
                <a:lnTo>
                  <a:pt x="37830" y="75678"/>
                </a:lnTo>
              </a:path>
            </a:pathLst>
          </a:custGeom>
          <a:solidFill xmlns:a="http://schemas.openxmlformats.org/drawingml/2006/main">
            <a:srgbClr val="AE36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path-158">
            <a:extLst xmlns:a="http://schemas.openxmlformats.org/drawingml/2006/main">
              <a:ext uri="{FF2B5EF4-FFF2-40B4-BE49-F238E27FC236}">
                <a16:creationId xmlns:a16="http://schemas.microsoft.com/office/drawing/2014/main" id="{886431C9-71FF-4665-A966-4C2BDB67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86" y="6960506"/>
            <a:ext cx="811683" cy="495315"/>
          </a:xfrm>
          <a:custGeom xmlns:a="http://schemas.openxmlformats.org/drawingml/2006/main">
            <a:pathLst>
              <a:path w="823708" h="502653">
                <a:moveTo>
                  <a:pt x="534" y="80521"/>
                </a:moveTo>
                <a:lnTo>
                  <a:pt x="534" y="80521"/>
                </a:lnTo>
                <a:cubicBezTo>
                  <a:pt x="534" y="66469"/>
                  <a:pt x="4309" y="52416"/>
                  <a:pt x="11345" y="40537"/>
                </a:cubicBezTo>
                <a:cubicBezTo>
                  <a:pt x="18362" y="28104"/>
                  <a:pt x="28639" y="17828"/>
                  <a:pt x="40537" y="10791"/>
                </a:cubicBezTo>
                <a:cubicBezTo>
                  <a:pt x="52969" y="3775"/>
                  <a:pt x="67022" y="0"/>
                  <a:pt x="81074" y="0"/>
                </a:cubicBezTo>
                <a:lnTo>
                  <a:pt x="743168" y="533"/>
                </a:lnTo>
                <a:cubicBezTo>
                  <a:pt x="757221" y="533"/>
                  <a:pt x="771273" y="4309"/>
                  <a:pt x="783171" y="11345"/>
                </a:cubicBezTo>
                <a:cubicBezTo>
                  <a:pt x="795603" y="18361"/>
                  <a:pt x="805861" y="28639"/>
                  <a:pt x="812897" y="40537"/>
                </a:cubicBezTo>
                <a:cubicBezTo>
                  <a:pt x="819914" y="52950"/>
                  <a:pt x="823708" y="67002"/>
                  <a:pt x="823708" y="81054"/>
                </a:cubicBezTo>
                <a:lnTo>
                  <a:pt x="823708" y="422112"/>
                </a:lnTo>
                <a:cubicBezTo>
                  <a:pt x="823708" y="436164"/>
                  <a:pt x="819914" y="450218"/>
                  <a:pt x="812897" y="462116"/>
                </a:cubicBezTo>
                <a:cubicBezTo>
                  <a:pt x="805861" y="474547"/>
                  <a:pt x="795603" y="484805"/>
                  <a:pt x="783705" y="491842"/>
                </a:cubicBezTo>
                <a:cubicBezTo>
                  <a:pt x="771273" y="498859"/>
                  <a:pt x="757221" y="502653"/>
                  <a:pt x="743168" y="502653"/>
                </a:cubicBezTo>
                <a:lnTo>
                  <a:pt x="80521" y="502653"/>
                </a:lnTo>
                <a:cubicBezTo>
                  <a:pt x="66469" y="502653"/>
                  <a:pt x="52416" y="498859"/>
                  <a:pt x="40537" y="491842"/>
                </a:cubicBezTo>
                <a:cubicBezTo>
                  <a:pt x="28105" y="484805"/>
                  <a:pt x="17828" y="474547"/>
                  <a:pt x="10811" y="462649"/>
                </a:cubicBezTo>
                <a:cubicBezTo>
                  <a:pt x="3775" y="450218"/>
                  <a:pt x="0" y="436164"/>
                  <a:pt x="0" y="422112"/>
                </a:cubicBezTo>
                <a:lnTo>
                  <a:pt x="534" y="80521"/>
                </a:lnTo>
              </a:path>
            </a:pathLst>
          </a:custGeom>
          <a:solidFill xmlns:a="http://schemas.openxmlformats.org/drawingml/2006/main">
            <a:srgbClr val="FCF3F2"/>
          </a:solidFill>
          <a:ln xmlns:a="http://schemas.openxmlformats.org/drawingml/2006/main" w="22369">
            <a:solidFill>
              <a:srgbClr val="AE3639"/>
            </a:solidFill>
            <a:prstDash val="dash"/>
          </a:ln>
        </p:spPr>
      </p:sp>
      <p:sp>
        <p:nvSpPr>
          <p:cNvPr id="179" name="text-159 Repair">
            <a:extLst xmlns:a="http://schemas.openxmlformats.org/drawingml/2006/main">
              <a:ext uri="{FF2B5EF4-FFF2-40B4-BE49-F238E27FC236}">
                <a16:creationId xmlns:a16="http://schemas.microsoft.com/office/drawing/2014/main" id="{AA93265B-D4C4-4407-BE19-049F4DD1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999" y="7118220"/>
            <a:ext cx="511740" cy="217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4" b="1" i="0">
                <a:solidFill>
                  <a:srgbClr val="AE36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4" b="1" i="0">
                <a:solidFill>
                  <a:srgbClr val="AE3639"/>
                </a:solidFill>
                <a:latin typeface="Arial"/>
                <a:ea typeface="Arial"/>
                <a:cs typeface="Arial"/>
              </a:defRPr>
            </a:pPr>
            <a:r>
              <a:rPr sz="1224" b="1" i="0">
                <a:solidFill>
                  <a:srgbClr val="AE3639"/>
                </a:solidFill>
                <a:latin typeface="Arial"/>
                <a:ea typeface="Arial"/>
                <a:cs typeface="Arial"/>
              </a:rPr>
              <a:t>Repair</a:t>
            </a:r>
          </a:p>
        </p:txBody>
      </p:sp>
      <p:sp>
        <p:nvSpPr>
          <p:cNvPr id="180" name="path-160">
            <a:extLst xmlns:a="http://schemas.openxmlformats.org/drawingml/2006/main">
              <a:ext uri="{FF2B5EF4-FFF2-40B4-BE49-F238E27FC236}">
                <a16:creationId xmlns:a16="http://schemas.microsoft.com/office/drawing/2014/main" id="{5A1B64D4-FD94-4056-874C-3CB515FD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061" y="6635081"/>
            <a:ext cx="191" cy="249780"/>
          </a:xfrm>
          <a:custGeom xmlns:a="http://schemas.openxmlformats.org/drawingml/2006/main">
            <a:pathLst>
              <a:path w="191" h="253480">
                <a:moveTo>
                  <a:pt x="0" y="0"/>
                </a:moveTo>
                <a:lnTo>
                  <a:pt x="0" y="253480"/>
                </a:lnTo>
              </a:path>
            </a:pathLst>
          </a:custGeom>
          <a:noFill xmlns:a="http://schemas.openxmlformats.org/drawingml/2006/main"/>
          <a:ln xmlns:a="http://schemas.openxmlformats.org/drawingml/2006/main" w="34086">
            <a:solidFill>
              <a:srgbClr val="C16628"/>
            </a:solidFill>
            <a:prstDash val="solid"/>
          </a:ln>
        </p:spPr>
      </p:sp>
      <p:sp>
        <p:nvSpPr>
          <p:cNvPr id="181" name="path-161">
            <a:extLst xmlns:a="http://schemas.openxmlformats.org/drawingml/2006/main">
              <a:ext uri="{FF2B5EF4-FFF2-40B4-BE49-F238E27FC236}">
                <a16:creationId xmlns:a16="http://schemas.microsoft.com/office/drawing/2014/main" id="{2E8EE9B5-7F58-47CD-80F5-2A8A1F8A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765" y="6880070"/>
            <a:ext cx="74573" cy="74574"/>
          </a:xfrm>
          <a:custGeom xmlns:a="http://schemas.openxmlformats.org/drawingml/2006/main">
            <a:pathLst>
              <a:path w="75678" h="75678">
                <a:moveTo>
                  <a:pt x="37849" y="75678"/>
                </a:moveTo>
                <a:lnTo>
                  <a:pt x="0" y="0"/>
                </a:lnTo>
                <a:lnTo>
                  <a:pt x="75678" y="0"/>
                </a:lnTo>
                <a:lnTo>
                  <a:pt x="37849" y="75678"/>
                </a:lnTo>
              </a:path>
            </a:pathLst>
          </a:custGeom>
          <a:solidFill xmlns:a="http://schemas.openxmlformats.org/drawingml/2006/main">
            <a:srgbClr val="C16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path-162">
            <a:extLst xmlns:a="http://schemas.openxmlformats.org/drawingml/2006/main">
              <a:ext uri="{FF2B5EF4-FFF2-40B4-BE49-F238E27FC236}">
                <a16:creationId xmlns:a16="http://schemas.microsoft.com/office/drawing/2014/main" id="{46593EA8-95C0-43AF-ADDE-5A61636D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948" y="6972737"/>
            <a:ext cx="1212208" cy="495334"/>
          </a:xfrm>
          <a:custGeom xmlns:a="http://schemas.openxmlformats.org/drawingml/2006/main">
            <a:pathLst>
              <a:path w="1230166" h="502672">
                <a:moveTo>
                  <a:pt x="553" y="80540"/>
                </a:moveTo>
                <a:lnTo>
                  <a:pt x="553" y="80540"/>
                </a:lnTo>
                <a:cubicBezTo>
                  <a:pt x="553" y="66488"/>
                  <a:pt x="4328" y="52436"/>
                  <a:pt x="11364" y="40538"/>
                </a:cubicBezTo>
                <a:cubicBezTo>
                  <a:pt x="18381" y="28125"/>
                  <a:pt x="28658" y="17847"/>
                  <a:pt x="40537" y="10812"/>
                </a:cubicBezTo>
                <a:cubicBezTo>
                  <a:pt x="52969" y="3795"/>
                  <a:pt x="67022" y="0"/>
                  <a:pt x="81074" y="0"/>
                </a:cubicBezTo>
                <a:lnTo>
                  <a:pt x="1149626" y="554"/>
                </a:lnTo>
                <a:cubicBezTo>
                  <a:pt x="1163679" y="554"/>
                  <a:pt x="1177731" y="4328"/>
                  <a:pt x="1189629" y="11365"/>
                </a:cubicBezTo>
                <a:cubicBezTo>
                  <a:pt x="1202061" y="18382"/>
                  <a:pt x="1212319" y="28659"/>
                  <a:pt x="1219355" y="40538"/>
                </a:cubicBezTo>
                <a:cubicBezTo>
                  <a:pt x="1226372" y="52969"/>
                  <a:pt x="1230166" y="67023"/>
                  <a:pt x="1230166" y="81075"/>
                </a:cubicBezTo>
                <a:lnTo>
                  <a:pt x="1230166" y="422132"/>
                </a:lnTo>
                <a:cubicBezTo>
                  <a:pt x="1230166" y="436185"/>
                  <a:pt x="1226372" y="450237"/>
                  <a:pt x="1219355" y="462135"/>
                </a:cubicBezTo>
                <a:cubicBezTo>
                  <a:pt x="1212319" y="474568"/>
                  <a:pt x="1202061" y="484825"/>
                  <a:pt x="1190163" y="491861"/>
                </a:cubicBezTo>
                <a:cubicBezTo>
                  <a:pt x="1177731" y="498878"/>
                  <a:pt x="1163679" y="502672"/>
                  <a:pt x="1149626" y="502672"/>
                </a:cubicBezTo>
                <a:lnTo>
                  <a:pt x="80540" y="502672"/>
                </a:lnTo>
                <a:cubicBezTo>
                  <a:pt x="66488" y="502672"/>
                  <a:pt x="52435" y="498878"/>
                  <a:pt x="40537" y="491861"/>
                </a:cubicBezTo>
                <a:cubicBezTo>
                  <a:pt x="28105" y="484825"/>
                  <a:pt x="17847" y="474568"/>
                  <a:pt x="10811" y="462670"/>
                </a:cubicBezTo>
                <a:cubicBezTo>
                  <a:pt x="3794" y="450237"/>
                  <a:pt x="0" y="436185"/>
                  <a:pt x="0" y="422132"/>
                </a:cubicBezTo>
                <a:lnTo>
                  <a:pt x="553" y="80540"/>
                </a:lnTo>
              </a:path>
            </a:pathLst>
          </a:custGeom>
          <a:solidFill xmlns:a="http://schemas.openxmlformats.org/drawingml/2006/main">
            <a:srgbClr val="FDF5EC"/>
          </a:solidFill>
          <a:ln xmlns:a="http://schemas.openxmlformats.org/drawingml/2006/main" w="22369">
            <a:solidFill>
              <a:srgbClr val="C16628"/>
            </a:solidFill>
            <a:prstDash val="dash"/>
          </a:ln>
        </p:spPr>
      </p:sp>
      <p:sp>
        <p:nvSpPr>
          <p:cNvPr id="183" name="text-163 Retain">
            <a:extLst xmlns:a="http://schemas.openxmlformats.org/drawingml/2006/main">
              <a:ext uri="{FF2B5EF4-FFF2-40B4-BE49-F238E27FC236}">
                <a16:creationId xmlns:a16="http://schemas.microsoft.com/office/drawing/2014/main" id="{D67F0479-0BE4-452C-8507-5BEF3199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6689" y="7043846"/>
            <a:ext cx="462695" cy="200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6" b="1" i="0">
                <a:solidFill>
                  <a:srgbClr val="C166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6" b="1" i="0">
                <a:solidFill>
                  <a:srgbClr val="C16628"/>
                </a:solidFill>
                <a:latin typeface="Arial"/>
                <a:ea typeface="Arial"/>
                <a:cs typeface="Arial"/>
              </a:defRPr>
            </a:pPr>
            <a:r>
              <a:rPr sz="1126" b="1" i="0">
                <a:solidFill>
                  <a:srgbClr val="C16628"/>
                </a:solidFill>
                <a:latin typeface="Arial"/>
                <a:ea typeface="Arial"/>
                <a:cs typeface="Arial"/>
              </a:rPr>
              <a:t>Retain</a:t>
            </a:r>
          </a:p>
        </p:txBody>
      </p:sp>
      <p:sp>
        <p:nvSpPr>
          <p:cNvPr id="184" name="text-163 with">
            <a:extLst xmlns:a="http://schemas.openxmlformats.org/drawingml/2006/main">
              <a:ext uri="{FF2B5EF4-FFF2-40B4-BE49-F238E27FC236}">
                <a16:creationId xmlns:a16="http://schemas.microsoft.com/office/drawing/2014/main" id="{39AE67B5-E146-411D-A081-2F042C93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0523" y="7032612"/>
            <a:ext cx="336105" cy="2159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15" b="1" i="0">
                <a:solidFill>
                  <a:srgbClr val="C166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15" b="1" i="0">
                <a:solidFill>
                  <a:srgbClr val="C16628"/>
                </a:solidFill>
                <a:latin typeface="Arial"/>
                <a:ea typeface="Arial"/>
                <a:cs typeface="Arial"/>
              </a:defRPr>
            </a:pPr>
            <a:r>
              <a:rPr sz="1215" b="1" i="0">
                <a:solidFill>
                  <a:srgbClr val="C16628"/>
                </a:solidFill>
                <a:latin typeface="Arial"/>
                <a:ea typeface="Arial"/>
                <a:cs typeface="Arial"/>
              </a:rPr>
              <a:t>with</a:t>
            </a:r>
          </a:p>
        </p:txBody>
      </p:sp>
      <p:sp>
        <p:nvSpPr>
          <p:cNvPr id="185" name="text-164 Failure">
            <a:extLst xmlns:a="http://schemas.openxmlformats.org/drawingml/2006/main">
              <a:ext uri="{FF2B5EF4-FFF2-40B4-BE49-F238E27FC236}">
                <a16:creationId xmlns:a16="http://schemas.microsoft.com/office/drawing/2014/main" id="{F4215FDB-DB9B-45EB-BBCD-FA973127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7815" y="7256306"/>
            <a:ext cx="485468" cy="196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5" b="1" i="0">
                <a:solidFill>
                  <a:srgbClr val="C166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5" b="1" i="0">
                <a:solidFill>
                  <a:srgbClr val="C16628"/>
                </a:solidFill>
                <a:latin typeface="Arial"/>
                <a:ea typeface="Arial"/>
                <a:cs typeface="Arial"/>
              </a:defRPr>
            </a:pPr>
            <a:r>
              <a:rPr sz="1105" b="1" i="0">
                <a:solidFill>
                  <a:srgbClr val="C16628"/>
                </a:solidFill>
                <a:latin typeface="Arial"/>
                <a:ea typeface="Arial"/>
                <a:cs typeface="Arial"/>
              </a:rPr>
              <a:t>Failure</a:t>
            </a:r>
          </a:p>
        </p:txBody>
      </p:sp>
      <p:sp>
        <p:nvSpPr>
          <p:cNvPr id="186" name="text-164 Label">
            <a:extLst xmlns:a="http://schemas.openxmlformats.org/drawingml/2006/main">
              <a:ext uri="{FF2B5EF4-FFF2-40B4-BE49-F238E27FC236}">
                <a16:creationId xmlns:a16="http://schemas.microsoft.com/office/drawing/2014/main" id="{38CD68B1-A9AF-4608-BC91-59108BBE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5092" y="7257869"/>
            <a:ext cx="387480" cy="1943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3" b="1" i="0">
                <a:solidFill>
                  <a:srgbClr val="C166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3" b="1" i="0">
                <a:solidFill>
                  <a:srgbClr val="C16628"/>
                </a:solidFill>
                <a:latin typeface="Arial"/>
                <a:ea typeface="Arial"/>
                <a:cs typeface="Arial"/>
              </a:defRPr>
            </a:pPr>
            <a:r>
              <a:rPr sz="1093" b="1" i="0">
                <a:solidFill>
                  <a:srgbClr val="C16628"/>
                </a:solidFill>
                <a:latin typeface="Arial"/>
                <a:ea typeface="Arial"/>
                <a:cs typeface="Arial"/>
              </a:rPr>
              <a:t>Label</a:t>
            </a:r>
          </a:p>
        </p:txBody>
      </p:sp>
      <p:sp>
        <p:nvSpPr>
          <p:cNvPr id="187" name="path-165">
            <a:extLst xmlns:a="http://schemas.openxmlformats.org/drawingml/2006/main">
              <a:ext uri="{FF2B5EF4-FFF2-40B4-BE49-F238E27FC236}">
                <a16:creationId xmlns:a16="http://schemas.microsoft.com/office/drawing/2014/main" id="{E2D972B3-D200-466A-A30C-F8D8B18D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738" y="6641469"/>
            <a:ext cx="191" cy="249781"/>
          </a:xfrm>
          <a:custGeom xmlns:a="http://schemas.openxmlformats.org/drawingml/2006/main">
            <a:pathLst>
              <a:path w="191" h="253481">
                <a:moveTo>
                  <a:pt x="0" y="0"/>
                </a:moveTo>
                <a:lnTo>
                  <a:pt x="0" y="253481"/>
                </a:lnTo>
              </a:path>
            </a:pathLst>
          </a:custGeom>
          <a:noFill xmlns:a="http://schemas.openxmlformats.org/drawingml/2006/main"/>
          <a:ln xmlns:a="http://schemas.openxmlformats.org/drawingml/2006/main" w="34086">
            <a:solidFill>
              <a:srgbClr val="B08B20"/>
            </a:solidFill>
            <a:prstDash val="solid"/>
          </a:ln>
        </p:spPr>
      </p:sp>
      <p:sp>
        <p:nvSpPr>
          <p:cNvPr id="188" name="path-166">
            <a:extLst xmlns:a="http://schemas.openxmlformats.org/drawingml/2006/main">
              <a:ext uri="{FF2B5EF4-FFF2-40B4-BE49-F238E27FC236}">
                <a16:creationId xmlns:a16="http://schemas.microsoft.com/office/drawing/2014/main" id="{2DDAC9D5-186D-4039-B6E2-A1AEE149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461" y="6886459"/>
            <a:ext cx="74555" cy="74573"/>
          </a:xfrm>
          <a:custGeom xmlns:a="http://schemas.openxmlformats.org/drawingml/2006/main">
            <a:pathLst>
              <a:path w="75659" h="75678">
                <a:moveTo>
                  <a:pt x="37830" y="75678"/>
                </a:moveTo>
                <a:lnTo>
                  <a:pt x="0" y="0"/>
                </a:lnTo>
                <a:lnTo>
                  <a:pt x="75659" y="0"/>
                </a:lnTo>
                <a:lnTo>
                  <a:pt x="37830" y="75678"/>
                </a:lnTo>
              </a:path>
            </a:pathLst>
          </a:custGeom>
          <a:solidFill xmlns:a="http://schemas.openxmlformats.org/drawingml/2006/main">
            <a:srgbClr val="B08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path-167">
            <a:extLst xmlns:a="http://schemas.openxmlformats.org/drawingml/2006/main">
              <a:ext uri="{FF2B5EF4-FFF2-40B4-BE49-F238E27FC236}">
                <a16:creationId xmlns:a16="http://schemas.microsoft.com/office/drawing/2014/main" id="{26C55445-8EA6-4B8D-AEDF-27F69EA6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1365" y="6966349"/>
            <a:ext cx="1606326" cy="495334"/>
          </a:xfrm>
          <a:custGeom xmlns:a="http://schemas.openxmlformats.org/drawingml/2006/main">
            <a:pathLst>
              <a:path w="1630123" h="502672">
                <a:moveTo>
                  <a:pt x="534" y="80540"/>
                </a:moveTo>
                <a:lnTo>
                  <a:pt x="534" y="80540"/>
                </a:lnTo>
                <a:cubicBezTo>
                  <a:pt x="534" y="66487"/>
                  <a:pt x="4328" y="52435"/>
                  <a:pt x="11345" y="40537"/>
                </a:cubicBezTo>
                <a:cubicBezTo>
                  <a:pt x="18381" y="28105"/>
                  <a:pt x="28639" y="17847"/>
                  <a:pt x="40537" y="10811"/>
                </a:cubicBezTo>
                <a:cubicBezTo>
                  <a:pt x="52969" y="3794"/>
                  <a:pt x="67022" y="0"/>
                  <a:pt x="81074" y="0"/>
                </a:cubicBezTo>
                <a:lnTo>
                  <a:pt x="1549582" y="553"/>
                </a:lnTo>
                <a:cubicBezTo>
                  <a:pt x="1563635" y="553"/>
                  <a:pt x="1577688" y="4328"/>
                  <a:pt x="1589585" y="11365"/>
                </a:cubicBezTo>
                <a:cubicBezTo>
                  <a:pt x="1602018" y="18381"/>
                  <a:pt x="1612295" y="28658"/>
                  <a:pt x="1619312" y="40537"/>
                </a:cubicBezTo>
                <a:cubicBezTo>
                  <a:pt x="1626347" y="52969"/>
                  <a:pt x="1630123" y="67022"/>
                  <a:pt x="1630123" y="81074"/>
                </a:cubicBezTo>
                <a:lnTo>
                  <a:pt x="1630123" y="422132"/>
                </a:lnTo>
                <a:cubicBezTo>
                  <a:pt x="1630123" y="436185"/>
                  <a:pt x="1626347" y="450237"/>
                  <a:pt x="1619312" y="462135"/>
                </a:cubicBezTo>
                <a:cubicBezTo>
                  <a:pt x="1612295" y="474567"/>
                  <a:pt x="1602018" y="484825"/>
                  <a:pt x="1590120" y="491861"/>
                </a:cubicBezTo>
                <a:cubicBezTo>
                  <a:pt x="1577688" y="498878"/>
                  <a:pt x="1563635" y="502672"/>
                  <a:pt x="1549582" y="502672"/>
                </a:cubicBezTo>
                <a:lnTo>
                  <a:pt x="80540" y="502672"/>
                </a:lnTo>
                <a:cubicBezTo>
                  <a:pt x="66488" y="502672"/>
                  <a:pt x="52435" y="498878"/>
                  <a:pt x="40537" y="491861"/>
                </a:cubicBezTo>
                <a:cubicBezTo>
                  <a:pt x="28105" y="484825"/>
                  <a:pt x="17847" y="474567"/>
                  <a:pt x="10811" y="462668"/>
                </a:cubicBezTo>
                <a:cubicBezTo>
                  <a:pt x="3794" y="450237"/>
                  <a:pt x="0" y="436185"/>
                  <a:pt x="0" y="422132"/>
                </a:cubicBezTo>
                <a:lnTo>
                  <a:pt x="534" y="80540"/>
                </a:lnTo>
              </a:path>
            </a:pathLst>
          </a:custGeom>
          <a:solidFill xmlns:a="http://schemas.openxmlformats.org/drawingml/2006/main">
            <a:srgbClr val="FDFAEB"/>
          </a:solidFill>
          <a:ln xmlns:a="http://schemas.openxmlformats.org/drawingml/2006/main" w="22369">
            <a:solidFill>
              <a:srgbClr val="B08B20"/>
            </a:solidFill>
            <a:prstDash val="dash"/>
          </a:ln>
        </p:spPr>
      </p:sp>
      <p:sp>
        <p:nvSpPr>
          <p:cNvPr id="190" name="text-168 Robustness">
            <a:extLst xmlns:a="http://schemas.openxmlformats.org/drawingml/2006/main">
              <a:ext uri="{FF2B5EF4-FFF2-40B4-BE49-F238E27FC236}">
                <a16:creationId xmlns:a16="http://schemas.microsoft.com/office/drawing/2014/main" id="{A46AE258-4338-4116-9586-97954DA5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342" y="7069672"/>
            <a:ext cx="713629" cy="169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2" b="1" i="0">
                <a:solidFill>
                  <a:srgbClr val="B08B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52" b="1" i="0">
                <a:solidFill>
                  <a:srgbClr val="B08B20"/>
                </a:solidFill>
                <a:latin typeface="Arial"/>
                <a:ea typeface="Arial"/>
                <a:cs typeface="Arial"/>
              </a:defRPr>
            </a:pPr>
            <a:r>
              <a:rPr sz="952" b="1" i="0">
                <a:solidFill>
                  <a:srgbClr val="B08B20"/>
                </a:solidFill>
                <a:latin typeface="Arial"/>
                <a:ea typeface="Arial"/>
                <a:cs typeface="Arial"/>
              </a:rPr>
              <a:t>Robustness</a:t>
            </a:r>
          </a:p>
        </p:txBody>
      </p:sp>
      <p:sp>
        <p:nvSpPr>
          <p:cNvPr id="191" name="text-168 Diagnostics">
            <a:extLst xmlns:a="http://schemas.openxmlformats.org/drawingml/2006/main">
              <a:ext uri="{FF2B5EF4-FFF2-40B4-BE49-F238E27FC236}">
                <a16:creationId xmlns:a16="http://schemas.microsoft.com/office/drawing/2014/main" id="{D140A52A-6941-441C-8C5C-1804B44B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9172" y="7069023"/>
            <a:ext cx="710818" cy="17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7" b="1" i="0">
                <a:solidFill>
                  <a:srgbClr val="B08B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57" b="1" i="0">
                <a:solidFill>
                  <a:srgbClr val="B08B20"/>
                </a:solidFill>
                <a:latin typeface="Arial"/>
                <a:ea typeface="Arial"/>
                <a:cs typeface="Arial"/>
              </a:defRPr>
            </a:pPr>
            <a:r>
              <a:rPr sz="957" b="1" i="0">
                <a:solidFill>
                  <a:srgbClr val="B08B20"/>
                </a:solidFill>
                <a:latin typeface="Arial"/>
                <a:ea typeface="Arial"/>
                <a:cs typeface="Arial"/>
              </a:rPr>
              <a:t>Diagnostics</a:t>
            </a:r>
          </a:p>
        </p:txBody>
      </p:sp>
      <p:sp>
        <p:nvSpPr>
          <p:cNvPr id="192" name="text-168 /">
            <a:extLst xmlns:a="http://schemas.openxmlformats.org/drawingml/2006/main">
              <a:ext uri="{FF2B5EF4-FFF2-40B4-BE49-F238E27FC236}">
                <a16:creationId xmlns:a16="http://schemas.microsoft.com/office/drawing/2014/main" id="{E193B5BA-ACCF-424A-969B-8CA9514A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1074" y="7044117"/>
            <a:ext cx="89295" cy="205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3" b="1" i="0">
                <a:solidFill>
                  <a:srgbClr val="B08B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3" b="1" i="0">
                <a:solidFill>
                  <a:srgbClr val="B08B20"/>
                </a:solidFill>
                <a:latin typeface="Arial"/>
                <a:ea typeface="Arial"/>
                <a:cs typeface="Arial"/>
              </a:defRPr>
            </a:pPr>
            <a:r>
              <a:rPr sz="1153" b="1" i="0">
                <a:solidFill>
                  <a:srgbClr val="B08B20"/>
                </a:solidFill>
                <a:latin typeface="Arial"/>
                <a:ea typeface="Arial"/>
                <a:cs typeface="Arial"/>
              </a:rPr>
              <a:t>/</a:t>
            </a:r>
          </a:p>
        </p:txBody>
      </p:sp>
      <p:sp>
        <p:nvSpPr>
          <p:cNvPr id="193" name="text-169 Reacquire">
            <a:extLst xmlns:a="http://schemas.openxmlformats.org/drawingml/2006/main">
              <a:ext uri="{FF2B5EF4-FFF2-40B4-BE49-F238E27FC236}">
                <a16:creationId xmlns:a16="http://schemas.microsoft.com/office/drawing/2014/main" id="{B5C33302-BEAC-4AC7-99DD-FABD0346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1455" y="7251499"/>
            <a:ext cx="626701" cy="174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4" b="1" i="0">
                <a:solidFill>
                  <a:srgbClr val="B08B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4" b="1" i="0">
                <a:solidFill>
                  <a:srgbClr val="B08B20"/>
                </a:solidFill>
                <a:latin typeface="Arial"/>
                <a:ea typeface="Arial"/>
                <a:cs typeface="Arial"/>
              </a:defRPr>
            </a:pPr>
            <a:r>
              <a:rPr sz="984" b="1" i="0">
                <a:solidFill>
                  <a:srgbClr val="B08B20"/>
                </a:solidFill>
                <a:latin typeface="Arial"/>
                <a:ea typeface="Arial"/>
                <a:cs typeface="Arial"/>
              </a:rPr>
              <a:t>Reacquire</a:t>
            </a:r>
          </a:p>
        </p:txBody>
      </p:sp>
      <p:sp>
        <p:nvSpPr>
          <p:cNvPr id="194" name="text-169 /">
            <a:extLst xmlns:a="http://schemas.openxmlformats.org/drawingml/2006/main">
              <a:ext uri="{FF2B5EF4-FFF2-40B4-BE49-F238E27FC236}">
                <a16:creationId xmlns:a16="http://schemas.microsoft.com/office/drawing/2014/main" id="{E01C1758-78D9-4A60-AC01-41FF3FC1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8410" y="7229996"/>
            <a:ext cx="89295" cy="205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53" b="1" i="0">
                <a:solidFill>
                  <a:srgbClr val="B08B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53" b="1" i="0">
                <a:solidFill>
                  <a:srgbClr val="B08B20"/>
                </a:solidFill>
                <a:latin typeface="Arial"/>
                <a:ea typeface="Arial"/>
                <a:cs typeface="Arial"/>
              </a:defRPr>
            </a:pPr>
            <a:r>
              <a:rPr sz="1153" b="1" i="0">
                <a:solidFill>
                  <a:srgbClr val="B08B20"/>
                </a:solidFill>
                <a:latin typeface="Arial"/>
                <a:ea typeface="Arial"/>
                <a:cs typeface="Arial"/>
              </a:rPr>
              <a:t>/</a:t>
            </a:r>
          </a:p>
        </p:txBody>
      </p:sp>
      <p:sp>
        <p:nvSpPr>
          <p:cNvPr id="195" name="text-169 Exclude">
            <a:extLst xmlns:a="http://schemas.openxmlformats.org/drawingml/2006/main">
              <a:ext uri="{FF2B5EF4-FFF2-40B4-BE49-F238E27FC236}">
                <a16:creationId xmlns:a16="http://schemas.microsoft.com/office/drawing/2014/main" id="{6A37DA57-5A54-419D-B2D8-D0CE9CD8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4634" y="7255703"/>
            <a:ext cx="484756" cy="1690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1" b="1" i="0">
                <a:solidFill>
                  <a:srgbClr val="B08B2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51" b="1" i="0">
                <a:solidFill>
                  <a:srgbClr val="B08B20"/>
                </a:solidFill>
                <a:latin typeface="Arial"/>
                <a:ea typeface="Arial"/>
                <a:cs typeface="Arial"/>
              </a:defRPr>
            </a:pPr>
            <a:r>
              <a:rPr sz="951" b="1" i="0">
                <a:solidFill>
                  <a:srgbClr val="B08B20"/>
                </a:solidFill>
                <a:latin typeface="Arial"/>
                <a:ea typeface="Arial"/>
                <a:cs typeface="Arial"/>
              </a:rPr>
              <a:t>Exclude</a:t>
            </a:r>
          </a:p>
        </p:txBody>
      </p:sp>
      <p:sp>
        <p:nvSpPr>
          <p:cNvPr id="196" name="path-170">
            <a:extLst xmlns:a="http://schemas.openxmlformats.org/drawingml/2006/main">
              <a:ext uri="{FF2B5EF4-FFF2-40B4-BE49-F238E27FC236}">
                <a16:creationId xmlns:a16="http://schemas.microsoft.com/office/drawing/2014/main" id="{38AB62D9-6D53-4B5E-B6FD-B8176D35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839" y="7455276"/>
            <a:ext cx="191" cy="303066"/>
          </a:xfrm>
          <a:custGeom xmlns:a="http://schemas.openxmlformats.org/drawingml/2006/main">
            <a:pathLst>
              <a:path w="191" h="307556">
                <a:moveTo>
                  <a:pt x="0" y="0"/>
                </a:moveTo>
                <a:lnTo>
                  <a:pt x="0" y="307556"/>
                </a:lnTo>
              </a:path>
            </a:pathLst>
          </a:custGeom>
          <a:noFill xmlns:a="http://schemas.openxmlformats.org/drawingml/2006/main"/>
          <a:ln xmlns:a="http://schemas.openxmlformats.org/drawingml/2006/main" w="34086">
            <a:solidFill>
              <a:srgbClr val="AE3639"/>
            </a:solidFill>
            <a:prstDash val="solid"/>
          </a:ln>
        </p:spPr>
      </p:sp>
      <p:sp>
        <p:nvSpPr>
          <p:cNvPr id="197" name="path-171">
            <a:extLst xmlns:a="http://schemas.openxmlformats.org/drawingml/2006/main">
              <a:ext uri="{FF2B5EF4-FFF2-40B4-BE49-F238E27FC236}">
                <a16:creationId xmlns:a16="http://schemas.microsoft.com/office/drawing/2014/main" id="{E98E6EE0-011D-49B4-971A-E072096D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61" y="7753531"/>
            <a:ext cx="74555" cy="74574"/>
          </a:xfrm>
          <a:custGeom xmlns:a="http://schemas.openxmlformats.org/drawingml/2006/main">
            <a:pathLst>
              <a:path w="75659" h="75678">
                <a:moveTo>
                  <a:pt x="37830" y="75678"/>
                </a:moveTo>
                <a:lnTo>
                  <a:pt x="0" y="0"/>
                </a:lnTo>
                <a:lnTo>
                  <a:pt x="75659" y="0"/>
                </a:lnTo>
                <a:lnTo>
                  <a:pt x="37830" y="75678"/>
                </a:lnTo>
              </a:path>
            </a:pathLst>
          </a:custGeom>
          <a:solidFill xmlns:a="http://schemas.openxmlformats.org/drawingml/2006/main">
            <a:srgbClr val="AE36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ath-172">
            <a:extLst xmlns:a="http://schemas.openxmlformats.org/drawingml/2006/main">
              <a:ext uri="{FF2B5EF4-FFF2-40B4-BE49-F238E27FC236}">
                <a16:creationId xmlns:a16="http://schemas.microsoft.com/office/drawing/2014/main" id="{3269E826-0B86-4388-B561-B9F47F09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8811" y="7460612"/>
            <a:ext cx="191" cy="303047"/>
          </a:xfrm>
          <a:custGeom xmlns:a="http://schemas.openxmlformats.org/drawingml/2006/main">
            <a:pathLst>
              <a:path w="191" h="307537">
                <a:moveTo>
                  <a:pt x="0" y="0"/>
                </a:moveTo>
                <a:lnTo>
                  <a:pt x="0" y="307537"/>
                </a:lnTo>
              </a:path>
            </a:pathLst>
          </a:custGeom>
          <a:noFill xmlns:a="http://schemas.openxmlformats.org/drawingml/2006/main"/>
          <a:ln xmlns:a="http://schemas.openxmlformats.org/drawingml/2006/main" w="34086">
            <a:solidFill>
              <a:srgbClr val="C16628"/>
            </a:solidFill>
            <a:prstDash val="solid"/>
          </a:ln>
        </p:spPr>
      </p:sp>
      <p:sp>
        <p:nvSpPr>
          <p:cNvPr id="199" name="path-173">
            <a:extLst xmlns:a="http://schemas.openxmlformats.org/drawingml/2006/main">
              <a:ext uri="{FF2B5EF4-FFF2-40B4-BE49-F238E27FC236}">
                <a16:creationId xmlns:a16="http://schemas.microsoft.com/office/drawing/2014/main" id="{D3D15339-CE6E-4C6A-9ECB-51BB20B9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515" y="7758868"/>
            <a:ext cx="74573" cy="74555"/>
          </a:xfrm>
          <a:custGeom xmlns:a="http://schemas.openxmlformats.org/drawingml/2006/main">
            <a:pathLst>
              <a:path w="75678" h="75659">
                <a:moveTo>
                  <a:pt x="37849" y="75659"/>
                </a:moveTo>
                <a:lnTo>
                  <a:pt x="0" y="0"/>
                </a:lnTo>
                <a:lnTo>
                  <a:pt x="75678" y="0"/>
                </a:lnTo>
                <a:lnTo>
                  <a:pt x="37849" y="75659"/>
                </a:lnTo>
              </a:path>
            </a:pathLst>
          </a:custGeom>
          <a:solidFill xmlns:a="http://schemas.openxmlformats.org/drawingml/2006/main">
            <a:srgbClr val="C16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path-174">
            <a:extLst xmlns:a="http://schemas.openxmlformats.org/drawingml/2006/main">
              <a:ext uri="{FF2B5EF4-FFF2-40B4-BE49-F238E27FC236}">
                <a16:creationId xmlns:a16="http://schemas.microsoft.com/office/drawing/2014/main" id="{EF6DC8AF-2859-4DE8-B06B-081F418D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4460" y="6635081"/>
            <a:ext cx="191" cy="1098215"/>
          </a:xfrm>
          <a:custGeom xmlns:a="http://schemas.openxmlformats.org/drawingml/2006/main">
            <a:pathLst>
              <a:path w="191" h="1114485">
                <a:moveTo>
                  <a:pt x="0" y="0"/>
                </a:moveTo>
                <a:lnTo>
                  <a:pt x="0" y="1114485"/>
                </a:lnTo>
              </a:path>
            </a:pathLst>
          </a:custGeom>
          <a:noFill xmlns:a="http://schemas.openxmlformats.org/drawingml/2006/main"/>
          <a:ln xmlns:a="http://schemas.openxmlformats.org/drawingml/2006/main" w="34086">
            <a:solidFill>
              <a:srgbClr val="111111"/>
            </a:solidFill>
            <a:prstDash val="solid"/>
          </a:ln>
        </p:spPr>
      </p:sp>
      <p:sp>
        <p:nvSpPr>
          <p:cNvPr id="201" name="path-175">
            <a:extLst xmlns:a="http://schemas.openxmlformats.org/drawingml/2006/main">
              <a:ext uri="{FF2B5EF4-FFF2-40B4-BE49-F238E27FC236}">
                <a16:creationId xmlns:a16="http://schemas.microsoft.com/office/drawing/2014/main" id="{83244DF8-9CA6-41EA-944E-45E0C28C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543" y="7725836"/>
            <a:ext cx="111832" cy="111852"/>
          </a:xfrm>
          <a:custGeom xmlns:a="http://schemas.openxmlformats.org/drawingml/2006/main">
            <a:pathLst>
              <a:path w="113489" h="113509">
                <a:moveTo>
                  <a:pt x="56745" y="113509"/>
                </a:moveTo>
                <a:lnTo>
                  <a:pt x="0" y="0"/>
                </a:lnTo>
                <a:lnTo>
                  <a:pt x="113489" y="0"/>
                </a:lnTo>
                <a:lnTo>
                  <a:pt x="56745" y="113509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path-176">
            <a:extLst xmlns:a="http://schemas.openxmlformats.org/drawingml/2006/main">
              <a:ext uri="{FF2B5EF4-FFF2-40B4-BE49-F238E27FC236}">
                <a16:creationId xmlns:a16="http://schemas.microsoft.com/office/drawing/2014/main" id="{86CFFAF8-7E45-4710-91DB-AAF0D2C2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04" y="7842479"/>
            <a:ext cx="4518052" cy="843644"/>
          </a:xfrm>
          <a:custGeom xmlns:a="http://schemas.openxmlformats.org/drawingml/2006/main">
            <a:pathLst>
              <a:path w="4584986" h="856142">
                <a:moveTo>
                  <a:pt x="0" y="136751"/>
                </a:moveTo>
                <a:lnTo>
                  <a:pt x="0" y="136751"/>
                </a:lnTo>
                <a:cubicBezTo>
                  <a:pt x="0" y="112974"/>
                  <a:pt x="6483" y="89178"/>
                  <a:pt x="18362" y="68109"/>
                </a:cubicBezTo>
                <a:cubicBezTo>
                  <a:pt x="30260" y="47573"/>
                  <a:pt x="47554" y="30279"/>
                  <a:pt x="68642" y="18381"/>
                </a:cubicBezTo>
                <a:cubicBezTo>
                  <a:pt x="89178" y="5949"/>
                  <a:pt x="112955" y="0"/>
                  <a:pt x="136732" y="0"/>
                </a:cubicBezTo>
                <a:lnTo>
                  <a:pt x="4447701" y="0"/>
                </a:lnTo>
                <a:cubicBezTo>
                  <a:pt x="4471478" y="0"/>
                  <a:pt x="4495255" y="6484"/>
                  <a:pt x="4516344" y="18381"/>
                </a:cubicBezTo>
                <a:cubicBezTo>
                  <a:pt x="4536879" y="30279"/>
                  <a:pt x="4554173" y="47573"/>
                  <a:pt x="4566052" y="68642"/>
                </a:cubicBezTo>
                <a:cubicBezTo>
                  <a:pt x="4578484" y="89178"/>
                  <a:pt x="4584433" y="112974"/>
                  <a:pt x="4584433" y="136751"/>
                </a:cubicBezTo>
                <a:lnTo>
                  <a:pt x="4584986" y="718858"/>
                </a:lnTo>
                <a:cubicBezTo>
                  <a:pt x="4584986" y="742635"/>
                  <a:pt x="4578484" y="766431"/>
                  <a:pt x="4566605" y="787500"/>
                </a:cubicBezTo>
                <a:cubicBezTo>
                  <a:pt x="4554707" y="808036"/>
                  <a:pt x="4537413" y="825330"/>
                  <a:pt x="4516344" y="837227"/>
                </a:cubicBezTo>
                <a:cubicBezTo>
                  <a:pt x="4495789" y="849660"/>
                  <a:pt x="4472012" y="855609"/>
                  <a:pt x="4448235" y="855609"/>
                </a:cubicBezTo>
                <a:lnTo>
                  <a:pt x="136732" y="856142"/>
                </a:lnTo>
                <a:cubicBezTo>
                  <a:pt x="112955" y="856142"/>
                  <a:pt x="89178" y="849660"/>
                  <a:pt x="68089" y="837761"/>
                </a:cubicBezTo>
                <a:cubicBezTo>
                  <a:pt x="47554" y="825883"/>
                  <a:pt x="30260" y="808588"/>
                  <a:pt x="18362" y="787500"/>
                </a:cubicBezTo>
                <a:cubicBezTo>
                  <a:pt x="5930" y="766964"/>
                  <a:pt x="0" y="743187"/>
                  <a:pt x="0" y="719391"/>
                </a:cubicBezTo>
                <a:lnTo>
                  <a:pt x="0" y="13675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4499">
            <a:solidFill>
              <a:srgbClr val="6B8FC4"/>
            </a:solidFill>
            <a:prstDash val="solid"/>
          </a:ln>
        </p:spPr>
      </p:sp>
      <p:sp>
        <p:nvSpPr>
          <p:cNvPr id="203" name="text-177 Human">
            <a:extLst xmlns:a="http://schemas.openxmlformats.org/drawingml/2006/main">
              <a:ext uri="{FF2B5EF4-FFF2-40B4-BE49-F238E27FC236}">
                <a16:creationId xmlns:a16="http://schemas.microsoft.com/office/drawing/2014/main" id="{42B9132D-6DEA-4D36-BCD5-5CB681FE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7564" y="7876130"/>
            <a:ext cx="803362" cy="315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3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3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1773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Human</a:t>
            </a:r>
          </a:p>
        </p:txBody>
      </p:sp>
      <p:sp>
        <p:nvSpPr>
          <p:cNvPr id="204" name="text-177 +">
            <a:extLst xmlns:a="http://schemas.openxmlformats.org/drawingml/2006/main">
              <a:ext uri="{FF2B5EF4-FFF2-40B4-BE49-F238E27FC236}">
                <a16:creationId xmlns:a16="http://schemas.microsoft.com/office/drawing/2014/main" id="{29BB2355-8CA2-4417-BEE3-BDB0C5C3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2608" y="7875984"/>
            <a:ext cx="172134" cy="315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4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4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1774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05" name="text-177 Stronger-Model">
            <a:extLst xmlns:a="http://schemas.openxmlformats.org/drawingml/2006/main">
              <a:ext uri="{FF2B5EF4-FFF2-40B4-BE49-F238E27FC236}">
                <a16:creationId xmlns:a16="http://schemas.microsoft.com/office/drawing/2014/main" id="{98E797A7-B847-46B7-A816-60E8C56C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6590" y="7876120"/>
            <a:ext cx="1703655" cy="315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3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3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1773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Stronger-Model</a:t>
            </a:r>
          </a:p>
        </p:txBody>
      </p:sp>
      <p:sp>
        <p:nvSpPr>
          <p:cNvPr id="206" name="text-177 Review">
            <a:extLst xmlns:a="http://schemas.openxmlformats.org/drawingml/2006/main">
              <a:ext uri="{FF2B5EF4-FFF2-40B4-BE49-F238E27FC236}">
                <a16:creationId xmlns:a16="http://schemas.microsoft.com/office/drawing/2014/main" id="{8D238400-5EFA-4C9A-BF3E-98CE79E7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1927" y="7876134"/>
            <a:ext cx="816200" cy="31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3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3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1773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07" name="path-178">
            <a:extLst xmlns:a="http://schemas.openxmlformats.org/drawingml/2006/main">
              <a:ext uri="{FF2B5EF4-FFF2-40B4-BE49-F238E27FC236}">
                <a16:creationId xmlns:a16="http://schemas.microsoft.com/office/drawing/2014/main" id="{6BD4A06B-0863-48B8-A195-E989AE67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268" y="8199864"/>
            <a:ext cx="166170" cy="166170"/>
          </a:xfrm>
          <a:custGeom xmlns:a="http://schemas.openxmlformats.org/drawingml/2006/main">
            <a:pathLst>
              <a:path w="168631" h="168632">
                <a:moveTo>
                  <a:pt x="0" y="84316"/>
                </a:moveTo>
                <a:lnTo>
                  <a:pt x="0" y="84316"/>
                </a:lnTo>
                <a:cubicBezTo>
                  <a:pt x="0" y="69710"/>
                  <a:pt x="3775" y="55123"/>
                  <a:pt x="11345" y="42157"/>
                </a:cubicBezTo>
                <a:cubicBezTo>
                  <a:pt x="18915" y="29173"/>
                  <a:pt x="29173" y="18915"/>
                  <a:pt x="42158" y="11345"/>
                </a:cubicBezTo>
                <a:cubicBezTo>
                  <a:pt x="55124" y="3776"/>
                  <a:pt x="69710" y="0"/>
                  <a:pt x="84316" y="0"/>
                </a:cubicBezTo>
                <a:cubicBezTo>
                  <a:pt x="98903" y="0"/>
                  <a:pt x="113489" y="3776"/>
                  <a:pt x="126474" y="11345"/>
                </a:cubicBezTo>
                <a:cubicBezTo>
                  <a:pt x="139439" y="18915"/>
                  <a:pt x="149698" y="29173"/>
                  <a:pt x="157267" y="42157"/>
                </a:cubicBezTo>
                <a:cubicBezTo>
                  <a:pt x="164837" y="55123"/>
                  <a:pt x="168631" y="69710"/>
                  <a:pt x="168631" y="84316"/>
                </a:cubicBezTo>
                <a:cubicBezTo>
                  <a:pt x="168631" y="98903"/>
                  <a:pt x="164837" y="113489"/>
                  <a:pt x="157267" y="126473"/>
                </a:cubicBezTo>
                <a:cubicBezTo>
                  <a:pt x="149698" y="139439"/>
                  <a:pt x="139439" y="149717"/>
                  <a:pt x="126474" y="157287"/>
                </a:cubicBezTo>
                <a:cubicBezTo>
                  <a:pt x="113489" y="164837"/>
                  <a:pt x="98903" y="168632"/>
                  <a:pt x="84316" y="168632"/>
                </a:cubicBezTo>
                <a:cubicBezTo>
                  <a:pt x="69710" y="168632"/>
                  <a:pt x="55124" y="164837"/>
                  <a:pt x="42158" y="157287"/>
                </a:cubicBezTo>
                <a:cubicBezTo>
                  <a:pt x="29173" y="149717"/>
                  <a:pt x="18915" y="139439"/>
                  <a:pt x="11345" y="126473"/>
                </a:cubicBezTo>
                <a:cubicBezTo>
                  <a:pt x="3775" y="113489"/>
                  <a:pt x="0" y="98903"/>
                  <a:pt x="0" y="84316"/>
                </a:cubicBezTo>
              </a:path>
            </a:pathLst>
          </a:custGeom>
          <a:solidFill xmlns:a="http://schemas.openxmlformats.org/drawingml/2006/main">
            <a:srgbClr val="86A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path-179">
            <a:extLst xmlns:a="http://schemas.openxmlformats.org/drawingml/2006/main">
              <a:ext uri="{FF2B5EF4-FFF2-40B4-BE49-F238E27FC236}">
                <a16:creationId xmlns:a16="http://schemas.microsoft.com/office/drawing/2014/main" id="{D9D8D40B-20AC-42CD-A449-5C636FC6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710" y="8400643"/>
            <a:ext cx="340325" cy="177895"/>
          </a:xfrm>
          <a:custGeom xmlns:a="http://schemas.openxmlformats.org/drawingml/2006/main">
            <a:pathLst>
              <a:path w="345366" h="180530">
                <a:moveTo>
                  <a:pt x="81074" y="0"/>
                </a:moveTo>
                <a:lnTo>
                  <a:pt x="263758" y="0"/>
                </a:lnTo>
                <a:cubicBezTo>
                  <a:pt x="277811" y="0"/>
                  <a:pt x="291863" y="3795"/>
                  <a:pt x="304295" y="10811"/>
                </a:cubicBezTo>
                <a:cubicBezTo>
                  <a:pt x="316727" y="17847"/>
                  <a:pt x="326985" y="28105"/>
                  <a:pt x="334021" y="40537"/>
                </a:cubicBezTo>
                <a:cubicBezTo>
                  <a:pt x="341038" y="52969"/>
                  <a:pt x="344833" y="67022"/>
                  <a:pt x="344833" y="81075"/>
                </a:cubicBezTo>
                <a:lnTo>
                  <a:pt x="345366" y="180530"/>
                </a:lnTo>
                <a:lnTo>
                  <a:pt x="0" y="180530"/>
                </a:lnTo>
                <a:lnTo>
                  <a:pt x="0" y="81075"/>
                </a:lnTo>
                <a:cubicBezTo>
                  <a:pt x="0" y="67022"/>
                  <a:pt x="3775" y="52969"/>
                  <a:pt x="10811" y="40537"/>
                </a:cubicBezTo>
                <a:cubicBezTo>
                  <a:pt x="17828" y="28105"/>
                  <a:pt x="28105" y="17847"/>
                  <a:pt x="40537" y="10811"/>
                </a:cubicBezTo>
                <a:cubicBezTo>
                  <a:pt x="52969" y="3795"/>
                  <a:pt x="67022" y="0"/>
                  <a:pt x="81074" y="0"/>
                </a:cubicBezTo>
              </a:path>
            </a:pathLst>
          </a:custGeom>
          <a:solidFill xmlns:a="http://schemas.openxmlformats.org/drawingml/2006/main">
            <a:srgbClr val="86A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text-180 +">
            <a:extLst xmlns:a="http://schemas.openxmlformats.org/drawingml/2006/main">
              <a:ext uri="{FF2B5EF4-FFF2-40B4-BE49-F238E27FC236}">
                <a16:creationId xmlns:a16="http://schemas.microsoft.com/office/drawing/2014/main" id="{0A8EEE5C-0BD0-4FDE-84DE-0983C741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5618" y="8229058"/>
            <a:ext cx="195731" cy="3587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18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18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2018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10" name="path-181">
            <a:extLst xmlns:a="http://schemas.openxmlformats.org/drawingml/2006/main">
              <a:ext uri="{FF2B5EF4-FFF2-40B4-BE49-F238E27FC236}">
                <a16:creationId xmlns:a16="http://schemas.microsoft.com/office/drawing/2014/main" id="{12E5957A-8FA9-43FF-A1A0-1F95D9A8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907" y="8185471"/>
            <a:ext cx="49001" cy="49002"/>
          </a:xfrm>
          <a:custGeom xmlns:a="http://schemas.openxmlformats.org/drawingml/2006/main">
            <a:pathLst>
              <a:path w="49727" h="49728">
                <a:moveTo>
                  <a:pt x="0" y="24864"/>
                </a:moveTo>
                <a:lnTo>
                  <a:pt x="0" y="24864"/>
                </a:lnTo>
                <a:cubicBezTo>
                  <a:pt x="0" y="20555"/>
                  <a:pt x="1068" y="16227"/>
                  <a:pt x="3241" y="12433"/>
                </a:cubicBezTo>
                <a:cubicBezTo>
                  <a:pt x="5396" y="8657"/>
                  <a:pt x="8637" y="5416"/>
                  <a:pt x="12432" y="3242"/>
                </a:cubicBezTo>
                <a:cubicBezTo>
                  <a:pt x="16207" y="1087"/>
                  <a:pt x="20535" y="0"/>
                  <a:pt x="24864" y="0"/>
                </a:cubicBezTo>
                <a:cubicBezTo>
                  <a:pt x="29173" y="0"/>
                  <a:pt x="33501" y="1087"/>
                  <a:pt x="37296" y="3242"/>
                </a:cubicBezTo>
                <a:cubicBezTo>
                  <a:pt x="41071" y="5416"/>
                  <a:pt x="44312" y="8657"/>
                  <a:pt x="46467" y="12433"/>
                </a:cubicBezTo>
                <a:cubicBezTo>
                  <a:pt x="48640" y="16227"/>
                  <a:pt x="49727" y="20555"/>
                  <a:pt x="49727" y="24864"/>
                </a:cubicBezTo>
                <a:cubicBezTo>
                  <a:pt x="49727" y="29193"/>
                  <a:pt x="48640" y="33521"/>
                  <a:pt x="46467" y="37297"/>
                </a:cubicBezTo>
                <a:cubicBezTo>
                  <a:pt x="44312" y="41091"/>
                  <a:pt x="41071" y="44332"/>
                  <a:pt x="37296" y="46487"/>
                </a:cubicBezTo>
                <a:cubicBezTo>
                  <a:pt x="33501" y="48660"/>
                  <a:pt x="29173" y="49728"/>
                  <a:pt x="24864" y="49728"/>
                </a:cubicBezTo>
                <a:cubicBezTo>
                  <a:pt x="20535" y="49728"/>
                  <a:pt x="16207" y="48660"/>
                  <a:pt x="12432" y="46487"/>
                </a:cubicBezTo>
                <a:cubicBezTo>
                  <a:pt x="8637" y="44332"/>
                  <a:pt x="5396" y="41091"/>
                  <a:pt x="3241" y="37297"/>
                </a:cubicBezTo>
                <a:cubicBezTo>
                  <a:pt x="1068" y="33521"/>
                  <a:pt x="0" y="29193"/>
                  <a:pt x="0" y="24864"/>
                </a:cubicBezTo>
              </a:path>
            </a:pathLst>
          </a:custGeom>
          <a:solidFill xmlns:a="http://schemas.openxmlformats.org/drawingml/2006/main">
            <a:srgbClr val="5C72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path-182">
            <a:extLst xmlns:a="http://schemas.openxmlformats.org/drawingml/2006/main">
              <a:ext uri="{FF2B5EF4-FFF2-40B4-BE49-F238E27FC236}">
                <a16:creationId xmlns:a16="http://schemas.microsoft.com/office/drawing/2014/main" id="{F71897D5-05DC-4A5E-BB6C-DA1FF030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0934" y="8226488"/>
            <a:ext cx="191" cy="49002"/>
          </a:xfrm>
          <a:custGeom xmlns:a="http://schemas.openxmlformats.org/drawingml/2006/main">
            <a:pathLst>
              <a:path w="191" h="49728">
                <a:moveTo>
                  <a:pt x="0" y="0"/>
                </a:moveTo>
                <a:lnTo>
                  <a:pt x="0" y="49728"/>
                </a:lnTo>
              </a:path>
            </a:pathLst>
          </a:custGeom>
          <a:noFill xmlns:a="http://schemas.openxmlformats.org/drawingml/2006/main"/>
          <a:ln xmlns:a="http://schemas.openxmlformats.org/drawingml/2006/main" w="18641">
            <a:solidFill>
              <a:srgbClr val="5C728A"/>
            </a:solidFill>
            <a:prstDash val="solid"/>
          </a:ln>
        </p:spPr>
      </p:sp>
      <p:sp>
        <p:nvSpPr>
          <p:cNvPr id="212" name="path-183">
            <a:extLst xmlns:a="http://schemas.openxmlformats.org/drawingml/2006/main">
              <a:ext uri="{FF2B5EF4-FFF2-40B4-BE49-F238E27FC236}">
                <a16:creationId xmlns:a16="http://schemas.microsoft.com/office/drawing/2014/main" id="{9A6CCE88-CB15-42A3-B40A-DCFDADE8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6887" y="8266434"/>
            <a:ext cx="326496" cy="188002"/>
          </a:xfrm>
          <a:custGeom xmlns:a="http://schemas.openxmlformats.org/drawingml/2006/main">
            <a:pathLst>
              <a:path w="331333" h="190787">
                <a:moveTo>
                  <a:pt x="553" y="57297"/>
                </a:moveTo>
                <a:lnTo>
                  <a:pt x="553" y="57297"/>
                </a:lnTo>
                <a:cubicBezTo>
                  <a:pt x="553" y="47019"/>
                  <a:pt x="3242" y="37296"/>
                  <a:pt x="8104" y="28639"/>
                </a:cubicBezTo>
                <a:cubicBezTo>
                  <a:pt x="12985" y="20001"/>
                  <a:pt x="20536" y="12965"/>
                  <a:pt x="29192" y="8103"/>
                </a:cubicBezTo>
                <a:cubicBezTo>
                  <a:pt x="37830" y="2707"/>
                  <a:pt x="47573" y="0"/>
                  <a:pt x="57831" y="0"/>
                </a:cubicBezTo>
                <a:lnTo>
                  <a:pt x="274036" y="533"/>
                </a:lnTo>
                <a:cubicBezTo>
                  <a:pt x="284294" y="533"/>
                  <a:pt x="294037" y="3241"/>
                  <a:pt x="302675" y="8103"/>
                </a:cubicBezTo>
                <a:cubicBezTo>
                  <a:pt x="311331" y="12965"/>
                  <a:pt x="318348" y="20536"/>
                  <a:pt x="323210" y="29191"/>
                </a:cubicBezTo>
                <a:cubicBezTo>
                  <a:pt x="328625" y="37829"/>
                  <a:pt x="331333" y="47573"/>
                  <a:pt x="331333" y="57830"/>
                </a:cubicBezTo>
                <a:lnTo>
                  <a:pt x="331333" y="133509"/>
                </a:lnTo>
                <a:cubicBezTo>
                  <a:pt x="331333" y="143767"/>
                  <a:pt x="328625" y="153492"/>
                  <a:pt x="323764" y="162148"/>
                </a:cubicBezTo>
                <a:cubicBezTo>
                  <a:pt x="318901" y="170804"/>
                  <a:pt x="311331" y="177821"/>
                  <a:pt x="302675" y="182683"/>
                </a:cubicBezTo>
                <a:cubicBezTo>
                  <a:pt x="294037" y="188099"/>
                  <a:pt x="284294" y="190787"/>
                  <a:pt x="274036" y="190787"/>
                </a:cubicBezTo>
                <a:lnTo>
                  <a:pt x="57297" y="190787"/>
                </a:lnTo>
                <a:cubicBezTo>
                  <a:pt x="47020" y="190787"/>
                  <a:pt x="37296" y="188099"/>
                  <a:pt x="28658" y="183217"/>
                </a:cubicBezTo>
                <a:cubicBezTo>
                  <a:pt x="20002" y="178356"/>
                  <a:pt x="12985" y="170804"/>
                  <a:pt x="8104" y="162148"/>
                </a:cubicBezTo>
                <a:cubicBezTo>
                  <a:pt x="2708" y="153492"/>
                  <a:pt x="0" y="143767"/>
                  <a:pt x="0" y="133509"/>
                </a:cubicBezTo>
                <a:lnTo>
                  <a:pt x="553" y="57297"/>
                </a:lnTo>
              </a:path>
            </a:pathLst>
          </a:custGeom>
          <a:solidFill xmlns:a="http://schemas.openxmlformats.org/drawingml/2006/main">
            <a:srgbClr val="CBD6E2"/>
          </a:solidFill>
          <a:ln xmlns:a="http://schemas.openxmlformats.org/drawingml/2006/main" w="18641">
            <a:solidFill>
              <a:srgbClr val="5C728A"/>
            </a:solidFill>
            <a:prstDash val="solid"/>
          </a:ln>
        </p:spPr>
      </p:sp>
      <p:sp>
        <p:nvSpPr>
          <p:cNvPr id="213" name="path-184">
            <a:extLst xmlns:a="http://schemas.openxmlformats.org/drawingml/2006/main">
              <a:ext uri="{FF2B5EF4-FFF2-40B4-BE49-F238E27FC236}">
                <a16:creationId xmlns:a16="http://schemas.microsoft.com/office/drawing/2014/main" id="{B39D0E84-314E-41B0-B6C2-2F1F5638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476" y="8319700"/>
            <a:ext cx="52722" cy="52722"/>
          </a:xfrm>
          <a:custGeom xmlns:a="http://schemas.openxmlformats.org/drawingml/2006/main">
            <a:pathLst>
              <a:path w="53503" h="53503">
                <a:moveTo>
                  <a:pt x="0" y="27018"/>
                </a:moveTo>
                <a:lnTo>
                  <a:pt x="0" y="27018"/>
                </a:lnTo>
                <a:cubicBezTo>
                  <a:pt x="0" y="22156"/>
                  <a:pt x="1068" y="17828"/>
                  <a:pt x="3775" y="13499"/>
                </a:cubicBezTo>
                <a:cubicBezTo>
                  <a:pt x="5930" y="9724"/>
                  <a:pt x="9171" y="5930"/>
                  <a:pt x="13499" y="3775"/>
                </a:cubicBezTo>
                <a:cubicBezTo>
                  <a:pt x="17294" y="1621"/>
                  <a:pt x="22156" y="0"/>
                  <a:pt x="26484" y="0"/>
                </a:cubicBezTo>
                <a:cubicBezTo>
                  <a:pt x="31347" y="0"/>
                  <a:pt x="36209" y="1621"/>
                  <a:pt x="39984" y="3775"/>
                </a:cubicBezTo>
                <a:cubicBezTo>
                  <a:pt x="44312" y="5930"/>
                  <a:pt x="47554" y="9724"/>
                  <a:pt x="49708" y="13499"/>
                </a:cubicBezTo>
                <a:cubicBezTo>
                  <a:pt x="52416" y="17828"/>
                  <a:pt x="53503" y="22156"/>
                  <a:pt x="53503" y="27018"/>
                </a:cubicBezTo>
                <a:cubicBezTo>
                  <a:pt x="53503" y="31881"/>
                  <a:pt x="52416" y="36208"/>
                  <a:pt x="49708" y="40537"/>
                </a:cubicBezTo>
                <a:cubicBezTo>
                  <a:pt x="47554" y="44313"/>
                  <a:pt x="44312" y="48106"/>
                  <a:pt x="39984" y="50262"/>
                </a:cubicBezTo>
                <a:cubicBezTo>
                  <a:pt x="36209" y="52416"/>
                  <a:pt x="31347" y="53503"/>
                  <a:pt x="26484" y="53503"/>
                </a:cubicBezTo>
                <a:cubicBezTo>
                  <a:pt x="22156" y="53503"/>
                  <a:pt x="17294" y="52416"/>
                  <a:pt x="13499" y="50262"/>
                </a:cubicBezTo>
                <a:cubicBezTo>
                  <a:pt x="9171" y="48106"/>
                  <a:pt x="5930" y="44313"/>
                  <a:pt x="3775" y="40537"/>
                </a:cubicBezTo>
                <a:cubicBezTo>
                  <a:pt x="1068" y="36208"/>
                  <a:pt x="0" y="31881"/>
                  <a:pt x="0" y="27018"/>
                </a:cubicBezTo>
              </a:path>
            </a:pathLst>
          </a:custGeom>
          <a:solidFill xmlns:a="http://schemas.openxmlformats.org/drawingml/2006/main">
            <a:srgbClr val="5C72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path-185">
            <a:extLst xmlns:a="http://schemas.openxmlformats.org/drawingml/2006/main">
              <a:ext uri="{FF2B5EF4-FFF2-40B4-BE49-F238E27FC236}">
                <a16:creationId xmlns:a16="http://schemas.microsoft.com/office/drawing/2014/main" id="{BFCDF995-9336-4AD7-963A-4F0E6662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1950" y="8319700"/>
            <a:ext cx="52722" cy="52722"/>
          </a:xfrm>
          <a:custGeom xmlns:a="http://schemas.openxmlformats.org/drawingml/2006/main">
            <a:pathLst>
              <a:path w="53503" h="53503">
                <a:moveTo>
                  <a:pt x="0" y="27018"/>
                </a:moveTo>
                <a:lnTo>
                  <a:pt x="0" y="27018"/>
                </a:lnTo>
                <a:cubicBezTo>
                  <a:pt x="0" y="22156"/>
                  <a:pt x="1068" y="17828"/>
                  <a:pt x="3775" y="13499"/>
                </a:cubicBezTo>
                <a:cubicBezTo>
                  <a:pt x="5930" y="9724"/>
                  <a:pt x="9190" y="5930"/>
                  <a:pt x="13500" y="3775"/>
                </a:cubicBezTo>
                <a:cubicBezTo>
                  <a:pt x="17294" y="1621"/>
                  <a:pt x="22156" y="0"/>
                  <a:pt x="27018" y="0"/>
                </a:cubicBezTo>
                <a:cubicBezTo>
                  <a:pt x="31347" y="0"/>
                  <a:pt x="36209" y="1621"/>
                  <a:pt x="39984" y="3775"/>
                </a:cubicBezTo>
                <a:cubicBezTo>
                  <a:pt x="44313" y="5930"/>
                  <a:pt x="47554" y="9724"/>
                  <a:pt x="49728" y="13499"/>
                </a:cubicBezTo>
                <a:cubicBezTo>
                  <a:pt x="52416" y="17828"/>
                  <a:pt x="53503" y="22156"/>
                  <a:pt x="53503" y="27018"/>
                </a:cubicBezTo>
                <a:cubicBezTo>
                  <a:pt x="53503" y="31881"/>
                  <a:pt x="52416" y="36208"/>
                  <a:pt x="49728" y="40537"/>
                </a:cubicBezTo>
                <a:cubicBezTo>
                  <a:pt x="47554" y="44313"/>
                  <a:pt x="44313" y="48106"/>
                  <a:pt x="39984" y="50262"/>
                </a:cubicBezTo>
                <a:cubicBezTo>
                  <a:pt x="36209" y="52416"/>
                  <a:pt x="31347" y="53503"/>
                  <a:pt x="27018" y="53503"/>
                </a:cubicBezTo>
                <a:cubicBezTo>
                  <a:pt x="22156" y="53503"/>
                  <a:pt x="17294" y="52416"/>
                  <a:pt x="13500" y="50262"/>
                </a:cubicBezTo>
                <a:cubicBezTo>
                  <a:pt x="9190" y="48106"/>
                  <a:pt x="5930" y="44313"/>
                  <a:pt x="3775" y="40537"/>
                </a:cubicBezTo>
                <a:cubicBezTo>
                  <a:pt x="1068" y="36208"/>
                  <a:pt x="0" y="31881"/>
                  <a:pt x="0" y="27018"/>
                </a:cubicBezTo>
              </a:path>
            </a:pathLst>
          </a:custGeom>
          <a:solidFill xmlns:a="http://schemas.openxmlformats.org/drawingml/2006/main">
            <a:srgbClr val="5C72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path-186">
            <a:extLst xmlns:a="http://schemas.openxmlformats.org/drawingml/2006/main">
              <a:ext uri="{FF2B5EF4-FFF2-40B4-BE49-F238E27FC236}">
                <a16:creationId xmlns:a16="http://schemas.microsoft.com/office/drawing/2014/main" id="{532D305C-E34C-43FA-B033-CA922430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932" y="8409700"/>
            <a:ext cx="97458" cy="191"/>
          </a:xfrm>
          <a:custGeom xmlns:a="http://schemas.openxmlformats.org/drawingml/2006/main">
            <a:pathLst>
              <a:path w="98902" h="191">
                <a:moveTo>
                  <a:pt x="0" y="0"/>
                </a:moveTo>
                <a:lnTo>
                  <a:pt x="989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43">
            <a:solidFill>
              <a:srgbClr val="5C728A"/>
            </a:solidFill>
            <a:prstDash val="solid"/>
          </a:ln>
        </p:spPr>
      </p:sp>
      <p:sp>
        <p:nvSpPr>
          <p:cNvPr id="216" name="path-187">
            <a:extLst xmlns:a="http://schemas.openxmlformats.org/drawingml/2006/main">
              <a:ext uri="{FF2B5EF4-FFF2-40B4-BE49-F238E27FC236}">
                <a16:creationId xmlns:a16="http://schemas.microsoft.com/office/drawing/2014/main" id="{F1F5D3D2-C12C-498F-83ED-404DF82C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975" y="8470425"/>
            <a:ext cx="243919" cy="97458"/>
          </a:xfrm>
          <a:custGeom xmlns:a="http://schemas.openxmlformats.org/drawingml/2006/main">
            <a:pathLst>
              <a:path w="247532" h="98901">
                <a:moveTo>
                  <a:pt x="123766" y="98901"/>
                </a:moveTo>
                <a:lnTo>
                  <a:pt x="0" y="98901"/>
                </a:lnTo>
                <a:lnTo>
                  <a:pt x="0" y="0"/>
                </a:lnTo>
                <a:lnTo>
                  <a:pt x="247532" y="0"/>
                </a:lnTo>
                <a:lnTo>
                  <a:pt x="247532" y="98901"/>
                </a:lnTo>
                <a:lnTo>
                  <a:pt x="123766" y="98901"/>
                </a:lnTo>
              </a:path>
            </a:pathLst>
          </a:custGeom>
          <a:solidFill xmlns:a="http://schemas.openxmlformats.org/drawingml/2006/main">
            <a:srgbClr val="CBD6E2"/>
          </a:solidFill>
          <a:ln xmlns:a="http://schemas.openxmlformats.org/drawingml/2006/main" w="18641">
            <a:solidFill>
              <a:srgbClr val="5C728A"/>
            </a:solidFill>
            <a:prstDash val="solid"/>
          </a:ln>
        </p:spPr>
      </p:sp>
      <p:sp>
        <p:nvSpPr>
          <p:cNvPr id="217" name="path-188">
            <a:extLst xmlns:a="http://schemas.openxmlformats.org/drawingml/2006/main">
              <a:ext uri="{FF2B5EF4-FFF2-40B4-BE49-F238E27FC236}">
                <a16:creationId xmlns:a16="http://schemas.microsoft.com/office/drawing/2014/main" id="{F429B3F3-3A98-4E71-8A99-E77087CA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45" y="8231824"/>
            <a:ext cx="306241" cy="365351"/>
          </a:xfrm>
          <a:custGeom xmlns:a="http://schemas.openxmlformats.org/drawingml/2006/main">
            <a:pathLst>
              <a:path w="310778" h="370763">
                <a:moveTo>
                  <a:pt x="0" y="30794"/>
                </a:moveTo>
                <a:lnTo>
                  <a:pt x="0" y="30794"/>
                </a:lnTo>
                <a:cubicBezTo>
                  <a:pt x="0" y="25397"/>
                  <a:pt x="1621" y="19983"/>
                  <a:pt x="4328" y="15120"/>
                </a:cubicBezTo>
                <a:cubicBezTo>
                  <a:pt x="7017" y="10791"/>
                  <a:pt x="10811" y="6482"/>
                  <a:pt x="15673" y="3775"/>
                </a:cubicBezTo>
                <a:cubicBezTo>
                  <a:pt x="20001" y="1068"/>
                  <a:pt x="25397" y="0"/>
                  <a:pt x="31347" y="0"/>
                </a:cubicBezTo>
                <a:lnTo>
                  <a:pt x="279432" y="0"/>
                </a:lnTo>
                <a:cubicBezTo>
                  <a:pt x="284827" y="0"/>
                  <a:pt x="290242" y="1621"/>
                  <a:pt x="295104" y="4309"/>
                </a:cubicBezTo>
                <a:cubicBezTo>
                  <a:pt x="299433" y="7017"/>
                  <a:pt x="303761" y="10791"/>
                  <a:pt x="306450" y="15673"/>
                </a:cubicBezTo>
                <a:cubicBezTo>
                  <a:pt x="309158" y="19983"/>
                  <a:pt x="310778" y="25397"/>
                  <a:pt x="310778" y="31347"/>
                </a:cubicBezTo>
                <a:lnTo>
                  <a:pt x="310778" y="339417"/>
                </a:lnTo>
                <a:cubicBezTo>
                  <a:pt x="310778" y="344833"/>
                  <a:pt x="309158" y="350229"/>
                  <a:pt x="306450" y="355091"/>
                </a:cubicBezTo>
                <a:cubicBezTo>
                  <a:pt x="303761" y="359419"/>
                  <a:pt x="299967" y="363748"/>
                  <a:pt x="295104" y="366436"/>
                </a:cubicBezTo>
                <a:cubicBezTo>
                  <a:pt x="290776" y="369143"/>
                  <a:pt x="285381" y="370763"/>
                  <a:pt x="279965" y="370763"/>
                </a:cubicBezTo>
                <a:lnTo>
                  <a:pt x="30813" y="370763"/>
                </a:lnTo>
                <a:cubicBezTo>
                  <a:pt x="25397" y="370763"/>
                  <a:pt x="20001" y="369143"/>
                  <a:pt x="15139" y="366436"/>
                </a:cubicBezTo>
                <a:cubicBezTo>
                  <a:pt x="10811" y="363748"/>
                  <a:pt x="6482" y="359952"/>
                  <a:pt x="3775" y="355091"/>
                </a:cubicBezTo>
                <a:cubicBezTo>
                  <a:pt x="1086" y="350762"/>
                  <a:pt x="0" y="345366"/>
                  <a:pt x="0" y="339951"/>
                </a:cubicBezTo>
                <a:lnTo>
                  <a:pt x="0" y="3079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641">
            <a:solidFill>
              <a:srgbClr val="2B2B2B"/>
            </a:solidFill>
            <a:prstDash val="solid"/>
          </a:ln>
        </p:spPr>
      </p:sp>
      <p:sp>
        <p:nvSpPr>
          <p:cNvPr id="218" name="path-189">
            <a:extLst xmlns:a="http://schemas.openxmlformats.org/drawingml/2006/main">
              <a:ext uri="{FF2B5EF4-FFF2-40B4-BE49-F238E27FC236}">
                <a16:creationId xmlns:a16="http://schemas.microsoft.com/office/drawing/2014/main" id="{A9EB9B06-0533-478C-A57D-61AC6DB3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2598" y="8204110"/>
            <a:ext cx="134210" cy="50599"/>
          </a:xfrm>
          <a:custGeom xmlns:a="http://schemas.openxmlformats.org/drawingml/2006/main">
            <a:pathLst>
              <a:path w="136198" h="51349">
                <a:moveTo>
                  <a:pt x="68089" y="51349"/>
                </a:moveTo>
                <a:lnTo>
                  <a:pt x="0" y="51349"/>
                </a:lnTo>
                <a:lnTo>
                  <a:pt x="0" y="0"/>
                </a:lnTo>
                <a:lnTo>
                  <a:pt x="136198" y="0"/>
                </a:lnTo>
                <a:lnTo>
                  <a:pt x="136198" y="51349"/>
                </a:lnTo>
                <a:lnTo>
                  <a:pt x="68089" y="51349"/>
                </a:lnTo>
              </a:path>
            </a:pathLst>
          </a:custGeom>
          <a:solidFill xmlns:a="http://schemas.openxmlformats.org/drawingml/2006/main">
            <a:srgbClr val="C9D5E2"/>
          </a:solidFill>
          <a:ln xmlns:a="http://schemas.openxmlformats.org/drawingml/2006/main" w="17043">
            <a:solidFill>
              <a:srgbClr val="2B2B2B"/>
            </a:solidFill>
            <a:prstDash val="solid"/>
          </a:ln>
        </p:spPr>
      </p:sp>
      <p:sp>
        <p:nvSpPr>
          <p:cNvPr id="219" name="path-190">
            <a:extLst xmlns:a="http://schemas.openxmlformats.org/drawingml/2006/main">
              <a:ext uri="{FF2B5EF4-FFF2-40B4-BE49-F238E27FC236}">
                <a16:creationId xmlns:a16="http://schemas.microsoft.com/office/drawing/2014/main" id="{55E25E69-88F5-4879-A1C9-E11A1355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6246" y="8322349"/>
            <a:ext cx="50598" cy="50598"/>
          </a:xfrm>
          <a:custGeom xmlns:a="http://schemas.openxmlformats.org/drawingml/2006/main">
            <a:pathLst>
              <a:path w="51348" h="51348">
                <a:moveTo>
                  <a:pt x="25950" y="51348"/>
                </a:moveTo>
                <a:lnTo>
                  <a:pt x="0" y="51348"/>
                </a:lnTo>
                <a:lnTo>
                  <a:pt x="0" y="0"/>
                </a:lnTo>
                <a:lnTo>
                  <a:pt x="51348" y="0"/>
                </a:lnTo>
                <a:lnTo>
                  <a:pt x="51348" y="51348"/>
                </a:lnTo>
                <a:lnTo>
                  <a:pt x="25950" y="513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15">
            <a:solidFill>
              <a:srgbClr val="2B2B2B"/>
            </a:solidFill>
            <a:prstDash val="solid"/>
          </a:ln>
        </p:spPr>
      </p:sp>
      <p:sp>
        <p:nvSpPr>
          <p:cNvPr id="220" name="path-191">
            <a:extLst xmlns:a="http://schemas.openxmlformats.org/drawingml/2006/main">
              <a:ext uri="{FF2B5EF4-FFF2-40B4-BE49-F238E27FC236}">
                <a16:creationId xmlns:a16="http://schemas.microsoft.com/office/drawing/2014/main" id="{0B481750-A00A-4720-B82B-2E1815BC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970" y="8350589"/>
            <a:ext cx="11724" cy="12777"/>
          </a:xfrm>
          <a:custGeom xmlns:a="http://schemas.openxmlformats.org/drawingml/2006/main">
            <a:pathLst>
              <a:path w="11898" h="12966">
                <a:moveTo>
                  <a:pt x="0" y="0"/>
                </a:moveTo>
                <a:lnTo>
                  <a:pt x="11898" y="12966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2B2B2B"/>
            </a:solidFill>
            <a:prstDash val="solid"/>
          </a:ln>
        </p:spPr>
      </p:sp>
      <p:sp>
        <p:nvSpPr>
          <p:cNvPr id="221" name="path-192">
            <a:extLst xmlns:a="http://schemas.openxmlformats.org/drawingml/2006/main">
              <a:ext uri="{FF2B5EF4-FFF2-40B4-BE49-F238E27FC236}">
                <a16:creationId xmlns:a16="http://schemas.microsoft.com/office/drawing/2014/main" id="{639F40B4-EB58-49C2-8A5D-8980EFBC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9695" y="8333547"/>
            <a:ext cx="18638" cy="29819"/>
          </a:xfrm>
          <a:custGeom xmlns:a="http://schemas.openxmlformats.org/drawingml/2006/main">
            <a:pathLst>
              <a:path w="18914" h="30260">
                <a:moveTo>
                  <a:pt x="0" y="30260"/>
                </a:moveTo>
                <a:lnTo>
                  <a:pt x="189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2B2B2B"/>
            </a:solidFill>
            <a:prstDash val="solid"/>
          </a:ln>
        </p:spPr>
      </p:sp>
      <p:sp>
        <p:nvSpPr>
          <p:cNvPr id="222" name="path-193">
            <a:extLst xmlns:a="http://schemas.openxmlformats.org/drawingml/2006/main">
              <a:ext uri="{FF2B5EF4-FFF2-40B4-BE49-F238E27FC236}">
                <a16:creationId xmlns:a16="http://schemas.microsoft.com/office/drawing/2014/main" id="{BFECEA7E-906C-4D51-87DD-90AE82AC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331" y="8347921"/>
            <a:ext cx="147005" cy="191"/>
          </a:xfrm>
          <a:custGeom xmlns:a="http://schemas.openxmlformats.org/drawingml/2006/main">
            <a:pathLst>
              <a:path w="149182" h="191">
                <a:moveTo>
                  <a:pt x="0" y="0"/>
                </a:moveTo>
                <a:lnTo>
                  <a:pt x="1491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43">
            <a:solidFill>
              <a:srgbClr val="2B2B2B"/>
            </a:solidFill>
            <a:prstDash val="solid"/>
          </a:ln>
        </p:spPr>
      </p:sp>
      <p:sp>
        <p:nvSpPr>
          <p:cNvPr id="223" name="path-194">
            <a:extLst xmlns:a="http://schemas.openxmlformats.org/drawingml/2006/main">
              <a:ext uri="{FF2B5EF4-FFF2-40B4-BE49-F238E27FC236}">
                <a16:creationId xmlns:a16="http://schemas.microsoft.com/office/drawing/2014/main" id="{C3CB36D3-57B4-494E-985C-891DAD3D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6246" y="8404382"/>
            <a:ext cx="50598" cy="50598"/>
          </a:xfrm>
          <a:custGeom xmlns:a="http://schemas.openxmlformats.org/drawingml/2006/main">
            <a:pathLst>
              <a:path w="51348" h="51348">
                <a:moveTo>
                  <a:pt x="25950" y="51348"/>
                </a:moveTo>
                <a:lnTo>
                  <a:pt x="0" y="51348"/>
                </a:lnTo>
                <a:lnTo>
                  <a:pt x="0" y="0"/>
                </a:lnTo>
                <a:lnTo>
                  <a:pt x="51348" y="0"/>
                </a:lnTo>
                <a:lnTo>
                  <a:pt x="51348" y="51348"/>
                </a:lnTo>
                <a:lnTo>
                  <a:pt x="25950" y="513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15">
            <a:solidFill>
              <a:srgbClr val="2B2B2B"/>
            </a:solidFill>
            <a:prstDash val="solid"/>
          </a:ln>
        </p:spPr>
      </p:sp>
      <p:sp>
        <p:nvSpPr>
          <p:cNvPr id="224" name="path-195">
            <a:extLst xmlns:a="http://schemas.openxmlformats.org/drawingml/2006/main">
              <a:ext uri="{FF2B5EF4-FFF2-40B4-BE49-F238E27FC236}">
                <a16:creationId xmlns:a16="http://schemas.microsoft.com/office/drawing/2014/main" id="{3C46EB96-3E99-47F2-A48F-3528E4BC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970" y="8433130"/>
            <a:ext cx="11724" cy="12795"/>
          </a:xfrm>
          <a:custGeom xmlns:a="http://schemas.openxmlformats.org/drawingml/2006/main">
            <a:pathLst>
              <a:path w="11898" h="12984">
                <a:moveTo>
                  <a:pt x="0" y="0"/>
                </a:moveTo>
                <a:lnTo>
                  <a:pt x="11898" y="12984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2B2B2B"/>
            </a:solidFill>
            <a:prstDash val="solid"/>
          </a:ln>
        </p:spPr>
      </p:sp>
      <p:sp>
        <p:nvSpPr>
          <p:cNvPr id="225" name="path-196">
            <a:extLst xmlns:a="http://schemas.openxmlformats.org/drawingml/2006/main">
              <a:ext uri="{FF2B5EF4-FFF2-40B4-BE49-F238E27FC236}">
                <a16:creationId xmlns:a16="http://schemas.microsoft.com/office/drawing/2014/main" id="{89332D06-C9FD-4592-A110-C550B92C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9695" y="8416088"/>
            <a:ext cx="18638" cy="29837"/>
          </a:xfrm>
          <a:custGeom xmlns:a="http://schemas.openxmlformats.org/drawingml/2006/main">
            <a:pathLst>
              <a:path w="18914" h="30279">
                <a:moveTo>
                  <a:pt x="0" y="30279"/>
                </a:moveTo>
                <a:lnTo>
                  <a:pt x="189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2B2B2B"/>
            </a:solidFill>
            <a:prstDash val="solid"/>
          </a:ln>
        </p:spPr>
      </p:sp>
      <p:sp>
        <p:nvSpPr>
          <p:cNvPr id="226" name="path-197">
            <a:extLst xmlns:a="http://schemas.openxmlformats.org/drawingml/2006/main">
              <a:ext uri="{FF2B5EF4-FFF2-40B4-BE49-F238E27FC236}">
                <a16:creationId xmlns:a16="http://schemas.microsoft.com/office/drawing/2014/main" id="{6B94CD3B-A9E2-4A6D-BEE9-B0347B29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331" y="8430480"/>
            <a:ext cx="147005" cy="191"/>
          </a:xfrm>
          <a:custGeom xmlns:a="http://schemas.openxmlformats.org/drawingml/2006/main">
            <a:pathLst>
              <a:path w="149182" h="191">
                <a:moveTo>
                  <a:pt x="0" y="0"/>
                </a:moveTo>
                <a:lnTo>
                  <a:pt x="1491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43">
            <a:solidFill>
              <a:srgbClr val="2B2B2B"/>
            </a:solidFill>
            <a:prstDash val="solid"/>
          </a:ln>
        </p:spPr>
      </p:sp>
      <p:sp>
        <p:nvSpPr>
          <p:cNvPr id="227" name="path-198">
            <a:extLst xmlns:a="http://schemas.openxmlformats.org/drawingml/2006/main">
              <a:ext uri="{FF2B5EF4-FFF2-40B4-BE49-F238E27FC236}">
                <a16:creationId xmlns:a16="http://schemas.microsoft.com/office/drawing/2014/main" id="{017E8014-0F5F-42CE-BEC4-30E0F2CF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6246" y="8486922"/>
            <a:ext cx="50598" cy="50599"/>
          </a:xfrm>
          <a:custGeom xmlns:a="http://schemas.openxmlformats.org/drawingml/2006/main">
            <a:pathLst>
              <a:path w="51348" h="51349">
                <a:moveTo>
                  <a:pt x="25950" y="51349"/>
                </a:moveTo>
                <a:lnTo>
                  <a:pt x="0" y="51349"/>
                </a:lnTo>
                <a:lnTo>
                  <a:pt x="0" y="0"/>
                </a:lnTo>
                <a:lnTo>
                  <a:pt x="51348" y="0"/>
                </a:lnTo>
                <a:lnTo>
                  <a:pt x="51348" y="51349"/>
                </a:lnTo>
                <a:lnTo>
                  <a:pt x="25950" y="513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15">
            <a:solidFill>
              <a:srgbClr val="2B2B2B"/>
            </a:solidFill>
            <a:prstDash val="solid"/>
          </a:ln>
        </p:spPr>
      </p:sp>
      <p:sp>
        <p:nvSpPr>
          <p:cNvPr id="228" name="path-199">
            <a:extLst xmlns:a="http://schemas.openxmlformats.org/drawingml/2006/main">
              <a:ext uri="{FF2B5EF4-FFF2-40B4-BE49-F238E27FC236}">
                <a16:creationId xmlns:a16="http://schemas.microsoft.com/office/drawing/2014/main" id="{9511F29D-F1DE-4076-9C44-84A30B1A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970" y="8515688"/>
            <a:ext cx="11724" cy="12250"/>
          </a:xfrm>
          <a:custGeom xmlns:a="http://schemas.openxmlformats.org/drawingml/2006/main">
            <a:pathLst>
              <a:path w="11898" h="12431">
                <a:moveTo>
                  <a:pt x="0" y="0"/>
                </a:moveTo>
                <a:lnTo>
                  <a:pt x="11898" y="12431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2B2B2B"/>
            </a:solidFill>
            <a:prstDash val="solid"/>
          </a:ln>
        </p:spPr>
      </p:sp>
      <p:sp>
        <p:nvSpPr>
          <p:cNvPr id="229" name="path-200">
            <a:extLst xmlns:a="http://schemas.openxmlformats.org/drawingml/2006/main">
              <a:ext uri="{FF2B5EF4-FFF2-40B4-BE49-F238E27FC236}">
                <a16:creationId xmlns:a16="http://schemas.microsoft.com/office/drawing/2014/main" id="{06B18964-8EF7-412C-A343-FD304F1B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9695" y="8498646"/>
            <a:ext cx="18638" cy="29292"/>
          </a:xfrm>
          <a:custGeom xmlns:a="http://schemas.openxmlformats.org/drawingml/2006/main">
            <a:pathLst>
              <a:path w="18914" h="29726">
                <a:moveTo>
                  <a:pt x="0" y="29726"/>
                </a:moveTo>
                <a:lnTo>
                  <a:pt x="189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2B2B2B"/>
            </a:solidFill>
            <a:prstDash val="solid"/>
          </a:ln>
        </p:spPr>
      </p:sp>
      <p:sp>
        <p:nvSpPr>
          <p:cNvPr id="230" name="path-201">
            <a:extLst xmlns:a="http://schemas.openxmlformats.org/drawingml/2006/main">
              <a:ext uri="{FF2B5EF4-FFF2-40B4-BE49-F238E27FC236}">
                <a16:creationId xmlns:a16="http://schemas.microsoft.com/office/drawing/2014/main" id="{9F6AB66C-93F5-468D-9964-2DAA611B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331" y="8513020"/>
            <a:ext cx="147005" cy="191"/>
          </a:xfrm>
          <a:custGeom xmlns:a="http://schemas.openxmlformats.org/drawingml/2006/main">
            <a:pathLst>
              <a:path w="149182" h="191">
                <a:moveTo>
                  <a:pt x="0" y="0"/>
                </a:moveTo>
                <a:lnTo>
                  <a:pt x="1491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43">
            <a:solidFill>
              <a:srgbClr val="2B2B2B"/>
            </a:solidFill>
            <a:prstDash val="solid"/>
          </a:ln>
        </p:spPr>
      </p:sp>
      <p:sp>
        <p:nvSpPr>
          <p:cNvPr id="231" name="path-202">
            <a:extLst xmlns:a="http://schemas.openxmlformats.org/drawingml/2006/main">
              <a:ext uri="{FF2B5EF4-FFF2-40B4-BE49-F238E27FC236}">
                <a16:creationId xmlns:a16="http://schemas.microsoft.com/office/drawing/2014/main" id="{EE09079F-21D8-4E37-9657-36EB8E72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0980" y="8189736"/>
            <a:ext cx="303574" cy="303592"/>
          </a:xfrm>
          <a:custGeom xmlns:a="http://schemas.openxmlformats.org/drawingml/2006/main">
            <a:pathLst>
              <a:path w="308071" h="308090">
                <a:moveTo>
                  <a:pt x="0" y="154045"/>
                </a:moveTo>
                <a:lnTo>
                  <a:pt x="0" y="154045"/>
                </a:lnTo>
                <a:cubicBezTo>
                  <a:pt x="0" y="127027"/>
                  <a:pt x="7017" y="100543"/>
                  <a:pt x="20536" y="77299"/>
                </a:cubicBezTo>
                <a:cubicBezTo>
                  <a:pt x="34054" y="53503"/>
                  <a:pt x="53503" y="34054"/>
                  <a:pt x="77280" y="20536"/>
                </a:cubicBezTo>
                <a:cubicBezTo>
                  <a:pt x="100523" y="7036"/>
                  <a:pt x="127008" y="0"/>
                  <a:pt x="154026" y="0"/>
                </a:cubicBezTo>
                <a:cubicBezTo>
                  <a:pt x="181064" y="0"/>
                  <a:pt x="207548" y="7036"/>
                  <a:pt x="231325" y="20536"/>
                </a:cubicBezTo>
                <a:cubicBezTo>
                  <a:pt x="254569" y="34054"/>
                  <a:pt x="274017" y="53503"/>
                  <a:pt x="287536" y="77299"/>
                </a:cubicBezTo>
                <a:cubicBezTo>
                  <a:pt x="301055" y="100543"/>
                  <a:pt x="308071" y="127027"/>
                  <a:pt x="308071" y="154045"/>
                </a:cubicBezTo>
                <a:cubicBezTo>
                  <a:pt x="308071" y="181064"/>
                  <a:pt x="301055" y="207548"/>
                  <a:pt x="287536" y="231325"/>
                </a:cubicBezTo>
                <a:cubicBezTo>
                  <a:pt x="274017" y="254567"/>
                  <a:pt x="254569" y="274036"/>
                  <a:pt x="231325" y="287536"/>
                </a:cubicBezTo>
                <a:cubicBezTo>
                  <a:pt x="207548" y="301055"/>
                  <a:pt x="181064" y="308090"/>
                  <a:pt x="154026" y="308090"/>
                </a:cubicBezTo>
                <a:cubicBezTo>
                  <a:pt x="127008" y="308090"/>
                  <a:pt x="100523" y="301055"/>
                  <a:pt x="77280" y="287536"/>
                </a:cubicBezTo>
                <a:cubicBezTo>
                  <a:pt x="53503" y="274036"/>
                  <a:pt x="34054" y="254567"/>
                  <a:pt x="20536" y="231325"/>
                </a:cubicBezTo>
                <a:cubicBezTo>
                  <a:pt x="7017" y="207548"/>
                  <a:pt x="0" y="181064"/>
                  <a:pt x="0" y="154045"/>
                </a:cubicBezTo>
              </a:path>
            </a:pathLst>
          </a:custGeom>
          <a:noFill xmlns:a="http://schemas.openxmlformats.org/drawingml/2006/main"/>
          <a:ln xmlns:a="http://schemas.openxmlformats.org/drawingml/2006/main" w="35684">
            <a:solidFill>
              <a:srgbClr val="1F1F1F"/>
            </a:solidFill>
            <a:prstDash val="solid"/>
          </a:ln>
        </p:spPr>
      </p:sp>
      <p:sp>
        <p:nvSpPr>
          <p:cNvPr id="232" name="path-203">
            <a:extLst xmlns:a="http://schemas.openxmlformats.org/drawingml/2006/main">
              <a:ext uri="{FF2B5EF4-FFF2-40B4-BE49-F238E27FC236}">
                <a16:creationId xmlns:a16="http://schemas.microsoft.com/office/drawing/2014/main" id="{823E2893-C122-49E0-9A5E-15FC70A4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8220" y="8447521"/>
            <a:ext cx="160307" cy="160308"/>
          </a:xfrm>
          <a:custGeom xmlns:a="http://schemas.openxmlformats.org/drawingml/2006/main">
            <a:pathLst>
              <a:path w="162682" h="162683">
                <a:moveTo>
                  <a:pt x="0" y="0"/>
                </a:moveTo>
                <a:lnTo>
                  <a:pt x="162682" y="162683"/>
                </a:lnTo>
              </a:path>
            </a:pathLst>
          </a:custGeom>
          <a:noFill xmlns:a="http://schemas.openxmlformats.org/drawingml/2006/main"/>
          <a:ln xmlns:a="http://schemas.openxmlformats.org/drawingml/2006/main" w="46868">
            <a:solidFill>
              <a:srgbClr val="1F1F1F"/>
            </a:solidFill>
            <a:prstDash val="solid"/>
          </a:ln>
        </p:spPr>
      </p:sp>
      <p:sp>
        <p:nvSpPr>
          <p:cNvPr id="233" name="path-204">
            <a:extLst xmlns:a="http://schemas.openxmlformats.org/drawingml/2006/main">
              <a:ext uri="{FF2B5EF4-FFF2-40B4-BE49-F238E27FC236}">
                <a16:creationId xmlns:a16="http://schemas.microsoft.com/office/drawing/2014/main" id="{E8F80310-C50F-4A94-AE8C-4D1F7809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129" y="8715414"/>
            <a:ext cx="191" cy="128367"/>
          </a:xfrm>
          <a:custGeom xmlns:a="http://schemas.openxmlformats.org/drawingml/2006/main">
            <a:pathLst>
              <a:path w="191" h="130269">
                <a:moveTo>
                  <a:pt x="0" y="0"/>
                </a:moveTo>
                <a:lnTo>
                  <a:pt x="0" y="130269"/>
                </a:lnTo>
              </a:path>
            </a:pathLst>
          </a:custGeom>
          <a:noFill xmlns:a="http://schemas.openxmlformats.org/drawingml/2006/main"/>
          <a:ln xmlns:a="http://schemas.openxmlformats.org/drawingml/2006/main" w="34086">
            <a:solidFill>
              <a:srgbClr val="111111"/>
            </a:solidFill>
            <a:prstDash val="solid"/>
          </a:ln>
        </p:spPr>
      </p:sp>
      <p:sp>
        <p:nvSpPr>
          <p:cNvPr id="234" name="path-205">
            <a:extLst xmlns:a="http://schemas.openxmlformats.org/drawingml/2006/main">
              <a:ext uri="{FF2B5EF4-FFF2-40B4-BE49-F238E27FC236}">
                <a16:creationId xmlns:a16="http://schemas.microsoft.com/office/drawing/2014/main" id="{EC1B8605-3705-4554-9BF2-0A70214F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194" y="8836322"/>
            <a:ext cx="111850" cy="111831"/>
          </a:xfrm>
          <a:custGeom xmlns:a="http://schemas.openxmlformats.org/drawingml/2006/main">
            <a:pathLst>
              <a:path w="113507" h="113488">
                <a:moveTo>
                  <a:pt x="56763" y="113488"/>
                </a:moveTo>
                <a:lnTo>
                  <a:pt x="0" y="0"/>
                </a:lnTo>
                <a:lnTo>
                  <a:pt x="113507" y="0"/>
                </a:lnTo>
                <a:lnTo>
                  <a:pt x="56763" y="113488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path-206">
            <a:extLst xmlns:a="http://schemas.openxmlformats.org/drawingml/2006/main">
              <a:ext uri="{FF2B5EF4-FFF2-40B4-BE49-F238E27FC236}">
                <a16:creationId xmlns:a16="http://schemas.microsoft.com/office/drawing/2014/main" id="{B6242151-4CB9-40B9-BDAC-9F8EF83E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884" y="8976920"/>
            <a:ext cx="4422190" cy="378147"/>
          </a:xfrm>
          <a:custGeom xmlns:a="http://schemas.openxmlformats.org/drawingml/2006/main">
            <a:pathLst>
              <a:path w="4487704" h="383749">
                <a:moveTo>
                  <a:pt x="0" y="161061"/>
                </a:moveTo>
                <a:lnTo>
                  <a:pt x="0" y="161061"/>
                </a:lnTo>
                <a:cubicBezTo>
                  <a:pt x="0" y="132956"/>
                  <a:pt x="7570" y="104850"/>
                  <a:pt x="21622" y="80540"/>
                </a:cubicBezTo>
                <a:cubicBezTo>
                  <a:pt x="35675" y="56211"/>
                  <a:pt x="56210" y="35675"/>
                  <a:pt x="80540" y="21622"/>
                </a:cubicBezTo>
                <a:cubicBezTo>
                  <a:pt x="104870" y="7570"/>
                  <a:pt x="132975" y="0"/>
                  <a:pt x="161081" y="0"/>
                </a:cubicBezTo>
                <a:lnTo>
                  <a:pt x="4326090" y="0"/>
                </a:lnTo>
                <a:cubicBezTo>
                  <a:pt x="4354195" y="0"/>
                  <a:pt x="4382300" y="7570"/>
                  <a:pt x="4406631" y="21622"/>
                </a:cubicBezTo>
                <a:cubicBezTo>
                  <a:pt x="4430960" y="35675"/>
                  <a:pt x="4451496" y="56211"/>
                  <a:pt x="4465548" y="80540"/>
                </a:cubicBezTo>
                <a:cubicBezTo>
                  <a:pt x="4479601" y="104850"/>
                  <a:pt x="4487171" y="132956"/>
                  <a:pt x="4487171" y="161061"/>
                </a:cubicBezTo>
                <a:lnTo>
                  <a:pt x="4487704" y="222153"/>
                </a:lnTo>
                <a:cubicBezTo>
                  <a:pt x="4487704" y="250258"/>
                  <a:pt x="4480135" y="278364"/>
                  <a:pt x="4466083" y="302674"/>
                </a:cubicBezTo>
                <a:cubicBezTo>
                  <a:pt x="4452029" y="327005"/>
                  <a:pt x="4431494" y="347539"/>
                  <a:pt x="4407164" y="361592"/>
                </a:cubicBezTo>
                <a:cubicBezTo>
                  <a:pt x="4382853" y="375645"/>
                  <a:pt x="4354748" y="383214"/>
                  <a:pt x="4326643" y="383214"/>
                </a:cubicBezTo>
                <a:lnTo>
                  <a:pt x="161081" y="383749"/>
                </a:lnTo>
                <a:cubicBezTo>
                  <a:pt x="132975" y="383749"/>
                  <a:pt x="104870" y="376179"/>
                  <a:pt x="80540" y="362126"/>
                </a:cubicBezTo>
                <a:cubicBezTo>
                  <a:pt x="56210" y="348074"/>
                  <a:pt x="35675" y="327538"/>
                  <a:pt x="21622" y="303228"/>
                </a:cubicBezTo>
                <a:cubicBezTo>
                  <a:pt x="7570" y="278897"/>
                  <a:pt x="0" y="250792"/>
                  <a:pt x="0" y="222686"/>
                </a:cubicBezTo>
                <a:lnTo>
                  <a:pt x="0" y="161061"/>
                </a:lnTo>
              </a:path>
            </a:pathLst>
          </a:custGeom>
          <a:solidFill xmlns:a="http://schemas.openxmlformats.org/drawingml/2006/main">
            <a:srgbClr val="ECF3FB"/>
          </a:solidFill>
          <a:ln xmlns:a="http://schemas.openxmlformats.org/drawingml/2006/main" w="22369">
            <a:solidFill>
              <a:srgbClr val="1F4E99"/>
            </a:solidFill>
            <a:prstDash val="solid"/>
          </a:ln>
        </p:spPr>
      </p:sp>
      <p:sp>
        <p:nvSpPr>
          <p:cNvPr id="236" name="text-207 Verified,">
            <a:extLst xmlns:a="http://schemas.openxmlformats.org/drawingml/2006/main">
              <a:ext uri="{FF2B5EF4-FFF2-40B4-BE49-F238E27FC236}">
                <a16:creationId xmlns:a16="http://schemas.microsoft.com/office/drawing/2014/main" id="{8D1D8D9C-3DBB-4C60-AC16-B43B87CC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480" y="9044251"/>
            <a:ext cx="796725" cy="274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1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1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1541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Verified,</a:t>
            </a:r>
          </a:p>
        </p:txBody>
      </p:sp>
      <p:sp>
        <p:nvSpPr>
          <p:cNvPr id="237" name="text-207 Observable,">
            <a:extLst xmlns:a="http://schemas.openxmlformats.org/drawingml/2006/main">
              <a:ext uri="{FF2B5EF4-FFF2-40B4-BE49-F238E27FC236}">
                <a16:creationId xmlns:a16="http://schemas.microsoft.com/office/drawing/2014/main" id="{95DEB81D-FC73-4221-BBC3-B95B5B64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0532" y="9044101"/>
            <a:ext cx="1156597" cy="2742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3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3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1543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Observable,</a:t>
            </a:r>
          </a:p>
        </p:txBody>
      </p:sp>
      <p:sp>
        <p:nvSpPr>
          <p:cNvPr id="238" name="text-207 Learnable">
            <a:extLst xmlns:a="http://schemas.openxmlformats.org/drawingml/2006/main">
              <a:ext uri="{FF2B5EF4-FFF2-40B4-BE49-F238E27FC236}">
                <a16:creationId xmlns:a16="http://schemas.microsoft.com/office/drawing/2014/main" id="{0F2083CD-E03D-41EC-BDD8-78ABFD89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6430" y="9044138"/>
            <a:ext cx="960409" cy="2742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2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2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1542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Learnable</a:t>
            </a:r>
          </a:p>
        </p:txBody>
      </p:sp>
      <p:sp>
        <p:nvSpPr>
          <p:cNvPr id="239" name="text-207 Failure">
            <a:extLst xmlns:a="http://schemas.openxmlformats.org/drawingml/2006/main">
              <a:ext uri="{FF2B5EF4-FFF2-40B4-BE49-F238E27FC236}">
                <a16:creationId xmlns:a16="http://schemas.microsoft.com/office/drawing/2014/main" id="{1E09CE3C-5E94-41DF-9BF3-A977BFC8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6085" y="9044259"/>
            <a:ext cx="676969" cy="274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1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1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1541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Failure</a:t>
            </a:r>
          </a:p>
        </p:txBody>
      </p:sp>
      <p:sp>
        <p:nvSpPr>
          <p:cNvPr id="240" name="path-208">
            <a:extLst xmlns:a="http://schemas.openxmlformats.org/drawingml/2006/main">
              <a:ext uri="{FF2B5EF4-FFF2-40B4-BE49-F238E27FC236}">
                <a16:creationId xmlns:a16="http://schemas.microsoft.com/office/drawing/2014/main" id="{FB289838-1D60-4C02-B187-CFF0846E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129" y="9384903"/>
            <a:ext cx="191" cy="128348"/>
          </a:xfrm>
          <a:custGeom xmlns:a="http://schemas.openxmlformats.org/drawingml/2006/main">
            <a:pathLst>
              <a:path w="191" h="130249">
                <a:moveTo>
                  <a:pt x="0" y="0"/>
                </a:moveTo>
                <a:lnTo>
                  <a:pt x="0" y="130249"/>
                </a:lnTo>
              </a:path>
            </a:pathLst>
          </a:custGeom>
          <a:noFill xmlns:a="http://schemas.openxmlformats.org/drawingml/2006/main"/>
          <a:ln xmlns:a="http://schemas.openxmlformats.org/drawingml/2006/main" w="34086">
            <a:solidFill>
              <a:srgbClr val="111111"/>
            </a:solidFill>
            <a:prstDash val="solid"/>
          </a:ln>
        </p:spPr>
      </p:sp>
      <p:sp>
        <p:nvSpPr>
          <p:cNvPr id="241" name="path-209">
            <a:extLst xmlns:a="http://schemas.openxmlformats.org/drawingml/2006/main">
              <a:ext uri="{FF2B5EF4-FFF2-40B4-BE49-F238E27FC236}">
                <a16:creationId xmlns:a16="http://schemas.microsoft.com/office/drawing/2014/main" id="{32B36672-2082-44E5-B5FE-F173356F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194" y="9505791"/>
            <a:ext cx="111850" cy="111850"/>
          </a:xfrm>
          <a:custGeom xmlns:a="http://schemas.openxmlformats.org/drawingml/2006/main">
            <a:pathLst>
              <a:path w="113507" h="113507">
                <a:moveTo>
                  <a:pt x="56763" y="113507"/>
                </a:moveTo>
                <a:lnTo>
                  <a:pt x="0" y="0"/>
                </a:lnTo>
                <a:lnTo>
                  <a:pt x="113507" y="0"/>
                </a:lnTo>
                <a:lnTo>
                  <a:pt x="56763" y="113507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path-210">
            <a:extLst xmlns:a="http://schemas.openxmlformats.org/drawingml/2006/main">
              <a:ext uri="{FF2B5EF4-FFF2-40B4-BE49-F238E27FC236}">
                <a16:creationId xmlns:a16="http://schemas.microsoft.com/office/drawing/2014/main" id="{62204CE0-CBF0-4ACF-B7E9-54D6857E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362" y="9646408"/>
            <a:ext cx="3956694" cy="378147"/>
          </a:xfrm>
          <a:custGeom xmlns:a="http://schemas.openxmlformats.org/drawingml/2006/main">
            <a:pathLst>
              <a:path w="4015312" h="383749">
                <a:moveTo>
                  <a:pt x="0" y="130248"/>
                </a:moveTo>
                <a:lnTo>
                  <a:pt x="0" y="130248"/>
                </a:lnTo>
                <a:cubicBezTo>
                  <a:pt x="0" y="107558"/>
                  <a:pt x="5949" y="84849"/>
                  <a:pt x="17294" y="64848"/>
                </a:cubicBezTo>
                <a:cubicBezTo>
                  <a:pt x="29192" y="45399"/>
                  <a:pt x="45400" y="28639"/>
                  <a:pt x="65401" y="17293"/>
                </a:cubicBezTo>
                <a:cubicBezTo>
                  <a:pt x="84869" y="5949"/>
                  <a:pt x="107559" y="0"/>
                  <a:pt x="130268" y="0"/>
                </a:cubicBezTo>
                <a:lnTo>
                  <a:pt x="3884510" y="0"/>
                </a:lnTo>
                <a:cubicBezTo>
                  <a:pt x="3907219" y="0"/>
                  <a:pt x="3929909" y="5949"/>
                  <a:pt x="3949911" y="17293"/>
                </a:cubicBezTo>
                <a:cubicBezTo>
                  <a:pt x="3969379" y="29173"/>
                  <a:pt x="3986119" y="45399"/>
                  <a:pt x="3997484" y="65401"/>
                </a:cubicBezTo>
                <a:cubicBezTo>
                  <a:pt x="4008828" y="84849"/>
                  <a:pt x="4014777" y="107558"/>
                  <a:pt x="4014777" y="130248"/>
                </a:cubicBezTo>
                <a:lnTo>
                  <a:pt x="4015312" y="252947"/>
                </a:lnTo>
                <a:cubicBezTo>
                  <a:pt x="4015312" y="275636"/>
                  <a:pt x="4009363" y="298345"/>
                  <a:pt x="3998017" y="318348"/>
                </a:cubicBezTo>
                <a:cubicBezTo>
                  <a:pt x="3986119" y="337796"/>
                  <a:pt x="3969912" y="354556"/>
                  <a:pt x="3949911" y="365902"/>
                </a:cubicBezTo>
                <a:cubicBezTo>
                  <a:pt x="3930462" y="377265"/>
                  <a:pt x="3907753" y="383196"/>
                  <a:pt x="3885063" y="383196"/>
                </a:cubicBezTo>
                <a:lnTo>
                  <a:pt x="130268" y="383749"/>
                </a:lnTo>
                <a:cubicBezTo>
                  <a:pt x="107559" y="383749"/>
                  <a:pt x="84869" y="377800"/>
                  <a:pt x="64867" y="366454"/>
                </a:cubicBezTo>
                <a:cubicBezTo>
                  <a:pt x="45400" y="354556"/>
                  <a:pt x="28658" y="338349"/>
                  <a:pt x="17294" y="318348"/>
                </a:cubicBezTo>
                <a:cubicBezTo>
                  <a:pt x="5949" y="298880"/>
                  <a:pt x="0" y="276190"/>
                  <a:pt x="0" y="253480"/>
                </a:cubicBezTo>
                <a:lnTo>
                  <a:pt x="0" y="13024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6097">
            <a:solidFill>
              <a:srgbClr val="6B8FC4"/>
            </a:solidFill>
            <a:prstDash val="solid"/>
          </a:ln>
        </p:spPr>
      </p:sp>
      <p:sp>
        <p:nvSpPr>
          <p:cNvPr id="243" name="path-211">
            <a:extLst xmlns:a="http://schemas.openxmlformats.org/drawingml/2006/main">
              <a:ext uri="{FF2B5EF4-FFF2-40B4-BE49-F238E27FC236}">
                <a16:creationId xmlns:a16="http://schemas.microsoft.com/office/drawing/2014/main" id="{32437026-B2D3-4FE0-85CB-5C13EA4C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215" y="9690074"/>
            <a:ext cx="215171" cy="290796"/>
          </a:xfrm>
          <a:custGeom xmlns:a="http://schemas.openxmlformats.org/drawingml/2006/main">
            <a:pathLst>
              <a:path w="218359" h="295104">
                <a:moveTo>
                  <a:pt x="0" y="0"/>
                </a:moveTo>
                <a:lnTo>
                  <a:pt x="218359" y="0"/>
                </a:lnTo>
                <a:lnTo>
                  <a:pt x="218359" y="295104"/>
                </a:lnTo>
                <a:lnTo>
                  <a:pt x="108646" y="212410"/>
                </a:lnTo>
                <a:lnTo>
                  <a:pt x="0" y="29510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4499">
            <a:solidFill>
              <a:srgbClr val="223E6C"/>
            </a:solidFill>
            <a:prstDash val="solid"/>
          </a:ln>
        </p:spPr>
      </p:sp>
      <p:sp>
        <p:nvSpPr>
          <p:cNvPr id="244" name="path-212">
            <a:extLst xmlns:a="http://schemas.openxmlformats.org/drawingml/2006/main">
              <a:ext uri="{FF2B5EF4-FFF2-40B4-BE49-F238E27FC236}">
                <a16:creationId xmlns:a16="http://schemas.microsoft.com/office/drawing/2014/main" id="{FFD33ABD-2D6B-430F-82CA-78CB4B4F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0" y="9794991"/>
            <a:ext cx="111851" cy="191"/>
          </a:xfrm>
          <a:custGeom xmlns:a="http://schemas.openxmlformats.org/drawingml/2006/main">
            <a:pathLst>
              <a:path w="113508" h="191">
                <a:moveTo>
                  <a:pt x="0" y="0"/>
                </a:moveTo>
                <a:lnTo>
                  <a:pt x="1135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097">
            <a:solidFill>
              <a:srgbClr val="223E6C"/>
            </a:solidFill>
            <a:prstDash val="solid"/>
          </a:ln>
        </p:spPr>
      </p:sp>
      <p:sp>
        <p:nvSpPr>
          <p:cNvPr id="245" name="text-213 Verified">
            <a:extLst xmlns:a="http://schemas.openxmlformats.org/drawingml/2006/main">
              <a:ext uri="{FF2B5EF4-FFF2-40B4-BE49-F238E27FC236}">
                <a16:creationId xmlns:a16="http://schemas.microsoft.com/office/drawing/2014/main" id="{073FE4FB-E142-4E12-A6E7-2048C844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1901" y="9688774"/>
            <a:ext cx="889637" cy="328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7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7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1847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246" name="text-213 Hard">
            <a:extLst xmlns:a="http://schemas.openxmlformats.org/drawingml/2006/main">
              <a:ext uri="{FF2B5EF4-FFF2-40B4-BE49-F238E27FC236}">
                <a16:creationId xmlns:a16="http://schemas.microsoft.com/office/drawing/2014/main" id="{524391F3-ABC8-4336-A617-7B779C7C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4178" y="9688579"/>
            <a:ext cx="577047" cy="328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9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9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1849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Hard</a:t>
            </a:r>
          </a:p>
        </p:txBody>
      </p:sp>
      <p:sp>
        <p:nvSpPr>
          <p:cNvPr id="247" name="text-213 Examples">
            <a:extLst xmlns:a="http://schemas.openxmlformats.org/drawingml/2006/main">
              <a:ext uri="{FF2B5EF4-FFF2-40B4-BE49-F238E27FC236}">
                <a16:creationId xmlns:a16="http://schemas.microsoft.com/office/drawing/2014/main" id="{C7343941-3D62-42E8-AB85-65FEC196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03594" y="9688711"/>
            <a:ext cx="1137757" cy="328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8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8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1848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Examples</a:t>
            </a:r>
          </a:p>
        </p:txBody>
      </p:sp>
      <p:sp>
        <p:nvSpPr>
          <p:cNvPr id="248" name="path-214">
            <a:extLst xmlns:a="http://schemas.openxmlformats.org/drawingml/2006/main">
              <a:ext uri="{FF2B5EF4-FFF2-40B4-BE49-F238E27FC236}">
                <a16:creationId xmlns:a16="http://schemas.microsoft.com/office/drawing/2014/main" id="{FBC7D5F0-F6D0-4F0C-AE92-715473FD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684" y="1762312"/>
            <a:ext cx="2850474" cy="6981869"/>
          </a:xfrm>
          <a:custGeom xmlns:a="http://schemas.openxmlformats.org/drawingml/2006/main">
            <a:pathLst>
              <a:path w="2892703" h="7085304">
                <a:moveTo>
                  <a:pt x="1446352" y="7085304"/>
                </a:moveTo>
                <a:lnTo>
                  <a:pt x="0" y="7085304"/>
                </a:lnTo>
                <a:lnTo>
                  <a:pt x="0" y="0"/>
                </a:lnTo>
                <a:lnTo>
                  <a:pt x="2892703" y="0"/>
                </a:lnTo>
                <a:lnTo>
                  <a:pt x="2892703" y="7085304"/>
                </a:lnTo>
                <a:lnTo>
                  <a:pt x="1446352" y="7085304"/>
                </a:lnTo>
              </a:path>
            </a:pathLst>
          </a:custGeom>
          <a:solidFill xmlns:a="http://schemas.openxmlformats.org/drawingml/2006/main">
            <a:srgbClr val="E9F1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path-215">
            <a:extLst xmlns:a="http://schemas.openxmlformats.org/drawingml/2006/main">
              <a:ext uri="{FF2B5EF4-FFF2-40B4-BE49-F238E27FC236}">
                <a16:creationId xmlns:a16="http://schemas.microsoft.com/office/drawing/2014/main" id="{28653E81-38D5-4F06-983D-E3C67F60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684" y="8744181"/>
            <a:ext cx="2851019" cy="218365"/>
          </a:xfrm>
          <a:custGeom xmlns:a="http://schemas.openxmlformats.org/drawingml/2006/main">
            <a:pathLst>
              <a:path w="2893256" h="221600">
                <a:moveTo>
                  <a:pt x="0" y="0"/>
                </a:moveTo>
                <a:lnTo>
                  <a:pt x="4328" y="17293"/>
                </a:lnTo>
                <a:lnTo>
                  <a:pt x="17293" y="34588"/>
                </a:lnTo>
                <a:lnTo>
                  <a:pt x="39451" y="51348"/>
                </a:lnTo>
                <a:lnTo>
                  <a:pt x="70263" y="68089"/>
                </a:lnTo>
                <a:lnTo>
                  <a:pt x="109732" y="84315"/>
                </a:lnTo>
                <a:lnTo>
                  <a:pt x="157287" y="100522"/>
                </a:lnTo>
                <a:lnTo>
                  <a:pt x="212963" y="115663"/>
                </a:lnTo>
                <a:lnTo>
                  <a:pt x="276190" y="129715"/>
                </a:lnTo>
                <a:lnTo>
                  <a:pt x="346453" y="143767"/>
                </a:lnTo>
                <a:lnTo>
                  <a:pt x="423198" y="156199"/>
                </a:lnTo>
                <a:lnTo>
                  <a:pt x="506981" y="168098"/>
                </a:lnTo>
                <a:lnTo>
                  <a:pt x="596159" y="178889"/>
                </a:lnTo>
                <a:lnTo>
                  <a:pt x="690752" y="188633"/>
                </a:lnTo>
                <a:lnTo>
                  <a:pt x="789654" y="197271"/>
                </a:lnTo>
                <a:lnTo>
                  <a:pt x="892903" y="204306"/>
                </a:lnTo>
                <a:lnTo>
                  <a:pt x="999375" y="210255"/>
                </a:lnTo>
                <a:lnTo>
                  <a:pt x="1108554" y="215117"/>
                </a:lnTo>
                <a:lnTo>
                  <a:pt x="1219890" y="218359"/>
                </a:lnTo>
                <a:lnTo>
                  <a:pt x="1332862" y="220513"/>
                </a:lnTo>
                <a:lnTo>
                  <a:pt x="1446352" y="221600"/>
                </a:lnTo>
                <a:lnTo>
                  <a:pt x="1559859" y="220513"/>
                </a:lnTo>
                <a:lnTo>
                  <a:pt x="1672815" y="218359"/>
                </a:lnTo>
                <a:lnTo>
                  <a:pt x="1784167" y="215117"/>
                </a:lnTo>
                <a:lnTo>
                  <a:pt x="1893346" y="210255"/>
                </a:lnTo>
                <a:lnTo>
                  <a:pt x="1999819" y="204306"/>
                </a:lnTo>
                <a:lnTo>
                  <a:pt x="2103050" y="197271"/>
                </a:lnTo>
                <a:lnTo>
                  <a:pt x="2201970" y="188633"/>
                </a:lnTo>
                <a:lnTo>
                  <a:pt x="2296545" y="178889"/>
                </a:lnTo>
                <a:lnTo>
                  <a:pt x="2385722" y="168098"/>
                </a:lnTo>
                <a:lnTo>
                  <a:pt x="2469504" y="156199"/>
                </a:lnTo>
                <a:lnTo>
                  <a:pt x="2546250" y="143767"/>
                </a:lnTo>
                <a:lnTo>
                  <a:pt x="2616513" y="129715"/>
                </a:lnTo>
                <a:lnTo>
                  <a:pt x="2679760" y="115663"/>
                </a:lnTo>
                <a:lnTo>
                  <a:pt x="2735436" y="100522"/>
                </a:lnTo>
                <a:lnTo>
                  <a:pt x="2782990" y="84315"/>
                </a:lnTo>
                <a:lnTo>
                  <a:pt x="2822441" y="68089"/>
                </a:lnTo>
                <a:lnTo>
                  <a:pt x="2853254" y="51348"/>
                </a:lnTo>
                <a:lnTo>
                  <a:pt x="2875409" y="34588"/>
                </a:lnTo>
                <a:lnTo>
                  <a:pt x="2888394" y="17293"/>
                </a:lnTo>
                <a:lnTo>
                  <a:pt x="2893256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9F1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path-216">
            <a:extLst xmlns:a="http://schemas.openxmlformats.org/drawingml/2006/main">
              <a:ext uri="{FF2B5EF4-FFF2-40B4-BE49-F238E27FC236}">
                <a16:creationId xmlns:a16="http://schemas.microsoft.com/office/drawing/2014/main" id="{7716D7D6-45D9-4872-B344-137ABCC7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684" y="1576978"/>
            <a:ext cx="191" cy="7190106"/>
          </a:xfrm>
          <a:custGeom xmlns:a="http://schemas.openxmlformats.org/drawingml/2006/main">
            <a:pathLst>
              <a:path w="191" h="7296626">
                <a:moveTo>
                  <a:pt x="0" y="0"/>
                </a:moveTo>
                <a:lnTo>
                  <a:pt x="0" y="7296626"/>
                </a:lnTo>
              </a:path>
            </a:pathLst>
          </a:custGeom>
          <a:noFill xmlns:a="http://schemas.openxmlformats.org/drawingml/2006/main"/>
          <a:ln xmlns:a="http://schemas.openxmlformats.org/drawingml/2006/main" w="34086">
            <a:solidFill>
              <a:srgbClr val="1F5C6B"/>
            </a:solidFill>
            <a:prstDash val="solid"/>
          </a:ln>
        </p:spPr>
      </p:sp>
      <p:sp>
        <p:nvSpPr>
          <p:cNvPr id="251" name="path-217">
            <a:extLst xmlns:a="http://schemas.openxmlformats.org/drawingml/2006/main">
              <a:ext uri="{FF2B5EF4-FFF2-40B4-BE49-F238E27FC236}">
                <a16:creationId xmlns:a16="http://schemas.microsoft.com/office/drawing/2014/main" id="{7F9AD815-3201-4559-9332-9C944453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9702" y="1616378"/>
            <a:ext cx="191" cy="7136859"/>
          </a:xfrm>
          <a:custGeom xmlns:a="http://schemas.openxmlformats.org/drawingml/2006/main">
            <a:pathLst>
              <a:path w="191" h="7242590">
                <a:moveTo>
                  <a:pt x="0" y="0"/>
                </a:moveTo>
                <a:lnTo>
                  <a:pt x="0" y="7242590"/>
                </a:lnTo>
              </a:path>
            </a:pathLst>
          </a:custGeom>
          <a:noFill xmlns:a="http://schemas.openxmlformats.org/drawingml/2006/main"/>
          <a:ln xmlns:a="http://schemas.openxmlformats.org/drawingml/2006/main" w="34086">
            <a:solidFill>
              <a:srgbClr val="1F5C6B"/>
            </a:solidFill>
            <a:prstDash val="solid"/>
          </a:ln>
        </p:spPr>
      </p:sp>
      <p:sp>
        <p:nvSpPr>
          <p:cNvPr id="252" name="path-218">
            <a:extLst xmlns:a="http://schemas.openxmlformats.org/drawingml/2006/main">
              <a:ext uri="{FF2B5EF4-FFF2-40B4-BE49-F238E27FC236}">
                <a16:creationId xmlns:a16="http://schemas.microsoft.com/office/drawing/2014/main" id="{211F840E-A456-45FD-AB1E-AFC9CA59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684" y="8744181"/>
            <a:ext cx="2851019" cy="218365"/>
          </a:xfrm>
          <a:custGeom xmlns:a="http://schemas.openxmlformats.org/drawingml/2006/main">
            <a:pathLst>
              <a:path w="2893256" h="221600">
                <a:moveTo>
                  <a:pt x="0" y="0"/>
                </a:moveTo>
                <a:lnTo>
                  <a:pt x="4328" y="17293"/>
                </a:lnTo>
                <a:lnTo>
                  <a:pt x="17293" y="34588"/>
                </a:lnTo>
                <a:lnTo>
                  <a:pt x="39451" y="51348"/>
                </a:lnTo>
                <a:lnTo>
                  <a:pt x="70263" y="68089"/>
                </a:lnTo>
                <a:lnTo>
                  <a:pt x="109732" y="84315"/>
                </a:lnTo>
                <a:lnTo>
                  <a:pt x="157287" y="100522"/>
                </a:lnTo>
                <a:lnTo>
                  <a:pt x="212963" y="115663"/>
                </a:lnTo>
                <a:lnTo>
                  <a:pt x="276190" y="129715"/>
                </a:lnTo>
                <a:lnTo>
                  <a:pt x="346453" y="143767"/>
                </a:lnTo>
                <a:lnTo>
                  <a:pt x="423198" y="156199"/>
                </a:lnTo>
                <a:lnTo>
                  <a:pt x="506981" y="168098"/>
                </a:lnTo>
                <a:lnTo>
                  <a:pt x="596159" y="178889"/>
                </a:lnTo>
                <a:lnTo>
                  <a:pt x="690752" y="188633"/>
                </a:lnTo>
                <a:lnTo>
                  <a:pt x="789654" y="197271"/>
                </a:lnTo>
                <a:lnTo>
                  <a:pt x="892903" y="204306"/>
                </a:lnTo>
                <a:lnTo>
                  <a:pt x="999375" y="210255"/>
                </a:lnTo>
                <a:lnTo>
                  <a:pt x="1108554" y="215117"/>
                </a:lnTo>
                <a:lnTo>
                  <a:pt x="1219890" y="218359"/>
                </a:lnTo>
                <a:lnTo>
                  <a:pt x="1332862" y="220513"/>
                </a:lnTo>
                <a:lnTo>
                  <a:pt x="1446352" y="221600"/>
                </a:lnTo>
                <a:lnTo>
                  <a:pt x="1559859" y="220513"/>
                </a:lnTo>
                <a:lnTo>
                  <a:pt x="1672815" y="218359"/>
                </a:lnTo>
                <a:lnTo>
                  <a:pt x="1784167" y="215117"/>
                </a:lnTo>
                <a:lnTo>
                  <a:pt x="1893346" y="210255"/>
                </a:lnTo>
                <a:lnTo>
                  <a:pt x="1999819" y="204306"/>
                </a:lnTo>
                <a:lnTo>
                  <a:pt x="2103050" y="197271"/>
                </a:lnTo>
                <a:lnTo>
                  <a:pt x="2201970" y="188633"/>
                </a:lnTo>
                <a:lnTo>
                  <a:pt x="2296545" y="178889"/>
                </a:lnTo>
                <a:lnTo>
                  <a:pt x="2385722" y="168098"/>
                </a:lnTo>
                <a:lnTo>
                  <a:pt x="2469504" y="156199"/>
                </a:lnTo>
                <a:lnTo>
                  <a:pt x="2546250" y="143767"/>
                </a:lnTo>
                <a:lnTo>
                  <a:pt x="2616513" y="129715"/>
                </a:lnTo>
                <a:lnTo>
                  <a:pt x="2679760" y="115663"/>
                </a:lnTo>
                <a:lnTo>
                  <a:pt x="2735436" y="100522"/>
                </a:lnTo>
                <a:lnTo>
                  <a:pt x="2782990" y="84315"/>
                </a:lnTo>
                <a:lnTo>
                  <a:pt x="2822441" y="68089"/>
                </a:lnTo>
                <a:lnTo>
                  <a:pt x="2853254" y="51348"/>
                </a:lnTo>
                <a:lnTo>
                  <a:pt x="2875409" y="34588"/>
                </a:lnTo>
                <a:lnTo>
                  <a:pt x="2888394" y="17293"/>
                </a:lnTo>
                <a:lnTo>
                  <a:pt x="28932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086">
            <a:solidFill>
              <a:srgbClr val="1F5C6B"/>
            </a:solidFill>
            <a:prstDash val="solid"/>
          </a:ln>
        </p:spPr>
      </p:sp>
      <p:sp>
        <p:nvSpPr>
          <p:cNvPr id="253" name="path-219">
            <a:extLst xmlns:a="http://schemas.openxmlformats.org/drawingml/2006/main">
              <a:ext uri="{FF2B5EF4-FFF2-40B4-BE49-F238E27FC236}">
                <a16:creationId xmlns:a16="http://schemas.microsoft.com/office/drawing/2014/main" id="{443F7BE9-CC20-4087-8D83-1A96E19A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684" y="1236108"/>
            <a:ext cx="2851019" cy="744569"/>
          </a:xfrm>
          <a:custGeom xmlns:a="http://schemas.openxmlformats.org/drawingml/2006/main">
            <a:pathLst>
              <a:path w="2893256" h="755600">
                <a:moveTo>
                  <a:pt x="0" y="377800"/>
                </a:moveTo>
                <a:lnTo>
                  <a:pt x="0" y="377800"/>
                </a:lnTo>
                <a:cubicBezTo>
                  <a:pt x="0" y="311312"/>
                  <a:pt x="67022" y="246464"/>
                  <a:pt x="194048" y="189167"/>
                </a:cubicBezTo>
                <a:cubicBezTo>
                  <a:pt x="320521" y="131336"/>
                  <a:pt x="503205" y="83781"/>
                  <a:pt x="723185" y="50796"/>
                </a:cubicBezTo>
                <a:cubicBezTo>
                  <a:pt x="943165" y="17294"/>
                  <a:pt x="1192870" y="0"/>
                  <a:pt x="1446352" y="0"/>
                </a:cubicBezTo>
                <a:cubicBezTo>
                  <a:pt x="1700386" y="0"/>
                  <a:pt x="1950092" y="17294"/>
                  <a:pt x="2170071" y="50796"/>
                </a:cubicBezTo>
                <a:cubicBezTo>
                  <a:pt x="2390051" y="83781"/>
                  <a:pt x="2572735" y="131336"/>
                  <a:pt x="2699208" y="188633"/>
                </a:cubicBezTo>
                <a:cubicBezTo>
                  <a:pt x="2826235" y="246464"/>
                  <a:pt x="2893256" y="311312"/>
                  <a:pt x="2893256" y="377800"/>
                </a:cubicBezTo>
                <a:cubicBezTo>
                  <a:pt x="2893256" y="444288"/>
                  <a:pt x="2826235" y="509136"/>
                  <a:pt x="2699208" y="566967"/>
                </a:cubicBezTo>
                <a:cubicBezTo>
                  <a:pt x="2572735" y="624264"/>
                  <a:pt x="2390051" y="671818"/>
                  <a:pt x="2170071" y="704804"/>
                </a:cubicBezTo>
                <a:cubicBezTo>
                  <a:pt x="1950092" y="738306"/>
                  <a:pt x="1700386" y="755600"/>
                  <a:pt x="1446352" y="755600"/>
                </a:cubicBezTo>
                <a:cubicBezTo>
                  <a:pt x="1192870" y="755600"/>
                  <a:pt x="943165" y="738306"/>
                  <a:pt x="723185" y="704804"/>
                </a:cubicBezTo>
                <a:cubicBezTo>
                  <a:pt x="503205" y="671818"/>
                  <a:pt x="320521" y="624264"/>
                  <a:pt x="194048" y="566967"/>
                </a:cubicBezTo>
                <a:cubicBezTo>
                  <a:pt x="67022" y="509136"/>
                  <a:pt x="0" y="444288"/>
                  <a:pt x="0" y="377800"/>
                </a:cubicBezTo>
              </a:path>
            </a:pathLst>
          </a:custGeom>
          <a:solidFill xmlns:a="http://schemas.openxmlformats.org/drawingml/2006/main">
            <a:srgbClr val="E1ECF7"/>
          </a:solidFill>
          <a:ln xmlns:a="http://schemas.openxmlformats.org/drawingml/2006/main" w="34086">
            <a:solidFill>
              <a:srgbClr val="1F5C6B"/>
            </a:solidFill>
            <a:prstDash val="solid"/>
          </a:ln>
        </p:spPr>
      </p:sp>
      <p:sp>
        <p:nvSpPr>
          <p:cNvPr id="254" name="path-220">
            <a:extLst xmlns:a="http://schemas.openxmlformats.org/drawingml/2006/main">
              <a:ext uri="{FF2B5EF4-FFF2-40B4-BE49-F238E27FC236}">
                <a16:creationId xmlns:a16="http://schemas.microsoft.com/office/drawing/2014/main" id="{12D96217-38BD-417C-98CA-EB13A45E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6851" y="1248358"/>
            <a:ext cx="418618" cy="237004"/>
          </a:xfrm>
          <a:custGeom xmlns:a="http://schemas.openxmlformats.org/drawingml/2006/main">
            <a:pathLst>
              <a:path w="424820" h="240515">
                <a:moveTo>
                  <a:pt x="0" y="240515"/>
                </a:moveTo>
                <a:lnTo>
                  <a:pt x="8104" y="231325"/>
                </a:lnTo>
                <a:lnTo>
                  <a:pt x="16207" y="222135"/>
                </a:lnTo>
                <a:lnTo>
                  <a:pt x="25950" y="213497"/>
                </a:lnTo>
                <a:lnTo>
                  <a:pt x="36208" y="203754"/>
                </a:lnTo>
                <a:lnTo>
                  <a:pt x="47020" y="194563"/>
                </a:lnTo>
                <a:lnTo>
                  <a:pt x="58917" y="185926"/>
                </a:lnTo>
                <a:lnTo>
                  <a:pt x="71350" y="176201"/>
                </a:lnTo>
                <a:lnTo>
                  <a:pt x="84315" y="166458"/>
                </a:lnTo>
                <a:lnTo>
                  <a:pt x="98368" y="157287"/>
                </a:lnTo>
                <a:lnTo>
                  <a:pt x="112955" y="148096"/>
                </a:lnTo>
                <a:lnTo>
                  <a:pt x="128094" y="138353"/>
                </a:lnTo>
                <a:lnTo>
                  <a:pt x="143768" y="129182"/>
                </a:lnTo>
                <a:lnTo>
                  <a:pt x="159993" y="119990"/>
                </a:lnTo>
                <a:lnTo>
                  <a:pt x="177288" y="110247"/>
                </a:lnTo>
                <a:lnTo>
                  <a:pt x="195116" y="100523"/>
                </a:lnTo>
                <a:lnTo>
                  <a:pt x="212943" y="90799"/>
                </a:lnTo>
                <a:lnTo>
                  <a:pt x="231878" y="81608"/>
                </a:lnTo>
                <a:lnTo>
                  <a:pt x="251326" y="72418"/>
                </a:lnTo>
                <a:lnTo>
                  <a:pt x="271327" y="63228"/>
                </a:lnTo>
                <a:lnTo>
                  <a:pt x="291863" y="54037"/>
                </a:lnTo>
                <a:lnTo>
                  <a:pt x="312399" y="44865"/>
                </a:lnTo>
                <a:lnTo>
                  <a:pt x="334555" y="35122"/>
                </a:lnTo>
                <a:lnTo>
                  <a:pt x="356177" y="26485"/>
                </a:lnTo>
                <a:lnTo>
                  <a:pt x="378334" y="17294"/>
                </a:lnTo>
                <a:lnTo>
                  <a:pt x="401577" y="8638"/>
                </a:lnTo>
                <a:lnTo>
                  <a:pt x="4248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097">
            <a:solidFill>
              <a:srgbClr val="1F1F1F"/>
            </a:solidFill>
            <a:prstDash val="dash"/>
          </a:ln>
        </p:spPr>
      </p:sp>
      <p:sp>
        <p:nvSpPr>
          <p:cNvPr id="255" name="path-221">
            <a:extLst xmlns:a="http://schemas.openxmlformats.org/drawingml/2006/main">
              <a:ext uri="{FF2B5EF4-FFF2-40B4-BE49-F238E27FC236}">
                <a16:creationId xmlns:a16="http://schemas.microsoft.com/office/drawing/2014/main" id="{D3EE422C-4D82-4B3B-99FE-79914C16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2209" y="1254220"/>
            <a:ext cx="392520" cy="225280"/>
          </a:xfrm>
          <a:custGeom xmlns:a="http://schemas.openxmlformats.org/drawingml/2006/main">
            <a:pathLst>
              <a:path w="398335" h="228617">
                <a:moveTo>
                  <a:pt x="0" y="0"/>
                </a:moveTo>
                <a:lnTo>
                  <a:pt x="21623" y="8104"/>
                </a:lnTo>
                <a:lnTo>
                  <a:pt x="43226" y="16208"/>
                </a:lnTo>
                <a:lnTo>
                  <a:pt x="63780" y="25398"/>
                </a:lnTo>
                <a:lnTo>
                  <a:pt x="84849" y="34036"/>
                </a:lnTo>
                <a:lnTo>
                  <a:pt x="104852" y="42692"/>
                </a:lnTo>
                <a:lnTo>
                  <a:pt x="124300" y="51329"/>
                </a:lnTo>
                <a:lnTo>
                  <a:pt x="143235" y="59986"/>
                </a:lnTo>
                <a:lnTo>
                  <a:pt x="162150" y="69176"/>
                </a:lnTo>
                <a:lnTo>
                  <a:pt x="180511" y="77814"/>
                </a:lnTo>
                <a:lnTo>
                  <a:pt x="197825" y="87004"/>
                </a:lnTo>
                <a:lnTo>
                  <a:pt x="215652" y="95661"/>
                </a:lnTo>
                <a:lnTo>
                  <a:pt x="231325" y="105386"/>
                </a:lnTo>
                <a:lnTo>
                  <a:pt x="247532" y="114041"/>
                </a:lnTo>
                <a:lnTo>
                  <a:pt x="263206" y="123233"/>
                </a:lnTo>
                <a:lnTo>
                  <a:pt x="277812" y="131870"/>
                </a:lnTo>
                <a:lnTo>
                  <a:pt x="291864" y="141061"/>
                </a:lnTo>
                <a:lnTo>
                  <a:pt x="305916" y="150251"/>
                </a:lnTo>
                <a:lnTo>
                  <a:pt x="318882" y="158888"/>
                </a:lnTo>
                <a:lnTo>
                  <a:pt x="331315" y="167545"/>
                </a:lnTo>
                <a:lnTo>
                  <a:pt x="342659" y="176736"/>
                </a:lnTo>
                <a:lnTo>
                  <a:pt x="353470" y="185373"/>
                </a:lnTo>
                <a:lnTo>
                  <a:pt x="363748" y="194563"/>
                </a:lnTo>
                <a:lnTo>
                  <a:pt x="373472" y="202686"/>
                </a:lnTo>
                <a:lnTo>
                  <a:pt x="382128" y="211857"/>
                </a:lnTo>
                <a:lnTo>
                  <a:pt x="390232" y="219980"/>
                </a:lnTo>
                <a:lnTo>
                  <a:pt x="398335" y="228617"/>
                </a:lnTo>
              </a:path>
            </a:pathLst>
          </a:custGeom>
          <a:noFill xmlns:a="http://schemas.openxmlformats.org/drawingml/2006/main"/>
          <a:ln xmlns:a="http://schemas.openxmlformats.org/drawingml/2006/main" w="26097">
            <a:solidFill>
              <a:srgbClr val="1F1F1F"/>
            </a:solidFill>
            <a:prstDash val="dash"/>
          </a:ln>
        </p:spPr>
      </p:sp>
      <p:sp>
        <p:nvSpPr>
          <p:cNvPr id="256" name="text-222 Fixed">
            <a:extLst xmlns:a="http://schemas.openxmlformats.org/drawingml/2006/main">
              <a:ext uri="{FF2B5EF4-FFF2-40B4-BE49-F238E27FC236}">
                <a16:creationId xmlns:a16="http://schemas.microsoft.com/office/drawing/2014/main" id="{5F3A08DE-617C-49E0-8B81-E76B2A6C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8592" y="904007"/>
            <a:ext cx="546335" cy="274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1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1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1541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Fixed</a:t>
            </a:r>
          </a:p>
        </p:txBody>
      </p:sp>
      <p:sp>
        <p:nvSpPr>
          <p:cNvPr id="257" name="text-222 Target-Token">
            <a:extLst xmlns:a="http://schemas.openxmlformats.org/drawingml/2006/main">
              <a:ext uri="{FF2B5EF4-FFF2-40B4-BE49-F238E27FC236}">
                <a16:creationId xmlns:a16="http://schemas.microsoft.com/office/drawing/2014/main" id="{69ADE95B-56BA-4A89-8DF2-51D936E3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04649" y="903855"/>
            <a:ext cx="1246701" cy="2742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3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3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1543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Target-Token</a:t>
            </a:r>
          </a:p>
        </p:txBody>
      </p:sp>
      <p:sp>
        <p:nvSpPr>
          <p:cNvPr id="258" name="text-222 Budget">
            <a:extLst xmlns:a="http://schemas.openxmlformats.org/drawingml/2006/main">
              <a:ext uri="{FF2B5EF4-FFF2-40B4-BE49-F238E27FC236}">
                <a16:creationId xmlns:a16="http://schemas.microsoft.com/office/drawing/2014/main" id="{D28B6440-0B43-4CBD-9BF9-18038FD8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0458" y="903831"/>
            <a:ext cx="709805" cy="274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3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3" b="1" i="0">
                <a:solidFill>
                  <a:srgbClr val="13264C"/>
                </a:solidFill>
                <a:latin typeface="Arial"/>
                <a:ea typeface="Arial"/>
                <a:cs typeface="Arial"/>
              </a:defRPr>
            </a:pPr>
            <a:r>
              <a:rPr sz="1543" b="1" i="0">
                <a:solidFill>
                  <a:srgbClr val="13264C"/>
                </a:solidFill>
                <a:latin typeface="Arial"/>
                <a:ea typeface="Arial"/>
                <a:cs typeface="Arial"/>
              </a:rPr>
              <a:t>Budget</a:t>
            </a:r>
          </a:p>
        </p:txBody>
      </p:sp>
      <p:sp>
        <p:nvSpPr>
          <p:cNvPr id="259" name="path-223">
            <a:extLst xmlns:a="http://schemas.openxmlformats.org/drawingml/2006/main">
              <a:ext uri="{FF2B5EF4-FFF2-40B4-BE49-F238E27FC236}">
                <a16:creationId xmlns:a16="http://schemas.microsoft.com/office/drawing/2014/main" id="{CCC6AAFF-E684-49C9-82E5-B69016F8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8948" y="1285110"/>
            <a:ext cx="130489" cy="106514"/>
          </a:xfrm>
          <a:custGeom xmlns:a="http://schemas.openxmlformats.org/drawingml/2006/main">
            <a:pathLst>
              <a:path w="132422" h="108092">
                <a:moveTo>
                  <a:pt x="0" y="108092"/>
                </a:moveTo>
                <a:lnTo>
                  <a:pt x="535" y="92419"/>
                </a:lnTo>
                <a:lnTo>
                  <a:pt x="2155" y="77280"/>
                </a:lnTo>
                <a:lnTo>
                  <a:pt x="5949" y="62693"/>
                </a:lnTo>
                <a:lnTo>
                  <a:pt x="10278" y="49174"/>
                </a:lnTo>
                <a:lnTo>
                  <a:pt x="15674" y="37296"/>
                </a:lnTo>
                <a:lnTo>
                  <a:pt x="22710" y="25931"/>
                </a:lnTo>
                <a:lnTo>
                  <a:pt x="30260" y="16741"/>
                </a:lnTo>
                <a:lnTo>
                  <a:pt x="38383" y="9724"/>
                </a:lnTo>
                <a:lnTo>
                  <a:pt x="47020" y="4309"/>
                </a:lnTo>
                <a:lnTo>
                  <a:pt x="56745" y="1068"/>
                </a:lnTo>
                <a:lnTo>
                  <a:pt x="65935" y="0"/>
                </a:lnTo>
                <a:lnTo>
                  <a:pt x="75126" y="1068"/>
                </a:lnTo>
                <a:lnTo>
                  <a:pt x="84851" y="4309"/>
                </a:lnTo>
                <a:lnTo>
                  <a:pt x="93508" y="9724"/>
                </a:lnTo>
                <a:lnTo>
                  <a:pt x="101610" y="16741"/>
                </a:lnTo>
                <a:lnTo>
                  <a:pt x="109180" y="25931"/>
                </a:lnTo>
                <a:lnTo>
                  <a:pt x="116215" y="37296"/>
                </a:lnTo>
                <a:lnTo>
                  <a:pt x="121612" y="49174"/>
                </a:lnTo>
                <a:lnTo>
                  <a:pt x="125940" y="62693"/>
                </a:lnTo>
                <a:lnTo>
                  <a:pt x="129716" y="77280"/>
                </a:lnTo>
                <a:lnTo>
                  <a:pt x="131336" y="92419"/>
                </a:lnTo>
                <a:lnTo>
                  <a:pt x="132422" y="108092"/>
                </a:lnTo>
              </a:path>
            </a:pathLst>
          </a:custGeom>
          <a:noFill xmlns:a="http://schemas.openxmlformats.org/drawingml/2006/main"/>
          <a:ln xmlns:a="http://schemas.openxmlformats.org/drawingml/2006/main" w="36216">
            <a:solidFill>
              <a:srgbClr val="111111"/>
            </a:solidFill>
            <a:prstDash val="solid"/>
          </a:ln>
        </p:spPr>
      </p:sp>
      <p:sp>
        <p:nvSpPr>
          <p:cNvPr id="260" name="path-224">
            <a:extLst xmlns:a="http://schemas.openxmlformats.org/drawingml/2006/main">
              <a:ext uri="{FF2B5EF4-FFF2-40B4-BE49-F238E27FC236}">
                <a16:creationId xmlns:a16="http://schemas.microsoft.com/office/drawing/2014/main" id="{8A358F61-EFB1-4E7A-B7F1-5C875548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824" y="1363404"/>
            <a:ext cx="232739" cy="159781"/>
          </a:xfrm>
          <a:custGeom xmlns:a="http://schemas.openxmlformats.org/drawingml/2006/main">
            <a:pathLst>
              <a:path w="236187" h="162148">
                <a:moveTo>
                  <a:pt x="0" y="32414"/>
                </a:moveTo>
                <a:lnTo>
                  <a:pt x="0" y="32414"/>
                </a:lnTo>
                <a:cubicBezTo>
                  <a:pt x="0" y="26484"/>
                  <a:pt x="1621" y="21069"/>
                  <a:pt x="4327" y="16207"/>
                </a:cubicBezTo>
                <a:cubicBezTo>
                  <a:pt x="7016" y="11345"/>
                  <a:pt x="11344" y="7016"/>
                  <a:pt x="16207" y="4308"/>
                </a:cubicBezTo>
                <a:cubicBezTo>
                  <a:pt x="21069" y="1621"/>
                  <a:pt x="26484" y="0"/>
                  <a:pt x="32433" y="0"/>
                </a:cubicBezTo>
                <a:lnTo>
                  <a:pt x="203753" y="0"/>
                </a:lnTo>
                <a:cubicBezTo>
                  <a:pt x="209702" y="0"/>
                  <a:pt x="215117" y="1621"/>
                  <a:pt x="219979" y="4308"/>
                </a:cubicBezTo>
                <a:cubicBezTo>
                  <a:pt x="224842" y="7016"/>
                  <a:pt x="229170" y="11345"/>
                  <a:pt x="231858" y="16207"/>
                </a:cubicBezTo>
                <a:cubicBezTo>
                  <a:pt x="234566" y="21069"/>
                  <a:pt x="236187" y="26484"/>
                  <a:pt x="236187" y="32414"/>
                </a:cubicBezTo>
                <a:lnTo>
                  <a:pt x="236187" y="129715"/>
                </a:lnTo>
                <a:cubicBezTo>
                  <a:pt x="236187" y="135664"/>
                  <a:pt x="234566" y="141060"/>
                  <a:pt x="231858" y="145922"/>
                </a:cubicBezTo>
                <a:cubicBezTo>
                  <a:pt x="229170" y="150784"/>
                  <a:pt x="224842" y="155113"/>
                  <a:pt x="219979" y="157820"/>
                </a:cubicBezTo>
                <a:cubicBezTo>
                  <a:pt x="215117" y="160528"/>
                  <a:pt x="209702" y="162148"/>
                  <a:pt x="203753" y="162148"/>
                </a:cubicBezTo>
                <a:lnTo>
                  <a:pt x="32433" y="162148"/>
                </a:lnTo>
                <a:cubicBezTo>
                  <a:pt x="26484" y="162148"/>
                  <a:pt x="21069" y="160528"/>
                  <a:pt x="16207" y="157820"/>
                </a:cubicBezTo>
                <a:cubicBezTo>
                  <a:pt x="11344" y="155113"/>
                  <a:pt x="7016" y="150784"/>
                  <a:pt x="4327" y="145922"/>
                </a:cubicBezTo>
                <a:cubicBezTo>
                  <a:pt x="1621" y="141060"/>
                  <a:pt x="0" y="135664"/>
                  <a:pt x="0" y="129715"/>
                </a:cubicBezTo>
                <a:lnTo>
                  <a:pt x="0" y="32414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path-225">
            <a:extLst xmlns:a="http://schemas.openxmlformats.org/drawingml/2006/main">
              <a:ext uri="{FF2B5EF4-FFF2-40B4-BE49-F238E27FC236}">
                <a16:creationId xmlns:a16="http://schemas.microsoft.com/office/drawing/2014/main" id="{5AEBE3F6-AD6A-4448-ACF3-D997CD49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1016" y="1405998"/>
            <a:ext cx="46353" cy="46334"/>
          </a:xfrm>
          <a:custGeom xmlns:a="http://schemas.openxmlformats.org/drawingml/2006/main">
            <a:pathLst>
              <a:path w="47040" h="47020">
                <a:moveTo>
                  <a:pt x="0" y="23243"/>
                </a:moveTo>
                <a:lnTo>
                  <a:pt x="0" y="23243"/>
                </a:lnTo>
                <a:cubicBezTo>
                  <a:pt x="0" y="18915"/>
                  <a:pt x="1087" y="15140"/>
                  <a:pt x="3242" y="11364"/>
                </a:cubicBezTo>
                <a:cubicBezTo>
                  <a:pt x="5416" y="8122"/>
                  <a:pt x="8124" y="4862"/>
                  <a:pt x="11898" y="2708"/>
                </a:cubicBezTo>
                <a:cubicBezTo>
                  <a:pt x="15141" y="1087"/>
                  <a:pt x="19468" y="0"/>
                  <a:pt x="23796" y="0"/>
                </a:cubicBezTo>
                <a:cubicBezTo>
                  <a:pt x="27572" y="0"/>
                  <a:pt x="31900" y="1087"/>
                  <a:pt x="35142" y="2708"/>
                </a:cubicBezTo>
                <a:cubicBezTo>
                  <a:pt x="38917" y="4862"/>
                  <a:pt x="41624" y="8122"/>
                  <a:pt x="43779" y="11364"/>
                </a:cubicBezTo>
                <a:cubicBezTo>
                  <a:pt x="45953" y="15140"/>
                  <a:pt x="47040" y="18915"/>
                  <a:pt x="47040" y="23243"/>
                </a:cubicBezTo>
                <a:cubicBezTo>
                  <a:pt x="47040" y="27571"/>
                  <a:pt x="45953" y="31347"/>
                  <a:pt x="43779" y="35141"/>
                </a:cubicBezTo>
                <a:cubicBezTo>
                  <a:pt x="41624" y="38383"/>
                  <a:pt x="38917" y="41623"/>
                  <a:pt x="35142" y="43779"/>
                </a:cubicBezTo>
                <a:cubicBezTo>
                  <a:pt x="31900" y="45400"/>
                  <a:pt x="27572" y="47020"/>
                  <a:pt x="23796" y="47020"/>
                </a:cubicBezTo>
                <a:cubicBezTo>
                  <a:pt x="19468" y="47020"/>
                  <a:pt x="15141" y="45400"/>
                  <a:pt x="11898" y="43779"/>
                </a:cubicBezTo>
                <a:cubicBezTo>
                  <a:pt x="8124" y="41623"/>
                  <a:pt x="5416" y="38383"/>
                  <a:pt x="3242" y="35141"/>
                </a:cubicBezTo>
                <a:cubicBezTo>
                  <a:pt x="1087" y="31347"/>
                  <a:pt x="0" y="27571"/>
                  <a:pt x="0" y="2324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path-226">
            <a:extLst xmlns:a="http://schemas.openxmlformats.org/drawingml/2006/main">
              <a:ext uri="{FF2B5EF4-FFF2-40B4-BE49-F238E27FC236}">
                <a16:creationId xmlns:a16="http://schemas.microsoft.com/office/drawing/2014/main" id="{5629E76C-522E-4211-BBA1-20026326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3812" y="1423585"/>
            <a:ext cx="20236" cy="36751"/>
          </a:xfrm>
          <a:custGeom xmlns:a="http://schemas.openxmlformats.org/drawingml/2006/main">
            <a:pathLst>
              <a:path w="20536" h="37296">
                <a:moveTo>
                  <a:pt x="10258" y="37296"/>
                </a:moveTo>
                <a:lnTo>
                  <a:pt x="0" y="37296"/>
                </a:lnTo>
                <a:lnTo>
                  <a:pt x="0" y="0"/>
                </a:lnTo>
                <a:lnTo>
                  <a:pt x="20536" y="0"/>
                </a:lnTo>
                <a:lnTo>
                  <a:pt x="20536" y="37296"/>
                </a:lnTo>
                <a:lnTo>
                  <a:pt x="10258" y="3729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text-227 Stage">
            <a:extLst xmlns:a="http://schemas.openxmlformats.org/drawingml/2006/main">
              <a:ext uri="{FF2B5EF4-FFF2-40B4-BE49-F238E27FC236}">
                <a16:creationId xmlns:a16="http://schemas.microsoft.com/office/drawing/2014/main" id="{BB5D7E8D-54D0-44D9-B6FF-2BCD18C9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7774" y="1552512"/>
            <a:ext cx="653616" cy="315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4" b="1" i="0">
                <a:solidFill>
                  <a:srgbClr val="12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4" b="1" i="0">
                <a:solidFill>
                  <a:srgbClr val="121F33"/>
                </a:solidFill>
                <a:latin typeface="Arial"/>
                <a:ea typeface="Arial"/>
                <a:cs typeface="Arial"/>
              </a:defRPr>
            </a:pPr>
            <a:r>
              <a:rPr sz="1774" b="1" i="0">
                <a:solidFill>
                  <a:srgbClr val="121F33"/>
                </a:solidFill>
                <a:latin typeface="Arial"/>
                <a:ea typeface="Arial"/>
                <a:cs typeface="Arial"/>
              </a:rPr>
              <a:t>Stage</a:t>
            </a:r>
          </a:p>
        </p:txBody>
      </p:sp>
      <p:sp>
        <p:nvSpPr>
          <p:cNvPr id="264" name="text-227 II">
            <a:extLst xmlns:a="http://schemas.openxmlformats.org/drawingml/2006/main">
              <a:ext uri="{FF2B5EF4-FFF2-40B4-BE49-F238E27FC236}">
                <a16:creationId xmlns:a16="http://schemas.microsoft.com/office/drawing/2014/main" id="{3DD68F4C-B73E-4F4A-BB97-4037DD0E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3220" y="1552332"/>
            <a:ext cx="165805" cy="3155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5" b="1" i="0">
                <a:solidFill>
                  <a:srgbClr val="12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5" b="1" i="0">
                <a:solidFill>
                  <a:srgbClr val="121F33"/>
                </a:solidFill>
                <a:latin typeface="Arial"/>
                <a:ea typeface="Arial"/>
                <a:cs typeface="Arial"/>
              </a:defRPr>
            </a:pPr>
            <a:r>
              <a:rPr sz="1775" b="1" i="0">
                <a:solidFill>
                  <a:srgbClr val="121F33"/>
                </a:solidFill>
                <a:latin typeface="Arial"/>
                <a:ea typeface="Arial"/>
                <a:cs typeface="Arial"/>
              </a:rPr>
              <a:t>II</a:t>
            </a:r>
          </a:p>
        </p:txBody>
      </p:sp>
      <p:sp>
        <p:nvSpPr>
          <p:cNvPr id="265" name="text-227 Training">
            <a:extLst xmlns:a="http://schemas.openxmlformats.org/drawingml/2006/main">
              <a:ext uri="{FF2B5EF4-FFF2-40B4-BE49-F238E27FC236}">
                <a16:creationId xmlns:a16="http://schemas.microsoft.com/office/drawing/2014/main" id="{E0DE3AEC-AB5D-4B72-AEA9-34C7EE8B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0667" y="1552524"/>
            <a:ext cx="916016" cy="315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3" b="1" i="0">
                <a:solidFill>
                  <a:srgbClr val="12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3" b="1" i="0">
                <a:solidFill>
                  <a:srgbClr val="121F33"/>
                </a:solidFill>
                <a:latin typeface="Arial"/>
                <a:ea typeface="Arial"/>
                <a:cs typeface="Arial"/>
              </a:defRPr>
            </a:pPr>
            <a:r>
              <a:rPr sz="1773" b="1" i="0">
                <a:solidFill>
                  <a:srgbClr val="121F33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266" name="text-227 Pool">
            <a:extLst xmlns:a="http://schemas.openxmlformats.org/drawingml/2006/main">
              <a:ext uri="{FF2B5EF4-FFF2-40B4-BE49-F238E27FC236}">
                <a16:creationId xmlns:a16="http://schemas.microsoft.com/office/drawing/2014/main" id="{606ECE83-4103-4610-9E75-CE7E0134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8360" y="1552626"/>
            <a:ext cx="528031" cy="315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3" b="1" i="0">
                <a:solidFill>
                  <a:srgbClr val="12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3" b="1" i="0">
                <a:solidFill>
                  <a:srgbClr val="121F33"/>
                </a:solidFill>
                <a:latin typeface="Arial"/>
                <a:ea typeface="Arial"/>
                <a:cs typeface="Arial"/>
              </a:defRPr>
            </a:pPr>
            <a:r>
              <a:rPr sz="1773" b="1" i="0">
                <a:solidFill>
                  <a:srgbClr val="121F33"/>
                </a:solidFill>
                <a:latin typeface="Arial"/>
                <a:ea typeface="Arial"/>
                <a:cs typeface="Arial"/>
              </a:rPr>
              <a:t>Pool</a:t>
            </a:r>
          </a:p>
        </p:txBody>
      </p:sp>
      <p:sp>
        <p:nvSpPr>
          <p:cNvPr id="267" name="path-228">
            <a:extLst xmlns:a="http://schemas.openxmlformats.org/drawingml/2006/main">
              <a:ext uri="{FF2B5EF4-FFF2-40B4-BE49-F238E27FC236}">
                <a16:creationId xmlns:a16="http://schemas.microsoft.com/office/drawing/2014/main" id="{8F676E01-75C5-418F-BB88-B3783F97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757" y="2664013"/>
            <a:ext cx="2472872" cy="1512588"/>
          </a:xfrm>
          <a:custGeom xmlns:a="http://schemas.openxmlformats.org/drawingml/2006/main">
            <a:pathLst>
              <a:path w="2509507" h="1534996">
                <a:moveTo>
                  <a:pt x="0" y="153493"/>
                </a:moveTo>
                <a:lnTo>
                  <a:pt x="0" y="153493"/>
                </a:lnTo>
                <a:cubicBezTo>
                  <a:pt x="0" y="126473"/>
                  <a:pt x="7035" y="99989"/>
                  <a:pt x="20536" y="76746"/>
                </a:cubicBezTo>
                <a:cubicBezTo>
                  <a:pt x="34054" y="53503"/>
                  <a:pt x="53503" y="34036"/>
                  <a:pt x="76746" y="20536"/>
                </a:cubicBezTo>
                <a:cubicBezTo>
                  <a:pt x="99989" y="7017"/>
                  <a:pt x="126473" y="0"/>
                  <a:pt x="153511" y="0"/>
                </a:cubicBezTo>
                <a:lnTo>
                  <a:pt x="2355997" y="0"/>
                </a:lnTo>
                <a:cubicBezTo>
                  <a:pt x="2383034" y="0"/>
                  <a:pt x="2409519" y="7017"/>
                  <a:pt x="2432762" y="20536"/>
                </a:cubicBezTo>
                <a:cubicBezTo>
                  <a:pt x="2455985" y="34036"/>
                  <a:pt x="2475453" y="53503"/>
                  <a:pt x="2488973" y="76746"/>
                </a:cubicBezTo>
                <a:cubicBezTo>
                  <a:pt x="2502471" y="99989"/>
                  <a:pt x="2509507" y="126473"/>
                  <a:pt x="2509507" y="153493"/>
                </a:cubicBezTo>
                <a:lnTo>
                  <a:pt x="2509507" y="1381485"/>
                </a:lnTo>
                <a:cubicBezTo>
                  <a:pt x="2509507" y="1408523"/>
                  <a:pt x="2502471" y="1434988"/>
                  <a:pt x="2488973" y="1458231"/>
                </a:cubicBezTo>
                <a:cubicBezTo>
                  <a:pt x="2475453" y="1481475"/>
                  <a:pt x="2455985" y="1500942"/>
                  <a:pt x="2432762" y="1514442"/>
                </a:cubicBezTo>
                <a:cubicBezTo>
                  <a:pt x="2409519" y="1527960"/>
                  <a:pt x="2383034" y="1534996"/>
                  <a:pt x="2355997" y="1534996"/>
                </a:cubicBezTo>
                <a:lnTo>
                  <a:pt x="153511" y="1534996"/>
                </a:lnTo>
                <a:cubicBezTo>
                  <a:pt x="126473" y="1534996"/>
                  <a:pt x="99989" y="1527960"/>
                  <a:pt x="76746" y="1514442"/>
                </a:cubicBezTo>
                <a:cubicBezTo>
                  <a:pt x="53503" y="1500942"/>
                  <a:pt x="34054" y="1481475"/>
                  <a:pt x="20536" y="1458231"/>
                </a:cubicBezTo>
                <a:cubicBezTo>
                  <a:pt x="7035" y="1434988"/>
                  <a:pt x="0" y="1408523"/>
                  <a:pt x="0" y="1381485"/>
                </a:cubicBezTo>
                <a:lnTo>
                  <a:pt x="0" y="153493"/>
                </a:lnTo>
              </a:path>
            </a:pathLst>
          </a:custGeom>
          <a:solidFill xmlns:a="http://schemas.openxmlformats.org/drawingml/2006/main">
            <a:srgbClr val="E8EFFA"/>
          </a:solidFill>
          <a:ln xmlns:a="http://schemas.openxmlformats.org/drawingml/2006/main" w="24499">
            <a:solidFill>
              <a:srgbClr val="9CB8DC"/>
            </a:solidFill>
            <a:prstDash val="solid"/>
          </a:ln>
        </p:spPr>
      </p:sp>
      <p:sp>
        <p:nvSpPr>
          <p:cNvPr id="268" name="path-229">
            <a:extLst xmlns:a="http://schemas.openxmlformats.org/drawingml/2006/main">
              <a:ext uri="{FF2B5EF4-FFF2-40B4-BE49-F238E27FC236}">
                <a16:creationId xmlns:a16="http://schemas.microsoft.com/office/drawing/2014/main" id="{0C360801-B937-4084-B0D4-D8309924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6808" y="2853613"/>
            <a:ext cx="395714" cy="494789"/>
          </a:xfrm>
          <a:custGeom xmlns:a="http://schemas.openxmlformats.org/drawingml/2006/main">
            <a:pathLst>
              <a:path w="401577" h="502119">
                <a:moveTo>
                  <a:pt x="0" y="49728"/>
                </a:moveTo>
                <a:lnTo>
                  <a:pt x="48087" y="0"/>
                </a:lnTo>
                <a:lnTo>
                  <a:pt x="352936" y="0"/>
                </a:lnTo>
                <a:lnTo>
                  <a:pt x="401577" y="49728"/>
                </a:lnTo>
                <a:lnTo>
                  <a:pt x="401577" y="200531"/>
                </a:lnTo>
                <a:lnTo>
                  <a:pt x="389145" y="290777"/>
                </a:lnTo>
                <a:lnTo>
                  <a:pt x="344833" y="381595"/>
                </a:lnTo>
                <a:lnTo>
                  <a:pt x="248618" y="471841"/>
                </a:lnTo>
                <a:lnTo>
                  <a:pt x="200512" y="502119"/>
                </a:lnTo>
                <a:lnTo>
                  <a:pt x="152405" y="471841"/>
                </a:lnTo>
                <a:lnTo>
                  <a:pt x="56211" y="381595"/>
                </a:lnTo>
                <a:lnTo>
                  <a:pt x="11879" y="290777"/>
                </a:lnTo>
                <a:lnTo>
                  <a:pt x="0" y="200531"/>
                </a:lnTo>
                <a:lnTo>
                  <a:pt x="0" y="49728"/>
                </a:lnTo>
              </a:path>
            </a:pathLst>
          </a:custGeom>
          <a:solidFill xmlns:a="http://schemas.openxmlformats.org/drawingml/2006/main">
            <a:srgbClr val="2B5190"/>
          </a:solidFill>
          <a:ln xmlns:a="http://schemas.openxmlformats.org/drawingml/2006/main" w="17043">
            <a:solidFill>
              <a:srgbClr val="5B86C4"/>
            </a:solidFill>
            <a:prstDash val="solid"/>
          </a:ln>
        </p:spPr>
      </p:sp>
      <p:sp>
        <p:nvSpPr>
          <p:cNvPr id="269" name="path-230">
            <a:extLst xmlns:a="http://schemas.openxmlformats.org/drawingml/2006/main">
              <a:ext uri="{FF2B5EF4-FFF2-40B4-BE49-F238E27FC236}">
                <a16:creationId xmlns:a16="http://schemas.microsoft.com/office/drawing/2014/main" id="{C3797C5D-9A86-4BD4-92BB-15627E5A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323" y="3061325"/>
            <a:ext cx="63375" cy="78820"/>
          </a:xfrm>
          <a:custGeom xmlns:a="http://schemas.openxmlformats.org/drawingml/2006/main">
            <a:pathLst>
              <a:path w="64314" h="79988">
                <a:moveTo>
                  <a:pt x="0" y="0"/>
                </a:moveTo>
                <a:lnTo>
                  <a:pt x="64314" y="79988"/>
                </a:lnTo>
              </a:path>
            </a:pathLst>
          </a:custGeom>
          <a:noFill xmlns:a="http://schemas.openxmlformats.org/drawingml/2006/main"/>
          <a:ln xmlns:a="http://schemas.openxmlformats.org/drawingml/2006/main" w="63911">
            <a:solidFill>
              <a:srgbClr val="FFFFFF"/>
            </a:solidFill>
            <a:prstDash val="solid"/>
          </a:ln>
        </p:spPr>
      </p:sp>
      <p:sp>
        <p:nvSpPr>
          <p:cNvPr id="270" name="path-231">
            <a:extLst xmlns:a="http://schemas.openxmlformats.org/drawingml/2006/main">
              <a:ext uri="{FF2B5EF4-FFF2-40B4-BE49-F238E27FC236}">
                <a16:creationId xmlns:a16="http://schemas.microsoft.com/office/drawing/2014/main" id="{515A9F45-633D-4254-BBC1-6178B134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6698" y="2977169"/>
            <a:ext cx="118765" cy="162975"/>
          </a:xfrm>
          <a:custGeom xmlns:a="http://schemas.openxmlformats.org/drawingml/2006/main">
            <a:pathLst>
              <a:path w="120524" h="165390">
                <a:moveTo>
                  <a:pt x="0" y="165390"/>
                </a:moveTo>
                <a:lnTo>
                  <a:pt x="1205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3911">
            <a:solidFill>
              <a:srgbClr val="FFFFFF"/>
            </a:solidFill>
            <a:prstDash val="solid"/>
          </a:ln>
        </p:spPr>
      </p:sp>
      <p:sp>
        <p:nvSpPr>
          <p:cNvPr id="271" name="text-232 Verified">
            <a:extLst xmlns:a="http://schemas.openxmlformats.org/drawingml/2006/main">
              <a:ext uri="{FF2B5EF4-FFF2-40B4-BE49-F238E27FC236}">
                <a16:creationId xmlns:a16="http://schemas.microsoft.com/office/drawing/2014/main" id="{B6982937-BA9B-4058-9D5B-BC315C20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6574" y="3493750"/>
            <a:ext cx="819747" cy="3027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3" b="1" i="0">
                <a:solidFill>
                  <a:srgbClr val="1B3C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3" b="1" i="0">
                <a:solidFill>
                  <a:srgbClr val="1B3C76"/>
                </a:solidFill>
                <a:latin typeface="Arial"/>
                <a:ea typeface="Arial"/>
                <a:cs typeface="Arial"/>
              </a:defRPr>
            </a:pPr>
            <a:r>
              <a:rPr sz="1703" b="1" i="0">
                <a:solidFill>
                  <a:srgbClr val="1B3C76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272" name="text-232 Hard">
            <a:extLst xmlns:a="http://schemas.openxmlformats.org/drawingml/2006/main">
              <a:ext uri="{FF2B5EF4-FFF2-40B4-BE49-F238E27FC236}">
                <a16:creationId xmlns:a16="http://schemas.microsoft.com/office/drawing/2014/main" id="{28F3A34C-4BE7-449F-A142-BC2326F6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972" y="3493694"/>
            <a:ext cx="531507" cy="302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3" b="1" i="0">
                <a:solidFill>
                  <a:srgbClr val="1B3C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3" b="1" i="0">
                <a:solidFill>
                  <a:srgbClr val="1B3C76"/>
                </a:solidFill>
                <a:latin typeface="Arial"/>
                <a:ea typeface="Arial"/>
                <a:cs typeface="Arial"/>
              </a:defRPr>
            </a:pPr>
            <a:r>
              <a:rPr sz="1703" b="1" i="0">
                <a:solidFill>
                  <a:srgbClr val="1B3C76"/>
                </a:solidFill>
                <a:latin typeface="Arial"/>
                <a:ea typeface="Arial"/>
                <a:cs typeface="Arial"/>
              </a:rPr>
              <a:t>Hard</a:t>
            </a:r>
          </a:p>
        </p:txBody>
      </p:sp>
      <p:sp>
        <p:nvSpPr>
          <p:cNvPr id="273" name="text-233 Examples">
            <a:extLst xmlns:a="http://schemas.openxmlformats.org/drawingml/2006/main">
              <a:ext uri="{FF2B5EF4-FFF2-40B4-BE49-F238E27FC236}">
                <a16:creationId xmlns:a16="http://schemas.microsoft.com/office/drawing/2014/main" id="{948712E5-2B2B-43E2-8025-A7F7D7F4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9023" y="3768536"/>
            <a:ext cx="1048391" cy="3028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3" b="1" i="0">
                <a:solidFill>
                  <a:srgbClr val="1B3C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3" b="1" i="0">
                <a:solidFill>
                  <a:srgbClr val="1B3C76"/>
                </a:solidFill>
                <a:latin typeface="Arial"/>
                <a:ea typeface="Arial"/>
                <a:cs typeface="Arial"/>
              </a:defRPr>
            </a:pPr>
            <a:r>
              <a:rPr sz="1703" b="1" i="0">
                <a:solidFill>
                  <a:srgbClr val="1B3C76"/>
                </a:solidFill>
                <a:latin typeface="Arial"/>
                <a:ea typeface="Arial"/>
                <a:cs typeface="Arial"/>
              </a:rPr>
              <a:t>Examples</a:t>
            </a:r>
          </a:p>
        </p:txBody>
      </p:sp>
      <p:sp>
        <p:nvSpPr>
          <p:cNvPr id="274" name="path-234">
            <a:extLst xmlns:a="http://schemas.openxmlformats.org/drawingml/2006/main">
              <a:ext uri="{FF2B5EF4-FFF2-40B4-BE49-F238E27FC236}">
                <a16:creationId xmlns:a16="http://schemas.microsoft.com/office/drawing/2014/main" id="{8F6B3D07-2B79-4DBF-923D-2E1689CA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757" y="4496689"/>
            <a:ext cx="2472872" cy="1512587"/>
          </a:xfrm>
          <a:custGeom xmlns:a="http://schemas.openxmlformats.org/drawingml/2006/main">
            <a:pathLst>
              <a:path w="2509507" h="1534996">
                <a:moveTo>
                  <a:pt x="0" y="153492"/>
                </a:moveTo>
                <a:lnTo>
                  <a:pt x="0" y="153492"/>
                </a:lnTo>
                <a:cubicBezTo>
                  <a:pt x="0" y="126473"/>
                  <a:pt x="7035" y="99989"/>
                  <a:pt x="20536" y="76746"/>
                </a:cubicBezTo>
                <a:cubicBezTo>
                  <a:pt x="34054" y="53503"/>
                  <a:pt x="53503" y="34054"/>
                  <a:pt x="76746" y="20536"/>
                </a:cubicBezTo>
                <a:cubicBezTo>
                  <a:pt x="99989" y="7017"/>
                  <a:pt x="126473" y="0"/>
                  <a:pt x="153511" y="0"/>
                </a:cubicBezTo>
                <a:lnTo>
                  <a:pt x="2355997" y="0"/>
                </a:lnTo>
                <a:cubicBezTo>
                  <a:pt x="2383034" y="0"/>
                  <a:pt x="2409519" y="7017"/>
                  <a:pt x="2432762" y="20536"/>
                </a:cubicBezTo>
                <a:cubicBezTo>
                  <a:pt x="2455985" y="34054"/>
                  <a:pt x="2475453" y="53503"/>
                  <a:pt x="2488973" y="76746"/>
                </a:cubicBezTo>
                <a:cubicBezTo>
                  <a:pt x="2502471" y="99989"/>
                  <a:pt x="2509507" y="126473"/>
                  <a:pt x="2509507" y="153492"/>
                </a:cubicBezTo>
                <a:lnTo>
                  <a:pt x="2509507" y="1381485"/>
                </a:lnTo>
                <a:cubicBezTo>
                  <a:pt x="2509507" y="1408522"/>
                  <a:pt x="2502471" y="1435007"/>
                  <a:pt x="2488973" y="1458250"/>
                </a:cubicBezTo>
                <a:cubicBezTo>
                  <a:pt x="2475453" y="1481474"/>
                  <a:pt x="2455985" y="1500942"/>
                  <a:pt x="2432762" y="1514461"/>
                </a:cubicBezTo>
                <a:cubicBezTo>
                  <a:pt x="2409519" y="1527960"/>
                  <a:pt x="2383034" y="1534996"/>
                  <a:pt x="2355997" y="1534996"/>
                </a:cubicBezTo>
                <a:lnTo>
                  <a:pt x="153511" y="1534996"/>
                </a:lnTo>
                <a:cubicBezTo>
                  <a:pt x="126473" y="1534996"/>
                  <a:pt x="99989" y="1527960"/>
                  <a:pt x="76746" y="1514461"/>
                </a:cubicBezTo>
                <a:cubicBezTo>
                  <a:pt x="53503" y="1500942"/>
                  <a:pt x="34054" y="1481474"/>
                  <a:pt x="20536" y="1458250"/>
                </a:cubicBezTo>
                <a:cubicBezTo>
                  <a:pt x="7035" y="1435007"/>
                  <a:pt x="0" y="1408522"/>
                  <a:pt x="0" y="1381485"/>
                </a:cubicBezTo>
                <a:lnTo>
                  <a:pt x="0" y="153492"/>
                </a:lnTo>
              </a:path>
            </a:pathLst>
          </a:custGeom>
          <a:solidFill xmlns:a="http://schemas.openxmlformats.org/drawingml/2006/main">
            <a:srgbClr val="ECF5EA"/>
          </a:solidFill>
          <a:ln xmlns:a="http://schemas.openxmlformats.org/drawingml/2006/main" w="24499">
            <a:solidFill>
              <a:srgbClr val="A6C8A4"/>
            </a:solidFill>
            <a:prstDash val="solid"/>
          </a:ln>
        </p:spPr>
      </p:sp>
      <p:sp>
        <p:nvSpPr>
          <p:cNvPr id="275" name="path-235">
            <a:extLst xmlns:a="http://schemas.openxmlformats.org/drawingml/2006/main">
              <a:ext uri="{FF2B5EF4-FFF2-40B4-BE49-F238E27FC236}">
                <a16:creationId xmlns:a16="http://schemas.microsoft.com/office/drawing/2014/main" id="{803F5581-CBED-4299-86F6-C5ACF60C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6808" y="4686289"/>
            <a:ext cx="494770" cy="494788"/>
          </a:xfrm>
          <a:custGeom xmlns:a="http://schemas.openxmlformats.org/drawingml/2006/main">
            <a:pathLst>
              <a:path w="502100" h="502119">
                <a:moveTo>
                  <a:pt x="0" y="250792"/>
                </a:moveTo>
                <a:lnTo>
                  <a:pt x="0" y="250792"/>
                </a:lnTo>
                <a:cubicBezTo>
                  <a:pt x="0" y="206462"/>
                  <a:pt x="11345" y="163236"/>
                  <a:pt x="33502" y="125406"/>
                </a:cubicBezTo>
                <a:cubicBezTo>
                  <a:pt x="55658" y="87023"/>
                  <a:pt x="87557" y="55123"/>
                  <a:pt x="125387" y="33520"/>
                </a:cubicBezTo>
                <a:cubicBezTo>
                  <a:pt x="163769" y="11345"/>
                  <a:pt x="206996" y="0"/>
                  <a:pt x="251326" y="0"/>
                </a:cubicBezTo>
                <a:cubicBezTo>
                  <a:pt x="295105" y="0"/>
                  <a:pt x="338331" y="11345"/>
                  <a:pt x="376714" y="33520"/>
                </a:cubicBezTo>
                <a:cubicBezTo>
                  <a:pt x="414543" y="55123"/>
                  <a:pt x="446442" y="87023"/>
                  <a:pt x="468598" y="125406"/>
                </a:cubicBezTo>
                <a:cubicBezTo>
                  <a:pt x="490754" y="163236"/>
                  <a:pt x="502100" y="206462"/>
                  <a:pt x="502100" y="250792"/>
                </a:cubicBezTo>
                <a:cubicBezTo>
                  <a:pt x="502100" y="295105"/>
                  <a:pt x="490754" y="338350"/>
                  <a:pt x="468598" y="376180"/>
                </a:cubicBezTo>
                <a:cubicBezTo>
                  <a:pt x="446442" y="414562"/>
                  <a:pt x="414543" y="446442"/>
                  <a:pt x="376714" y="468065"/>
                </a:cubicBezTo>
                <a:cubicBezTo>
                  <a:pt x="338331" y="490221"/>
                  <a:pt x="295105" y="502119"/>
                  <a:pt x="251326" y="502119"/>
                </a:cubicBezTo>
                <a:cubicBezTo>
                  <a:pt x="206996" y="502119"/>
                  <a:pt x="163769" y="490221"/>
                  <a:pt x="125387" y="468065"/>
                </a:cubicBezTo>
                <a:cubicBezTo>
                  <a:pt x="87557" y="446442"/>
                  <a:pt x="55658" y="414562"/>
                  <a:pt x="33502" y="376180"/>
                </a:cubicBezTo>
                <a:cubicBezTo>
                  <a:pt x="11345" y="338350"/>
                  <a:pt x="0" y="295105"/>
                  <a:pt x="0" y="250792"/>
                </a:cubicBezTo>
              </a:path>
            </a:pathLst>
          </a:custGeom>
          <a:solidFill xmlns:a="http://schemas.openxmlformats.org/drawingml/2006/main">
            <a:srgbClr val="2C6340"/>
          </a:solidFill>
          <a:ln xmlns:a="http://schemas.openxmlformats.org/drawingml/2006/main" w="13315">
            <a:solidFill>
              <a:srgbClr val="2C6340"/>
            </a:solidFill>
            <a:prstDash val="solid"/>
          </a:ln>
        </p:spPr>
      </p:sp>
      <p:sp>
        <p:nvSpPr>
          <p:cNvPr id="276" name="path-236">
            <a:extLst xmlns:a="http://schemas.openxmlformats.org/drawingml/2006/main">
              <a:ext uri="{FF2B5EF4-FFF2-40B4-BE49-F238E27FC236}">
                <a16:creationId xmlns:a16="http://schemas.microsoft.com/office/drawing/2014/main" id="{BCBC6485-5C47-4AC6-9012-7B305676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596" y="4731571"/>
            <a:ext cx="403194" cy="403174"/>
          </a:xfrm>
          <a:custGeom xmlns:a="http://schemas.openxmlformats.org/drawingml/2006/main">
            <a:pathLst>
              <a:path w="409167" h="409147">
                <a:moveTo>
                  <a:pt x="0" y="204840"/>
                </a:moveTo>
                <a:lnTo>
                  <a:pt x="0" y="204840"/>
                </a:lnTo>
                <a:cubicBezTo>
                  <a:pt x="0" y="169165"/>
                  <a:pt x="9191" y="133490"/>
                  <a:pt x="27572" y="102678"/>
                </a:cubicBezTo>
                <a:cubicBezTo>
                  <a:pt x="45400" y="71331"/>
                  <a:pt x="71350" y="45399"/>
                  <a:pt x="102163" y="27553"/>
                </a:cubicBezTo>
                <a:cubicBezTo>
                  <a:pt x="133510" y="9725"/>
                  <a:pt x="168632" y="0"/>
                  <a:pt x="204860" y="0"/>
                </a:cubicBezTo>
                <a:cubicBezTo>
                  <a:pt x="240535" y="0"/>
                  <a:pt x="275657" y="9725"/>
                  <a:pt x="307004" y="27553"/>
                </a:cubicBezTo>
                <a:cubicBezTo>
                  <a:pt x="337817" y="45399"/>
                  <a:pt x="363767" y="71331"/>
                  <a:pt x="381595" y="102678"/>
                </a:cubicBezTo>
                <a:cubicBezTo>
                  <a:pt x="399975" y="133490"/>
                  <a:pt x="409167" y="169165"/>
                  <a:pt x="409167" y="204840"/>
                </a:cubicBezTo>
                <a:cubicBezTo>
                  <a:pt x="409167" y="240515"/>
                  <a:pt x="399975" y="276190"/>
                  <a:pt x="381595" y="306984"/>
                </a:cubicBezTo>
                <a:cubicBezTo>
                  <a:pt x="363767" y="338330"/>
                  <a:pt x="337817" y="364281"/>
                  <a:pt x="307004" y="382128"/>
                </a:cubicBezTo>
                <a:cubicBezTo>
                  <a:pt x="275657" y="399956"/>
                  <a:pt x="240535" y="409147"/>
                  <a:pt x="204860" y="409147"/>
                </a:cubicBezTo>
                <a:cubicBezTo>
                  <a:pt x="168632" y="409147"/>
                  <a:pt x="133510" y="399956"/>
                  <a:pt x="102163" y="382128"/>
                </a:cubicBezTo>
                <a:cubicBezTo>
                  <a:pt x="71350" y="364281"/>
                  <a:pt x="45400" y="338330"/>
                  <a:pt x="27572" y="306984"/>
                </a:cubicBezTo>
                <a:cubicBezTo>
                  <a:pt x="9191" y="276190"/>
                  <a:pt x="0" y="240515"/>
                  <a:pt x="0" y="20484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15">
            <a:solidFill>
              <a:srgbClr val="2C6340"/>
            </a:solidFill>
            <a:prstDash val="solid"/>
          </a:ln>
        </p:spPr>
      </p:sp>
      <p:sp>
        <p:nvSpPr>
          <p:cNvPr id="277" name="path-237">
            <a:extLst xmlns:a="http://schemas.openxmlformats.org/drawingml/2006/main">
              <a:ext uri="{FF2B5EF4-FFF2-40B4-BE49-F238E27FC236}">
                <a16:creationId xmlns:a16="http://schemas.microsoft.com/office/drawing/2014/main" id="{8BF7CE9F-0A0F-4FE6-99FD-ABDD62F1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405" y="4777904"/>
            <a:ext cx="311577" cy="311559"/>
          </a:xfrm>
          <a:custGeom xmlns:a="http://schemas.openxmlformats.org/drawingml/2006/main">
            <a:pathLst>
              <a:path w="316193" h="316174">
                <a:moveTo>
                  <a:pt x="0" y="157820"/>
                </a:moveTo>
                <a:lnTo>
                  <a:pt x="0" y="157820"/>
                </a:lnTo>
                <a:cubicBezTo>
                  <a:pt x="0" y="130249"/>
                  <a:pt x="7570" y="102697"/>
                  <a:pt x="21088" y="78901"/>
                </a:cubicBezTo>
                <a:cubicBezTo>
                  <a:pt x="35140" y="54590"/>
                  <a:pt x="55123" y="34588"/>
                  <a:pt x="78920" y="21070"/>
                </a:cubicBezTo>
                <a:cubicBezTo>
                  <a:pt x="103230" y="7017"/>
                  <a:pt x="130267" y="0"/>
                  <a:pt x="158373" y="0"/>
                </a:cubicBezTo>
                <a:cubicBezTo>
                  <a:pt x="185925" y="0"/>
                  <a:pt x="212963" y="7017"/>
                  <a:pt x="237273" y="21070"/>
                </a:cubicBezTo>
                <a:cubicBezTo>
                  <a:pt x="261050" y="34588"/>
                  <a:pt x="281052" y="54590"/>
                  <a:pt x="295104" y="78901"/>
                </a:cubicBezTo>
                <a:cubicBezTo>
                  <a:pt x="308623" y="102697"/>
                  <a:pt x="316193" y="130249"/>
                  <a:pt x="316193" y="157820"/>
                </a:cubicBezTo>
                <a:cubicBezTo>
                  <a:pt x="316193" y="185392"/>
                  <a:pt x="308623" y="212944"/>
                  <a:pt x="295104" y="236721"/>
                </a:cubicBezTo>
                <a:cubicBezTo>
                  <a:pt x="281052" y="261050"/>
                  <a:pt x="261050" y="281052"/>
                  <a:pt x="237273" y="294572"/>
                </a:cubicBezTo>
                <a:cubicBezTo>
                  <a:pt x="212963" y="308624"/>
                  <a:pt x="185925" y="316174"/>
                  <a:pt x="158373" y="316174"/>
                </a:cubicBezTo>
                <a:cubicBezTo>
                  <a:pt x="130267" y="316174"/>
                  <a:pt x="103230" y="308624"/>
                  <a:pt x="78920" y="294572"/>
                </a:cubicBezTo>
                <a:cubicBezTo>
                  <a:pt x="55123" y="281052"/>
                  <a:pt x="35140" y="261050"/>
                  <a:pt x="21088" y="236721"/>
                </a:cubicBezTo>
                <a:cubicBezTo>
                  <a:pt x="7570" y="212944"/>
                  <a:pt x="0" y="185392"/>
                  <a:pt x="0" y="157820"/>
                </a:cubicBezTo>
              </a:path>
            </a:pathLst>
          </a:custGeom>
          <a:solidFill xmlns:a="http://schemas.openxmlformats.org/drawingml/2006/main">
            <a:srgbClr val="4C9262"/>
          </a:solidFill>
          <a:ln xmlns:a="http://schemas.openxmlformats.org/drawingml/2006/main" w="13315">
            <a:solidFill>
              <a:srgbClr val="2C6340"/>
            </a:solidFill>
            <a:prstDash val="solid"/>
          </a:ln>
        </p:spPr>
      </p:sp>
      <p:sp>
        <p:nvSpPr>
          <p:cNvPr id="278" name="path-238">
            <a:extLst xmlns:a="http://schemas.openxmlformats.org/drawingml/2006/main">
              <a:ext uri="{FF2B5EF4-FFF2-40B4-BE49-F238E27FC236}">
                <a16:creationId xmlns:a16="http://schemas.microsoft.com/office/drawing/2014/main" id="{64BEB712-340B-41AA-9EFD-BE722F15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212" y="4823712"/>
            <a:ext cx="219962" cy="219962"/>
          </a:xfrm>
          <a:custGeom xmlns:a="http://schemas.openxmlformats.org/drawingml/2006/main">
            <a:pathLst>
              <a:path w="223221" h="223221">
                <a:moveTo>
                  <a:pt x="0" y="111333"/>
                </a:moveTo>
                <a:lnTo>
                  <a:pt x="0" y="111333"/>
                </a:lnTo>
                <a:cubicBezTo>
                  <a:pt x="0" y="91866"/>
                  <a:pt x="5396" y="72417"/>
                  <a:pt x="15139" y="55657"/>
                </a:cubicBezTo>
                <a:cubicBezTo>
                  <a:pt x="24864" y="38363"/>
                  <a:pt x="38916" y="24310"/>
                  <a:pt x="55676" y="14587"/>
                </a:cubicBezTo>
                <a:cubicBezTo>
                  <a:pt x="72971" y="4862"/>
                  <a:pt x="91886" y="0"/>
                  <a:pt x="111887" y="0"/>
                </a:cubicBezTo>
                <a:cubicBezTo>
                  <a:pt x="131335" y="0"/>
                  <a:pt x="150250" y="4862"/>
                  <a:pt x="167545" y="14587"/>
                </a:cubicBezTo>
                <a:cubicBezTo>
                  <a:pt x="184305" y="24310"/>
                  <a:pt x="198357" y="38363"/>
                  <a:pt x="208082" y="55657"/>
                </a:cubicBezTo>
                <a:cubicBezTo>
                  <a:pt x="217825" y="72417"/>
                  <a:pt x="223221" y="91866"/>
                  <a:pt x="223221" y="111333"/>
                </a:cubicBezTo>
                <a:cubicBezTo>
                  <a:pt x="223221" y="130783"/>
                  <a:pt x="217825" y="150250"/>
                  <a:pt x="208082" y="167010"/>
                </a:cubicBezTo>
                <a:cubicBezTo>
                  <a:pt x="198357" y="184305"/>
                  <a:pt x="184305" y="198357"/>
                  <a:pt x="167545" y="208082"/>
                </a:cubicBezTo>
                <a:cubicBezTo>
                  <a:pt x="150250" y="217806"/>
                  <a:pt x="131335" y="223221"/>
                  <a:pt x="111887" y="223221"/>
                </a:cubicBezTo>
                <a:cubicBezTo>
                  <a:pt x="91886" y="223221"/>
                  <a:pt x="72971" y="217806"/>
                  <a:pt x="55676" y="208082"/>
                </a:cubicBezTo>
                <a:cubicBezTo>
                  <a:pt x="38916" y="198357"/>
                  <a:pt x="24864" y="184305"/>
                  <a:pt x="15139" y="167010"/>
                </a:cubicBezTo>
                <a:cubicBezTo>
                  <a:pt x="5396" y="150250"/>
                  <a:pt x="0" y="130783"/>
                  <a:pt x="0" y="11133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15">
            <a:solidFill>
              <a:srgbClr val="2C6340"/>
            </a:solidFill>
            <a:prstDash val="solid"/>
          </a:ln>
        </p:spPr>
      </p:sp>
      <p:sp>
        <p:nvSpPr>
          <p:cNvPr id="279" name="path-239">
            <a:extLst xmlns:a="http://schemas.openxmlformats.org/drawingml/2006/main">
              <a:ext uri="{FF2B5EF4-FFF2-40B4-BE49-F238E27FC236}">
                <a16:creationId xmlns:a16="http://schemas.microsoft.com/office/drawing/2014/main" id="{F87D10C0-982A-408C-8541-246C1E85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019" y="4869501"/>
            <a:ext cx="128348" cy="128366"/>
          </a:xfrm>
          <a:custGeom xmlns:a="http://schemas.openxmlformats.org/drawingml/2006/main">
            <a:pathLst>
              <a:path w="130249" h="130268">
                <a:moveTo>
                  <a:pt x="0" y="64866"/>
                </a:moveTo>
                <a:lnTo>
                  <a:pt x="0" y="64866"/>
                </a:lnTo>
                <a:cubicBezTo>
                  <a:pt x="0" y="53522"/>
                  <a:pt x="3241" y="42158"/>
                  <a:pt x="8638" y="32433"/>
                </a:cubicBezTo>
                <a:cubicBezTo>
                  <a:pt x="14587" y="22175"/>
                  <a:pt x="22691" y="14053"/>
                  <a:pt x="32434" y="8656"/>
                </a:cubicBezTo>
                <a:cubicBezTo>
                  <a:pt x="42692" y="2707"/>
                  <a:pt x="53503" y="0"/>
                  <a:pt x="65401" y="0"/>
                </a:cubicBezTo>
                <a:cubicBezTo>
                  <a:pt x="76746" y="0"/>
                  <a:pt x="87557" y="2707"/>
                  <a:pt x="97815" y="8656"/>
                </a:cubicBezTo>
                <a:cubicBezTo>
                  <a:pt x="107560" y="14053"/>
                  <a:pt x="115663" y="22175"/>
                  <a:pt x="121612" y="32433"/>
                </a:cubicBezTo>
                <a:cubicBezTo>
                  <a:pt x="127008" y="42158"/>
                  <a:pt x="130249" y="53522"/>
                  <a:pt x="130249" y="64866"/>
                </a:cubicBezTo>
                <a:cubicBezTo>
                  <a:pt x="130249" y="76212"/>
                  <a:pt x="127008" y="87557"/>
                  <a:pt x="121612" y="97300"/>
                </a:cubicBezTo>
                <a:cubicBezTo>
                  <a:pt x="115663" y="107558"/>
                  <a:pt x="107560" y="115662"/>
                  <a:pt x="97815" y="121078"/>
                </a:cubicBezTo>
                <a:cubicBezTo>
                  <a:pt x="87557" y="127026"/>
                  <a:pt x="76746" y="130268"/>
                  <a:pt x="65401" y="130268"/>
                </a:cubicBezTo>
                <a:cubicBezTo>
                  <a:pt x="53503" y="130268"/>
                  <a:pt x="42692" y="127026"/>
                  <a:pt x="32434" y="121078"/>
                </a:cubicBezTo>
                <a:cubicBezTo>
                  <a:pt x="22691" y="115662"/>
                  <a:pt x="14587" y="107558"/>
                  <a:pt x="8638" y="97300"/>
                </a:cubicBezTo>
                <a:cubicBezTo>
                  <a:pt x="3241" y="87557"/>
                  <a:pt x="0" y="76212"/>
                  <a:pt x="0" y="64866"/>
                </a:cubicBezTo>
              </a:path>
            </a:pathLst>
          </a:custGeom>
          <a:solidFill xmlns:a="http://schemas.openxmlformats.org/drawingml/2006/main">
            <a:srgbClr val="74B28A"/>
          </a:solidFill>
          <a:ln xmlns:a="http://schemas.openxmlformats.org/drawingml/2006/main" w="13315">
            <a:solidFill>
              <a:srgbClr val="2C6340"/>
            </a:solidFill>
            <a:prstDash val="solid"/>
          </a:ln>
        </p:spPr>
      </p:sp>
      <p:sp>
        <p:nvSpPr>
          <p:cNvPr id="280" name="path-240">
            <a:extLst xmlns:a="http://schemas.openxmlformats.org/drawingml/2006/main">
              <a:ext uri="{FF2B5EF4-FFF2-40B4-BE49-F238E27FC236}">
                <a16:creationId xmlns:a16="http://schemas.microsoft.com/office/drawing/2014/main" id="{CE3D4DB2-947D-4C9F-AF93-E0A64A23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3921" y="4656471"/>
            <a:ext cx="276949" cy="276949"/>
          </a:xfrm>
          <a:custGeom xmlns:a="http://schemas.openxmlformats.org/drawingml/2006/main">
            <a:pathLst>
              <a:path w="281052" h="281052">
                <a:moveTo>
                  <a:pt x="281052" y="0"/>
                </a:moveTo>
                <a:lnTo>
                  <a:pt x="0" y="281052"/>
                </a:lnTo>
              </a:path>
            </a:pathLst>
          </a:custGeom>
          <a:noFill xmlns:a="http://schemas.openxmlformats.org/drawingml/2006/main"/>
          <a:ln xmlns:a="http://schemas.openxmlformats.org/drawingml/2006/main" w="47933">
            <a:solidFill>
              <a:srgbClr val="2C6340"/>
            </a:solidFill>
            <a:prstDash val="solid"/>
          </a:ln>
        </p:spPr>
      </p:sp>
      <p:sp>
        <p:nvSpPr>
          <p:cNvPr id="281" name="path-241">
            <a:extLst xmlns:a="http://schemas.openxmlformats.org/drawingml/2006/main">
              <a:ext uri="{FF2B5EF4-FFF2-40B4-BE49-F238E27FC236}">
                <a16:creationId xmlns:a16="http://schemas.microsoft.com/office/drawing/2014/main" id="{8F1AF892-F250-4632-8D52-303B74D6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6443" y="4695872"/>
            <a:ext cx="44737" cy="74573"/>
          </a:xfrm>
          <a:custGeom xmlns:a="http://schemas.openxmlformats.org/drawingml/2006/main">
            <a:pathLst>
              <a:path w="45400" h="75678">
                <a:moveTo>
                  <a:pt x="0" y="0"/>
                </a:moveTo>
                <a:lnTo>
                  <a:pt x="45400" y="75678"/>
                </a:lnTo>
              </a:path>
            </a:pathLst>
          </a:custGeom>
          <a:noFill xmlns:a="http://schemas.openxmlformats.org/drawingml/2006/main"/>
          <a:ln xmlns:a="http://schemas.openxmlformats.org/drawingml/2006/main" w="41542">
            <a:solidFill>
              <a:srgbClr val="2C6340"/>
            </a:solidFill>
            <a:prstDash val="solid"/>
          </a:ln>
        </p:spPr>
      </p:sp>
      <p:sp>
        <p:nvSpPr>
          <p:cNvPr id="282" name="path-242">
            <a:extLst xmlns:a="http://schemas.openxmlformats.org/drawingml/2006/main">
              <a:ext uri="{FF2B5EF4-FFF2-40B4-BE49-F238E27FC236}">
                <a16:creationId xmlns:a16="http://schemas.microsoft.com/office/drawing/2014/main" id="{311DCB85-1914-4CCA-B59A-3F3F2332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2105" y="4750735"/>
            <a:ext cx="44737" cy="74028"/>
          </a:xfrm>
          <a:custGeom xmlns:a="http://schemas.openxmlformats.org/drawingml/2006/main">
            <a:pathLst>
              <a:path w="45400" h="75125">
                <a:moveTo>
                  <a:pt x="0" y="0"/>
                </a:moveTo>
                <a:lnTo>
                  <a:pt x="45400" y="75125"/>
                </a:lnTo>
              </a:path>
            </a:pathLst>
          </a:custGeom>
          <a:noFill xmlns:a="http://schemas.openxmlformats.org/drawingml/2006/main"/>
          <a:ln xmlns:a="http://schemas.openxmlformats.org/drawingml/2006/main" w="41542">
            <a:solidFill>
              <a:srgbClr val="2C6340"/>
            </a:solidFill>
            <a:prstDash val="solid"/>
          </a:ln>
        </p:spPr>
      </p:sp>
      <p:sp>
        <p:nvSpPr>
          <p:cNvPr id="283" name="text-243 Targeted">
            <a:extLst xmlns:a="http://schemas.openxmlformats.org/drawingml/2006/main">
              <a:ext uri="{FF2B5EF4-FFF2-40B4-BE49-F238E27FC236}">
                <a16:creationId xmlns:a16="http://schemas.microsoft.com/office/drawing/2014/main" id="{C282E850-BAF4-492E-8520-84B05A1D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0422" y="5326927"/>
            <a:ext cx="935877" cy="3028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3" b="1" i="0">
                <a:solidFill>
                  <a:srgbClr val="1E5B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3" b="1" i="0">
                <a:solidFill>
                  <a:srgbClr val="1E5B33"/>
                </a:solidFill>
                <a:latin typeface="Arial"/>
                <a:ea typeface="Arial"/>
                <a:cs typeface="Arial"/>
              </a:defRPr>
            </a:pPr>
            <a:r>
              <a:rPr sz="1703" b="1" i="0">
                <a:solidFill>
                  <a:srgbClr val="1E5B33"/>
                </a:solidFill>
                <a:latin typeface="Arial"/>
                <a:ea typeface="Arial"/>
                <a:cs typeface="Arial"/>
              </a:rPr>
              <a:t>Targeted</a:t>
            </a:r>
          </a:p>
        </p:txBody>
      </p:sp>
      <p:sp>
        <p:nvSpPr>
          <p:cNvPr id="284" name="text-243 Refill">
            <a:extLst xmlns:a="http://schemas.openxmlformats.org/drawingml/2006/main">
              <a:ext uri="{FF2B5EF4-FFF2-40B4-BE49-F238E27FC236}">
                <a16:creationId xmlns:a16="http://schemas.microsoft.com/office/drawing/2014/main" id="{471228F6-242B-468E-8824-5A289E8F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7943" y="5326879"/>
            <a:ext cx="567623" cy="30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4" b="1" i="0">
                <a:solidFill>
                  <a:srgbClr val="1E5B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4" b="1" i="0">
                <a:solidFill>
                  <a:srgbClr val="1E5B33"/>
                </a:solidFill>
                <a:latin typeface="Arial"/>
                <a:ea typeface="Arial"/>
                <a:cs typeface="Arial"/>
              </a:defRPr>
            </a:pPr>
            <a:r>
              <a:rPr sz="1704" b="1" i="0">
                <a:solidFill>
                  <a:srgbClr val="1E5B33"/>
                </a:solidFill>
                <a:latin typeface="Arial"/>
                <a:ea typeface="Arial"/>
                <a:cs typeface="Arial"/>
              </a:rPr>
              <a:t>Refill</a:t>
            </a:r>
          </a:p>
        </p:txBody>
      </p:sp>
      <p:sp>
        <p:nvSpPr>
          <p:cNvPr id="285" name="path-244">
            <a:extLst xmlns:a="http://schemas.openxmlformats.org/drawingml/2006/main">
              <a:ext uri="{FF2B5EF4-FFF2-40B4-BE49-F238E27FC236}">
                <a16:creationId xmlns:a16="http://schemas.microsoft.com/office/drawing/2014/main" id="{032F674C-8F2D-4153-88DA-B397A650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757" y="6329892"/>
            <a:ext cx="2472872" cy="1512587"/>
          </a:xfrm>
          <a:custGeom xmlns:a="http://schemas.openxmlformats.org/drawingml/2006/main">
            <a:pathLst>
              <a:path w="2509507" h="1534996">
                <a:moveTo>
                  <a:pt x="0" y="153511"/>
                </a:moveTo>
                <a:lnTo>
                  <a:pt x="0" y="153511"/>
                </a:lnTo>
                <a:cubicBezTo>
                  <a:pt x="0" y="126473"/>
                  <a:pt x="7035" y="99989"/>
                  <a:pt x="20536" y="76765"/>
                </a:cubicBezTo>
                <a:cubicBezTo>
                  <a:pt x="34054" y="53522"/>
                  <a:pt x="53503" y="34054"/>
                  <a:pt x="76746" y="20535"/>
                </a:cubicBezTo>
                <a:cubicBezTo>
                  <a:pt x="99989" y="7036"/>
                  <a:pt x="126473" y="0"/>
                  <a:pt x="153511" y="0"/>
                </a:cubicBezTo>
                <a:lnTo>
                  <a:pt x="2355997" y="0"/>
                </a:lnTo>
                <a:cubicBezTo>
                  <a:pt x="2383034" y="0"/>
                  <a:pt x="2409519" y="7036"/>
                  <a:pt x="2432762" y="20535"/>
                </a:cubicBezTo>
                <a:cubicBezTo>
                  <a:pt x="2455985" y="34054"/>
                  <a:pt x="2475453" y="53522"/>
                  <a:pt x="2488973" y="76765"/>
                </a:cubicBezTo>
                <a:cubicBezTo>
                  <a:pt x="2502471" y="99989"/>
                  <a:pt x="2509507" y="126473"/>
                  <a:pt x="2509507" y="153511"/>
                </a:cubicBezTo>
                <a:lnTo>
                  <a:pt x="2509507" y="1381504"/>
                </a:lnTo>
                <a:cubicBezTo>
                  <a:pt x="2509507" y="1408522"/>
                  <a:pt x="2502471" y="1435007"/>
                  <a:pt x="2488973" y="1458249"/>
                </a:cubicBezTo>
                <a:cubicBezTo>
                  <a:pt x="2475453" y="1481493"/>
                  <a:pt x="2455985" y="1500941"/>
                  <a:pt x="2432762" y="1514460"/>
                </a:cubicBezTo>
                <a:cubicBezTo>
                  <a:pt x="2409519" y="1527979"/>
                  <a:pt x="2383034" y="1534996"/>
                  <a:pt x="2355997" y="1534996"/>
                </a:cubicBezTo>
                <a:lnTo>
                  <a:pt x="153511" y="1534996"/>
                </a:lnTo>
                <a:cubicBezTo>
                  <a:pt x="126473" y="1534996"/>
                  <a:pt x="99989" y="1527979"/>
                  <a:pt x="76746" y="1514460"/>
                </a:cubicBezTo>
                <a:cubicBezTo>
                  <a:pt x="53503" y="1500941"/>
                  <a:pt x="34054" y="1481493"/>
                  <a:pt x="20536" y="1458249"/>
                </a:cubicBezTo>
                <a:cubicBezTo>
                  <a:pt x="7035" y="1435007"/>
                  <a:pt x="0" y="1408522"/>
                  <a:pt x="0" y="1381504"/>
                </a:cubicBezTo>
                <a:lnTo>
                  <a:pt x="0" y="153511"/>
                </a:lnTo>
              </a:path>
            </a:pathLst>
          </a:custGeom>
          <a:solidFill xmlns:a="http://schemas.openxmlformats.org/drawingml/2006/main">
            <a:srgbClr val="FDF2E2"/>
          </a:solidFill>
          <a:ln xmlns:a="http://schemas.openxmlformats.org/drawingml/2006/main" w="24499">
            <a:solidFill>
              <a:srgbClr val="E3BE8C"/>
            </a:solidFill>
            <a:prstDash val="solid"/>
          </a:ln>
        </p:spPr>
      </p:sp>
      <p:sp>
        <p:nvSpPr>
          <p:cNvPr id="286" name="path-245">
            <a:extLst xmlns:a="http://schemas.openxmlformats.org/drawingml/2006/main">
              <a:ext uri="{FF2B5EF4-FFF2-40B4-BE49-F238E27FC236}">
                <a16:creationId xmlns:a16="http://schemas.microsoft.com/office/drawing/2014/main" id="{6A94D536-A8CE-482A-8AE9-07EF8FC8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235" y="6591941"/>
            <a:ext cx="126243" cy="348310"/>
          </a:xfrm>
          <a:custGeom xmlns:a="http://schemas.openxmlformats.org/drawingml/2006/main">
            <a:pathLst>
              <a:path w="128113" h="353470">
                <a:moveTo>
                  <a:pt x="128113" y="353470"/>
                </a:moveTo>
                <a:lnTo>
                  <a:pt x="105939" y="344833"/>
                </a:lnTo>
                <a:lnTo>
                  <a:pt x="85956" y="333488"/>
                </a:lnTo>
                <a:lnTo>
                  <a:pt x="67022" y="319435"/>
                </a:lnTo>
                <a:lnTo>
                  <a:pt x="49728" y="303743"/>
                </a:lnTo>
                <a:lnTo>
                  <a:pt x="35142" y="285915"/>
                </a:lnTo>
                <a:lnTo>
                  <a:pt x="22710" y="265913"/>
                </a:lnTo>
                <a:lnTo>
                  <a:pt x="12985" y="244844"/>
                </a:lnTo>
                <a:lnTo>
                  <a:pt x="5416" y="222688"/>
                </a:lnTo>
                <a:lnTo>
                  <a:pt x="1087" y="199979"/>
                </a:lnTo>
                <a:lnTo>
                  <a:pt x="0" y="176202"/>
                </a:lnTo>
                <a:lnTo>
                  <a:pt x="1087" y="152958"/>
                </a:lnTo>
                <a:lnTo>
                  <a:pt x="5416" y="130249"/>
                </a:lnTo>
                <a:lnTo>
                  <a:pt x="12985" y="108093"/>
                </a:lnTo>
                <a:lnTo>
                  <a:pt x="22710" y="87023"/>
                </a:lnTo>
                <a:lnTo>
                  <a:pt x="35142" y="67022"/>
                </a:lnTo>
                <a:lnTo>
                  <a:pt x="49728" y="49175"/>
                </a:lnTo>
                <a:lnTo>
                  <a:pt x="67022" y="33502"/>
                </a:lnTo>
                <a:lnTo>
                  <a:pt x="85956" y="19449"/>
                </a:lnTo>
                <a:lnTo>
                  <a:pt x="105939" y="8104"/>
                </a:lnTo>
                <a:lnTo>
                  <a:pt x="1281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0302">
            <a:solidFill>
              <a:srgbClr val="A56214"/>
            </a:solidFill>
            <a:prstDash val="solid"/>
          </a:ln>
        </p:spPr>
      </p:sp>
      <p:sp>
        <p:nvSpPr>
          <p:cNvPr id="287" name="path-246">
            <a:extLst xmlns:a="http://schemas.openxmlformats.org/drawingml/2006/main">
              <a:ext uri="{FF2B5EF4-FFF2-40B4-BE49-F238E27FC236}">
                <a16:creationId xmlns:a16="http://schemas.microsoft.com/office/drawing/2014/main" id="{26EB2BC3-E9C7-4CB9-9536-A22D05F7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268" y="6564773"/>
            <a:ext cx="124102" cy="76170"/>
          </a:xfrm>
          <a:custGeom xmlns:a="http://schemas.openxmlformats.org/drawingml/2006/main">
            <a:pathLst>
              <a:path w="125940" h="77298">
                <a:moveTo>
                  <a:pt x="125940" y="1621"/>
                </a:moveTo>
                <a:lnTo>
                  <a:pt x="24864" y="77298"/>
                </a:lnTo>
                <a:lnTo>
                  <a:pt x="0" y="0"/>
                </a:lnTo>
                <a:lnTo>
                  <a:pt x="125940" y="1621"/>
                </a:lnTo>
              </a:path>
            </a:pathLst>
          </a:custGeom>
          <a:solidFill xmlns:a="http://schemas.openxmlformats.org/drawingml/2006/main">
            <a:srgbClr val="A56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path-247">
            <a:extLst xmlns:a="http://schemas.openxmlformats.org/drawingml/2006/main">
              <a:ext uri="{FF2B5EF4-FFF2-40B4-BE49-F238E27FC236}">
                <a16:creationId xmlns:a16="http://schemas.microsoft.com/office/drawing/2014/main" id="{457876EB-C2B4-486C-BA85-4229EE71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0908" y="6591941"/>
            <a:ext cx="126224" cy="348310"/>
          </a:xfrm>
          <a:custGeom xmlns:a="http://schemas.openxmlformats.org/drawingml/2006/main">
            <a:pathLst>
              <a:path w="128094" h="353470">
                <a:moveTo>
                  <a:pt x="0" y="0"/>
                </a:moveTo>
                <a:lnTo>
                  <a:pt x="21622" y="8104"/>
                </a:lnTo>
                <a:lnTo>
                  <a:pt x="41624" y="19449"/>
                </a:lnTo>
                <a:lnTo>
                  <a:pt x="60539" y="33502"/>
                </a:lnTo>
                <a:lnTo>
                  <a:pt x="77832" y="49175"/>
                </a:lnTo>
                <a:lnTo>
                  <a:pt x="92438" y="67022"/>
                </a:lnTo>
                <a:lnTo>
                  <a:pt x="104870" y="87023"/>
                </a:lnTo>
                <a:lnTo>
                  <a:pt x="114595" y="108093"/>
                </a:lnTo>
                <a:lnTo>
                  <a:pt x="122164" y="130249"/>
                </a:lnTo>
                <a:lnTo>
                  <a:pt x="126473" y="152958"/>
                </a:lnTo>
                <a:lnTo>
                  <a:pt x="128094" y="176202"/>
                </a:lnTo>
                <a:lnTo>
                  <a:pt x="126473" y="199979"/>
                </a:lnTo>
                <a:lnTo>
                  <a:pt x="122164" y="222688"/>
                </a:lnTo>
                <a:lnTo>
                  <a:pt x="114595" y="244844"/>
                </a:lnTo>
                <a:lnTo>
                  <a:pt x="104870" y="265913"/>
                </a:lnTo>
                <a:lnTo>
                  <a:pt x="92438" y="285915"/>
                </a:lnTo>
                <a:lnTo>
                  <a:pt x="77832" y="303743"/>
                </a:lnTo>
                <a:lnTo>
                  <a:pt x="60539" y="319435"/>
                </a:lnTo>
                <a:lnTo>
                  <a:pt x="41624" y="333488"/>
                </a:lnTo>
                <a:lnTo>
                  <a:pt x="21622" y="344833"/>
                </a:lnTo>
                <a:lnTo>
                  <a:pt x="0" y="353470"/>
                </a:lnTo>
              </a:path>
            </a:pathLst>
          </a:custGeom>
          <a:noFill xmlns:a="http://schemas.openxmlformats.org/drawingml/2006/main"/>
          <a:ln xmlns:a="http://schemas.openxmlformats.org/drawingml/2006/main" w="70302">
            <a:solidFill>
              <a:srgbClr val="A56214"/>
            </a:solidFill>
            <a:prstDash val="solid"/>
          </a:ln>
        </p:spPr>
      </p:sp>
      <p:sp>
        <p:nvSpPr>
          <p:cNvPr id="289" name="path-248">
            <a:extLst xmlns:a="http://schemas.openxmlformats.org/drawingml/2006/main">
              <a:ext uri="{FF2B5EF4-FFF2-40B4-BE49-F238E27FC236}">
                <a16:creationId xmlns:a16="http://schemas.microsoft.com/office/drawing/2014/main" id="{AC732625-CE51-4865-955E-C9AE8DE9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1016" y="6892320"/>
            <a:ext cx="124102" cy="76171"/>
          </a:xfrm>
          <a:custGeom xmlns:a="http://schemas.openxmlformats.org/drawingml/2006/main">
            <a:pathLst>
              <a:path w="125940" h="77299">
                <a:moveTo>
                  <a:pt x="0" y="75126"/>
                </a:moveTo>
                <a:lnTo>
                  <a:pt x="100543" y="0"/>
                </a:lnTo>
                <a:lnTo>
                  <a:pt x="125940" y="77299"/>
                </a:lnTo>
                <a:lnTo>
                  <a:pt x="0" y="75126"/>
                </a:lnTo>
              </a:path>
            </a:pathLst>
          </a:custGeom>
          <a:solidFill xmlns:a="http://schemas.openxmlformats.org/drawingml/2006/main">
            <a:srgbClr val="A56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path-249">
            <a:extLst xmlns:a="http://schemas.openxmlformats.org/drawingml/2006/main">
              <a:ext uri="{FF2B5EF4-FFF2-40B4-BE49-F238E27FC236}">
                <a16:creationId xmlns:a16="http://schemas.microsoft.com/office/drawing/2014/main" id="{5DB11129-43C6-4313-898A-F1E178DA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783" y="6681941"/>
            <a:ext cx="168293" cy="168311"/>
          </a:xfrm>
          <a:custGeom xmlns:a="http://schemas.openxmlformats.org/drawingml/2006/main">
            <a:pathLst>
              <a:path w="170786" h="170805">
                <a:moveTo>
                  <a:pt x="0" y="85402"/>
                </a:moveTo>
                <a:lnTo>
                  <a:pt x="0" y="85402"/>
                </a:lnTo>
                <a:cubicBezTo>
                  <a:pt x="0" y="70263"/>
                  <a:pt x="3776" y="55676"/>
                  <a:pt x="11345" y="42710"/>
                </a:cubicBezTo>
                <a:cubicBezTo>
                  <a:pt x="18915" y="29726"/>
                  <a:pt x="29726" y="18914"/>
                  <a:pt x="42692" y="11364"/>
                </a:cubicBezTo>
                <a:cubicBezTo>
                  <a:pt x="55658" y="3794"/>
                  <a:pt x="70264" y="0"/>
                  <a:pt x="85384" y="0"/>
                </a:cubicBezTo>
                <a:cubicBezTo>
                  <a:pt x="100523" y="0"/>
                  <a:pt x="115110" y="3794"/>
                  <a:pt x="128095" y="11364"/>
                </a:cubicBezTo>
                <a:cubicBezTo>
                  <a:pt x="141060" y="18914"/>
                  <a:pt x="151871" y="29726"/>
                  <a:pt x="159442" y="42710"/>
                </a:cubicBezTo>
                <a:cubicBezTo>
                  <a:pt x="167011" y="55676"/>
                  <a:pt x="170786" y="70263"/>
                  <a:pt x="170786" y="85402"/>
                </a:cubicBezTo>
                <a:cubicBezTo>
                  <a:pt x="170786" y="100541"/>
                  <a:pt x="167011" y="115128"/>
                  <a:pt x="159442" y="128094"/>
                </a:cubicBezTo>
                <a:cubicBezTo>
                  <a:pt x="151871" y="141079"/>
                  <a:pt x="141060" y="151890"/>
                  <a:pt x="128095" y="159460"/>
                </a:cubicBezTo>
                <a:cubicBezTo>
                  <a:pt x="115110" y="167010"/>
                  <a:pt x="100523" y="170805"/>
                  <a:pt x="85384" y="170805"/>
                </a:cubicBezTo>
                <a:cubicBezTo>
                  <a:pt x="70264" y="170805"/>
                  <a:pt x="55658" y="167010"/>
                  <a:pt x="42692" y="159460"/>
                </a:cubicBezTo>
                <a:cubicBezTo>
                  <a:pt x="29726" y="151890"/>
                  <a:pt x="18915" y="141079"/>
                  <a:pt x="11345" y="128094"/>
                </a:cubicBezTo>
                <a:cubicBezTo>
                  <a:pt x="3776" y="115128"/>
                  <a:pt x="0" y="100541"/>
                  <a:pt x="0" y="85402"/>
                </a:cubicBezTo>
              </a:path>
            </a:pathLst>
          </a:custGeom>
          <a:solidFill xmlns:a="http://schemas.openxmlformats.org/drawingml/2006/main">
            <a:srgbClr val="F0C0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text-250 Residual-Aware">
            <a:extLst xmlns:a="http://schemas.openxmlformats.org/drawingml/2006/main">
              <a:ext uri="{FF2B5EF4-FFF2-40B4-BE49-F238E27FC236}">
                <a16:creationId xmlns:a16="http://schemas.microsoft.com/office/drawing/2014/main" id="{8503A2D7-05BF-433E-BF57-99C8C30F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4379" y="7159549"/>
            <a:ext cx="1657339" cy="302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4" b="1" i="0">
                <a:solidFill>
                  <a:srgbClr val="A5621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4" b="1" i="0">
                <a:solidFill>
                  <a:srgbClr val="A56214"/>
                </a:solidFill>
                <a:latin typeface="Arial"/>
                <a:ea typeface="Arial"/>
                <a:cs typeface="Arial"/>
              </a:defRPr>
            </a:pPr>
            <a:r>
              <a:rPr sz="1704" b="1" i="0">
                <a:solidFill>
                  <a:srgbClr val="A56214"/>
                </a:solidFill>
                <a:latin typeface="Arial"/>
                <a:ea typeface="Arial"/>
                <a:cs typeface="Arial"/>
              </a:rPr>
              <a:t>Residual-Aware</a:t>
            </a:r>
          </a:p>
        </p:txBody>
      </p:sp>
      <p:sp>
        <p:nvSpPr>
          <p:cNvPr id="292" name="text-251 Replay">
            <a:extLst xmlns:a="http://schemas.openxmlformats.org/drawingml/2006/main">
              <a:ext uri="{FF2B5EF4-FFF2-40B4-BE49-F238E27FC236}">
                <a16:creationId xmlns:a16="http://schemas.microsoft.com/office/drawing/2014/main" id="{3CB4F524-F74A-4E0A-BA46-39D07842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9223" y="7434448"/>
            <a:ext cx="747810" cy="302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3" b="1" i="0">
                <a:solidFill>
                  <a:srgbClr val="A5621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3" b="1" i="0">
                <a:solidFill>
                  <a:srgbClr val="A56214"/>
                </a:solidFill>
                <a:latin typeface="Arial"/>
                <a:ea typeface="Arial"/>
                <a:cs typeface="Arial"/>
              </a:defRPr>
            </a:pPr>
            <a:r>
              <a:rPr sz="1703" b="1" i="0">
                <a:solidFill>
                  <a:srgbClr val="A56214"/>
                </a:solidFill>
                <a:latin typeface="Arial"/>
                <a:ea typeface="Arial"/>
                <a:cs typeface="Arial"/>
              </a:rPr>
              <a:t>Replay</a:t>
            </a:r>
          </a:p>
        </p:txBody>
      </p:sp>
      <p:sp>
        <p:nvSpPr>
          <p:cNvPr id="293" name="path-252">
            <a:extLst xmlns:a="http://schemas.openxmlformats.org/drawingml/2006/main">
              <a:ext uri="{FF2B5EF4-FFF2-40B4-BE49-F238E27FC236}">
                <a16:creationId xmlns:a16="http://schemas.microsoft.com/office/drawing/2014/main" id="{DB705CE3-C184-4EFE-879B-8A20B788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6596" y="119235"/>
            <a:ext cx="9338626" cy="4975037"/>
          </a:xfrm>
          <a:custGeom xmlns:a="http://schemas.openxmlformats.org/drawingml/2006/main">
            <a:pathLst>
              <a:path w="9476976" h="5048741">
                <a:moveTo>
                  <a:pt x="0" y="151337"/>
                </a:moveTo>
                <a:lnTo>
                  <a:pt x="0" y="151337"/>
                </a:lnTo>
                <a:cubicBezTo>
                  <a:pt x="0" y="124853"/>
                  <a:pt x="7036" y="98368"/>
                  <a:pt x="20555" y="75677"/>
                </a:cubicBezTo>
                <a:cubicBezTo>
                  <a:pt x="33521" y="52435"/>
                  <a:pt x="52969" y="33520"/>
                  <a:pt x="75678" y="20001"/>
                </a:cubicBezTo>
                <a:cubicBezTo>
                  <a:pt x="98922" y="7036"/>
                  <a:pt x="124853" y="0"/>
                  <a:pt x="151338" y="0"/>
                </a:cubicBezTo>
                <a:lnTo>
                  <a:pt x="9325103" y="0"/>
                </a:lnTo>
                <a:cubicBezTo>
                  <a:pt x="9351590" y="0"/>
                  <a:pt x="9378072" y="7036"/>
                  <a:pt x="9400763" y="20536"/>
                </a:cubicBezTo>
                <a:cubicBezTo>
                  <a:pt x="9424007" y="33520"/>
                  <a:pt x="9442921" y="52969"/>
                  <a:pt x="9456441" y="75677"/>
                </a:cubicBezTo>
                <a:cubicBezTo>
                  <a:pt x="9469405" y="98921"/>
                  <a:pt x="9476441" y="124853"/>
                  <a:pt x="9476441" y="151337"/>
                </a:cubicBezTo>
                <a:lnTo>
                  <a:pt x="9476976" y="4896851"/>
                </a:lnTo>
                <a:cubicBezTo>
                  <a:pt x="9476976" y="4923336"/>
                  <a:pt x="9469958" y="4949820"/>
                  <a:pt x="9456441" y="4972530"/>
                </a:cubicBezTo>
                <a:cubicBezTo>
                  <a:pt x="9443473" y="4995773"/>
                  <a:pt x="9424007" y="5014688"/>
                  <a:pt x="9401316" y="5028187"/>
                </a:cubicBezTo>
                <a:cubicBezTo>
                  <a:pt x="9378072" y="5041172"/>
                  <a:pt x="9352121" y="5048189"/>
                  <a:pt x="9325639" y="5048189"/>
                </a:cubicBezTo>
                <a:lnTo>
                  <a:pt x="151338" y="5048741"/>
                </a:lnTo>
                <a:cubicBezTo>
                  <a:pt x="124853" y="5048741"/>
                  <a:pt x="98387" y="5041706"/>
                  <a:pt x="75678" y="5028187"/>
                </a:cubicBezTo>
                <a:cubicBezTo>
                  <a:pt x="52436" y="5015221"/>
                  <a:pt x="33521" y="4995773"/>
                  <a:pt x="20002" y="4973063"/>
                </a:cubicBezTo>
                <a:cubicBezTo>
                  <a:pt x="7036" y="4949820"/>
                  <a:pt x="0" y="4923889"/>
                  <a:pt x="0" y="4897404"/>
                </a:cubicBezTo>
                <a:lnTo>
                  <a:pt x="0" y="15133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7814">
            <a:solidFill>
              <a:srgbClr val="3A7D44"/>
            </a:solidFill>
            <a:prstDash val="solid"/>
          </a:ln>
        </p:spPr>
      </p:sp>
      <p:sp>
        <p:nvSpPr>
          <p:cNvPr id="294" name="text-253 2.">
            <a:extLst xmlns:a="http://schemas.openxmlformats.org/drawingml/2006/main">
              <a:ext uri="{FF2B5EF4-FFF2-40B4-BE49-F238E27FC236}">
                <a16:creationId xmlns:a16="http://schemas.microsoft.com/office/drawing/2014/main" id="{64E9F70D-7E80-4967-B6F0-081C073E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9458" y="146507"/>
            <a:ext cx="294673" cy="406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89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89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pPr>
            <a:r>
              <a:rPr sz="2289" b="1" i="0">
                <a:solidFill>
                  <a:srgbClr val="1B472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295" name="text-253 Unsupervised">
            <a:extLst xmlns:a="http://schemas.openxmlformats.org/drawingml/2006/main">
              <a:ext uri="{FF2B5EF4-FFF2-40B4-BE49-F238E27FC236}">
                <a16:creationId xmlns:a16="http://schemas.microsoft.com/office/drawing/2014/main" id="{CE1B20BD-5C10-4057-9EA8-FF9C6332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72266" y="146232"/>
            <a:ext cx="1976059" cy="407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91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91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pPr>
            <a:r>
              <a:rPr sz="2291" b="1" i="0">
                <a:solidFill>
                  <a:srgbClr val="1B4728"/>
                </a:solidFill>
                <a:latin typeface="Arial"/>
                <a:ea typeface="Arial"/>
                <a:cs typeface="Arial"/>
              </a:rPr>
              <a:t>Unsupervised</a:t>
            </a:r>
          </a:p>
        </p:txBody>
      </p:sp>
      <p:sp>
        <p:nvSpPr>
          <p:cNvPr id="296" name="text-253 Clustering">
            <a:extLst xmlns:a="http://schemas.openxmlformats.org/drawingml/2006/main">
              <a:ext uri="{FF2B5EF4-FFF2-40B4-BE49-F238E27FC236}">
                <a16:creationId xmlns:a16="http://schemas.microsoft.com/office/drawing/2014/main" id="{80C591AE-4A8D-4CB8-BF33-F68C1B30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76116" y="146239"/>
            <a:ext cx="1490682" cy="407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91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91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pPr>
            <a:r>
              <a:rPr sz="2291" b="1" i="0">
                <a:solidFill>
                  <a:srgbClr val="1B4728"/>
                </a:solidFill>
                <a:latin typeface="Arial"/>
                <a:ea typeface="Arial"/>
                <a:cs typeface="Arial"/>
              </a:rPr>
              <a:t>Clustering</a:t>
            </a:r>
          </a:p>
        </p:txBody>
      </p:sp>
      <p:sp>
        <p:nvSpPr>
          <p:cNvPr id="297" name="text-253 &amp;">
            <a:extLst xmlns:a="http://schemas.openxmlformats.org/drawingml/2006/main">
              <a:ext uri="{FF2B5EF4-FFF2-40B4-BE49-F238E27FC236}">
                <a16:creationId xmlns:a16="http://schemas.microsoft.com/office/drawing/2014/main" id="{301C4C40-0CCA-45BF-A42F-0A683460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94592" y="145742"/>
            <a:ext cx="262860" cy="408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95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95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pPr>
            <a:r>
              <a:rPr sz="2295" b="1" i="0">
                <a:solidFill>
                  <a:srgbClr val="1B4728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298" name="text-253 Long-Tail">
            <a:extLst xmlns:a="http://schemas.openxmlformats.org/drawingml/2006/main">
              <a:ext uri="{FF2B5EF4-FFF2-40B4-BE49-F238E27FC236}">
                <a16:creationId xmlns:a16="http://schemas.microsoft.com/office/drawing/2014/main" id="{C1B92D4D-0C13-4DB5-8340-42DC7353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85350" y="146229"/>
            <a:ext cx="1339476" cy="407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91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91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pPr>
            <a:r>
              <a:rPr sz="2291" b="1" i="0">
                <a:solidFill>
                  <a:srgbClr val="1B4728"/>
                </a:solidFill>
                <a:latin typeface="Arial"/>
                <a:ea typeface="Arial"/>
                <a:cs typeface="Arial"/>
              </a:rPr>
              <a:t>Long-Tail</a:t>
            </a:r>
          </a:p>
        </p:txBody>
      </p:sp>
      <p:sp>
        <p:nvSpPr>
          <p:cNvPr id="299" name="text-253 Diagnosis">
            <a:extLst xmlns:a="http://schemas.openxmlformats.org/drawingml/2006/main">
              <a:ext uri="{FF2B5EF4-FFF2-40B4-BE49-F238E27FC236}">
                <a16:creationId xmlns:a16="http://schemas.microsoft.com/office/drawing/2014/main" id="{B415D245-EACB-4ADA-9B4B-FD128430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52620" y="146308"/>
            <a:ext cx="1442107" cy="4072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90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90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pPr>
            <a:r>
              <a:rPr sz="2290" b="1" i="0">
                <a:solidFill>
                  <a:srgbClr val="1B4728"/>
                </a:solidFill>
                <a:latin typeface="Arial"/>
                <a:ea typeface="Arial"/>
                <a:cs typeface="Arial"/>
              </a:rPr>
              <a:t>Diagnosis</a:t>
            </a:r>
          </a:p>
        </p:txBody>
      </p:sp>
      <p:sp>
        <p:nvSpPr>
          <p:cNvPr id="300" name="path-254">
            <a:extLst xmlns:a="http://schemas.openxmlformats.org/drawingml/2006/main">
              <a:ext uri="{FF2B5EF4-FFF2-40B4-BE49-F238E27FC236}">
                <a16:creationId xmlns:a16="http://schemas.microsoft.com/office/drawing/2014/main" id="{E72CB039-D6AC-4099-8597-34F57282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0770" y="656111"/>
            <a:ext cx="1134966" cy="1687795"/>
          </a:xfrm>
          <a:custGeom xmlns:a="http://schemas.openxmlformats.org/drawingml/2006/main">
            <a:pathLst>
              <a:path w="1151781" h="1712799">
                <a:moveTo>
                  <a:pt x="535" y="138353"/>
                </a:moveTo>
                <a:lnTo>
                  <a:pt x="535" y="138353"/>
                </a:lnTo>
                <a:cubicBezTo>
                  <a:pt x="535" y="114042"/>
                  <a:pt x="7017" y="90246"/>
                  <a:pt x="18915" y="69177"/>
                </a:cubicBezTo>
                <a:cubicBezTo>
                  <a:pt x="31347" y="48088"/>
                  <a:pt x="48641" y="30794"/>
                  <a:pt x="69710" y="18915"/>
                </a:cubicBezTo>
                <a:cubicBezTo>
                  <a:pt x="90798" y="6483"/>
                  <a:pt x="114575" y="0"/>
                  <a:pt x="138905" y="0"/>
                </a:cubicBezTo>
                <a:lnTo>
                  <a:pt x="1013409" y="535"/>
                </a:lnTo>
                <a:cubicBezTo>
                  <a:pt x="1037739" y="535"/>
                  <a:pt x="1061516" y="7017"/>
                  <a:pt x="1082605" y="18915"/>
                </a:cubicBezTo>
                <a:cubicBezTo>
                  <a:pt x="1103674" y="31347"/>
                  <a:pt x="1120969" y="48641"/>
                  <a:pt x="1132866" y="69711"/>
                </a:cubicBezTo>
                <a:cubicBezTo>
                  <a:pt x="1145297" y="90798"/>
                  <a:pt x="1151781" y="114576"/>
                  <a:pt x="1151781" y="138905"/>
                </a:cubicBezTo>
                <a:lnTo>
                  <a:pt x="1151781" y="1574446"/>
                </a:lnTo>
                <a:cubicBezTo>
                  <a:pt x="1151781" y="1598758"/>
                  <a:pt x="1145297" y="1622553"/>
                  <a:pt x="1133400" y="1643623"/>
                </a:cubicBezTo>
                <a:cubicBezTo>
                  <a:pt x="1120969" y="1664711"/>
                  <a:pt x="1103674" y="1682005"/>
                  <a:pt x="1082605" y="1693884"/>
                </a:cubicBezTo>
                <a:cubicBezTo>
                  <a:pt x="1061516" y="1706316"/>
                  <a:pt x="1037739" y="1712799"/>
                  <a:pt x="1013409" y="1712799"/>
                </a:cubicBezTo>
                <a:lnTo>
                  <a:pt x="138352" y="1712799"/>
                </a:lnTo>
                <a:cubicBezTo>
                  <a:pt x="114042" y="1712799"/>
                  <a:pt x="90265" y="1706316"/>
                  <a:pt x="69177" y="1694437"/>
                </a:cubicBezTo>
                <a:cubicBezTo>
                  <a:pt x="48106" y="1682005"/>
                  <a:pt x="30794" y="1664711"/>
                  <a:pt x="18915" y="1643623"/>
                </a:cubicBezTo>
                <a:cubicBezTo>
                  <a:pt x="6482" y="1622553"/>
                  <a:pt x="0" y="1598758"/>
                  <a:pt x="0" y="1574446"/>
                </a:cubicBezTo>
                <a:lnTo>
                  <a:pt x="535" y="13835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0771">
            <a:solidFill>
              <a:srgbClr val="7AAE85"/>
            </a:solidFill>
            <a:prstDash val="solid"/>
          </a:ln>
        </p:spPr>
      </p:sp>
      <p:sp>
        <p:nvSpPr>
          <p:cNvPr id="301" name="text-255 Training">
            <a:extLst xmlns:a="http://schemas.openxmlformats.org/drawingml/2006/main">
              <a:ext uri="{FF2B5EF4-FFF2-40B4-BE49-F238E27FC236}">
                <a16:creationId xmlns:a16="http://schemas.microsoft.com/office/drawing/2014/main" id="{AE34CADC-9233-49DB-8943-9B93A446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9082" y="767262"/>
            <a:ext cx="648560" cy="223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55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302" name="text-256 Documents">
            <a:extLst xmlns:a="http://schemas.openxmlformats.org/drawingml/2006/main">
              <a:ext uri="{FF2B5EF4-FFF2-40B4-BE49-F238E27FC236}">
                <a16:creationId xmlns:a16="http://schemas.microsoft.com/office/drawing/2014/main" id="{173E99BD-DFA6-4FAB-8E4A-66BDDDE5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7521" y="998921"/>
            <a:ext cx="911644" cy="2269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6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6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76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Documents</a:t>
            </a:r>
          </a:p>
        </p:txBody>
      </p:sp>
      <p:sp>
        <p:nvSpPr>
          <p:cNvPr id="303" name="path-257">
            <a:extLst xmlns:a="http://schemas.openxmlformats.org/drawingml/2006/main">
              <a:ext uri="{FF2B5EF4-FFF2-40B4-BE49-F238E27FC236}">
                <a16:creationId xmlns:a16="http://schemas.microsoft.com/office/drawing/2014/main" id="{D79CF124-274F-4993-87E6-CD11F3BD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1787" y="1296815"/>
            <a:ext cx="295061" cy="378147"/>
          </a:xfrm>
          <a:custGeom xmlns:a="http://schemas.openxmlformats.org/drawingml/2006/main">
            <a:pathLst>
              <a:path w="299433" h="383749">
                <a:moveTo>
                  <a:pt x="0" y="0"/>
                </a:moveTo>
                <a:lnTo>
                  <a:pt x="209169" y="0"/>
                </a:lnTo>
                <a:lnTo>
                  <a:pt x="299433" y="89731"/>
                </a:lnTo>
                <a:lnTo>
                  <a:pt x="299433" y="383749"/>
                </a:lnTo>
                <a:lnTo>
                  <a:pt x="0" y="38374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043">
            <a:solidFill>
              <a:srgbClr val="2B2B2B"/>
            </a:solidFill>
            <a:prstDash val="solid"/>
          </a:ln>
        </p:spPr>
      </p:sp>
      <p:sp>
        <p:nvSpPr>
          <p:cNvPr id="304" name="path-258">
            <a:extLst xmlns:a="http://schemas.openxmlformats.org/drawingml/2006/main">
              <a:ext uri="{FF2B5EF4-FFF2-40B4-BE49-F238E27FC236}">
                <a16:creationId xmlns:a16="http://schemas.microsoft.com/office/drawing/2014/main" id="{DF03E557-23B4-49DF-A93C-64D06E19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8972" y="1296815"/>
            <a:ext cx="191" cy="88421"/>
          </a:xfrm>
          <a:custGeom xmlns:a="http://schemas.openxmlformats.org/drawingml/2006/main">
            <a:pathLst>
              <a:path w="191" h="89731">
                <a:moveTo>
                  <a:pt x="0" y="0"/>
                </a:moveTo>
                <a:lnTo>
                  <a:pt x="0" y="89731"/>
                </a:lnTo>
              </a:path>
            </a:pathLst>
          </a:custGeom>
          <a:noFill xmlns:a="http://schemas.openxmlformats.org/drawingml/2006/main"/>
          <a:ln xmlns:a="http://schemas.openxmlformats.org/drawingml/2006/main" w="13315">
            <a:solidFill>
              <a:srgbClr val="2B2B2B"/>
            </a:solidFill>
            <a:prstDash val="solid"/>
          </a:ln>
        </p:spPr>
      </p:sp>
      <p:sp>
        <p:nvSpPr>
          <p:cNvPr id="305" name="path-259">
            <a:extLst xmlns:a="http://schemas.openxmlformats.org/drawingml/2006/main">
              <a:ext uri="{FF2B5EF4-FFF2-40B4-BE49-F238E27FC236}">
                <a16:creationId xmlns:a16="http://schemas.microsoft.com/office/drawing/2014/main" id="{B03F0D8E-8DAD-4379-9779-CDD35A00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8972" y="1385236"/>
            <a:ext cx="88403" cy="191"/>
          </a:xfrm>
          <a:custGeom xmlns:a="http://schemas.openxmlformats.org/drawingml/2006/main">
            <a:pathLst>
              <a:path w="89712" h="191">
                <a:moveTo>
                  <a:pt x="0" y="0"/>
                </a:moveTo>
                <a:lnTo>
                  <a:pt x="897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15">
            <a:solidFill>
              <a:srgbClr val="2B2B2B"/>
            </a:solidFill>
            <a:prstDash val="solid"/>
          </a:ln>
        </p:spPr>
      </p:sp>
      <p:sp>
        <p:nvSpPr>
          <p:cNvPr id="306" name="path-260">
            <a:extLst xmlns:a="http://schemas.openxmlformats.org/drawingml/2006/main">
              <a:ext uri="{FF2B5EF4-FFF2-40B4-BE49-F238E27FC236}">
                <a16:creationId xmlns:a16="http://schemas.microsoft.com/office/drawing/2014/main" id="{78C9AAA9-7D0D-4551-B093-149E7B7B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385" y="1448085"/>
            <a:ext cx="194936" cy="191"/>
          </a:xfrm>
          <a:custGeom xmlns:a="http://schemas.openxmlformats.org/drawingml/2006/main">
            <a:pathLst>
              <a:path w="197823" h="191">
                <a:moveTo>
                  <a:pt x="0" y="0"/>
                </a:moveTo>
                <a:lnTo>
                  <a:pt x="1978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2B2B2B"/>
            </a:solidFill>
            <a:prstDash val="solid"/>
          </a:ln>
        </p:spPr>
      </p:sp>
      <p:sp>
        <p:nvSpPr>
          <p:cNvPr id="307" name="path-261">
            <a:extLst xmlns:a="http://schemas.openxmlformats.org/drawingml/2006/main">
              <a:ext uri="{FF2B5EF4-FFF2-40B4-BE49-F238E27FC236}">
                <a16:creationId xmlns:a16="http://schemas.microsoft.com/office/drawing/2014/main" id="{D1B9B972-4D38-4260-AEC7-7AC1C3A5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385" y="1512531"/>
            <a:ext cx="194936" cy="191"/>
          </a:xfrm>
          <a:custGeom xmlns:a="http://schemas.openxmlformats.org/drawingml/2006/main">
            <a:pathLst>
              <a:path w="197823" h="191">
                <a:moveTo>
                  <a:pt x="0" y="0"/>
                </a:moveTo>
                <a:lnTo>
                  <a:pt x="1978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2B2B2B"/>
            </a:solidFill>
            <a:prstDash val="solid"/>
          </a:ln>
        </p:spPr>
      </p:sp>
      <p:sp>
        <p:nvSpPr>
          <p:cNvPr id="308" name="path-262">
            <a:extLst xmlns:a="http://schemas.openxmlformats.org/drawingml/2006/main">
              <a:ext uri="{FF2B5EF4-FFF2-40B4-BE49-F238E27FC236}">
                <a16:creationId xmlns:a16="http://schemas.microsoft.com/office/drawing/2014/main" id="{9B7AE5D3-718D-40C7-ADBB-6E94C892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385" y="1576978"/>
            <a:ext cx="194936" cy="191"/>
          </a:xfrm>
          <a:custGeom xmlns:a="http://schemas.openxmlformats.org/drawingml/2006/main">
            <a:pathLst>
              <a:path w="197823" h="191">
                <a:moveTo>
                  <a:pt x="0" y="0"/>
                </a:moveTo>
                <a:lnTo>
                  <a:pt x="1978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2B2B2B"/>
            </a:solidFill>
            <a:prstDash val="solid"/>
          </a:ln>
        </p:spPr>
      </p:sp>
      <p:sp>
        <p:nvSpPr>
          <p:cNvPr id="309" name="path-263">
            <a:extLst xmlns:a="http://schemas.openxmlformats.org/drawingml/2006/main">
              <a:ext uri="{FF2B5EF4-FFF2-40B4-BE49-F238E27FC236}">
                <a16:creationId xmlns:a16="http://schemas.microsoft.com/office/drawing/2014/main" id="{809BB899-B647-42C1-801F-EFB449E5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2183" y="1296815"/>
            <a:ext cx="295061" cy="378147"/>
          </a:xfrm>
          <a:custGeom xmlns:a="http://schemas.openxmlformats.org/drawingml/2006/main">
            <a:pathLst>
              <a:path w="299433" h="383749">
                <a:moveTo>
                  <a:pt x="0" y="0"/>
                </a:moveTo>
                <a:lnTo>
                  <a:pt x="209187" y="0"/>
                </a:lnTo>
                <a:lnTo>
                  <a:pt x="299433" y="89731"/>
                </a:lnTo>
                <a:lnTo>
                  <a:pt x="299433" y="383749"/>
                </a:lnTo>
                <a:lnTo>
                  <a:pt x="0" y="38374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043">
            <a:solidFill>
              <a:srgbClr val="2B2B2B"/>
            </a:solidFill>
            <a:prstDash val="solid"/>
          </a:ln>
        </p:spPr>
      </p:sp>
      <p:sp>
        <p:nvSpPr>
          <p:cNvPr id="310" name="path-264">
            <a:extLst xmlns:a="http://schemas.openxmlformats.org/drawingml/2006/main">
              <a:ext uri="{FF2B5EF4-FFF2-40B4-BE49-F238E27FC236}">
                <a16:creationId xmlns:a16="http://schemas.microsoft.com/office/drawing/2014/main" id="{B7B0A20F-5B6D-4332-A3F7-26C055FA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8843" y="1296815"/>
            <a:ext cx="191" cy="88421"/>
          </a:xfrm>
          <a:custGeom xmlns:a="http://schemas.openxmlformats.org/drawingml/2006/main">
            <a:pathLst>
              <a:path w="191" h="89731">
                <a:moveTo>
                  <a:pt x="0" y="0"/>
                </a:moveTo>
                <a:lnTo>
                  <a:pt x="0" y="89731"/>
                </a:lnTo>
              </a:path>
            </a:pathLst>
          </a:custGeom>
          <a:noFill xmlns:a="http://schemas.openxmlformats.org/drawingml/2006/main"/>
          <a:ln xmlns:a="http://schemas.openxmlformats.org/drawingml/2006/main" w="13315">
            <a:solidFill>
              <a:srgbClr val="2B2B2B"/>
            </a:solidFill>
            <a:prstDash val="solid"/>
          </a:ln>
        </p:spPr>
      </p:sp>
      <p:sp>
        <p:nvSpPr>
          <p:cNvPr id="311" name="path-265">
            <a:extLst xmlns:a="http://schemas.openxmlformats.org/drawingml/2006/main">
              <a:ext uri="{FF2B5EF4-FFF2-40B4-BE49-F238E27FC236}">
                <a16:creationId xmlns:a16="http://schemas.microsoft.com/office/drawing/2014/main" id="{510DACDE-A8B4-4DD1-B8BF-65580EEF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8843" y="1385236"/>
            <a:ext cx="88402" cy="191"/>
          </a:xfrm>
          <a:custGeom xmlns:a="http://schemas.openxmlformats.org/drawingml/2006/main">
            <a:pathLst>
              <a:path w="89711" h="191">
                <a:moveTo>
                  <a:pt x="0" y="0"/>
                </a:moveTo>
                <a:lnTo>
                  <a:pt x="897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15">
            <a:solidFill>
              <a:srgbClr val="2B2B2B"/>
            </a:solidFill>
            <a:prstDash val="solid"/>
          </a:ln>
        </p:spPr>
      </p:sp>
      <p:sp>
        <p:nvSpPr>
          <p:cNvPr id="312" name="path-266">
            <a:extLst xmlns:a="http://schemas.openxmlformats.org/drawingml/2006/main">
              <a:ext uri="{FF2B5EF4-FFF2-40B4-BE49-F238E27FC236}">
                <a16:creationId xmlns:a16="http://schemas.microsoft.com/office/drawing/2014/main" id="{A9911F8B-032B-4674-8E07-F220C366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255" y="1448085"/>
            <a:ext cx="194936" cy="191"/>
          </a:xfrm>
          <a:custGeom xmlns:a="http://schemas.openxmlformats.org/drawingml/2006/main">
            <a:pathLst>
              <a:path w="197823" h="191">
                <a:moveTo>
                  <a:pt x="0" y="0"/>
                </a:moveTo>
                <a:lnTo>
                  <a:pt x="1978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2B2B2B"/>
            </a:solidFill>
            <a:prstDash val="solid"/>
          </a:ln>
        </p:spPr>
      </p:sp>
      <p:sp>
        <p:nvSpPr>
          <p:cNvPr id="313" name="path-267">
            <a:extLst xmlns:a="http://schemas.openxmlformats.org/drawingml/2006/main">
              <a:ext uri="{FF2B5EF4-FFF2-40B4-BE49-F238E27FC236}">
                <a16:creationId xmlns:a16="http://schemas.microsoft.com/office/drawing/2014/main" id="{BE1D99EF-7202-4CFC-BF39-ED1E7342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255" y="1512531"/>
            <a:ext cx="194936" cy="191"/>
          </a:xfrm>
          <a:custGeom xmlns:a="http://schemas.openxmlformats.org/drawingml/2006/main">
            <a:pathLst>
              <a:path w="197823" h="191">
                <a:moveTo>
                  <a:pt x="0" y="0"/>
                </a:moveTo>
                <a:lnTo>
                  <a:pt x="1978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2B2B2B"/>
            </a:solidFill>
            <a:prstDash val="solid"/>
          </a:ln>
        </p:spPr>
      </p:sp>
      <p:sp>
        <p:nvSpPr>
          <p:cNvPr id="314" name="path-268">
            <a:extLst xmlns:a="http://schemas.openxmlformats.org/drawingml/2006/main">
              <a:ext uri="{FF2B5EF4-FFF2-40B4-BE49-F238E27FC236}">
                <a16:creationId xmlns:a16="http://schemas.microsoft.com/office/drawing/2014/main" id="{BF3D8124-57A1-4ED5-A130-431D5BC1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255" y="1576978"/>
            <a:ext cx="194936" cy="191"/>
          </a:xfrm>
          <a:custGeom xmlns:a="http://schemas.openxmlformats.org/drawingml/2006/main">
            <a:pathLst>
              <a:path w="197823" h="191">
                <a:moveTo>
                  <a:pt x="0" y="0"/>
                </a:moveTo>
                <a:lnTo>
                  <a:pt x="1978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2B2B2B"/>
            </a:solidFill>
            <a:prstDash val="solid"/>
          </a:ln>
        </p:spPr>
      </p:sp>
      <p:sp>
        <p:nvSpPr>
          <p:cNvPr id="315" name="text-269 •">
            <a:extLst xmlns:a="http://schemas.openxmlformats.org/drawingml/2006/main">
              <a:ext uri="{FF2B5EF4-FFF2-40B4-BE49-F238E27FC236}">
                <a16:creationId xmlns:a16="http://schemas.microsoft.com/office/drawing/2014/main" id="{43E8C228-FDDD-4B50-A1F6-6397ABB9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3817" y="1897250"/>
            <a:ext cx="119603" cy="315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7" b="1" i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7" b="1" i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77" b="1" i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316" name="text-269 •">
            <a:extLst xmlns:a="http://schemas.openxmlformats.org/drawingml/2006/main">
              <a:ext uri="{FF2B5EF4-FFF2-40B4-BE49-F238E27FC236}">
                <a16:creationId xmlns:a16="http://schemas.microsoft.com/office/drawing/2014/main" id="{F72C958B-BED9-4A9A-AEC5-EFF36B2F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8996" y="1897250"/>
            <a:ext cx="119603" cy="315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7" b="1" i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7" b="1" i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77" b="1" i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317" name="text-269 •">
            <a:extLst xmlns:a="http://schemas.openxmlformats.org/drawingml/2006/main">
              <a:ext uri="{FF2B5EF4-FFF2-40B4-BE49-F238E27FC236}">
                <a16:creationId xmlns:a16="http://schemas.microsoft.com/office/drawing/2014/main" id="{F0FECA7D-A98C-47A6-9594-4467FC49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4175" y="1897250"/>
            <a:ext cx="119603" cy="315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7" b="1" i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7" b="1" i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77" b="1" i="0">
                <a:solidFill>
                  <a:srgbClr val="2B2B2B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318" name="path-270">
            <a:extLst xmlns:a="http://schemas.openxmlformats.org/drawingml/2006/main">
              <a:ext uri="{FF2B5EF4-FFF2-40B4-BE49-F238E27FC236}">
                <a16:creationId xmlns:a16="http://schemas.microsoft.com/office/drawing/2014/main" id="{DC447708-AF80-4174-B531-3CEF7BB0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737" y="1543947"/>
            <a:ext cx="232740" cy="191"/>
          </a:xfrm>
          <a:custGeom xmlns:a="http://schemas.openxmlformats.org/drawingml/2006/main">
            <a:pathLst>
              <a:path w="236188" h="191">
                <a:moveTo>
                  <a:pt x="0" y="0"/>
                </a:moveTo>
                <a:lnTo>
                  <a:pt x="2361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7814">
            <a:solidFill>
              <a:srgbClr val="111111"/>
            </a:solidFill>
            <a:prstDash val="solid"/>
          </a:ln>
        </p:spPr>
      </p:sp>
      <p:sp>
        <p:nvSpPr>
          <p:cNvPr id="319" name="path-271">
            <a:extLst xmlns:a="http://schemas.openxmlformats.org/drawingml/2006/main">
              <a:ext uri="{FF2B5EF4-FFF2-40B4-BE49-F238E27FC236}">
                <a16:creationId xmlns:a16="http://schemas.microsoft.com/office/drawing/2014/main" id="{9159EC9D-6311-491A-88D5-E968A96A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477" y="1122134"/>
            <a:ext cx="191" cy="421813"/>
          </a:xfrm>
          <a:custGeom xmlns:a="http://schemas.openxmlformats.org/drawingml/2006/main">
            <a:pathLst>
              <a:path w="191" h="428062">
                <a:moveTo>
                  <a:pt x="0" y="42806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7814">
            <a:solidFill>
              <a:srgbClr val="111111"/>
            </a:solidFill>
            <a:prstDash val="solid"/>
          </a:ln>
        </p:spPr>
      </p:sp>
      <p:sp>
        <p:nvSpPr>
          <p:cNvPr id="320" name="path-272">
            <a:extLst xmlns:a="http://schemas.openxmlformats.org/drawingml/2006/main">
              <a:ext uri="{FF2B5EF4-FFF2-40B4-BE49-F238E27FC236}">
                <a16:creationId xmlns:a16="http://schemas.microsoft.com/office/drawing/2014/main" id="{C6C35B40-FAA2-43DA-9480-E3B21ACE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477" y="1122134"/>
            <a:ext cx="133156" cy="191"/>
          </a:xfrm>
          <a:custGeom xmlns:a="http://schemas.openxmlformats.org/drawingml/2006/main">
            <a:pathLst>
              <a:path w="135129" h="191">
                <a:moveTo>
                  <a:pt x="0" y="0"/>
                </a:moveTo>
                <a:lnTo>
                  <a:pt x="1351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7814">
            <a:solidFill>
              <a:srgbClr val="111111"/>
            </a:solidFill>
            <a:prstDash val="solid"/>
          </a:ln>
        </p:spPr>
      </p:sp>
      <p:sp>
        <p:nvSpPr>
          <p:cNvPr id="321" name="path-273">
            <a:extLst xmlns:a="http://schemas.openxmlformats.org/drawingml/2006/main">
              <a:ext uri="{FF2B5EF4-FFF2-40B4-BE49-F238E27FC236}">
                <a16:creationId xmlns:a16="http://schemas.microsoft.com/office/drawing/2014/main" id="{6A634173-2D4C-494D-8CCE-8F592F74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843" y="1084312"/>
            <a:ext cx="75626" cy="75625"/>
          </a:xfrm>
          <a:custGeom xmlns:a="http://schemas.openxmlformats.org/drawingml/2006/main">
            <a:pathLst>
              <a:path w="76746" h="76746">
                <a:moveTo>
                  <a:pt x="76746" y="38382"/>
                </a:moveTo>
                <a:lnTo>
                  <a:pt x="0" y="76746"/>
                </a:lnTo>
                <a:lnTo>
                  <a:pt x="0" y="0"/>
                </a:lnTo>
                <a:lnTo>
                  <a:pt x="76746" y="38382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path-274">
            <a:extLst xmlns:a="http://schemas.openxmlformats.org/drawingml/2006/main">
              <a:ext uri="{FF2B5EF4-FFF2-40B4-BE49-F238E27FC236}">
                <a16:creationId xmlns:a16="http://schemas.microsoft.com/office/drawing/2014/main" id="{AC65A25D-D5A8-4E7A-965A-AA0DEBEF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477" y="1543947"/>
            <a:ext cx="191" cy="422356"/>
          </a:xfrm>
          <a:custGeom xmlns:a="http://schemas.openxmlformats.org/drawingml/2006/main">
            <a:pathLst>
              <a:path w="191" h="428613">
                <a:moveTo>
                  <a:pt x="0" y="0"/>
                </a:moveTo>
                <a:lnTo>
                  <a:pt x="0" y="428613"/>
                </a:lnTo>
              </a:path>
            </a:pathLst>
          </a:custGeom>
          <a:noFill xmlns:a="http://schemas.openxmlformats.org/drawingml/2006/main"/>
          <a:ln xmlns:a="http://schemas.openxmlformats.org/drawingml/2006/main" w="37814">
            <a:solidFill>
              <a:srgbClr val="111111"/>
            </a:solidFill>
            <a:prstDash val="solid"/>
          </a:ln>
        </p:spPr>
      </p:sp>
      <p:sp>
        <p:nvSpPr>
          <p:cNvPr id="323" name="path-275">
            <a:extLst xmlns:a="http://schemas.openxmlformats.org/drawingml/2006/main">
              <a:ext uri="{FF2B5EF4-FFF2-40B4-BE49-F238E27FC236}">
                <a16:creationId xmlns:a16="http://schemas.microsoft.com/office/drawing/2014/main" id="{E9CDEFA1-FA1F-4189-BDDB-286D876D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477" y="1966303"/>
            <a:ext cx="133156" cy="191"/>
          </a:xfrm>
          <a:custGeom xmlns:a="http://schemas.openxmlformats.org/drawingml/2006/main">
            <a:pathLst>
              <a:path w="135129" h="191">
                <a:moveTo>
                  <a:pt x="0" y="0"/>
                </a:moveTo>
                <a:lnTo>
                  <a:pt x="1351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7814">
            <a:solidFill>
              <a:srgbClr val="111111"/>
            </a:solidFill>
            <a:prstDash val="solid"/>
          </a:ln>
        </p:spPr>
      </p:sp>
      <p:sp>
        <p:nvSpPr>
          <p:cNvPr id="324" name="path-276">
            <a:extLst xmlns:a="http://schemas.openxmlformats.org/drawingml/2006/main">
              <a:ext uri="{FF2B5EF4-FFF2-40B4-BE49-F238E27FC236}">
                <a16:creationId xmlns:a16="http://schemas.microsoft.com/office/drawing/2014/main" id="{75DDB487-0497-44FE-95A1-EA7614CC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843" y="1928481"/>
            <a:ext cx="75626" cy="75626"/>
          </a:xfrm>
          <a:custGeom xmlns:a="http://schemas.openxmlformats.org/drawingml/2006/main">
            <a:pathLst>
              <a:path w="76746" h="76746">
                <a:moveTo>
                  <a:pt x="76746" y="38382"/>
                </a:moveTo>
                <a:lnTo>
                  <a:pt x="0" y="76746"/>
                </a:lnTo>
                <a:lnTo>
                  <a:pt x="0" y="0"/>
                </a:lnTo>
                <a:lnTo>
                  <a:pt x="76746" y="38382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" name="path-277">
            <a:extLst xmlns:a="http://schemas.openxmlformats.org/drawingml/2006/main">
              <a:ext uri="{FF2B5EF4-FFF2-40B4-BE49-F238E27FC236}">
                <a16:creationId xmlns:a16="http://schemas.microsoft.com/office/drawing/2014/main" id="{E0AAEF93-8873-4B27-8190-AAEA2068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526" y="743987"/>
            <a:ext cx="1512588" cy="756294"/>
          </a:xfrm>
          <a:custGeom xmlns:a="http://schemas.openxmlformats.org/drawingml/2006/main">
            <a:pathLst>
              <a:path w="1534996" h="767499">
                <a:moveTo>
                  <a:pt x="0" y="122680"/>
                </a:moveTo>
                <a:lnTo>
                  <a:pt x="0" y="122680"/>
                </a:lnTo>
                <a:cubicBezTo>
                  <a:pt x="0" y="101057"/>
                  <a:pt x="5396" y="79988"/>
                  <a:pt x="16207" y="61073"/>
                </a:cubicBezTo>
                <a:cubicBezTo>
                  <a:pt x="27018" y="42693"/>
                  <a:pt x="42692" y="27019"/>
                  <a:pt x="61607" y="16208"/>
                </a:cubicBezTo>
                <a:cubicBezTo>
                  <a:pt x="79988" y="5397"/>
                  <a:pt x="101076" y="0"/>
                  <a:pt x="122698" y="0"/>
                </a:cubicBezTo>
                <a:lnTo>
                  <a:pt x="1411764" y="0"/>
                </a:lnTo>
                <a:cubicBezTo>
                  <a:pt x="1433387" y="0"/>
                  <a:pt x="1454456" y="5397"/>
                  <a:pt x="1473371" y="16208"/>
                </a:cubicBezTo>
                <a:cubicBezTo>
                  <a:pt x="1491752" y="27019"/>
                  <a:pt x="1507425" y="42693"/>
                  <a:pt x="1518235" y="61607"/>
                </a:cubicBezTo>
                <a:cubicBezTo>
                  <a:pt x="1529047" y="79988"/>
                  <a:pt x="1534443" y="101057"/>
                  <a:pt x="1534443" y="122680"/>
                </a:cubicBezTo>
                <a:lnTo>
                  <a:pt x="1534996" y="644266"/>
                </a:lnTo>
                <a:cubicBezTo>
                  <a:pt x="1534996" y="665889"/>
                  <a:pt x="1529582" y="686958"/>
                  <a:pt x="1518770" y="705873"/>
                </a:cubicBezTo>
                <a:cubicBezTo>
                  <a:pt x="1507978" y="724253"/>
                  <a:pt x="1492286" y="739927"/>
                  <a:pt x="1473371" y="750738"/>
                </a:cubicBezTo>
                <a:cubicBezTo>
                  <a:pt x="1455009" y="761549"/>
                  <a:pt x="1433920" y="766945"/>
                  <a:pt x="1412299" y="766945"/>
                </a:cubicBezTo>
                <a:lnTo>
                  <a:pt x="122698" y="767499"/>
                </a:lnTo>
                <a:cubicBezTo>
                  <a:pt x="101076" y="767499"/>
                  <a:pt x="79988" y="762084"/>
                  <a:pt x="61072" y="751272"/>
                </a:cubicBezTo>
                <a:cubicBezTo>
                  <a:pt x="42692" y="740461"/>
                  <a:pt x="27018" y="724787"/>
                  <a:pt x="16207" y="705873"/>
                </a:cubicBezTo>
                <a:cubicBezTo>
                  <a:pt x="5396" y="687492"/>
                  <a:pt x="0" y="666423"/>
                  <a:pt x="0" y="644800"/>
                </a:cubicBezTo>
                <a:lnTo>
                  <a:pt x="0" y="12268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641">
            <a:solidFill>
              <a:srgbClr val="7AAE85"/>
            </a:solidFill>
            <a:prstDash val="solid"/>
          </a:ln>
        </p:spPr>
      </p:sp>
      <p:sp>
        <p:nvSpPr>
          <p:cNvPr id="326" name="text-278 SigLIP2">
            <a:extLst xmlns:a="http://schemas.openxmlformats.org/drawingml/2006/main">
              <a:ext uri="{FF2B5EF4-FFF2-40B4-BE49-F238E27FC236}">
                <a16:creationId xmlns:a16="http://schemas.microsoft.com/office/drawing/2014/main" id="{F5D74ACC-7236-47F7-8ED8-36AC4C34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02958" y="829929"/>
            <a:ext cx="552464" cy="201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31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31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131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SigLIP2</a:t>
            </a:r>
          </a:p>
        </p:txBody>
      </p:sp>
      <p:sp>
        <p:nvSpPr>
          <p:cNvPr id="327" name="text-279 Visual">
            <a:extLst xmlns:a="http://schemas.openxmlformats.org/drawingml/2006/main">
              <a:ext uri="{FF2B5EF4-FFF2-40B4-BE49-F238E27FC236}">
                <a16:creationId xmlns:a16="http://schemas.microsoft.com/office/drawing/2014/main" id="{A52677D2-BA72-479A-910F-C79CA766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02958" y="1044122"/>
            <a:ext cx="480760" cy="2165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18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18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18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328" name="text-280 Features">
            <a:extLst xmlns:a="http://schemas.openxmlformats.org/drawingml/2006/main">
              <a:ext uri="{FF2B5EF4-FFF2-40B4-BE49-F238E27FC236}">
                <a16:creationId xmlns:a16="http://schemas.microsoft.com/office/drawing/2014/main" id="{1D232663-2D57-470A-8895-00BB6DEE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02958" y="1269963"/>
            <a:ext cx="670286" cy="215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14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14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14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329" name="path-281">
            <a:extLst xmlns:a="http://schemas.openxmlformats.org/drawingml/2006/main">
              <a:ext uri="{FF2B5EF4-FFF2-40B4-BE49-F238E27FC236}">
                <a16:creationId xmlns:a16="http://schemas.microsoft.com/office/drawing/2014/main" id="{BABA270E-3725-491D-9000-2CBCA71E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9559" y="860629"/>
            <a:ext cx="203992" cy="58039"/>
          </a:xfrm>
          <a:custGeom xmlns:a="http://schemas.openxmlformats.org/drawingml/2006/main">
            <a:pathLst>
              <a:path w="207014" h="58899">
                <a:moveTo>
                  <a:pt x="0" y="58899"/>
                </a:moveTo>
                <a:lnTo>
                  <a:pt x="2070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641">
            <a:solidFill>
              <a:srgbClr val="4E8B5C"/>
            </a:solidFill>
            <a:prstDash val="solid"/>
          </a:ln>
        </p:spPr>
      </p:sp>
      <p:sp>
        <p:nvSpPr>
          <p:cNvPr id="330" name="path-282">
            <a:extLst xmlns:a="http://schemas.openxmlformats.org/drawingml/2006/main">
              <a:ext uri="{FF2B5EF4-FFF2-40B4-BE49-F238E27FC236}">
                <a16:creationId xmlns:a16="http://schemas.microsoft.com/office/drawing/2014/main" id="{89AD3572-7BCB-44E9-9E66-7C922B2D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6202" y="860629"/>
            <a:ext cx="87349" cy="203447"/>
          </a:xfrm>
          <a:custGeom xmlns:a="http://schemas.openxmlformats.org/drawingml/2006/main">
            <a:pathLst>
              <a:path w="88643" h="206461">
                <a:moveTo>
                  <a:pt x="88643" y="0"/>
                </a:moveTo>
                <a:lnTo>
                  <a:pt x="0" y="206461"/>
                </a:lnTo>
              </a:path>
            </a:pathLst>
          </a:custGeom>
          <a:noFill xmlns:a="http://schemas.openxmlformats.org/drawingml/2006/main"/>
          <a:ln xmlns:a="http://schemas.openxmlformats.org/drawingml/2006/main" w="18641">
            <a:solidFill>
              <a:srgbClr val="4E8B5C"/>
            </a:solidFill>
            <a:prstDash val="solid"/>
          </a:ln>
        </p:spPr>
      </p:sp>
      <p:sp>
        <p:nvSpPr>
          <p:cNvPr id="331" name="path-283">
            <a:extLst xmlns:a="http://schemas.openxmlformats.org/drawingml/2006/main">
              <a:ext uri="{FF2B5EF4-FFF2-40B4-BE49-F238E27FC236}">
                <a16:creationId xmlns:a16="http://schemas.microsoft.com/office/drawing/2014/main" id="{84B2D885-E197-43C4-BA96-570A2149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6202" y="1064076"/>
            <a:ext cx="174698" cy="72958"/>
          </a:xfrm>
          <a:custGeom xmlns:a="http://schemas.openxmlformats.org/drawingml/2006/main">
            <a:pathLst>
              <a:path w="177287" h="74038">
                <a:moveTo>
                  <a:pt x="0" y="0"/>
                </a:moveTo>
                <a:lnTo>
                  <a:pt x="177287" y="74038"/>
                </a:lnTo>
              </a:path>
            </a:pathLst>
          </a:custGeom>
          <a:noFill xmlns:a="http://schemas.openxmlformats.org/drawingml/2006/main"/>
          <a:ln xmlns:a="http://schemas.openxmlformats.org/drawingml/2006/main" w="18641">
            <a:solidFill>
              <a:srgbClr val="4E8B5C"/>
            </a:solidFill>
            <a:prstDash val="solid"/>
          </a:ln>
        </p:spPr>
      </p:sp>
      <p:sp>
        <p:nvSpPr>
          <p:cNvPr id="332" name="path-284">
            <a:extLst xmlns:a="http://schemas.openxmlformats.org/drawingml/2006/main">
              <a:ext uri="{FF2B5EF4-FFF2-40B4-BE49-F238E27FC236}">
                <a16:creationId xmlns:a16="http://schemas.microsoft.com/office/drawing/2014/main" id="{67308BFB-4FD3-4355-B01A-A959BC9F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812" y="1137034"/>
            <a:ext cx="320088" cy="101743"/>
          </a:xfrm>
          <a:custGeom xmlns:a="http://schemas.openxmlformats.org/drawingml/2006/main">
            <a:pathLst>
              <a:path w="324830" h="103250">
                <a:moveTo>
                  <a:pt x="324830" y="0"/>
                </a:moveTo>
                <a:lnTo>
                  <a:pt x="0" y="103250"/>
                </a:lnTo>
              </a:path>
            </a:pathLst>
          </a:custGeom>
          <a:noFill xmlns:a="http://schemas.openxmlformats.org/drawingml/2006/main"/>
          <a:ln xmlns:a="http://schemas.openxmlformats.org/drawingml/2006/main" w="18641">
            <a:solidFill>
              <a:srgbClr val="4E8B5C"/>
            </a:solidFill>
            <a:prstDash val="solid"/>
          </a:ln>
        </p:spPr>
      </p:sp>
      <p:sp>
        <p:nvSpPr>
          <p:cNvPr id="333" name="path-285">
            <a:extLst xmlns:a="http://schemas.openxmlformats.org/drawingml/2006/main">
              <a:ext uri="{FF2B5EF4-FFF2-40B4-BE49-F238E27FC236}">
                <a16:creationId xmlns:a16="http://schemas.microsoft.com/office/drawing/2014/main" id="{E46A5A1C-0A47-4854-93D2-FE86EF27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812" y="1006019"/>
            <a:ext cx="261505" cy="232758"/>
          </a:xfrm>
          <a:custGeom xmlns:a="http://schemas.openxmlformats.org/drawingml/2006/main">
            <a:pathLst>
              <a:path w="265380" h="236206">
                <a:moveTo>
                  <a:pt x="0" y="236206"/>
                </a:moveTo>
                <a:lnTo>
                  <a:pt x="2653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641">
            <a:solidFill>
              <a:srgbClr val="4E8B5C"/>
            </a:solidFill>
            <a:prstDash val="solid"/>
          </a:ln>
        </p:spPr>
      </p:sp>
      <p:sp>
        <p:nvSpPr>
          <p:cNvPr id="334" name="path-286">
            <a:extLst xmlns:a="http://schemas.openxmlformats.org/drawingml/2006/main">
              <a:ext uri="{FF2B5EF4-FFF2-40B4-BE49-F238E27FC236}">
                <a16:creationId xmlns:a16="http://schemas.microsoft.com/office/drawing/2014/main" id="{6FE62EA6-D8C6-4619-B467-5F797DA3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598" y="886182"/>
            <a:ext cx="63921" cy="63920"/>
          </a:xfrm>
          <a:custGeom xmlns:a="http://schemas.openxmlformats.org/drawingml/2006/main">
            <a:pathLst>
              <a:path w="64868" h="64867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41" y="21088"/>
                  <a:pt x="4330" y="16227"/>
                </a:cubicBezTo>
                <a:cubicBezTo>
                  <a:pt x="7036" y="11345"/>
                  <a:pt x="11365" y="7036"/>
                  <a:pt x="16227" y="4328"/>
                </a:cubicBezTo>
                <a:cubicBezTo>
                  <a:pt x="21090" y="1621"/>
                  <a:pt x="26486" y="0"/>
                  <a:pt x="32435" y="0"/>
                </a:cubicBezTo>
                <a:cubicBezTo>
                  <a:pt x="38383" y="0"/>
                  <a:pt x="43799" y="1621"/>
                  <a:pt x="48660" y="4328"/>
                </a:cubicBezTo>
                <a:cubicBezTo>
                  <a:pt x="53522" y="7036"/>
                  <a:pt x="57852" y="11345"/>
                  <a:pt x="60540" y="16227"/>
                </a:cubicBezTo>
                <a:cubicBezTo>
                  <a:pt x="63247" y="21088"/>
                  <a:pt x="64868" y="26485"/>
                  <a:pt x="64868" y="32434"/>
                </a:cubicBezTo>
                <a:cubicBezTo>
                  <a:pt x="64868" y="38382"/>
                  <a:pt x="63247" y="43779"/>
                  <a:pt x="60540" y="48641"/>
                </a:cubicBezTo>
                <a:cubicBezTo>
                  <a:pt x="57852" y="53503"/>
                  <a:pt x="53522" y="57831"/>
                  <a:pt x="48660" y="60539"/>
                </a:cubicBezTo>
                <a:cubicBezTo>
                  <a:pt x="43799" y="63246"/>
                  <a:pt x="38383" y="64867"/>
                  <a:pt x="32435" y="64867"/>
                </a:cubicBezTo>
                <a:cubicBezTo>
                  <a:pt x="26486" y="64867"/>
                  <a:pt x="21090" y="63246"/>
                  <a:pt x="16227" y="60539"/>
                </a:cubicBezTo>
                <a:cubicBezTo>
                  <a:pt x="11365" y="57831"/>
                  <a:pt x="7036" y="53503"/>
                  <a:pt x="4330" y="48641"/>
                </a:cubicBezTo>
                <a:cubicBezTo>
                  <a:pt x="1641" y="43779"/>
                  <a:pt x="0" y="38382"/>
                  <a:pt x="0" y="32434"/>
                </a:cubicBezTo>
              </a:path>
            </a:pathLst>
          </a:custGeom>
          <a:solidFill xmlns:a="http://schemas.openxmlformats.org/drawingml/2006/main">
            <a:srgbClr val="5AA069"/>
          </a:solidFill>
          <a:ln xmlns:a="http://schemas.openxmlformats.org/drawingml/2006/main" w="11185">
            <a:solidFill>
              <a:srgbClr val="2E6B45"/>
            </a:solidFill>
            <a:prstDash val="solid"/>
          </a:ln>
        </p:spPr>
      </p:sp>
      <p:sp>
        <p:nvSpPr>
          <p:cNvPr id="335" name="path-287">
            <a:extLst xmlns:a="http://schemas.openxmlformats.org/drawingml/2006/main">
              <a:ext uri="{FF2B5EF4-FFF2-40B4-BE49-F238E27FC236}">
                <a16:creationId xmlns:a16="http://schemas.microsoft.com/office/drawing/2014/main" id="{51322BA6-FA88-4962-B1EF-15E937F2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1065" y="828124"/>
            <a:ext cx="63900" cy="63920"/>
          </a:xfrm>
          <a:custGeom xmlns:a="http://schemas.openxmlformats.org/drawingml/2006/main">
            <a:pathLst>
              <a:path w="64847" h="64867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19" y="21088"/>
                  <a:pt x="4327" y="16227"/>
                </a:cubicBezTo>
                <a:cubicBezTo>
                  <a:pt x="7016" y="11364"/>
                  <a:pt x="11344" y="7036"/>
                  <a:pt x="16206" y="4328"/>
                </a:cubicBezTo>
                <a:cubicBezTo>
                  <a:pt x="21069" y="1621"/>
                  <a:pt x="26484" y="0"/>
                  <a:pt x="32433" y="0"/>
                </a:cubicBezTo>
                <a:cubicBezTo>
                  <a:pt x="38362" y="0"/>
                  <a:pt x="43777" y="1621"/>
                  <a:pt x="48640" y="4328"/>
                </a:cubicBezTo>
                <a:cubicBezTo>
                  <a:pt x="53502" y="7036"/>
                  <a:pt x="57831" y="11364"/>
                  <a:pt x="60538" y="16227"/>
                </a:cubicBezTo>
                <a:cubicBezTo>
                  <a:pt x="63226" y="21088"/>
                  <a:pt x="64847" y="26485"/>
                  <a:pt x="64847" y="32434"/>
                </a:cubicBezTo>
                <a:cubicBezTo>
                  <a:pt x="64847" y="38382"/>
                  <a:pt x="63226" y="43779"/>
                  <a:pt x="60538" y="48660"/>
                </a:cubicBezTo>
                <a:cubicBezTo>
                  <a:pt x="57831" y="53522"/>
                  <a:pt x="53502" y="57831"/>
                  <a:pt x="48640" y="60539"/>
                </a:cubicBezTo>
                <a:cubicBezTo>
                  <a:pt x="43777" y="63246"/>
                  <a:pt x="38362" y="64867"/>
                  <a:pt x="32433" y="64867"/>
                </a:cubicBezTo>
                <a:cubicBezTo>
                  <a:pt x="26484" y="64867"/>
                  <a:pt x="21069" y="63246"/>
                  <a:pt x="16206" y="60539"/>
                </a:cubicBezTo>
                <a:cubicBezTo>
                  <a:pt x="11344" y="57831"/>
                  <a:pt x="7016" y="53522"/>
                  <a:pt x="4327" y="48660"/>
                </a:cubicBezTo>
                <a:cubicBezTo>
                  <a:pt x="1619" y="43779"/>
                  <a:pt x="0" y="38382"/>
                  <a:pt x="0" y="32434"/>
                </a:cubicBezTo>
              </a:path>
            </a:pathLst>
          </a:custGeom>
          <a:solidFill xmlns:a="http://schemas.openxmlformats.org/drawingml/2006/main">
            <a:srgbClr val="5AA069"/>
          </a:solidFill>
          <a:ln xmlns:a="http://schemas.openxmlformats.org/drawingml/2006/main" w="11185">
            <a:solidFill>
              <a:srgbClr val="2E6B45"/>
            </a:solidFill>
            <a:prstDash val="solid"/>
          </a:ln>
        </p:spPr>
      </p:sp>
      <p:sp>
        <p:nvSpPr>
          <p:cNvPr id="336" name="path-288">
            <a:extLst xmlns:a="http://schemas.openxmlformats.org/drawingml/2006/main">
              <a:ext uri="{FF2B5EF4-FFF2-40B4-BE49-F238E27FC236}">
                <a16:creationId xmlns:a16="http://schemas.microsoft.com/office/drawing/2014/main" id="{891590DB-00BB-4D32-80C5-4A948B40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3715" y="1032116"/>
            <a:ext cx="63919" cy="63920"/>
          </a:xfrm>
          <a:custGeom xmlns:a="http://schemas.openxmlformats.org/drawingml/2006/main">
            <a:pathLst>
              <a:path w="64866" h="64867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21" y="21089"/>
                  <a:pt x="4328" y="16227"/>
                </a:cubicBezTo>
                <a:cubicBezTo>
                  <a:pt x="7035" y="11345"/>
                  <a:pt x="11344" y="7036"/>
                  <a:pt x="16207" y="4328"/>
                </a:cubicBezTo>
                <a:cubicBezTo>
                  <a:pt x="21088" y="1621"/>
                  <a:pt x="26485" y="0"/>
                  <a:pt x="32434" y="0"/>
                </a:cubicBezTo>
                <a:cubicBezTo>
                  <a:pt x="38383" y="0"/>
                  <a:pt x="43778" y="1621"/>
                  <a:pt x="48640" y="4328"/>
                </a:cubicBezTo>
                <a:cubicBezTo>
                  <a:pt x="53503" y="7036"/>
                  <a:pt x="57831" y="11345"/>
                  <a:pt x="60539" y="16227"/>
                </a:cubicBezTo>
                <a:cubicBezTo>
                  <a:pt x="63246" y="21089"/>
                  <a:pt x="64866" y="26485"/>
                  <a:pt x="64866" y="32434"/>
                </a:cubicBezTo>
                <a:cubicBezTo>
                  <a:pt x="64866" y="38382"/>
                  <a:pt x="63246" y="43779"/>
                  <a:pt x="60539" y="48641"/>
                </a:cubicBezTo>
                <a:cubicBezTo>
                  <a:pt x="57831" y="53503"/>
                  <a:pt x="53503" y="57831"/>
                  <a:pt x="48640" y="60539"/>
                </a:cubicBezTo>
                <a:cubicBezTo>
                  <a:pt x="43778" y="63246"/>
                  <a:pt x="38383" y="64867"/>
                  <a:pt x="32434" y="64867"/>
                </a:cubicBezTo>
                <a:cubicBezTo>
                  <a:pt x="26485" y="64867"/>
                  <a:pt x="21088" y="63246"/>
                  <a:pt x="16207" y="60539"/>
                </a:cubicBezTo>
                <a:cubicBezTo>
                  <a:pt x="11344" y="57831"/>
                  <a:pt x="7035" y="53503"/>
                  <a:pt x="4328" y="48641"/>
                </a:cubicBezTo>
                <a:cubicBezTo>
                  <a:pt x="1621" y="43779"/>
                  <a:pt x="0" y="38382"/>
                  <a:pt x="0" y="32434"/>
                </a:cubicBezTo>
              </a:path>
            </a:pathLst>
          </a:custGeom>
          <a:solidFill xmlns:a="http://schemas.openxmlformats.org/drawingml/2006/main">
            <a:srgbClr val="5AA069"/>
          </a:solidFill>
          <a:ln xmlns:a="http://schemas.openxmlformats.org/drawingml/2006/main" w="11185">
            <a:solidFill>
              <a:srgbClr val="2E6B45"/>
            </a:solidFill>
            <a:prstDash val="solid"/>
          </a:ln>
        </p:spPr>
      </p:sp>
      <p:sp>
        <p:nvSpPr>
          <p:cNvPr id="337" name="path-289">
            <a:extLst xmlns:a="http://schemas.openxmlformats.org/drawingml/2006/main">
              <a:ext uri="{FF2B5EF4-FFF2-40B4-BE49-F238E27FC236}">
                <a16:creationId xmlns:a16="http://schemas.microsoft.com/office/drawing/2014/main" id="{0315702F-B390-48BC-84E6-889A9DB7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8414" y="1104548"/>
            <a:ext cx="63902" cy="63921"/>
          </a:xfrm>
          <a:custGeom xmlns:a="http://schemas.openxmlformats.org/drawingml/2006/main">
            <a:pathLst>
              <a:path w="64848" h="64868">
                <a:moveTo>
                  <a:pt x="0" y="32433"/>
                </a:moveTo>
                <a:lnTo>
                  <a:pt x="0" y="32433"/>
                </a:lnTo>
                <a:cubicBezTo>
                  <a:pt x="0" y="26485"/>
                  <a:pt x="1621" y="21089"/>
                  <a:pt x="4309" y="16227"/>
                </a:cubicBezTo>
                <a:cubicBezTo>
                  <a:pt x="7017" y="11364"/>
                  <a:pt x="11345" y="7036"/>
                  <a:pt x="16207" y="4328"/>
                </a:cubicBezTo>
                <a:cubicBezTo>
                  <a:pt x="21069" y="1621"/>
                  <a:pt x="26484" y="0"/>
                  <a:pt x="32414" y="0"/>
                </a:cubicBezTo>
                <a:cubicBezTo>
                  <a:pt x="38363" y="0"/>
                  <a:pt x="43779" y="1621"/>
                  <a:pt x="48641" y="4328"/>
                </a:cubicBezTo>
                <a:cubicBezTo>
                  <a:pt x="53504" y="7036"/>
                  <a:pt x="57831" y="11364"/>
                  <a:pt x="60520" y="16227"/>
                </a:cubicBezTo>
                <a:cubicBezTo>
                  <a:pt x="63226" y="21089"/>
                  <a:pt x="64848" y="26485"/>
                  <a:pt x="64848" y="32433"/>
                </a:cubicBezTo>
                <a:cubicBezTo>
                  <a:pt x="64848" y="38383"/>
                  <a:pt x="63226" y="43779"/>
                  <a:pt x="60520" y="48641"/>
                </a:cubicBezTo>
                <a:cubicBezTo>
                  <a:pt x="57831" y="53522"/>
                  <a:pt x="53504" y="57831"/>
                  <a:pt x="48641" y="60539"/>
                </a:cubicBezTo>
                <a:cubicBezTo>
                  <a:pt x="43779" y="63247"/>
                  <a:pt x="38363" y="64868"/>
                  <a:pt x="32414" y="64868"/>
                </a:cubicBezTo>
                <a:cubicBezTo>
                  <a:pt x="26484" y="64868"/>
                  <a:pt x="21069" y="63247"/>
                  <a:pt x="16207" y="60539"/>
                </a:cubicBezTo>
                <a:cubicBezTo>
                  <a:pt x="11345" y="57831"/>
                  <a:pt x="7017" y="53522"/>
                  <a:pt x="4309" y="48641"/>
                </a:cubicBezTo>
                <a:cubicBezTo>
                  <a:pt x="1621" y="43779"/>
                  <a:pt x="0" y="38383"/>
                  <a:pt x="0" y="32433"/>
                </a:cubicBezTo>
              </a:path>
            </a:pathLst>
          </a:custGeom>
          <a:solidFill xmlns:a="http://schemas.openxmlformats.org/drawingml/2006/main">
            <a:srgbClr val="5AA069"/>
          </a:solidFill>
          <a:ln xmlns:a="http://schemas.openxmlformats.org/drawingml/2006/main" w="11185">
            <a:solidFill>
              <a:srgbClr val="2E6B45"/>
            </a:solidFill>
            <a:prstDash val="solid"/>
          </a:ln>
        </p:spPr>
      </p:sp>
      <p:sp>
        <p:nvSpPr>
          <p:cNvPr id="338" name="path-290">
            <a:extLst xmlns:a="http://schemas.openxmlformats.org/drawingml/2006/main">
              <a:ext uri="{FF2B5EF4-FFF2-40B4-BE49-F238E27FC236}">
                <a16:creationId xmlns:a16="http://schemas.microsoft.com/office/drawing/2014/main" id="{0E2CBCBE-4C8D-4DAF-B0F7-5737638C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307" y="1206271"/>
            <a:ext cx="63919" cy="63921"/>
          </a:xfrm>
          <a:custGeom xmlns:a="http://schemas.openxmlformats.org/drawingml/2006/main">
            <a:pathLst>
              <a:path w="64866" h="64868">
                <a:moveTo>
                  <a:pt x="0" y="32433"/>
                </a:moveTo>
                <a:lnTo>
                  <a:pt x="0" y="32433"/>
                </a:lnTo>
                <a:cubicBezTo>
                  <a:pt x="0" y="26485"/>
                  <a:pt x="1619" y="21088"/>
                  <a:pt x="4328" y="16227"/>
                </a:cubicBezTo>
                <a:cubicBezTo>
                  <a:pt x="7036" y="11364"/>
                  <a:pt x="11364" y="7036"/>
                  <a:pt x="16227" y="4328"/>
                </a:cubicBezTo>
                <a:cubicBezTo>
                  <a:pt x="21088" y="1621"/>
                  <a:pt x="26484" y="0"/>
                  <a:pt x="32433" y="0"/>
                </a:cubicBezTo>
                <a:cubicBezTo>
                  <a:pt x="38383" y="0"/>
                  <a:pt x="43779" y="1621"/>
                  <a:pt x="48659" y="4328"/>
                </a:cubicBezTo>
                <a:cubicBezTo>
                  <a:pt x="53522" y="7036"/>
                  <a:pt x="57849" y="11364"/>
                  <a:pt x="60538" y="16227"/>
                </a:cubicBezTo>
                <a:cubicBezTo>
                  <a:pt x="63247" y="21088"/>
                  <a:pt x="64866" y="26485"/>
                  <a:pt x="64866" y="32433"/>
                </a:cubicBezTo>
                <a:cubicBezTo>
                  <a:pt x="64866" y="38383"/>
                  <a:pt x="63247" y="43779"/>
                  <a:pt x="60538" y="48660"/>
                </a:cubicBezTo>
                <a:cubicBezTo>
                  <a:pt x="57849" y="53522"/>
                  <a:pt x="53522" y="57831"/>
                  <a:pt x="48659" y="60539"/>
                </a:cubicBezTo>
                <a:cubicBezTo>
                  <a:pt x="43779" y="63247"/>
                  <a:pt x="38383" y="64868"/>
                  <a:pt x="32433" y="64868"/>
                </a:cubicBezTo>
                <a:cubicBezTo>
                  <a:pt x="26484" y="64868"/>
                  <a:pt x="21088" y="63247"/>
                  <a:pt x="16227" y="60539"/>
                </a:cubicBezTo>
                <a:cubicBezTo>
                  <a:pt x="11364" y="57831"/>
                  <a:pt x="7036" y="53522"/>
                  <a:pt x="4328" y="48660"/>
                </a:cubicBezTo>
                <a:cubicBezTo>
                  <a:pt x="1619" y="43779"/>
                  <a:pt x="0" y="38383"/>
                  <a:pt x="0" y="32433"/>
                </a:cubicBezTo>
              </a:path>
            </a:pathLst>
          </a:custGeom>
          <a:solidFill xmlns:a="http://schemas.openxmlformats.org/drawingml/2006/main">
            <a:srgbClr val="5AA069"/>
          </a:solidFill>
          <a:ln xmlns:a="http://schemas.openxmlformats.org/drawingml/2006/main" w="11185">
            <a:solidFill>
              <a:srgbClr val="2E6B45"/>
            </a:solidFill>
            <a:prstDash val="solid"/>
          </a:ln>
        </p:spPr>
      </p:sp>
      <p:sp>
        <p:nvSpPr>
          <p:cNvPr id="339" name="path-291">
            <a:extLst xmlns:a="http://schemas.openxmlformats.org/drawingml/2006/main">
              <a:ext uri="{FF2B5EF4-FFF2-40B4-BE49-F238E27FC236}">
                <a16:creationId xmlns:a16="http://schemas.microsoft.com/office/drawing/2014/main" id="{1D09AE10-9855-46D2-BB87-A5675284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0356" y="973532"/>
            <a:ext cx="63902" cy="63921"/>
          </a:xfrm>
          <a:custGeom xmlns:a="http://schemas.openxmlformats.org/drawingml/2006/main">
            <a:pathLst>
              <a:path w="64848" h="64868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21" y="21088"/>
                  <a:pt x="4330" y="16208"/>
                </a:cubicBezTo>
                <a:cubicBezTo>
                  <a:pt x="7018" y="11345"/>
                  <a:pt x="11345" y="7036"/>
                  <a:pt x="16208" y="4328"/>
                </a:cubicBezTo>
                <a:cubicBezTo>
                  <a:pt x="21070" y="1621"/>
                  <a:pt x="26485" y="0"/>
                  <a:pt x="32435" y="0"/>
                </a:cubicBezTo>
                <a:cubicBezTo>
                  <a:pt x="38363" y="0"/>
                  <a:pt x="43779" y="1621"/>
                  <a:pt x="48641" y="4328"/>
                </a:cubicBezTo>
                <a:cubicBezTo>
                  <a:pt x="53504" y="7036"/>
                  <a:pt x="57831" y="11345"/>
                  <a:pt x="60539" y="16208"/>
                </a:cubicBezTo>
                <a:cubicBezTo>
                  <a:pt x="63228" y="21088"/>
                  <a:pt x="64848" y="26485"/>
                  <a:pt x="64848" y="32434"/>
                </a:cubicBezTo>
                <a:cubicBezTo>
                  <a:pt x="64848" y="38383"/>
                  <a:pt x="63228" y="43779"/>
                  <a:pt x="60539" y="48641"/>
                </a:cubicBezTo>
                <a:cubicBezTo>
                  <a:pt x="57831" y="53503"/>
                  <a:pt x="53504" y="57831"/>
                  <a:pt x="48641" y="60539"/>
                </a:cubicBezTo>
                <a:cubicBezTo>
                  <a:pt x="43779" y="63246"/>
                  <a:pt x="38363" y="64868"/>
                  <a:pt x="32435" y="64868"/>
                </a:cubicBezTo>
                <a:cubicBezTo>
                  <a:pt x="26485" y="64868"/>
                  <a:pt x="21070" y="63246"/>
                  <a:pt x="16208" y="60539"/>
                </a:cubicBezTo>
                <a:cubicBezTo>
                  <a:pt x="11345" y="57831"/>
                  <a:pt x="7018" y="53503"/>
                  <a:pt x="4330" y="48641"/>
                </a:cubicBezTo>
                <a:cubicBezTo>
                  <a:pt x="1621" y="43779"/>
                  <a:pt x="0" y="38383"/>
                  <a:pt x="0" y="32434"/>
                </a:cubicBezTo>
              </a:path>
            </a:pathLst>
          </a:custGeom>
          <a:solidFill xmlns:a="http://schemas.openxmlformats.org/drawingml/2006/main">
            <a:srgbClr val="5AA069"/>
          </a:solidFill>
          <a:ln xmlns:a="http://schemas.openxmlformats.org/drawingml/2006/main" w="11185">
            <a:solidFill>
              <a:srgbClr val="2E6B45"/>
            </a:solidFill>
            <a:prstDash val="solid"/>
          </a:ln>
        </p:spPr>
      </p:sp>
      <p:sp>
        <p:nvSpPr>
          <p:cNvPr id="340" name="path-292">
            <a:extLst xmlns:a="http://schemas.openxmlformats.org/drawingml/2006/main">
              <a:ext uri="{FF2B5EF4-FFF2-40B4-BE49-F238E27FC236}">
                <a16:creationId xmlns:a16="http://schemas.microsoft.com/office/drawing/2014/main" id="{7ABA7B83-5E27-4DEB-8868-DCBC5251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000" y="1587086"/>
            <a:ext cx="1513113" cy="756820"/>
          </a:xfrm>
          <a:custGeom xmlns:a="http://schemas.openxmlformats.org/drawingml/2006/main">
            <a:pathLst>
              <a:path w="1535530" h="768032">
                <a:moveTo>
                  <a:pt x="533" y="138372"/>
                </a:moveTo>
                <a:lnTo>
                  <a:pt x="533" y="138372"/>
                </a:lnTo>
                <a:cubicBezTo>
                  <a:pt x="533" y="114041"/>
                  <a:pt x="7017" y="90265"/>
                  <a:pt x="18914" y="69176"/>
                </a:cubicBezTo>
                <a:cubicBezTo>
                  <a:pt x="31347" y="48107"/>
                  <a:pt x="48640" y="30813"/>
                  <a:pt x="69709" y="18915"/>
                </a:cubicBezTo>
                <a:cubicBezTo>
                  <a:pt x="90798" y="6483"/>
                  <a:pt x="114575" y="0"/>
                  <a:pt x="138905" y="0"/>
                </a:cubicBezTo>
                <a:lnTo>
                  <a:pt x="1397158" y="534"/>
                </a:lnTo>
                <a:cubicBezTo>
                  <a:pt x="1421488" y="534"/>
                  <a:pt x="1445264" y="7036"/>
                  <a:pt x="1466333" y="18915"/>
                </a:cubicBezTo>
                <a:cubicBezTo>
                  <a:pt x="1487423" y="31347"/>
                  <a:pt x="1504716" y="48641"/>
                  <a:pt x="1516614" y="69729"/>
                </a:cubicBezTo>
                <a:cubicBezTo>
                  <a:pt x="1529046" y="90798"/>
                  <a:pt x="1535530" y="114595"/>
                  <a:pt x="1535530" y="138905"/>
                </a:cubicBezTo>
                <a:lnTo>
                  <a:pt x="1535530" y="629679"/>
                </a:lnTo>
                <a:cubicBezTo>
                  <a:pt x="1535530" y="653991"/>
                  <a:pt x="1529046" y="677786"/>
                  <a:pt x="1517149" y="698856"/>
                </a:cubicBezTo>
                <a:cubicBezTo>
                  <a:pt x="1504716" y="719944"/>
                  <a:pt x="1487423" y="737238"/>
                  <a:pt x="1466333" y="749117"/>
                </a:cubicBezTo>
                <a:cubicBezTo>
                  <a:pt x="1445264" y="761549"/>
                  <a:pt x="1421488" y="768032"/>
                  <a:pt x="1397158" y="768032"/>
                </a:cubicBezTo>
                <a:lnTo>
                  <a:pt x="138352" y="768032"/>
                </a:lnTo>
                <a:cubicBezTo>
                  <a:pt x="114041" y="768032"/>
                  <a:pt x="90246" y="761549"/>
                  <a:pt x="69177" y="749670"/>
                </a:cubicBezTo>
                <a:cubicBezTo>
                  <a:pt x="48087" y="737238"/>
                  <a:pt x="30794" y="719944"/>
                  <a:pt x="18914" y="698856"/>
                </a:cubicBezTo>
                <a:cubicBezTo>
                  <a:pt x="6482" y="677786"/>
                  <a:pt x="0" y="653991"/>
                  <a:pt x="0" y="629679"/>
                </a:cubicBezTo>
                <a:lnTo>
                  <a:pt x="533" y="1383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641">
            <a:solidFill>
              <a:srgbClr val="7AAE85"/>
            </a:solidFill>
            <a:prstDash val="solid"/>
          </a:ln>
        </p:spPr>
      </p:sp>
      <p:sp>
        <p:nvSpPr>
          <p:cNvPr id="341" name="text-293 Structural">
            <a:extLst xmlns:a="http://schemas.openxmlformats.org/drawingml/2006/main">
              <a:ext uri="{FF2B5EF4-FFF2-40B4-BE49-F238E27FC236}">
                <a16:creationId xmlns:a16="http://schemas.microsoft.com/office/drawing/2014/main" id="{99C39B90-11C1-42FF-9619-0815C442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03484" y="1789081"/>
            <a:ext cx="764431" cy="2182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8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8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28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Structural</a:t>
            </a:r>
          </a:p>
        </p:txBody>
      </p:sp>
      <p:sp>
        <p:nvSpPr>
          <p:cNvPr id="342" name="text-294 Features">
            <a:extLst xmlns:a="http://schemas.openxmlformats.org/drawingml/2006/main">
              <a:ext uri="{FF2B5EF4-FFF2-40B4-BE49-F238E27FC236}">
                <a16:creationId xmlns:a16="http://schemas.microsoft.com/office/drawing/2014/main" id="{ABDFADCD-27E5-4E1E-B4C4-C42C023D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03484" y="2016130"/>
            <a:ext cx="670286" cy="215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14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14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14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343" name="path-295">
            <a:extLst xmlns:a="http://schemas.openxmlformats.org/drawingml/2006/main">
              <a:ext uri="{FF2B5EF4-FFF2-40B4-BE49-F238E27FC236}">
                <a16:creationId xmlns:a16="http://schemas.microsoft.com/office/drawing/2014/main" id="{B3E20A0A-901E-4C17-87A7-EC5AA2E5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6800" y="1762312"/>
            <a:ext cx="101723" cy="101723"/>
          </a:xfrm>
          <a:custGeom xmlns:a="http://schemas.openxmlformats.org/drawingml/2006/main">
            <a:pathLst>
              <a:path w="103230" h="103230">
                <a:moveTo>
                  <a:pt x="51882" y="103230"/>
                </a:moveTo>
                <a:lnTo>
                  <a:pt x="0" y="103230"/>
                </a:lnTo>
                <a:lnTo>
                  <a:pt x="0" y="0"/>
                </a:lnTo>
                <a:lnTo>
                  <a:pt x="103230" y="0"/>
                </a:lnTo>
                <a:lnTo>
                  <a:pt x="103230" y="103230"/>
                </a:lnTo>
                <a:lnTo>
                  <a:pt x="51882" y="103230"/>
                </a:lnTo>
              </a:path>
            </a:pathLst>
          </a:custGeom>
          <a:solidFill xmlns:a="http://schemas.openxmlformats.org/drawingml/2006/main">
            <a:srgbClr val="C3DFC9"/>
          </a:solidFill>
          <a:ln xmlns:a="http://schemas.openxmlformats.org/drawingml/2006/main" w="13315">
            <a:solidFill>
              <a:srgbClr val="4E8B5C"/>
            </a:solidFill>
            <a:prstDash val="solid"/>
          </a:ln>
        </p:spPr>
      </p:sp>
      <p:sp>
        <p:nvSpPr>
          <p:cNvPr id="344" name="path-296">
            <a:extLst xmlns:a="http://schemas.openxmlformats.org/drawingml/2006/main">
              <a:ext uri="{FF2B5EF4-FFF2-40B4-BE49-F238E27FC236}">
                <a16:creationId xmlns:a16="http://schemas.microsoft.com/office/drawing/2014/main" id="{31867C95-A1A1-4709-9352-5542C72A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7924" y="1864580"/>
            <a:ext cx="191" cy="94265"/>
          </a:xfrm>
          <a:custGeom xmlns:a="http://schemas.openxmlformats.org/drawingml/2006/main">
            <a:pathLst>
              <a:path w="191" h="95661">
                <a:moveTo>
                  <a:pt x="0" y="0"/>
                </a:moveTo>
                <a:lnTo>
                  <a:pt x="0" y="95661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4E8B5C"/>
            </a:solidFill>
            <a:prstDash val="solid"/>
          </a:ln>
        </p:spPr>
      </p:sp>
      <p:sp>
        <p:nvSpPr>
          <p:cNvPr id="345" name="path-297">
            <a:extLst xmlns:a="http://schemas.openxmlformats.org/drawingml/2006/main">
              <a:ext uri="{FF2B5EF4-FFF2-40B4-BE49-F238E27FC236}">
                <a16:creationId xmlns:a16="http://schemas.microsoft.com/office/drawing/2014/main" id="{0B25F92B-F463-4BB7-8C30-13CC97CD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9995" y="1958845"/>
            <a:ext cx="275878" cy="191"/>
          </a:xfrm>
          <a:custGeom xmlns:a="http://schemas.openxmlformats.org/drawingml/2006/main">
            <a:pathLst>
              <a:path w="279965" h="191">
                <a:moveTo>
                  <a:pt x="0" y="0"/>
                </a:moveTo>
                <a:lnTo>
                  <a:pt x="279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4E8B5C"/>
            </a:solidFill>
            <a:prstDash val="solid"/>
          </a:ln>
        </p:spPr>
      </p:sp>
      <p:sp>
        <p:nvSpPr>
          <p:cNvPr id="346" name="path-298">
            <a:extLst xmlns:a="http://schemas.openxmlformats.org/drawingml/2006/main">
              <a:ext uri="{FF2B5EF4-FFF2-40B4-BE49-F238E27FC236}">
                <a16:creationId xmlns:a16="http://schemas.microsoft.com/office/drawing/2014/main" id="{4A782E06-5E9B-4B0F-B63B-401DC4BA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324" y="2038209"/>
            <a:ext cx="101724" cy="101723"/>
          </a:xfrm>
          <a:custGeom xmlns:a="http://schemas.openxmlformats.org/drawingml/2006/main">
            <a:pathLst>
              <a:path w="103231" h="103230">
                <a:moveTo>
                  <a:pt x="51882" y="103230"/>
                </a:moveTo>
                <a:lnTo>
                  <a:pt x="0" y="103230"/>
                </a:lnTo>
                <a:lnTo>
                  <a:pt x="0" y="0"/>
                </a:lnTo>
                <a:lnTo>
                  <a:pt x="103231" y="0"/>
                </a:lnTo>
                <a:lnTo>
                  <a:pt x="103231" y="103230"/>
                </a:lnTo>
                <a:lnTo>
                  <a:pt x="51882" y="103230"/>
                </a:lnTo>
              </a:path>
            </a:pathLst>
          </a:custGeom>
          <a:solidFill xmlns:a="http://schemas.openxmlformats.org/drawingml/2006/main">
            <a:srgbClr val="C3DFC9"/>
          </a:solidFill>
          <a:ln xmlns:a="http://schemas.openxmlformats.org/drawingml/2006/main" w="13315">
            <a:solidFill>
              <a:srgbClr val="4E8B5C"/>
            </a:solidFill>
            <a:prstDash val="solid"/>
          </a:ln>
        </p:spPr>
      </p:sp>
      <p:sp>
        <p:nvSpPr>
          <p:cNvPr id="347" name="path-299">
            <a:extLst xmlns:a="http://schemas.openxmlformats.org/drawingml/2006/main">
              <a:ext uri="{FF2B5EF4-FFF2-40B4-BE49-F238E27FC236}">
                <a16:creationId xmlns:a16="http://schemas.microsoft.com/office/drawing/2014/main" id="{8656CF00-4836-4F18-9CDF-F4BA1AE2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9995" y="1958845"/>
            <a:ext cx="191" cy="79891"/>
          </a:xfrm>
          <a:custGeom xmlns:a="http://schemas.openxmlformats.org/drawingml/2006/main">
            <a:pathLst>
              <a:path w="191" h="81074">
                <a:moveTo>
                  <a:pt x="0" y="0"/>
                </a:moveTo>
                <a:lnTo>
                  <a:pt x="0" y="81074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4E8B5C"/>
            </a:solidFill>
            <a:prstDash val="solid"/>
          </a:ln>
        </p:spPr>
      </p:sp>
      <p:sp>
        <p:nvSpPr>
          <p:cNvPr id="348" name="path-300">
            <a:extLst xmlns:a="http://schemas.openxmlformats.org/drawingml/2006/main">
              <a:ext uri="{FF2B5EF4-FFF2-40B4-BE49-F238E27FC236}">
                <a16:creationId xmlns:a16="http://schemas.microsoft.com/office/drawing/2014/main" id="{2D304F37-CBCD-42DE-B829-A570C5A0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6800" y="2038209"/>
            <a:ext cx="101723" cy="101723"/>
          </a:xfrm>
          <a:custGeom xmlns:a="http://schemas.openxmlformats.org/drawingml/2006/main">
            <a:pathLst>
              <a:path w="103230" h="103230">
                <a:moveTo>
                  <a:pt x="51882" y="103230"/>
                </a:moveTo>
                <a:lnTo>
                  <a:pt x="0" y="103230"/>
                </a:lnTo>
                <a:lnTo>
                  <a:pt x="0" y="0"/>
                </a:lnTo>
                <a:lnTo>
                  <a:pt x="103230" y="0"/>
                </a:lnTo>
                <a:lnTo>
                  <a:pt x="103230" y="103230"/>
                </a:lnTo>
                <a:lnTo>
                  <a:pt x="51882" y="103230"/>
                </a:lnTo>
              </a:path>
            </a:pathLst>
          </a:custGeom>
          <a:solidFill xmlns:a="http://schemas.openxmlformats.org/drawingml/2006/main">
            <a:srgbClr val="C3DFC9"/>
          </a:solidFill>
          <a:ln xmlns:a="http://schemas.openxmlformats.org/drawingml/2006/main" w="13315">
            <a:solidFill>
              <a:srgbClr val="4E8B5C"/>
            </a:solidFill>
            <a:prstDash val="solid"/>
          </a:ln>
        </p:spPr>
      </p:sp>
      <p:sp>
        <p:nvSpPr>
          <p:cNvPr id="349" name="path-301">
            <a:extLst xmlns:a="http://schemas.openxmlformats.org/drawingml/2006/main">
              <a:ext uri="{FF2B5EF4-FFF2-40B4-BE49-F238E27FC236}">
                <a16:creationId xmlns:a16="http://schemas.microsoft.com/office/drawing/2014/main" id="{64022418-EEF9-4F41-B7ED-2B7C3297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7924" y="1958845"/>
            <a:ext cx="191" cy="79891"/>
          </a:xfrm>
          <a:custGeom xmlns:a="http://schemas.openxmlformats.org/drawingml/2006/main">
            <a:pathLst>
              <a:path w="191" h="81074">
                <a:moveTo>
                  <a:pt x="0" y="0"/>
                </a:moveTo>
                <a:lnTo>
                  <a:pt x="0" y="81074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4E8B5C"/>
            </a:solidFill>
            <a:prstDash val="solid"/>
          </a:ln>
        </p:spPr>
      </p:sp>
      <p:sp>
        <p:nvSpPr>
          <p:cNvPr id="350" name="path-302">
            <a:extLst xmlns:a="http://schemas.openxmlformats.org/drawingml/2006/main">
              <a:ext uri="{FF2B5EF4-FFF2-40B4-BE49-F238E27FC236}">
                <a16:creationId xmlns:a16="http://schemas.microsoft.com/office/drawing/2014/main" id="{42B3DC8A-62AA-4D45-B5B1-6943BE27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4748" y="2038209"/>
            <a:ext cx="101723" cy="101723"/>
          </a:xfrm>
          <a:custGeom xmlns:a="http://schemas.openxmlformats.org/drawingml/2006/main">
            <a:pathLst>
              <a:path w="103230" h="103230">
                <a:moveTo>
                  <a:pt x="51882" y="103230"/>
                </a:moveTo>
                <a:lnTo>
                  <a:pt x="0" y="103230"/>
                </a:lnTo>
                <a:lnTo>
                  <a:pt x="0" y="0"/>
                </a:lnTo>
                <a:lnTo>
                  <a:pt x="103230" y="0"/>
                </a:lnTo>
                <a:lnTo>
                  <a:pt x="103230" y="103230"/>
                </a:lnTo>
                <a:lnTo>
                  <a:pt x="51882" y="103230"/>
                </a:lnTo>
              </a:path>
            </a:pathLst>
          </a:custGeom>
          <a:solidFill xmlns:a="http://schemas.openxmlformats.org/drawingml/2006/main">
            <a:srgbClr val="C3DFC9"/>
          </a:solidFill>
          <a:ln xmlns:a="http://schemas.openxmlformats.org/drawingml/2006/main" w="13315">
            <a:solidFill>
              <a:srgbClr val="4E8B5C"/>
            </a:solidFill>
            <a:prstDash val="solid"/>
          </a:ln>
        </p:spPr>
      </p:sp>
      <p:sp>
        <p:nvSpPr>
          <p:cNvPr id="351" name="path-303">
            <a:extLst xmlns:a="http://schemas.openxmlformats.org/drawingml/2006/main">
              <a:ext uri="{FF2B5EF4-FFF2-40B4-BE49-F238E27FC236}">
                <a16:creationId xmlns:a16="http://schemas.microsoft.com/office/drawing/2014/main" id="{FB26F299-2C83-4312-BA30-FFDB47C0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5873" y="1958845"/>
            <a:ext cx="191" cy="79891"/>
          </a:xfrm>
          <a:custGeom xmlns:a="http://schemas.openxmlformats.org/drawingml/2006/main">
            <a:pathLst>
              <a:path w="191" h="81074">
                <a:moveTo>
                  <a:pt x="0" y="0"/>
                </a:moveTo>
                <a:lnTo>
                  <a:pt x="0" y="81074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4E8B5C"/>
            </a:solidFill>
            <a:prstDash val="solid"/>
          </a:ln>
        </p:spPr>
      </p:sp>
      <p:sp>
        <p:nvSpPr>
          <p:cNvPr id="352" name="path-304">
            <a:extLst xmlns:a="http://schemas.openxmlformats.org/drawingml/2006/main">
              <a:ext uri="{FF2B5EF4-FFF2-40B4-BE49-F238E27FC236}">
                <a16:creationId xmlns:a16="http://schemas.microsoft.com/office/drawing/2014/main" id="{07B95EAA-A87E-4AF3-9B16-166E7F59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3640" y="1122134"/>
            <a:ext cx="174154" cy="191"/>
          </a:xfrm>
          <a:custGeom xmlns:a="http://schemas.openxmlformats.org/drawingml/2006/main">
            <a:pathLst>
              <a:path w="176734" h="191">
                <a:moveTo>
                  <a:pt x="0" y="0"/>
                </a:moveTo>
                <a:lnTo>
                  <a:pt x="1767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37814">
            <a:solidFill>
              <a:srgbClr val="111111"/>
            </a:solidFill>
            <a:prstDash val="solid"/>
          </a:ln>
        </p:spPr>
      </p:sp>
      <p:sp>
        <p:nvSpPr>
          <p:cNvPr id="353" name="path-305">
            <a:extLst xmlns:a="http://schemas.openxmlformats.org/drawingml/2006/main">
              <a:ext uri="{FF2B5EF4-FFF2-40B4-BE49-F238E27FC236}">
                <a16:creationId xmlns:a16="http://schemas.microsoft.com/office/drawing/2014/main" id="{0C38ED82-A4C3-47CB-A867-8CBF60D7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3640" y="1966303"/>
            <a:ext cx="174154" cy="191"/>
          </a:xfrm>
          <a:custGeom xmlns:a="http://schemas.openxmlformats.org/drawingml/2006/main">
            <a:pathLst>
              <a:path w="176734" h="191">
                <a:moveTo>
                  <a:pt x="0" y="0"/>
                </a:moveTo>
                <a:lnTo>
                  <a:pt x="1767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37814">
            <a:solidFill>
              <a:srgbClr val="111111"/>
            </a:solidFill>
            <a:prstDash val="solid"/>
          </a:ln>
        </p:spPr>
      </p:sp>
      <p:sp>
        <p:nvSpPr>
          <p:cNvPr id="354" name="path-306">
            <a:extLst xmlns:a="http://schemas.openxmlformats.org/drawingml/2006/main">
              <a:ext uri="{FF2B5EF4-FFF2-40B4-BE49-F238E27FC236}">
                <a16:creationId xmlns:a16="http://schemas.microsoft.com/office/drawing/2014/main" id="{0852B910-2E00-426A-B41C-53AC55AB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7794" y="1122134"/>
            <a:ext cx="191" cy="844169"/>
          </a:xfrm>
          <a:custGeom xmlns:a="http://schemas.openxmlformats.org/drawingml/2006/main">
            <a:pathLst>
              <a:path w="191" h="856675">
                <a:moveTo>
                  <a:pt x="0" y="0"/>
                </a:moveTo>
                <a:lnTo>
                  <a:pt x="0" y="856675"/>
                </a:lnTo>
              </a:path>
            </a:pathLst>
          </a:custGeom>
          <a:noFill xmlns:a="http://schemas.openxmlformats.org/drawingml/2006/main"/>
          <a:ln xmlns:a="http://schemas.openxmlformats.org/drawingml/2006/main" w="37814">
            <a:solidFill>
              <a:srgbClr val="111111"/>
            </a:solidFill>
            <a:prstDash val="solid"/>
          </a:ln>
        </p:spPr>
      </p:sp>
      <p:sp>
        <p:nvSpPr>
          <p:cNvPr id="355" name="path-307">
            <a:extLst xmlns:a="http://schemas.openxmlformats.org/drawingml/2006/main">
              <a:ext uri="{FF2B5EF4-FFF2-40B4-BE49-F238E27FC236}">
                <a16:creationId xmlns:a16="http://schemas.microsoft.com/office/drawing/2014/main" id="{0DB0F5F2-7A45-45D8-8440-08E316AF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7794" y="1543947"/>
            <a:ext cx="191216" cy="191"/>
          </a:xfrm>
          <a:custGeom xmlns:a="http://schemas.openxmlformats.org/drawingml/2006/main">
            <a:pathLst>
              <a:path w="194049" h="191">
                <a:moveTo>
                  <a:pt x="0" y="0"/>
                </a:moveTo>
                <a:lnTo>
                  <a:pt x="1940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7814">
            <a:solidFill>
              <a:srgbClr val="111111"/>
            </a:solidFill>
            <a:prstDash val="solid"/>
          </a:ln>
        </p:spPr>
      </p:sp>
      <p:sp>
        <p:nvSpPr>
          <p:cNvPr id="356" name="path-308">
            <a:extLst xmlns:a="http://schemas.openxmlformats.org/drawingml/2006/main">
              <a:ext uri="{FF2B5EF4-FFF2-40B4-BE49-F238E27FC236}">
                <a16:creationId xmlns:a16="http://schemas.microsoft.com/office/drawing/2014/main" id="{FFBB8B06-E172-426D-98A8-9F3970D9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4218" y="1506125"/>
            <a:ext cx="75626" cy="75644"/>
          </a:xfrm>
          <a:custGeom xmlns:a="http://schemas.openxmlformats.org/drawingml/2006/main">
            <a:pathLst>
              <a:path w="76746" h="76765">
                <a:moveTo>
                  <a:pt x="76746" y="38383"/>
                </a:moveTo>
                <a:lnTo>
                  <a:pt x="0" y="76765"/>
                </a:lnTo>
                <a:lnTo>
                  <a:pt x="0" y="0"/>
                </a:lnTo>
                <a:lnTo>
                  <a:pt x="76746" y="38383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" name="path-309">
            <a:extLst xmlns:a="http://schemas.openxmlformats.org/drawingml/2006/main">
              <a:ext uri="{FF2B5EF4-FFF2-40B4-BE49-F238E27FC236}">
                <a16:creationId xmlns:a16="http://schemas.microsoft.com/office/drawing/2014/main" id="{581D2F9D-34D3-4E95-8A85-3424274E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8428" y="656638"/>
            <a:ext cx="5353164" cy="1774618"/>
          </a:xfrm>
          <a:custGeom xmlns:a="http://schemas.openxmlformats.org/drawingml/2006/main">
            <a:pathLst>
              <a:path w="5432470" h="1800908">
                <a:moveTo>
                  <a:pt x="0" y="125939"/>
                </a:moveTo>
                <a:lnTo>
                  <a:pt x="0" y="125939"/>
                </a:lnTo>
                <a:cubicBezTo>
                  <a:pt x="0" y="103764"/>
                  <a:pt x="5949" y="82161"/>
                  <a:pt x="16760" y="62693"/>
                </a:cubicBezTo>
                <a:cubicBezTo>
                  <a:pt x="28105" y="43778"/>
                  <a:pt x="43779" y="27571"/>
                  <a:pt x="63247" y="16760"/>
                </a:cubicBezTo>
                <a:cubicBezTo>
                  <a:pt x="82162" y="5948"/>
                  <a:pt x="103784" y="0"/>
                  <a:pt x="125940" y="0"/>
                </a:cubicBezTo>
                <a:lnTo>
                  <a:pt x="5305998" y="0"/>
                </a:lnTo>
                <a:cubicBezTo>
                  <a:pt x="5328153" y="0"/>
                  <a:pt x="5349777" y="5948"/>
                  <a:pt x="5369244" y="16760"/>
                </a:cubicBezTo>
                <a:cubicBezTo>
                  <a:pt x="5388158" y="28105"/>
                  <a:pt x="5404366" y="43778"/>
                  <a:pt x="5415178" y="63226"/>
                </a:cubicBezTo>
                <a:cubicBezTo>
                  <a:pt x="5425988" y="82161"/>
                  <a:pt x="5431937" y="103764"/>
                  <a:pt x="5431937" y="125939"/>
                </a:cubicBezTo>
                <a:lnTo>
                  <a:pt x="5432470" y="1674435"/>
                </a:lnTo>
                <a:cubicBezTo>
                  <a:pt x="5432470" y="1696591"/>
                  <a:pt x="5426521" y="1718214"/>
                  <a:pt x="5415731" y="1737681"/>
                </a:cubicBezTo>
                <a:cubicBezTo>
                  <a:pt x="5404366" y="1756597"/>
                  <a:pt x="5388693" y="1772803"/>
                  <a:pt x="5369244" y="1783615"/>
                </a:cubicBezTo>
                <a:cubicBezTo>
                  <a:pt x="5350330" y="1794425"/>
                  <a:pt x="5328708" y="1800375"/>
                  <a:pt x="5306551" y="1800375"/>
                </a:cubicBezTo>
                <a:lnTo>
                  <a:pt x="125940" y="1800908"/>
                </a:lnTo>
                <a:cubicBezTo>
                  <a:pt x="103784" y="1800908"/>
                  <a:pt x="82162" y="1794959"/>
                  <a:pt x="62693" y="1784167"/>
                </a:cubicBezTo>
                <a:cubicBezTo>
                  <a:pt x="43779" y="1772803"/>
                  <a:pt x="27571" y="1757130"/>
                  <a:pt x="16760" y="1737681"/>
                </a:cubicBezTo>
                <a:cubicBezTo>
                  <a:pt x="5949" y="1718766"/>
                  <a:pt x="0" y="1697144"/>
                  <a:pt x="0" y="1674988"/>
                </a:cubicBezTo>
                <a:lnTo>
                  <a:pt x="0" y="125939"/>
                </a:lnTo>
              </a:path>
            </a:pathLst>
          </a:custGeom>
          <a:solidFill xmlns:a="http://schemas.openxmlformats.org/drawingml/2006/main">
            <a:srgbClr val="F3F9F3"/>
          </a:solidFill>
          <a:ln xmlns:a="http://schemas.openxmlformats.org/drawingml/2006/main" w="22369">
            <a:solidFill>
              <a:srgbClr val="7AAE85"/>
            </a:solidFill>
            <a:prstDash val="solid"/>
          </a:ln>
        </p:spPr>
      </p:sp>
      <p:sp>
        <p:nvSpPr>
          <p:cNvPr id="358" name="text-310 Unsupervised">
            <a:extLst xmlns:a="http://schemas.openxmlformats.org/drawingml/2006/main">
              <a:ext uri="{FF2B5EF4-FFF2-40B4-BE49-F238E27FC236}">
                <a16:creationId xmlns:a16="http://schemas.microsoft.com/office/drawing/2014/main" id="{5A3B9090-7322-4A45-A2E6-37747682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04704" y="702117"/>
            <a:ext cx="1405594" cy="289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0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0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pPr>
            <a:r>
              <a:rPr sz="1630" b="1" i="0">
                <a:solidFill>
                  <a:srgbClr val="1B4728"/>
                </a:solidFill>
                <a:latin typeface="Arial"/>
                <a:ea typeface="Arial"/>
                <a:cs typeface="Arial"/>
              </a:rPr>
              <a:t>Unsupervised</a:t>
            </a:r>
          </a:p>
        </p:txBody>
      </p:sp>
      <p:sp>
        <p:nvSpPr>
          <p:cNvPr id="359" name="text-310 Visual–Structural">
            <a:extLst xmlns:a="http://schemas.openxmlformats.org/drawingml/2006/main">
              <a:ext uri="{FF2B5EF4-FFF2-40B4-BE49-F238E27FC236}">
                <a16:creationId xmlns:a16="http://schemas.microsoft.com/office/drawing/2014/main" id="{ADD3CE9E-03FC-4E79-AE5A-F5E4D15B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30524" y="701955"/>
            <a:ext cx="1736661" cy="289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1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1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pPr>
            <a:r>
              <a:rPr sz="1631" b="1" i="0">
                <a:solidFill>
                  <a:srgbClr val="1B4728"/>
                </a:solidFill>
                <a:latin typeface="Arial"/>
                <a:ea typeface="Arial"/>
                <a:cs typeface="Arial"/>
              </a:rPr>
              <a:t>Visual–Structural</a:t>
            </a:r>
          </a:p>
        </p:txBody>
      </p:sp>
      <p:sp>
        <p:nvSpPr>
          <p:cNvPr id="360" name="text-310 Clusters">
            <a:extLst xmlns:a="http://schemas.openxmlformats.org/drawingml/2006/main">
              <a:ext uri="{FF2B5EF4-FFF2-40B4-BE49-F238E27FC236}">
                <a16:creationId xmlns:a16="http://schemas.microsoft.com/office/drawing/2014/main" id="{B79EC42F-8131-49AA-8CAF-3418C192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6969" y="702080"/>
            <a:ext cx="865301" cy="2898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0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0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pPr>
            <a:r>
              <a:rPr sz="1630" b="1" i="0">
                <a:solidFill>
                  <a:srgbClr val="1B4728"/>
                </a:solidFill>
                <a:latin typeface="Arial"/>
                <a:ea typeface="Arial"/>
                <a:cs typeface="Arial"/>
              </a:rPr>
              <a:t>Clusters</a:t>
            </a:r>
          </a:p>
        </p:txBody>
      </p:sp>
      <p:sp>
        <p:nvSpPr>
          <p:cNvPr id="361" name="path-311">
            <a:extLst xmlns:a="http://schemas.openxmlformats.org/drawingml/2006/main">
              <a:ext uri="{FF2B5EF4-FFF2-40B4-BE49-F238E27FC236}">
                <a16:creationId xmlns:a16="http://schemas.microsoft.com/office/drawing/2014/main" id="{B23108EA-C87A-4927-A51E-C36372BF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7991" y="1137034"/>
            <a:ext cx="1279829" cy="872409"/>
          </a:xfrm>
          <a:custGeom xmlns:a="http://schemas.openxmlformats.org/drawingml/2006/main">
            <a:pathLst>
              <a:path w="1298790" h="885334">
                <a:moveTo>
                  <a:pt x="0" y="442667"/>
                </a:moveTo>
                <a:lnTo>
                  <a:pt x="0" y="442667"/>
                </a:lnTo>
                <a:cubicBezTo>
                  <a:pt x="0" y="364834"/>
                  <a:pt x="30259" y="288622"/>
                  <a:pt x="87023" y="221066"/>
                </a:cubicBezTo>
                <a:cubicBezTo>
                  <a:pt x="143768" y="154045"/>
                  <a:pt x="225929" y="97835"/>
                  <a:pt x="324831" y="58918"/>
                </a:cubicBezTo>
                <a:cubicBezTo>
                  <a:pt x="423200" y="20002"/>
                  <a:pt x="535621" y="0"/>
                  <a:pt x="649663" y="0"/>
                </a:cubicBezTo>
                <a:cubicBezTo>
                  <a:pt x="763170" y="0"/>
                  <a:pt x="875592" y="20002"/>
                  <a:pt x="973960" y="58918"/>
                </a:cubicBezTo>
                <a:cubicBezTo>
                  <a:pt x="1072881" y="97835"/>
                  <a:pt x="1155022" y="154045"/>
                  <a:pt x="1211785" y="221066"/>
                </a:cubicBezTo>
                <a:cubicBezTo>
                  <a:pt x="1268531" y="288622"/>
                  <a:pt x="1298790" y="364834"/>
                  <a:pt x="1298790" y="442667"/>
                </a:cubicBezTo>
                <a:cubicBezTo>
                  <a:pt x="1298790" y="520500"/>
                  <a:pt x="1268531" y="596712"/>
                  <a:pt x="1211785" y="664268"/>
                </a:cubicBezTo>
                <a:cubicBezTo>
                  <a:pt x="1155022" y="731289"/>
                  <a:pt x="1072881" y="787499"/>
                  <a:pt x="973960" y="826416"/>
                </a:cubicBezTo>
                <a:cubicBezTo>
                  <a:pt x="875592" y="865332"/>
                  <a:pt x="763170" y="885334"/>
                  <a:pt x="649663" y="885334"/>
                </a:cubicBezTo>
                <a:cubicBezTo>
                  <a:pt x="535621" y="885334"/>
                  <a:pt x="423200" y="865332"/>
                  <a:pt x="324831" y="826416"/>
                </a:cubicBezTo>
                <a:cubicBezTo>
                  <a:pt x="225929" y="787499"/>
                  <a:pt x="143768" y="731289"/>
                  <a:pt x="87023" y="664268"/>
                </a:cubicBezTo>
                <a:cubicBezTo>
                  <a:pt x="30259" y="596712"/>
                  <a:pt x="0" y="520500"/>
                  <a:pt x="0" y="44266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641">
            <a:solidFill>
              <a:srgbClr val="3A7D44"/>
            </a:solidFill>
            <a:prstDash val="dash"/>
          </a:ln>
        </p:spPr>
      </p:sp>
      <p:sp>
        <p:nvSpPr>
          <p:cNvPr id="362" name="path-312">
            <a:extLst xmlns:a="http://schemas.openxmlformats.org/drawingml/2006/main">
              <a:ext uri="{FF2B5EF4-FFF2-40B4-BE49-F238E27FC236}">
                <a16:creationId xmlns:a16="http://schemas.microsoft.com/office/drawing/2014/main" id="{2E2D67EE-97F1-4E17-A4CE-B9CCC87A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0402" y="1236108"/>
            <a:ext cx="63902" cy="63902"/>
          </a:xfrm>
          <a:custGeom xmlns:a="http://schemas.openxmlformats.org/drawingml/2006/main">
            <a:pathLst>
              <a:path w="64848" h="64848">
                <a:moveTo>
                  <a:pt x="0" y="32433"/>
                </a:moveTo>
                <a:lnTo>
                  <a:pt x="0" y="32433"/>
                </a:lnTo>
                <a:cubicBezTo>
                  <a:pt x="0" y="26484"/>
                  <a:pt x="1621" y="21069"/>
                  <a:pt x="4309" y="16207"/>
                </a:cubicBezTo>
                <a:cubicBezTo>
                  <a:pt x="7017" y="11345"/>
                  <a:pt x="11345" y="7016"/>
                  <a:pt x="16207" y="4328"/>
                </a:cubicBezTo>
                <a:cubicBezTo>
                  <a:pt x="21070" y="1621"/>
                  <a:pt x="26485" y="0"/>
                  <a:pt x="32414" y="0"/>
                </a:cubicBezTo>
                <a:cubicBezTo>
                  <a:pt x="38363" y="0"/>
                  <a:pt x="43779" y="1621"/>
                  <a:pt x="48641" y="4328"/>
                </a:cubicBezTo>
                <a:cubicBezTo>
                  <a:pt x="53503" y="7016"/>
                  <a:pt x="57831" y="11345"/>
                  <a:pt x="60520" y="16207"/>
                </a:cubicBezTo>
                <a:cubicBezTo>
                  <a:pt x="63228" y="21069"/>
                  <a:pt x="64848" y="26484"/>
                  <a:pt x="64848" y="32433"/>
                </a:cubicBezTo>
                <a:cubicBezTo>
                  <a:pt x="64848" y="38363"/>
                  <a:pt x="63228" y="43779"/>
                  <a:pt x="60520" y="48640"/>
                </a:cubicBezTo>
                <a:cubicBezTo>
                  <a:pt x="57831" y="53503"/>
                  <a:pt x="53503" y="57831"/>
                  <a:pt x="48641" y="60539"/>
                </a:cubicBezTo>
                <a:cubicBezTo>
                  <a:pt x="43779" y="63227"/>
                  <a:pt x="38363" y="64848"/>
                  <a:pt x="32414" y="64848"/>
                </a:cubicBezTo>
                <a:cubicBezTo>
                  <a:pt x="26485" y="64848"/>
                  <a:pt x="21070" y="63227"/>
                  <a:pt x="16207" y="60539"/>
                </a:cubicBezTo>
                <a:cubicBezTo>
                  <a:pt x="11345" y="57831"/>
                  <a:pt x="7017" y="53503"/>
                  <a:pt x="4309" y="48640"/>
                </a:cubicBezTo>
                <a:cubicBezTo>
                  <a:pt x="1621" y="43779"/>
                  <a:pt x="0" y="38363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" name="path-313">
            <a:extLst xmlns:a="http://schemas.openxmlformats.org/drawingml/2006/main">
              <a:ext uri="{FF2B5EF4-FFF2-40B4-BE49-F238E27FC236}">
                <a16:creationId xmlns:a16="http://schemas.microsoft.com/office/drawing/2014/main" id="{4C42FC83-8137-4B3B-BE2E-736DCA86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1491" y="1423585"/>
            <a:ext cx="63919" cy="63902"/>
          </a:xfrm>
          <a:custGeom xmlns:a="http://schemas.openxmlformats.org/drawingml/2006/main">
            <a:pathLst>
              <a:path w="64866" h="64848">
                <a:moveTo>
                  <a:pt x="0" y="32433"/>
                </a:moveTo>
                <a:lnTo>
                  <a:pt x="0" y="32433"/>
                </a:lnTo>
                <a:cubicBezTo>
                  <a:pt x="0" y="26485"/>
                  <a:pt x="1619" y="21069"/>
                  <a:pt x="4327" y="16207"/>
                </a:cubicBezTo>
                <a:cubicBezTo>
                  <a:pt x="7036" y="11345"/>
                  <a:pt x="11344" y="7016"/>
                  <a:pt x="16206" y="4328"/>
                </a:cubicBezTo>
                <a:cubicBezTo>
                  <a:pt x="21088" y="1621"/>
                  <a:pt x="26484" y="0"/>
                  <a:pt x="32433" y="0"/>
                </a:cubicBezTo>
                <a:cubicBezTo>
                  <a:pt x="38382" y="0"/>
                  <a:pt x="43777" y="1621"/>
                  <a:pt x="48640" y="4328"/>
                </a:cubicBezTo>
                <a:cubicBezTo>
                  <a:pt x="53502" y="7016"/>
                  <a:pt x="57830" y="11345"/>
                  <a:pt x="60538" y="16207"/>
                </a:cubicBezTo>
                <a:cubicBezTo>
                  <a:pt x="63246" y="21069"/>
                  <a:pt x="64866" y="26485"/>
                  <a:pt x="64866" y="32433"/>
                </a:cubicBezTo>
                <a:cubicBezTo>
                  <a:pt x="64866" y="38363"/>
                  <a:pt x="63246" y="43779"/>
                  <a:pt x="60538" y="48640"/>
                </a:cubicBezTo>
                <a:cubicBezTo>
                  <a:pt x="57830" y="53503"/>
                  <a:pt x="53502" y="57831"/>
                  <a:pt x="48640" y="60539"/>
                </a:cubicBezTo>
                <a:cubicBezTo>
                  <a:pt x="43777" y="63227"/>
                  <a:pt x="38382" y="64848"/>
                  <a:pt x="32433" y="64848"/>
                </a:cubicBezTo>
                <a:cubicBezTo>
                  <a:pt x="26484" y="64848"/>
                  <a:pt x="21088" y="63227"/>
                  <a:pt x="16206" y="60539"/>
                </a:cubicBezTo>
                <a:cubicBezTo>
                  <a:pt x="11344" y="57831"/>
                  <a:pt x="7036" y="53503"/>
                  <a:pt x="4327" y="48640"/>
                </a:cubicBezTo>
                <a:cubicBezTo>
                  <a:pt x="1619" y="43779"/>
                  <a:pt x="0" y="38363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" name="path-314">
            <a:extLst xmlns:a="http://schemas.openxmlformats.org/drawingml/2006/main">
              <a:ext uri="{FF2B5EF4-FFF2-40B4-BE49-F238E27FC236}">
                <a16:creationId xmlns:a16="http://schemas.microsoft.com/office/drawing/2014/main" id="{5E4878A1-E504-4D29-8F30-75B7BECE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0059" y="1547667"/>
            <a:ext cx="63921" cy="63919"/>
          </a:xfrm>
          <a:custGeom xmlns:a="http://schemas.openxmlformats.org/drawingml/2006/main">
            <a:pathLst>
              <a:path w="64868" h="64866">
                <a:moveTo>
                  <a:pt x="0" y="32433"/>
                </a:moveTo>
                <a:lnTo>
                  <a:pt x="0" y="32433"/>
                </a:lnTo>
                <a:cubicBezTo>
                  <a:pt x="0" y="26484"/>
                  <a:pt x="1621" y="21088"/>
                  <a:pt x="4328" y="16226"/>
                </a:cubicBezTo>
                <a:cubicBezTo>
                  <a:pt x="7035" y="11364"/>
                  <a:pt x="11365" y="7036"/>
                  <a:pt x="16225" y="4328"/>
                </a:cubicBezTo>
                <a:cubicBezTo>
                  <a:pt x="21088" y="1640"/>
                  <a:pt x="26485" y="0"/>
                  <a:pt x="32434" y="0"/>
                </a:cubicBezTo>
                <a:cubicBezTo>
                  <a:pt x="38383" y="0"/>
                  <a:pt x="43778" y="1640"/>
                  <a:pt x="48641" y="4328"/>
                </a:cubicBezTo>
                <a:cubicBezTo>
                  <a:pt x="53522" y="7036"/>
                  <a:pt x="57831" y="11364"/>
                  <a:pt x="60539" y="16226"/>
                </a:cubicBezTo>
                <a:cubicBezTo>
                  <a:pt x="63246" y="21088"/>
                  <a:pt x="64868" y="26484"/>
                  <a:pt x="64868" y="32433"/>
                </a:cubicBezTo>
                <a:cubicBezTo>
                  <a:pt x="64868" y="38382"/>
                  <a:pt x="63246" y="43797"/>
                  <a:pt x="60539" y="48660"/>
                </a:cubicBezTo>
                <a:cubicBezTo>
                  <a:pt x="57831" y="53522"/>
                  <a:pt x="53522" y="57850"/>
                  <a:pt x="48641" y="60539"/>
                </a:cubicBezTo>
                <a:cubicBezTo>
                  <a:pt x="43778" y="63246"/>
                  <a:pt x="38383" y="64866"/>
                  <a:pt x="32434" y="64866"/>
                </a:cubicBezTo>
                <a:cubicBezTo>
                  <a:pt x="26485" y="64866"/>
                  <a:pt x="21088" y="63246"/>
                  <a:pt x="16225" y="60539"/>
                </a:cubicBezTo>
                <a:cubicBezTo>
                  <a:pt x="11365" y="57850"/>
                  <a:pt x="7035" y="53522"/>
                  <a:pt x="4328" y="48660"/>
                </a:cubicBezTo>
                <a:cubicBezTo>
                  <a:pt x="1621" y="43797"/>
                  <a:pt x="0" y="38382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" name="path-315">
            <a:extLst xmlns:a="http://schemas.openxmlformats.org/drawingml/2006/main">
              <a:ext uri="{FF2B5EF4-FFF2-40B4-BE49-F238E27FC236}">
                <a16:creationId xmlns:a16="http://schemas.microsoft.com/office/drawing/2014/main" id="{B13AB18A-E57A-49FD-A0D9-11EF1401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9296" y="1826232"/>
            <a:ext cx="63900" cy="63901"/>
          </a:xfrm>
          <a:custGeom xmlns:a="http://schemas.openxmlformats.org/drawingml/2006/main">
            <a:pathLst>
              <a:path w="64847" h="64848">
                <a:moveTo>
                  <a:pt x="0" y="32414"/>
                </a:moveTo>
                <a:lnTo>
                  <a:pt x="0" y="32414"/>
                </a:lnTo>
                <a:cubicBezTo>
                  <a:pt x="0" y="26484"/>
                  <a:pt x="1619" y="21070"/>
                  <a:pt x="4308" y="16207"/>
                </a:cubicBezTo>
                <a:cubicBezTo>
                  <a:pt x="7016" y="11345"/>
                  <a:pt x="11344" y="7017"/>
                  <a:pt x="16206" y="4309"/>
                </a:cubicBezTo>
                <a:cubicBezTo>
                  <a:pt x="21069" y="1620"/>
                  <a:pt x="26465" y="0"/>
                  <a:pt x="32414" y="0"/>
                </a:cubicBezTo>
                <a:cubicBezTo>
                  <a:pt x="38362" y="0"/>
                  <a:pt x="43777" y="1620"/>
                  <a:pt x="48640" y="4309"/>
                </a:cubicBezTo>
                <a:cubicBezTo>
                  <a:pt x="53502" y="7017"/>
                  <a:pt x="57830" y="11345"/>
                  <a:pt x="60520" y="16207"/>
                </a:cubicBezTo>
                <a:cubicBezTo>
                  <a:pt x="63226" y="21070"/>
                  <a:pt x="64847" y="26484"/>
                  <a:pt x="64847" y="32414"/>
                </a:cubicBezTo>
                <a:cubicBezTo>
                  <a:pt x="64847" y="38363"/>
                  <a:pt x="63226" y="43778"/>
                  <a:pt x="60520" y="48640"/>
                </a:cubicBezTo>
                <a:cubicBezTo>
                  <a:pt x="57830" y="53503"/>
                  <a:pt x="53502" y="57831"/>
                  <a:pt x="48640" y="60520"/>
                </a:cubicBezTo>
                <a:cubicBezTo>
                  <a:pt x="43777" y="63227"/>
                  <a:pt x="38362" y="64848"/>
                  <a:pt x="32414" y="64848"/>
                </a:cubicBezTo>
                <a:cubicBezTo>
                  <a:pt x="26465" y="64848"/>
                  <a:pt x="21069" y="63227"/>
                  <a:pt x="16206" y="60520"/>
                </a:cubicBezTo>
                <a:cubicBezTo>
                  <a:pt x="11344" y="57831"/>
                  <a:pt x="7016" y="53503"/>
                  <a:pt x="4308" y="48640"/>
                </a:cubicBezTo>
                <a:cubicBezTo>
                  <a:pt x="1619" y="43778"/>
                  <a:pt x="0" y="38363"/>
                  <a:pt x="0" y="3241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" name="path-316">
            <a:extLst xmlns:a="http://schemas.openxmlformats.org/drawingml/2006/main">
              <a:ext uri="{FF2B5EF4-FFF2-40B4-BE49-F238E27FC236}">
                <a16:creationId xmlns:a16="http://schemas.microsoft.com/office/drawing/2014/main" id="{0160B26F-830B-40C9-9AF4-CFB62266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4211" y="1450735"/>
            <a:ext cx="63921" cy="63919"/>
          </a:xfrm>
          <a:custGeom xmlns:a="http://schemas.openxmlformats.org/drawingml/2006/main">
            <a:pathLst>
              <a:path w="64868" h="64866">
                <a:moveTo>
                  <a:pt x="0" y="32433"/>
                </a:moveTo>
                <a:lnTo>
                  <a:pt x="0" y="32433"/>
                </a:lnTo>
                <a:cubicBezTo>
                  <a:pt x="0" y="26484"/>
                  <a:pt x="1622" y="21088"/>
                  <a:pt x="4328" y="16226"/>
                </a:cubicBezTo>
                <a:cubicBezTo>
                  <a:pt x="7036" y="11364"/>
                  <a:pt x="11365" y="7035"/>
                  <a:pt x="16227" y="4328"/>
                </a:cubicBezTo>
                <a:cubicBezTo>
                  <a:pt x="21090" y="1621"/>
                  <a:pt x="26486" y="0"/>
                  <a:pt x="32435" y="0"/>
                </a:cubicBezTo>
                <a:cubicBezTo>
                  <a:pt x="38383" y="0"/>
                  <a:pt x="43779" y="1621"/>
                  <a:pt x="48660" y="4328"/>
                </a:cubicBezTo>
                <a:cubicBezTo>
                  <a:pt x="53522" y="7035"/>
                  <a:pt x="57831" y="11364"/>
                  <a:pt x="60540" y="16226"/>
                </a:cubicBezTo>
                <a:cubicBezTo>
                  <a:pt x="63247" y="21088"/>
                  <a:pt x="64868" y="26484"/>
                  <a:pt x="64868" y="32433"/>
                </a:cubicBezTo>
                <a:cubicBezTo>
                  <a:pt x="64868" y="38382"/>
                  <a:pt x="63247" y="43778"/>
                  <a:pt x="60540" y="48659"/>
                </a:cubicBezTo>
                <a:cubicBezTo>
                  <a:pt x="57831" y="53522"/>
                  <a:pt x="53522" y="57831"/>
                  <a:pt x="48660" y="60539"/>
                </a:cubicBezTo>
                <a:cubicBezTo>
                  <a:pt x="43779" y="63246"/>
                  <a:pt x="38383" y="64866"/>
                  <a:pt x="32435" y="64866"/>
                </a:cubicBezTo>
                <a:cubicBezTo>
                  <a:pt x="26486" y="64866"/>
                  <a:pt x="21090" y="63246"/>
                  <a:pt x="16227" y="60539"/>
                </a:cubicBezTo>
                <a:cubicBezTo>
                  <a:pt x="11365" y="57831"/>
                  <a:pt x="7036" y="53522"/>
                  <a:pt x="4328" y="48659"/>
                </a:cubicBezTo>
                <a:cubicBezTo>
                  <a:pt x="1622" y="43778"/>
                  <a:pt x="0" y="38382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" name="path-317">
            <a:extLst xmlns:a="http://schemas.openxmlformats.org/drawingml/2006/main">
              <a:ext uri="{FF2B5EF4-FFF2-40B4-BE49-F238E27FC236}">
                <a16:creationId xmlns:a16="http://schemas.microsoft.com/office/drawing/2014/main" id="{9A94B4B9-7D8F-4378-BBDC-DC7F5BC8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4791" y="1357541"/>
            <a:ext cx="63902" cy="63902"/>
          </a:xfrm>
          <a:custGeom xmlns:a="http://schemas.openxmlformats.org/drawingml/2006/main">
            <a:pathLst>
              <a:path w="64848" h="64848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19" y="21070"/>
                  <a:pt x="4328" y="16208"/>
                </a:cubicBezTo>
                <a:cubicBezTo>
                  <a:pt x="7016" y="11345"/>
                  <a:pt x="11344" y="7017"/>
                  <a:pt x="16207" y="4329"/>
                </a:cubicBezTo>
                <a:cubicBezTo>
                  <a:pt x="21069" y="1621"/>
                  <a:pt x="26484" y="0"/>
                  <a:pt x="32434" y="0"/>
                </a:cubicBezTo>
                <a:cubicBezTo>
                  <a:pt x="38362" y="0"/>
                  <a:pt x="43778" y="1621"/>
                  <a:pt x="48640" y="4329"/>
                </a:cubicBezTo>
                <a:cubicBezTo>
                  <a:pt x="53503" y="7017"/>
                  <a:pt x="57830" y="11345"/>
                  <a:pt x="60538" y="16208"/>
                </a:cubicBezTo>
                <a:cubicBezTo>
                  <a:pt x="63226" y="21070"/>
                  <a:pt x="64848" y="26485"/>
                  <a:pt x="64848" y="32434"/>
                </a:cubicBezTo>
                <a:cubicBezTo>
                  <a:pt x="64848" y="38363"/>
                  <a:pt x="63226" y="43779"/>
                  <a:pt x="60538" y="48641"/>
                </a:cubicBezTo>
                <a:cubicBezTo>
                  <a:pt x="57830" y="53503"/>
                  <a:pt x="53503" y="57832"/>
                  <a:pt x="48640" y="60539"/>
                </a:cubicBezTo>
                <a:cubicBezTo>
                  <a:pt x="43778" y="63228"/>
                  <a:pt x="38362" y="64848"/>
                  <a:pt x="32434" y="64848"/>
                </a:cubicBezTo>
                <a:cubicBezTo>
                  <a:pt x="26484" y="64848"/>
                  <a:pt x="21069" y="63228"/>
                  <a:pt x="16207" y="60539"/>
                </a:cubicBezTo>
                <a:cubicBezTo>
                  <a:pt x="11344" y="57832"/>
                  <a:pt x="7016" y="53503"/>
                  <a:pt x="4328" y="48641"/>
                </a:cubicBezTo>
                <a:cubicBezTo>
                  <a:pt x="1619" y="43779"/>
                  <a:pt x="0" y="38363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" name="path-318">
            <a:extLst xmlns:a="http://schemas.openxmlformats.org/drawingml/2006/main">
              <a:ext uri="{FF2B5EF4-FFF2-40B4-BE49-F238E27FC236}">
                <a16:creationId xmlns:a16="http://schemas.microsoft.com/office/drawing/2014/main" id="{0E218348-E583-4706-A2BF-F2CE0F42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693" y="1817176"/>
            <a:ext cx="63902" cy="63902"/>
          </a:xfrm>
          <a:custGeom xmlns:a="http://schemas.openxmlformats.org/drawingml/2006/main">
            <a:pathLst>
              <a:path w="64848" h="64848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21" y="21069"/>
                  <a:pt x="4328" y="16208"/>
                </a:cubicBezTo>
                <a:cubicBezTo>
                  <a:pt x="7017" y="11345"/>
                  <a:pt x="11344" y="7017"/>
                  <a:pt x="16207" y="4328"/>
                </a:cubicBezTo>
                <a:cubicBezTo>
                  <a:pt x="21069" y="1621"/>
                  <a:pt x="26485" y="0"/>
                  <a:pt x="32434" y="0"/>
                </a:cubicBezTo>
                <a:cubicBezTo>
                  <a:pt x="38363" y="0"/>
                  <a:pt x="43778" y="1621"/>
                  <a:pt x="48640" y="4328"/>
                </a:cubicBezTo>
                <a:cubicBezTo>
                  <a:pt x="53503" y="7017"/>
                  <a:pt x="57830" y="11345"/>
                  <a:pt x="60539" y="16208"/>
                </a:cubicBezTo>
                <a:cubicBezTo>
                  <a:pt x="63228" y="21069"/>
                  <a:pt x="64848" y="26485"/>
                  <a:pt x="64848" y="32434"/>
                </a:cubicBezTo>
                <a:cubicBezTo>
                  <a:pt x="64848" y="38363"/>
                  <a:pt x="63228" y="43779"/>
                  <a:pt x="60539" y="48641"/>
                </a:cubicBezTo>
                <a:cubicBezTo>
                  <a:pt x="57830" y="53503"/>
                  <a:pt x="53503" y="57831"/>
                  <a:pt x="48640" y="60539"/>
                </a:cubicBezTo>
                <a:cubicBezTo>
                  <a:pt x="43778" y="63228"/>
                  <a:pt x="38363" y="64848"/>
                  <a:pt x="32434" y="64848"/>
                </a:cubicBezTo>
                <a:cubicBezTo>
                  <a:pt x="26485" y="64848"/>
                  <a:pt x="21069" y="63228"/>
                  <a:pt x="16207" y="60539"/>
                </a:cubicBezTo>
                <a:cubicBezTo>
                  <a:pt x="11344" y="57831"/>
                  <a:pt x="7017" y="53503"/>
                  <a:pt x="4328" y="48641"/>
                </a:cubicBezTo>
                <a:cubicBezTo>
                  <a:pt x="1621" y="43779"/>
                  <a:pt x="0" y="38363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" name="path-319">
            <a:extLst xmlns:a="http://schemas.openxmlformats.org/drawingml/2006/main">
              <a:ext uri="{FF2B5EF4-FFF2-40B4-BE49-F238E27FC236}">
                <a16:creationId xmlns:a16="http://schemas.microsoft.com/office/drawing/2014/main" id="{18EED0E4-76BD-4D0B-AF87-D33AF4F0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7173" y="1612113"/>
            <a:ext cx="63919" cy="63920"/>
          </a:xfrm>
          <a:custGeom xmlns:a="http://schemas.openxmlformats.org/drawingml/2006/main">
            <a:pathLst>
              <a:path w="64866" h="64867">
                <a:moveTo>
                  <a:pt x="0" y="32433"/>
                </a:moveTo>
                <a:lnTo>
                  <a:pt x="0" y="32433"/>
                </a:lnTo>
                <a:cubicBezTo>
                  <a:pt x="0" y="26485"/>
                  <a:pt x="1639" y="21088"/>
                  <a:pt x="4327" y="16226"/>
                </a:cubicBezTo>
                <a:cubicBezTo>
                  <a:pt x="7035" y="11364"/>
                  <a:pt x="11364" y="7035"/>
                  <a:pt x="16225" y="4328"/>
                </a:cubicBezTo>
                <a:cubicBezTo>
                  <a:pt x="21087" y="1621"/>
                  <a:pt x="26484" y="0"/>
                  <a:pt x="32433" y="0"/>
                </a:cubicBezTo>
                <a:cubicBezTo>
                  <a:pt x="38382" y="0"/>
                  <a:pt x="43797" y="1621"/>
                  <a:pt x="48659" y="4328"/>
                </a:cubicBezTo>
                <a:cubicBezTo>
                  <a:pt x="53522" y="7035"/>
                  <a:pt x="57849" y="11364"/>
                  <a:pt x="60538" y="16226"/>
                </a:cubicBezTo>
                <a:cubicBezTo>
                  <a:pt x="63245" y="21088"/>
                  <a:pt x="64866" y="26485"/>
                  <a:pt x="64866" y="32433"/>
                </a:cubicBezTo>
                <a:cubicBezTo>
                  <a:pt x="64866" y="38382"/>
                  <a:pt x="63245" y="43778"/>
                  <a:pt x="60538" y="48660"/>
                </a:cubicBezTo>
                <a:cubicBezTo>
                  <a:pt x="57849" y="53522"/>
                  <a:pt x="53522" y="57831"/>
                  <a:pt x="48659" y="60539"/>
                </a:cubicBezTo>
                <a:cubicBezTo>
                  <a:pt x="43797" y="63246"/>
                  <a:pt x="38382" y="64867"/>
                  <a:pt x="32433" y="64867"/>
                </a:cubicBezTo>
                <a:cubicBezTo>
                  <a:pt x="26484" y="64867"/>
                  <a:pt x="21087" y="63246"/>
                  <a:pt x="16225" y="60539"/>
                </a:cubicBezTo>
                <a:cubicBezTo>
                  <a:pt x="11364" y="57831"/>
                  <a:pt x="7035" y="53522"/>
                  <a:pt x="4327" y="48660"/>
                </a:cubicBezTo>
                <a:cubicBezTo>
                  <a:pt x="1639" y="43778"/>
                  <a:pt x="0" y="38382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" name="path-320">
            <a:extLst xmlns:a="http://schemas.openxmlformats.org/drawingml/2006/main">
              <a:ext uri="{FF2B5EF4-FFF2-40B4-BE49-F238E27FC236}">
                <a16:creationId xmlns:a16="http://schemas.microsoft.com/office/drawing/2014/main" id="{CDF5BAFA-9844-48B7-9058-27F9CE19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3576" y="1429446"/>
            <a:ext cx="63921" cy="63902"/>
          </a:xfrm>
          <a:custGeom xmlns:a="http://schemas.openxmlformats.org/drawingml/2006/main">
            <a:pathLst>
              <a:path w="64868" h="64848">
                <a:moveTo>
                  <a:pt x="0" y="32415"/>
                </a:moveTo>
                <a:lnTo>
                  <a:pt x="0" y="32415"/>
                </a:lnTo>
                <a:cubicBezTo>
                  <a:pt x="0" y="26485"/>
                  <a:pt x="1622" y="21070"/>
                  <a:pt x="4330" y="16208"/>
                </a:cubicBezTo>
                <a:cubicBezTo>
                  <a:pt x="7018" y="11345"/>
                  <a:pt x="11347" y="7017"/>
                  <a:pt x="16208" y="4310"/>
                </a:cubicBezTo>
                <a:cubicBezTo>
                  <a:pt x="21070" y="1621"/>
                  <a:pt x="26486" y="0"/>
                  <a:pt x="32435" y="0"/>
                </a:cubicBezTo>
                <a:cubicBezTo>
                  <a:pt x="38383" y="0"/>
                  <a:pt x="43779" y="1621"/>
                  <a:pt x="48641" y="4310"/>
                </a:cubicBezTo>
                <a:cubicBezTo>
                  <a:pt x="53504" y="7017"/>
                  <a:pt x="57832" y="11345"/>
                  <a:pt x="60540" y="16208"/>
                </a:cubicBezTo>
                <a:cubicBezTo>
                  <a:pt x="63229" y="21070"/>
                  <a:pt x="64868" y="26485"/>
                  <a:pt x="64868" y="32415"/>
                </a:cubicBezTo>
                <a:cubicBezTo>
                  <a:pt x="64868" y="38364"/>
                  <a:pt x="63229" y="43779"/>
                  <a:pt x="60540" y="48642"/>
                </a:cubicBezTo>
                <a:cubicBezTo>
                  <a:pt x="57832" y="53503"/>
                  <a:pt x="53504" y="57832"/>
                  <a:pt x="48641" y="60520"/>
                </a:cubicBezTo>
                <a:cubicBezTo>
                  <a:pt x="43779" y="63228"/>
                  <a:pt x="38383" y="64848"/>
                  <a:pt x="32435" y="64848"/>
                </a:cubicBezTo>
                <a:cubicBezTo>
                  <a:pt x="26486" y="64848"/>
                  <a:pt x="21070" y="63228"/>
                  <a:pt x="16208" y="60520"/>
                </a:cubicBezTo>
                <a:cubicBezTo>
                  <a:pt x="11347" y="57832"/>
                  <a:pt x="7018" y="53503"/>
                  <a:pt x="4330" y="48642"/>
                </a:cubicBezTo>
                <a:cubicBezTo>
                  <a:pt x="1622" y="43779"/>
                  <a:pt x="0" y="38364"/>
                  <a:pt x="0" y="32415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" name="path-321">
            <a:extLst xmlns:a="http://schemas.openxmlformats.org/drawingml/2006/main">
              <a:ext uri="{FF2B5EF4-FFF2-40B4-BE49-F238E27FC236}">
                <a16:creationId xmlns:a16="http://schemas.microsoft.com/office/drawing/2014/main" id="{DBF88E3E-FB68-44D8-A710-65B80813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6935" y="1159412"/>
            <a:ext cx="63921" cy="63902"/>
          </a:xfrm>
          <a:custGeom xmlns:a="http://schemas.openxmlformats.org/drawingml/2006/main">
            <a:pathLst>
              <a:path w="64868" h="64848">
                <a:moveTo>
                  <a:pt x="0" y="32434"/>
                </a:moveTo>
                <a:lnTo>
                  <a:pt x="0" y="32434"/>
                </a:lnTo>
                <a:cubicBezTo>
                  <a:pt x="0" y="26484"/>
                  <a:pt x="1621" y="21069"/>
                  <a:pt x="4328" y="16207"/>
                </a:cubicBezTo>
                <a:cubicBezTo>
                  <a:pt x="7035" y="11345"/>
                  <a:pt x="11345" y="7017"/>
                  <a:pt x="16207" y="4328"/>
                </a:cubicBezTo>
                <a:cubicBezTo>
                  <a:pt x="21088" y="1621"/>
                  <a:pt x="26485" y="0"/>
                  <a:pt x="32434" y="0"/>
                </a:cubicBezTo>
                <a:cubicBezTo>
                  <a:pt x="38382" y="0"/>
                  <a:pt x="43778" y="1621"/>
                  <a:pt x="48641" y="4328"/>
                </a:cubicBezTo>
                <a:cubicBezTo>
                  <a:pt x="53503" y="7017"/>
                  <a:pt x="57831" y="11345"/>
                  <a:pt x="60539" y="16207"/>
                </a:cubicBezTo>
                <a:cubicBezTo>
                  <a:pt x="63246" y="21069"/>
                  <a:pt x="64868" y="26484"/>
                  <a:pt x="64868" y="32434"/>
                </a:cubicBezTo>
                <a:cubicBezTo>
                  <a:pt x="64868" y="38383"/>
                  <a:pt x="63246" y="43779"/>
                  <a:pt x="60539" y="48641"/>
                </a:cubicBezTo>
                <a:cubicBezTo>
                  <a:pt x="57831" y="53503"/>
                  <a:pt x="53503" y="57831"/>
                  <a:pt x="48641" y="60539"/>
                </a:cubicBezTo>
                <a:cubicBezTo>
                  <a:pt x="43778" y="63227"/>
                  <a:pt x="38382" y="64848"/>
                  <a:pt x="32434" y="64848"/>
                </a:cubicBezTo>
                <a:cubicBezTo>
                  <a:pt x="26485" y="64848"/>
                  <a:pt x="21088" y="63227"/>
                  <a:pt x="16207" y="60539"/>
                </a:cubicBezTo>
                <a:cubicBezTo>
                  <a:pt x="11345" y="57831"/>
                  <a:pt x="7035" y="53503"/>
                  <a:pt x="4328" y="48641"/>
                </a:cubicBezTo>
                <a:cubicBezTo>
                  <a:pt x="1621" y="43779"/>
                  <a:pt x="0" y="38383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" name="path-322">
            <a:extLst xmlns:a="http://schemas.openxmlformats.org/drawingml/2006/main">
              <a:ext uri="{FF2B5EF4-FFF2-40B4-BE49-F238E27FC236}">
                <a16:creationId xmlns:a16="http://schemas.microsoft.com/office/drawing/2014/main" id="{83269530-74FA-4748-9440-B404DA7C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843" y="1477903"/>
            <a:ext cx="63902" cy="63920"/>
          </a:xfrm>
          <a:custGeom xmlns:a="http://schemas.openxmlformats.org/drawingml/2006/main">
            <a:pathLst>
              <a:path w="64848" h="64867">
                <a:moveTo>
                  <a:pt x="0" y="32433"/>
                </a:moveTo>
                <a:lnTo>
                  <a:pt x="0" y="32433"/>
                </a:lnTo>
                <a:cubicBezTo>
                  <a:pt x="0" y="26485"/>
                  <a:pt x="1621" y="21088"/>
                  <a:pt x="4309" y="16207"/>
                </a:cubicBezTo>
                <a:cubicBezTo>
                  <a:pt x="7016" y="11345"/>
                  <a:pt x="11344" y="7036"/>
                  <a:pt x="16207" y="4328"/>
                </a:cubicBezTo>
                <a:cubicBezTo>
                  <a:pt x="21069" y="1621"/>
                  <a:pt x="26484" y="0"/>
                  <a:pt x="32414" y="0"/>
                </a:cubicBezTo>
                <a:cubicBezTo>
                  <a:pt x="38363" y="0"/>
                  <a:pt x="43779" y="1621"/>
                  <a:pt x="48641" y="4328"/>
                </a:cubicBezTo>
                <a:cubicBezTo>
                  <a:pt x="53503" y="7036"/>
                  <a:pt x="57831" y="11345"/>
                  <a:pt x="60520" y="16207"/>
                </a:cubicBezTo>
                <a:cubicBezTo>
                  <a:pt x="63226" y="21088"/>
                  <a:pt x="64848" y="26485"/>
                  <a:pt x="64848" y="32433"/>
                </a:cubicBezTo>
                <a:cubicBezTo>
                  <a:pt x="64848" y="38382"/>
                  <a:pt x="63226" y="43779"/>
                  <a:pt x="60520" y="48640"/>
                </a:cubicBezTo>
                <a:cubicBezTo>
                  <a:pt x="57831" y="53503"/>
                  <a:pt x="53503" y="57831"/>
                  <a:pt x="48641" y="60539"/>
                </a:cubicBezTo>
                <a:cubicBezTo>
                  <a:pt x="43779" y="63246"/>
                  <a:pt x="38363" y="64867"/>
                  <a:pt x="32414" y="64867"/>
                </a:cubicBezTo>
                <a:cubicBezTo>
                  <a:pt x="26484" y="64867"/>
                  <a:pt x="21069" y="63246"/>
                  <a:pt x="16207" y="60539"/>
                </a:cubicBezTo>
                <a:cubicBezTo>
                  <a:pt x="11344" y="57831"/>
                  <a:pt x="7016" y="53503"/>
                  <a:pt x="4309" y="48640"/>
                </a:cubicBezTo>
                <a:cubicBezTo>
                  <a:pt x="1621" y="43779"/>
                  <a:pt x="0" y="38382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" name="path-323">
            <a:extLst xmlns:a="http://schemas.openxmlformats.org/drawingml/2006/main">
              <a:ext uri="{FF2B5EF4-FFF2-40B4-BE49-F238E27FC236}">
                <a16:creationId xmlns:a16="http://schemas.microsoft.com/office/drawing/2014/main" id="{07A79286-6669-4BE9-9F0B-CBAB9728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7608" y="1615852"/>
            <a:ext cx="63919" cy="63901"/>
          </a:xfrm>
          <a:custGeom xmlns:a="http://schemas.openxmlformats.org/drawingml/2006/main">
            <a:pathLst>
              <a:path w="64866" h="64848">
                <a:moveTo>
                  <a:pt x="0" y="32433"/>
                </a:moveTo>
                <a:lnTo>
                  <a:pt x="0" y="32433"/>
                </a:lnTo>
                <a:cubicBezTo>
                  <a:pt x="0" y="26484"/>
                  <a:pt x="1621" y="21069"/>
                  <a:pt x="4327" y="16207"/>
                </a:cubicBezTo>
                <a:cubicBezTo>
                  <a:pt x="7036" y="11345"/>
                  <a:pt x="11364" y="7016"/>
                  <a:pt x="16227" y="4328"/>
                </a:cubicBezTo>
                <a:cubicBezTo>
                  <a:pt x="21088" y="1621"/>
                  <a:pt x="26484" y="0"/>
                  <a:pt x="32433" y="0"/>
                </a:cubicBezTo>
                <a:cubicBezTo>
                  <a:pt x="38382" y="0"/>
                  <a:pt x="43779" y="1621"/>
                  <a:pt x="48659" y="4328"/>
                </a:cubicBezTo>
                <a:cubicBezTo>
                  <a:pt x="53522" y="7016"/>
                  <a:pt x="57831" y="11345"/>
                  <a:pt x="60538" y="16207"/>
                </a:cubicBezTo>
                <a:cubicBezTo>
                  <a:pt x="63246" y="21069"/>
                  <a:pt x="64866" y="26484"/>
                  <a:pt x="64866" y="32433"/>
                </a:cubicBezTo>
                <a:cubicBezTo>
                  <a:pt x="64866" y="38363"/>
                  <a:pt x="63246" y="43778"/>
                  <a:pt x="60538" y="48640"/>
                </a:cubicBezTo>
                <a:cubicBezTo>
                  <a:pt x="57831" y="53503"/>
                  <a:pt x="53522" y="57831"/>
                  <a:pt x="48659" y="60539"/>
                </a:cubicBezTo>
                <a:cubicBezTo>
                  <a:pt x="43779" y="63226"/>
                  <a:pt x="38382" y="64848"/>
                  <a:pt x="32433" y="64848"/>
                </a:cubicBezTo>
                <a:cubicBezTo>
                  <a:pt x="26484" y="64848"/>
                  <a:pt x="21088" y="63226"/>
                  <a:pt x="16227" y="60539"/>
                </a:cubicBezTo>
                <a:cubicBezTo>
                  <a:pt x="11364" y="57831"/>
                  <a:pt x="7036" y="53503"/>
                  <a:pt x="4327" y="48640"/>
                </a:cubicBezTo>
                <a:cubicBezTo>
                  <a:pt x="1621" y="43778"/>
                  <a:pt x="0" y="38363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" name="path-324">
            <a:extLst xmlns:a="http://schemas.openxmlformats.org/drawingml/2006/main">
              <a:ext uri="{FF2B5EF4-FFF2-40B4-BE49-F238E27FC236}">
                <a16:creationId xmlns:a16="http://schemas.microsoft.com/office/drawing/2014/main" id="{C02C3B3A-21C8-4171-9B82-6432B562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6027" y="1366052"/>
            <a:ext cx="63921" cy="63921"/>
          </a:xfrm>
          <a:custGeom xmlns:a="http://schemas.openxmlformats.org/drawingml/2006/main">
            <a:pathLst>
              <a:path w="64868" h="64868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22" y="21089"/>
                  <a:pt x="4330" y="16227"/>
                </a:cubicBezTo>
                <a:cubicBezTo>
                  <a:pt x="7036" y="11365"/>
                  <a:pt x="11365" y="7036"/>
                  <a:pt x="16227" y="4328"/>
                </a:cubicBezTo>
                <a:cubicBezTo>
                  <a:pt x="21088" y="1621"/>
                  <a:pt x="26486" y="0"/>
                  <a:pt x="32435" y="0"/>
                </a:cubicBezTo>
                <a:cubicBezTo>
                  <a:pt x="38383" y="0"/>
                  <a:pt x="43779" y="1621"/>
                  <a:pt x="48660" y="4328"/>
                </a:cubicBezTo>
                <a:cubicBezTo>
                  <a:pt x="53522" y="7036"/>
                  <a:pt x="57831" y="11365"/>
                  <a:pt x="60540" y="16227"/>
                </a:cubicBezTo>
                <a:cubicBezTo>
                  <a:pt x="63247" y="21089"/>
                  <a:pt x="64868" y="26485"/>
                  <a:pt x="64868" y="32434"/>
                </a:cubicBezTo>
                <a:cubicBezTo>
                  <a:pt x="64868" y="38383"/>
                  <a:pt x="63247" y="43779"/>
                  <a:pt x="60540" y="48660"/>
                </a:cubicBezTo>
                <a:cubicBezTo>
                  <a:pt x="57831" y="53522"/>
                  <a:pt x="53522" y="57831"/>
                  <a:pt x="48660" y="60539"/>
                </a:cubicBezTo>
                <a:cubicBezTo>
                  <a:pt x="43779" y="63247"/>
                  <a:pt x="38383" y="64868"/>
                  <a:pt x="32435" y="64868"/>
                </a:cubicBezTo>
                <a:cubicBezTo>
                  <a:pt x="26486" y="64868"/>
                  <a:pt x="21088" y="63247"/>
                  <a:pt x="16227" y="60539"/>
                </a:cubicBezTo>
                <a:cubicBezTo>
                  <a:pt x="11365" y="57831"/>
                  <a:pt x="7036" y="53522"/>
                  <a:pt x="4330" y="48660"/>
                </a:cubicBezTo>
                <a:cubicBezTo>
                  <a:pt x="1622" y="43779"/>
                  <a:pt x="0" y="38383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" name="path-325">
            <a:extLst xmlns:a="http://schemas.openxmlformats.org/drawingml/2006/main">
              <a:ext uri="{FF2B5EF4-FFF2-40B4-BE49-F238E27FC236}">
                <a16:creationId xmlns:a16="http://schemas.microsoft.com/office/drawing/2014/main" id="{2DFAD12E-3747-423A-B6DD-B6F13CF9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2778" y="1714908"/>
            <a:ext cx="63900" cy="63920"/>
          </a:xfrm>
          <a:custGeom xmlns:a="http://schemas.openxmlformats.org/drawingml/2006/main">
            <a:pathLst>
              <a:path w="64847" h="64867">
                <a:moveTo>
                  <a:pt x="0" y="32433"/>
                </a:moveTo>
                <a:lnTo>
                  <a:pt x="0" y="32433"/>
                </a:lnTo>
                <a:cubicBezTo>
                  <a:pt x="0" y="26484"/>
                  <a:pt x="1619" y="21088"/>
                  <a:pt x="4308" y="16226"/>
                </a:cubicBezTo>
                <a:cubicBezTo>
                  <a:pt x="7017" y="11364"/>
                  <a:pt x="11344" y="7036"/>
                  <a:pt x="16207" y="4328"/>
                </a:cubicBezTo>
                <a:cubicBezTo>
                  <a:pt x="21069" y="1621"/>
                  <a:pt x="26465" y="0"/>
                  <a:pt x="32413" y="0"/>
                </a:cubicBezTo>
                <a:cubicBezTo>
                  <a:pt x="38362" y="0"/>
                  <a:pt x="43778" y="1621"/>
                  <a:pt x="48640" y="4328"/>
                </a:cubicBezTo>
                <a:cubicBezTo>
                  <a:pt x="53503" y="7036"/>
                  <a:pt x="57830" y="11364"/>
                  <a:pt x="60519" y="16226"/>
                </a:cubicBezTo>
                <a:cubicBezTo>
                  <a:pt x="63226" y="21088"/>
                  <a:pt x="64847" y="26484"/>
                  <a:pt x="64847" y="32433"/>
                </a:cubicBezTo>
                <a:cubicBezTo>
                  <a:pt x="64847" y="38383"/>
                  <a:pt x="63226" y="43779"/>
                  <a:pt x="60519" y="48641"/>
                </a:cubicBezTo>
                <a:cubicBezTo>
                  <a:pt x="57830" y="53522"/>
                  <a:pt x="53503" y="57831"/>
                  <a:pt x="48640" y="60539"/>
                </a:cubicBezTo>
                <a:cubicBezTo>
                  <a:pt x="43778" y="63246"/>
                  <a:pt x="38362" y="64867"/>
                  <a:pt x="32413" y="64867"/>
                </a:cubicBezTo>
                <a:cubicBezTo>
                  <a:pt x="26465" y="64867"/>
                  <a:pt x="21069" y="63246"/>
                  <a:pt x="16207" y="60539"/>
                </a:cubicBezTo>
                <a:cubicBezTo>
                  <a:pt x="11344" y="57831"/>
                  <a:pt x="7017" y="53522"/>
                  <a:pt x="4308" y="48641"/>
                </a:cubicBezTo>
                <a:cubicBezTo>
                  <a:pt x="1619" y="43779"/>
                  <a:pt x="0" y="38383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" name="path-326">
            <a:extLst xmlns:a="http://schemas.openxmlformats.org/drawingml/2006/main">
              <a:ext uri="{FF2B5EF4-FFF2-40B4-BE49-F238E27FC236}">
                <a16:creationId xmlns:a16="http://schemas.microsoft.com/office/drawing/2014/main" id="{0B964D0E-C505-4312-A313-AD488018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134" y="1605725"/>
            <a:ext cx="63921" cy="63919"/>
          </a:xfrm>
          <a:custGeom xmlns:a="http://schemas.openxmlformats.org/drawingml/2006/main">
            <a:pathLst>
              <a:path w="64868" h="64866">
                <a:moveTo>
                  <a:pt x="0" y="32433"/>
                </a:moveTo>
                <a:lnTo>
                  <a:pt x="0" y="32433"/>
                </a:lnTo>
                <a:cubicBezTo>
                  <a:pt x="0" y="26485"/>
                  <a:pt x="1622" y="21088"/>
                  <a:pt x="4330" y="16226"/>
                </a:cubicBezTo>
                <a:cubicBezTo>
                  <a:pt x="7036" y="11364"/>
                  <a:pt x="11345" y="7036"/>
                  <a:pt x="16227" y="4328"/>
                </a:cubicBezTo>
                <a:cubicBezTo>
                  <a:pt x="21090" y="1621"/>
                  <a:pt x="26486" y="0"/>
                  <a:pt x="32435" y="0"/>
                </a:cubicBezTo>
                <a:cubicBezTo>
                  <a:pt x="38383" y="0"/>
                  <a:pt x="43779" y="1621"/>
                  <a:pt x="48641" y="4328"/>
                </a:cubicBezTo>
                <a:cubicBezTo>
                  <a:pt x="53504" y="7036"/>
                  <a:pt x="57831" y="11364"/>
                  <a:pt x="60540" y="16226"/>
                </a:cubicBezTo>
                <a:cubicBezTo>
                  <a:pt x="63247" y="21088"/>
                  <a:pt x="64868" y="26485"/>
                  <a:pt x="64868" y="32433"/>
                </a:cubicBezTo>
                <a:cubicBezTo>
                  <a:pt x="64868" y="38382"/>
                  <a:pt x="63247" y="43779"/>
                  <a:pt x="60540" y="48640"/>
                </a:cubicBezTo>
                <a:cubicBezTo>
                  <a:pt x="57831" y="53522"/>
                  <a:pt x="53504" y="57831"/>
                  <a:pt x="48641" y="60539"/>
                </a:cubicBezTo>
                <a:cubicBezTo>
                  <a:pt x="43779" y="63246"/>
                  <a:pt x="38383" y="64866"/>
                  <a:pt x="32435" y="64866"/>
                </a:cubicBezTo>
                <a:cubicBezTo>
                  <a:pt x="26486" y="64866"/>
                  <a:pt x="21090" y="63246"/>
                  <a:pt x="16227" y="60539"/>
                </a:cubicBezTo>
                <a:cubicBezTo>
                  <a:pt x="11345" y="57831"/>
                  <a:pt x="7036" y="53522"/>
                  <a:pt x="4330" y="48640"/>
                </a:cubicBezTo>
                <a:cubicBezTo>
                  <a:pt x="1622" y="43779"/>
                  <a:pt x="0" y="38382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" name="path-327">
            <a:extLst xmlns:a="http://schemas.openxmlformats.org/drawingml/2006/main">
              <a:ext uri="{FF2B5EF4-FFF2-40B4-BE49-F238E27FC236}">
                <a16:creationId xmlns:a16="http://schemas.microsoft.com/office/drawing/2014/main" id="{89ABEA20-3B5B-4549-8094-0DDD0E1C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8169" y="1868301"/>
            <a:ext cx="63919" cy="63919"/>
          </a:xfrm>
          <a:custGeom xmlns:a="http://schemas.openxmlformats.org/drawingml/2006/main">
            <a:pathLst>
              <a:path w="64866" h="64866">
                <a:moveTo>
                  <a:pt x="0" y="32433"/>
                </a:moveTo>
                <a:lnTo>
                  <a:pt x="0" y="32433"/>
                </a:lnTo>
                <a:cubicBezTo>
                  <a:pt x="0" y="26484"/>
                  <a:pt x="1619" y="21088"/>
                  <a:pt x="4328" y="16207"/>
                </a:cubicBezTo>
                <a:cubicBezTo>
                  <a:pt x="7035" y="11345"/>
                  <a:pt x="11362" y="7035"/>
                  <a:pt x="16225" y="4328"/>
                </a:cubicBezTo>
                <a:cubicBezTo>
                  <a:pt x="21087" y="1621"/>
                  <a:pt x="26484" y="0"/>
                  <a:pt x="32433" y="0"/>
                </a:cubicBezTo>
                <a:cubicBezTo>
                  <a:pt x="38383" y="0"/>
                  <a:pt x="43778" y="1621"/>
                  <a:pt x="48659" y="4328"/>
                </a:cubicBezTo>
                <a:cubicBezTo>
                  <a:pt x="53521" y="7035"/>
                  <a:pt x="57830" y="11345"/>
                  <a:pt x="60538" y="16207"/>
                </a:cubicBezTo>
                <a:cubicBezTo>
                  <a:pt x="63246" y="21088"/>
                  <a:pt x="64866" y="26484"/>
                  <a:pt x="64866" y="32433"/>
                </a:cubicBezTo>
                <a:cubicBezTo>
                  <a:pt x="64866" y="38382"/>
                  <a:pt x="63246" y="43778"/>
                  <a:pt x="60538" y="48640"/>
                </a:cubicBezTo>
                <a:cubicBezTo>
                  <a:pt x="57830" y="53503"/>
                  <a:pt x="53521" y="57831"/>
                  <a:pt x="48659" y="60539"/>
                </a:cubicBezTo>
                <a:cubicBezTo>
                  <a:pt x="43778" y="63246"/>
                  <a:pt x="38383" y="64866"/>
                  <a:pt x="32433" y="64866"/>
                </a:cubicBezTo>
                <a:cubicBezTo>
                  <a:pt x="26484" y="64866"/>
                  <a:pt x="21087" y="63246"/>
                  <a:pt x="16225" y="60539"/>
                </a:cubicBezTo>
                <a:cubicBezTo>
                  <a:pt x="11362" y="57831"/>
                  <a:pt x="7035" y="53503"/>
                  <a:pt x="4328" y="48640"/>
                </a:cubicBezTo>
                <a:cubicBezTo>
                  <a:pt x="1619" y="43778"/>
                  <a:pt x="0" y="38382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" name="path-328">
            <a:extLst xmlns:a="http://schemas.openxmlformats.org/drawingml/2006/main">
              <a:ext uri="{FF2B5EF4-FFF2-40B4-BE49-F238E27FC236}">
                <a16:creationId xmlns:a16="http://schemas.microsoft.com/office/drawing/2014/main" id="{F9EBD49F-7CB1-4FB2-96CF-3FDAF1CF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9673" y="1355944"/>
            <a:ext cx="63919" cy="63902"/>
          </a:xfrm>
          <a:custGeom xmlns:a="http://schemas.openxmlformats.org/drawingml/2006/main">
            <a:pathLst>
              <a:path w="64866" h="64848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40" y="21070"/>
                  <a:pt x="4328" y="16208"/>
                </a:cubicBezTo>
                <a:cubicBezTo>
                  <a:pt x="7036" y="11345"/>
                  <a:pt x="11365" y="7018"/>
                  <a:pt x="16227" y="4328"/>
                </a:cubicBezTo>
                <a:cubicBezTo>
                  <a:pt x="21088" y="1621"/>
                  <a:pt x="26484" y="0"/>
                  <a:pt x="32434" y="0"/>
                </a:cubicBezTo>
                <a:cubicBezTo>
                  <a:pt x="38383" y="0"/>
                  <a:pt x="43797" y="1621"/>
                  <a:pt x="48660" y="4328"/>
                </a:cubicBezTo>
                <a:cubicBezTo>
                  <a:pt x="53522" y="7018"/>
                  <a:pt x="57851" y="11345"/>
                  <a:pt x="60538" y="16208"/>
                </a:cubicBezTo>
                <a:cubicBezTo>
                  <a:pt x="63247" y="21070"/>
                  <a:pt x="64866" y="26485"/>
                  <a:pt x="64866" y="32434"/>
                </a:cubicBezTo>
                <a:cubicBezTo>
                  <a:pt x="64866" y="38363"/>
                  <a:pt x="63247" y="43779"/>
                  <a:pt x="60538" y="48641"/>
                </a:cubicBezTo>
                <a:cubicBezTo>
                  <a:pt x="57851" y="53503"/>
                  <a:pt x="53522" y="57831"/>
                  <a:pt x="48660" y="60539"/>
                </a:cubicBezTo>
                <a:cubicBezTo>
                  <a:pt x="43797" y="63228"/>
                  <a:pt x="38383" y="64848"/>
                  <a:pt x="32434" y="64848"/>
                </a:cubicBezTo>
                <a:cubicBezTo>
                  <a:pt x="26484" y="64848"/>
                  <a:pt x="21088" y="63228"/>
                  <a:pt x="16227" y="60539"/>
                </a:cubicBezTo>
                <a:cubicBezTo>
                  <a:pt x="11365" y="57831"/>
                  <a:pt x="7036" y="53503"/>
                  <a:pt x="4328" y="48641"/>
                </a:cubicBezTo>
                <a:cubicBezTo>
                  <a:pt x="1640" y="43779"/>
                  <a:pt x="0" y="38363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" name="path-329">
            <a:extLst xmlns:a="http://schemas.openxmlformats.org/drawingml/2006/main">
              <a:ext uri="{FF2B5EF4-FFF2-40B4-BE49-F238E27FC236}">
                <a16:creationId xmlns:a16="http://schemas.microsoft.com/office/drawing/2014/main" id="{4C89E49E-7A7A-4598-9501-11DD9A37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0764" y="1765506"/>
            <a:ext cx="63921" cy="63920"/>
          </a:xfrm>
          <a:custGeom xmlns:a="http://schemas.openxmlformats.org/drawingml/2006/main">
            <a:pathLst>
              <a:path w="64868" h="64867">
                <a:moveTo>
                  <a:pt x="0" y="32433"/>
                </a:moveTo>
                <a:lnTo>
                  <a:pt x="0" y="32433"/>
                </a:lnTo>
                <a:cubicBezTo>
                  <a:pt x="0" y="26485"/>
                  <a:pt x="1622" y="21088"/>
                  <a:pt x="4330" y="16226"/>
                </a:cubicBezTo>
                <a:cubicBezTo>
                  <a:pt x="7018" y="11345"/>
                  <a:pt x="11345" y="7036"/>
                  <a:pt x="16208" y="4328"/>
                </a:cubicBezTo>
                <a:cubicBezTo>
                  <a:pt x="21070" y="1621"/>
                  <a:pt x="26486" y="0"/>
                  <a:pt x="32435" y="0"/>
                </a:cubicBezTo>
                <a:cubicBezTo>
                  <a:pt x="38383" y="0"/>
                  <a:pt x="43779" y="1621"/>
                  <a:pt x="48641" y="4328"/>
                </a:cubicBezTo>
                <a:cubicBezTo>
                  <a:pt x="53504" y="7036"/>
                  <a:pt x="57831" y="11345"/>
                  <a:pt x="60540" y="16226"/>
                </a:cubicBezTo>
                <a:cubicBezTo>
                  <a:pt x="63247" y="21088"/>
                  <a:pt x="64868" y="26485"/>
                  <a:pt x="64868" y="32433"/>
                </a:cubicBezTo>
                <a:cubicBezTo>
                  <a:pt x="64868" y="38383"/>
                  <a:pt x="63247" y="43779"/>
                  <a:pt x="60540" y="48640"/>
                </a:cubicBezTo>
                <a:cubicBezTo>
                  <a:pt x="57831" y="53503"/>
                  <a:pt x="53504" y="57831"/>
                  <a:pt x="48641" y="60539"/>
                </a:cubicBezTo>
                <a:cubicBezTo>
                  <a:pt x="43779" y="63246"/>
                  <a:pt x="38383" y="64867"/>
                  <a:pt x="32435" y="64867"/>
                </a:cubicBezTo>
                <a:cubicBezTo>
                  <a:pt x="26486" y="64867"/>
                  <a:pt x="21070" y="63246"/>
                  <a:pt x="16208" y="60539"/>
                </a:cubicBezTo>
                <a:cubicBezTo>
                  <a:pt x="11345" y="57831"/>
                  <a:pt x="7018" y="53503"/>
                  <a:pt x="4330" y="48640"/>
                </a:cubicBezTo>
                <a:cubicBezTo>
                  <a:pt x="1622" y="43779"/>
                  <a:pt x="0" y="38383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" name="path-330">
            <a:extLst xmlns:a="http://schemas.openxmlformats.org/drawingml/2006/main">
              <a:ext uri="{FF2B5EF4-FFF2-40B4-BE49-F238E27FC236}">
                <a16:creationId xmlns:a16="http://schemas.microsoft.com/office/drawing/2014/main" id="{420AD732-2F83-4F11-A5F1-C52802C0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440" y="1531170"/>
            <a:ext cx="63902" cy="63902"/>
          </a:xfrm>
          <a:custGeom xmlns:a="http://schemas.openxmlformats.org/drawingml/2006/main">
            <a:pathLst>
              <a:path w="64848" h="64848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22" y="21070"/>
                  <a:pt x="4309" y="16208"/>
                </a:cubicBezTo>
                <a:cubicBezTo>
                  <a:pt x="7017" y="11345"/>
                  <a:pt x="11344" y="7017"/>
                  <a:pt x="16207" y="4329"/>
                </a:cubicBezTo>
                <a:cubicBezTo>
                  <a:pt x="21069" y="1621"/>
                  <a:pt x="26485" y="0"/>
                  <a:pt x="32414" y="0"/>
                </a:cubicBezTo>
                <a:cubicBezTo>
                  <a:pt x="38363" y="0"/>
                  <a:pt x="43779" y="1621"/>
                  <a:pt x="48641" y="4329"/>
                </a:cubicBezTo>
                <a:cubicBezTo>
                  <a:pt x="53503" y="7017"/>
                  <a:pt x="57831" y="11345"/>
                  <a:pt x="60520" y="16208"/>
                </a:cubicBezTo>
                <a:cubicBezTo>
                  <a:pt x="63226" y="21070"/>
                  <a:pt x="64848" y="26485"/>
                  <a:pt x="64848" y="32434"/>
                </a:cubicBezTo>
                <a:cubicBezTo>
                  <a:pt x="64848" y="38364"/>
                  <a:pt x="63226" y="43779"/>
                  <a:pt x="60520" y="48641"/>
                </a:cubicBezTo>
                <a:cubicBezTo>
                  <a:pt x="57831" y="53503"/>
                  <a:pt x="53503" y="57832"/>
                  <a:pt x="48641" y="60539"/>
                </a:cubicBezTo>
                <a:cubicBezTo>
                  <a:pt x="43779" y="63228"/>
                  <a:pt x="38363" y="64848"/>
                  <a:pt x="32414" y="64848"/>
                </a:cubicBezTo>
                <a:cubicBezTo>
                  <a:pt x="26485" y="64848"/>
                  <a:pt x="21069" y="63228"/>
                  <a:pt x="16207" y="60539"/>
                </a:cubicBezTo>
                <a:cubicBezTo>
                  <a:pt x="11344" y="57832"/>
                  <a:pt x="7017" y="53503"/>
                  <a:pt x="4309" y="48641"/>
                </a:cubicBezTo>
                <a:cubicBezTo>
                  <a:pt x="1622" y="43779"/>
                  <a:pt x="0" y="38364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" name="path-331">
            <a:extLst xmlns:a="http://schemas.openxmlformats.org/drawingml/2006/main">
              <a:ext uri="{FF2B5EF4-FFF2-40B4-BE49-F238E27FC236}">
                <a16:creationId xmlns:a16="http://schemas.microsoft.com/office/drawing/2014/main" id="{4F3BD2E2-E345-42B5-8DBF-36E48D25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4430" y="1604673"/>
            <a:ext cx="63900" cy="63902"/>
          </a:xfrm>
          <a:custGeom xmlns:a="http://schemas.openxmlformats.org/drawingml/2006/main">
            <a:pathLst>
              <a:path w="64847" h="64848">
                <a:moveTo>
                  <a:pt x="0" y="32414"/>
                </a:moveTo>
                <a:lnTo>
                  <a:pt x="0" y="32414"/>
                </a:lnTo>
                <a:cubicBezTo>
                  <a:pt x="0" y="26484"/>
                  <a:pt x="1619" y="21069"/>
                  <a:pt x="4309" y="16207"/>
                </a:cubicBezTo>
                <a:cubicBezTo>
                  <a:pt x="7016" y="11345"/>
                  <a:pt x="11344" y="7016"/>
                  <a:pt x="16206" y="4309"/>
                </a:cubicBezTo>
                <a:cubicBezTo>
                  <a:pt x="21069" y="1621"/>
                  <a:pt x="26484" y="0"/>
                  <a:pt x="32414" y="0"/>
                </a:cubicBezTo>
                <a:cubicBezTo>
                  <a:pt x="38362" y="0"/>
                  <a:pt x="43777" y="1621"/>
                  <a:pt x="48640" y="4309"/>
                </a:cubicBezTo>
                <a:cubicBezTo>
                  <a:pt x="53502" y="7016"/>
                  <a:pt x="57830" y="11345"/>
                  <a:pt x="60520" y="16207"/>
                </a:cubicBezTo>
                <a:cubicBezTo>
                  <a:pt x="63226" y="21069"/>
                  <a:pt x="64847" y="26484"/>
                  <a:pt x="64847" y="32414"/>
                </a:cubicBezTo>
                <a:cubicBezTo>
                  <a:pt x="64847" y="38363"/>
                  <a:pt x="63226" y="43779"/>
                  <a:pt x="60520" y="48641"/>
                </a:cubicBezTo>
                <a:cubicBezTo>
                  <a:pt x="57830" y="53503"/>
                  <a:pt x="53502" y="57831"/>
                  <a:pt x="48640" y="60519"/>
                </a:cubicBezTo>
                <a:cubicBezTo>
                  <a:pt x="43777" y="63227"/>
                  <a:pt x="38362" y="64848"/>
                  <a:pt x="32414" y="64848"/>
                </a:cubicBezTo>
                <a:cubicBezTo>
                  <a:pt x="26484" y="64848"/>
                  <a:pt x="21069" y="63227"/>
                  <a:pt x="16206" y="60519"/>
                </a:cubicBezTo>
                <a:cubicBezTo>
                  <a:pt x="11344" y="57831"/>
                  <a:pt x="7016" y="53503"/>
                  <a:pt x="4309" y="48641"/>
                </a:cubicBezTo>
                <a:cubicBezTo>
                  <a:pt x="1619" y="43779"/>
                  <a:pt x="0" y="38363"/>
                  <a:pt x="0" y="3241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" name="path-332">
            <a:extLst xmlns:a="http://schemas.openxmlformats.org/drawingml/2006/main">
              <a:ext uri="{FF2B5EF4-FFF2-40B4-BE49-F238E27FC236}">
                <a16:creationId xmlns:a16="http://schemas.microsoft.com/office/drawing/2014/main" id="{9157A649-061B-4246-96B9-CA2DB5B8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6624" y="1378303"/>
            <a:ext cx="63919" cy="63921"/>
          </a:xfrm>
          <a:custGeom xmlns:a="http://schemas.openxmlformats.org/drawingml/2006/main">
            <a:pathLst>
              <a:path w="64866" h="64868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21" y="21088"/>
                  <a:pt x="4327" y="16226"/>
                </a:cubicBezTo>
                <a:cubicBezTo>
                  <a:pt x="7036" y="11364"/>
                  <a:pt x="11344" y="7036"/>
                  <a:pt x="16206" y="4328"/>
                </a:cubicBezTo>
                <a:cubicBezTo>
                  <a:pt x="21088" y="1621"/>
                  <a:pt x="26484" y="0"/>
                  <a:pt x="32433" y="0"/>
                </a:cubicBezTo>
                <a:cubicBezTo>
                  <a:pt x="38382" y="0"/>
                  <a:pt x="43778" y="1621"/>
                  <a:pt x="48640" y="4328"/>
                </a:cubicBezTo>
                <a:cubicBezTo>
                  <a:pt x="53502" y="7036"/>
                  <a:pt x="57831" y="11364"/>
                  <a:pt x="60538" y="16226"/>
                </a:cubicBezTo>
                <a:cubicBezTo>
                  <a:pt x="63246" y="21088"/>
                  <a:pt x="64866" y="26485"/>
                  <a:pt x="64866" y="32434"/>
                </a:cubicBezTo>
                <a:cubicBezTo>
                  <a:pt x="64866" y="38383"/>
                  <a:pt x="63246" y="43779"/>
                  <a:pt x="60538" y="48641"/>
                </a:cubicBezTo>
                <a:cubicBezTo>
                  <a:pt x="57831" y="53522"/>
                  <a:pt x="53502" y="57831"/>
                  <a:pt x="48640" y="60539"/>
                </a:cubicBezTo>
                <a:cubicBezTo>
                  <a:pt x="43778" y="63246"/>
                  <a:pt x="38382" y="64868"/>
                  <a:pt x="32433" y="64868"/>
                </a:cubicBezTo>
                <a:cubicBezTo>
                  <a:pt x="26484" y="64868"/>
                  <a:pt x="21088" y="63246"/>
                  <a:pt x="16206" y="60539"/>
                </a:cubicBezTo>
                <a:cubicBezTo>
                  <a:pt x="11344" y="57831"/>
                  <a:pt x="7036" y="53522"/>
                  <a:pt x="4327" y="48641"/>
                </a:cubicBezTo>
                <a:cubicBezTo>
                  <a:pt x="1621" y="43779"/>
                  <a:pt x="0" y="38383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" name="path-333">
            <a:extLst xmlns:a="http://schemas.openxmlformats.org/drawingml/2006/main">
              <a:ext uri="{FF2B5EF4-FFF2-40B4-BE49-F238E27FC236}">
                <a16:creationId xmlns:a16="http://schemas.microsoft.com/office/drawing/2014/main" id="{534658FF-E21A-449C-9C46-676FC330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5482" y="1623312"/>
            <a:ext cx="63902" cy="63901"/>
          </a:xfrm>
          <a:custGeom xmlns:a="http://schemas.openxmlformats.org/drawingml/2006/main">
            <a:pathLst>
              <a:path w="64848" h="64848">
                <a:moveTo>
                  <a:pt x="0" y="32414"/>
                </a:moveTo>
                <a:lnTo>
                  <a:pt x="0" y="32414"/>
                </a:lnTo>
                <a:cubicBezTo>
                  <a:pt x="0" y="26484"/>
                  <a:pt x="1621" y="21069"/>
                  <a:pt x="4309" y="16207"/>
                </a:cubicBezTo>
                <a:cubicBezTo>
                  <a:pt x="7016" y="11345"/>
                  <a:pt x="11344" y="7016"/>
                  <a:pt x="16206" y="4309"/>
                </a:cubicBezTo>
                <a:cubicBezTo>
                  <a:pt x="21069" y="1621"/>
                  <a:pt x="26484" y="0"/>
                  <a:pt x="32433" y="0"/>
                </a:cubicBezTo>
                <a:cubicBezTo>
                  <a:pt x="38363" y="0"/>
                  <a:pt x="43779" y="1621"/>
                  <a:pt x="48640" y="4309"/>
                </a:cubicBezTo>
                <a:cubicBezTo>
                  <a:pt x="53502" y="7016"/>
                  <a:pt x="57831" y="11345"/>
                  <a:pt x="60538" y="16207"/>
                </a:cubicBezTo>
                <a:cubicBezTo>
                  <a:pt x="63226" y="21069"/>
                  <a:pt x="64848" y="26484"/>
                  <a:pt x="64848" y="32414"/>
                </a:cubicBezTo>
                <a:cubicBezTo>
                  <a:pt x="64848" y="38363"/>
                  <a:pt x="63226" y="43778"/>
                  <a:pt x="60538" y="48640"/>
                </a:cubicBezTo>
                <a:cubicBezTo>
                  <a:pt x="57831" y="53503"/>
                  <a:pt x="53502" y="57831"/>
                  <a:pt x="48640" y="60519"/>
                </a:cubicBezTo>
                <a:cubicBezTo>
                  <a:pt x="43779" y="63227"/>
                  <a:pt x="38363" y="64848"/>
                  <a:pt x="32433" y="64848"/>
                </a:cubicBezTo>
                <a:cubicBezTo>
                  <a:pt x="26484" y="64848"/>
                  <a:pt x="21069" y="63227"/>
                  <a:pt x="16206" y="60519"/>
                </a:cubicBezTo>
                <a:cubicBezTo>
                  <a:pt x="11344" y="57831"/>
                  <a:pt x="7016" y="53503"/>
                  <a:pt x="4309" y="48640"/>
                </a:cubicBezTo>
                <a:cubicBezTo>
                  <a:pt x="1621" y="43778"/>
                  <a:pt x="0" y="38363"/>
                  <a:pt x="0" y="3241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" name="path-334">
            <a:extLst xmlns:a="http://schemas.openxmlformats.org/drawingml/2006/main">
              <a:ext uri="{FF2B5EF4-FFF2-40B4-BE49-F238E27FC236}">
                <a16:creationId xmlns:a16="http://schemas.microsoft.com/office/drawing/2014/main" id="{DF6DA9E8-C1B9-447A-8AA4-54BF1F24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7951" y="1502930"/>
            <a:ext cx="63902" cy="63921"/>
          </a:xfrm>
          <a:custGeom xmlns:a="http://schemas.openxmlformats.org/drawingml/2006/main">
            <a:pathLst>
              <a:path w="64848" h="64868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21" y="21088"/>
                  <a:pt x="4328" y="16227"/>
                </a:cubicBezTo>
                <a:cubicBezTo>
                  <a:pt x="7017" y="11365"/>
                  <a:pt x="11344" y="7036"/>
                  <a:pt x="16207" y="4328"/>
                </a:cubicBezTo>
                <a:cubicBezTo>
                  <a:pt x="21069" y="1621"/>
                  <a:pt x="26485" y="0"/>
                  <a:pt x="32434" y="0"/>
                </a:cubicBezTo>
                <a:cubicBezTo>
                  <a:pt x="38363" y="0"/>
                  <a:pt x="43778" y="1621"/>
                  <a:pt x="48640" y="4328"/>
                </a:cubicBezTo>
                <a:cubicBezTo>
                  <a:pt x="53503" y="7036"/>
                  <a:pt x="57830" y="11365"/>
                  <a:pt x="60539" y="16227"/>
                </a:cubicBezTo>
                <a:cubicBezTo>
                  <a:pt x="63228" y="21088"/>
                  <a:pt x="64848" y="26485"/>
                  <a:pt x="64848" y="32434"/>
                </a:cubicBezTo>
                <a:cubicBezTo>
                  <a:pt x="64848" y="38383"/>
                  <a:pt x="63228" y="43779"/>
                  <a:pt x="60539" y="48660"/>
                </a:cubicBezTo>
                <a:cubicBezTo>
                  <a:pt x="57830" y="53522"/>
                  <a:pt x="53503" y="57831"/>
                  <a:pt x="48640" y="60539"/>
                </a:cubicBezTo>
                <a:cubicBezTo>
                  <a:pt x="43778" y="63246"/>
                  <a:pt x="38363" y="64868"/>
                  <a:pt x="32434" y="64868"/>
                </a:cubicBezTo>
                <a:cubicBezTo>
                  <a:pt x="26485" y="64868"/>
                  <a:pt x="21069" y="63246"/>
                  <a:pt x="16207" y="60539"/>
                </a:cubicBezTo>
                <a:cubicBezTo>
                  <a:pt x="11344" y="57831"/>
                  <a:pt x="7017" y="53522"/>
                  <a:pt x="4328" y="48660"/>
                </a:cubicBezTo>
                <a:cubicBezTo>
                  <a:pt x="1621" y="43779"/>
                  <a:pt x="0" y="38383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" name="path-335">
            <a:extLst xmlns:a="http://schemas.openxmlformats.org/drawingml/2006/main">
              <a:ext uri="{FF2B5EF4-FFF2-40B4-BE49-F238E27FC236}">
                <a16:creationId xmlns:a16="http://schemas.microsoft.com/office/drawing/2014/main" id="{82ABE0E6-4655-46C5-9B08-4D5FFF5E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2671" y="1684563"/>
            <a:ext cx="63900" cy="63901"/>
          </a:xfrm>
          <a:custGeom xmlns:a="http://schemas.openxmlformats.org/drawingml/2006/main">
            <a:pathLst>
              <a:path w="64847" h="64848">
                <a:moveTo>
                  <a:pt x="0" y="32414"/>
                </a:moveTo>
                <a:lnTo>
                  <a:pt x="0" y="32414"/>
                </a:lnTo>
                <a:cubicBezTo>
                  <a:pt x="0" y="26465"/>
                  <a:pt x="1621" y="21070"/>
                  <a:pt x="4327" y="16207"/>
                </a:cubicBezTo>
                <a:cubicBezTo>
                  <a:pt x="7016" y="11345"/>
                  <a:pt x="11344" y="7017"/>
                  <a:pt x="16206" y="4309"/>
                </a:cubicBezTo>
                <a:cubicBezTo>
                  <a:pt x="21069" y="1621"/>
                  <a:pt x="26484" y="0"/>
                  <a:pt x="32433" y="0"/>
                </a:cubicBezTo>
                <a:cubicBezTo>
                  <a:pt x="38363" y="0"/>
                  <a:pt x="43778" y="1621"/>
                  <a:pt x="48641" y="4309"/>
                </a:cubicBezTo>
                <a:cubicBezTo>
                  <a:pt x="53502" y="7017"/>
                  <a:pt x="57831" y="11345"/>
                  <a:pt x="60538" y="16207"/>
                </a:cubicBezTo>
                <a:cubicBezTo>
                  <a:pt x="63226" y="21070"/>
                  <a:pt x="64847" y="26465"/>
                  <a:pt x="64847" y="32414"/>
                </a:cubicBezTo>
                <a:cubicBezTo>
                  <a:pt x="64847" y="38363"/>
                  <a:pt x="63226" y="43779"/>
                  <a:pt x="60538" y="48640"/>
                </a:cubicBezTo>
                <a:cubicBezTo>
                  <a:pt x="57831" y="53503"/>
                  <a:pt x="53502" y="57831"/>
                  <a:pt x="48641" y="60520"/>
                </a:cubicBezTo>
                <a:cubicBezTo>
                  <a:pt x="43778" y="63227"/>
                  <a:pt x="38363" y="64848"/>
                  <a:pt x="32433" y="64848"/>
                </a:cubicBezTo>
                <a:cubicBezTo>
                  <a:pt x="26484" y="64848"/>
                  <a:pt x="21069" y="63227"/>
                  <a:pt x="16206" y="60520"/>
                </a:cubicBezTo>
                <a:cubicBezTo>
                  <a:pt x="11344" y="57831"/>
                  <a:pt x="7016" y="53503"/>
                  <a:pt x="4327" y="48640"/>
                </a:cubicBezTo>
                <a:cubicBezTo>
                  <a:pt x="1621" y="43779"/>
                  <a:pt x="0" y="38363"/>
                  <a:pt x="0" y="3241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" name="path-336">
            <a:extLst xmlns:a="http://schemas.openxmlformats.org/drawingml/2006/main">
              <a:ext uri="{FF2B5EF4-FFF2-40B4-BE49-F238E27FC236}">
                <a16:creationId xmlns:a16="http://schemas.microsoft.com/office/drawing/2014/main" id="{42D8D3D4-F11B-4EA5-BA48-92DFD048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913" y="1353276"/>
            <a:ext cx="63919" cy="63920"/>
          </a:xfrm>
          <a:custGeom xmlns:a="http://schemas.openxmlformats.org/drawingml/2006/main">
            <a:pathLst>
              <a:path w="64866" h="64867">
                <a:moveTo>
                  <a:pt x="0" y="32433"/>
                </a:moveTo>
                <a:lnTo>
                  <a:pt x="0" y="32433"/>
                </a:lnTo>
                <a:cubicBezTo>
                  <a:pt x="0" y="26485"/>
                  <a:pt x="1621" y="21088"/>
                  <a:pt x="4328" y="16207"/>
                </a:cubicBezTo>
                <a:cubicBezTo>
                  <a:pt x="7035" y="11345"/>
                  <a:pt x="11364" y="7036"/>
                  <a:pt x="16225" y="4328"/>
                </a:cubicBezTo>
                <a:cubicBezTo>
                  <a:pt x="21088" y="1621"/>
                  <a:pt x="26485" y="0"/>
                  <a:pt x="32434" y="0"/>
                </a:cubicBezTo>
                <a:cubicBezTo>
                  <a:pt x="38383" y="0"/>
                  <a:pt x="43778" y="1621"/>
                  <a:pt x="48660" y="4328"/>
                </a:cubicBezTo>
                <a:cubicBezTo>
                  <a:pt x="53521" y="7036"/>
                  <a:pt x="57830" y="11345"/>
                  <a:pt x="60539" y="16207"/>
                </a:cubicBezTo>
                <a:cubicBezTo>
                  <a:pt x="63246" y="21088"/>
                  <a:pt x="64866" y="26485"/>
                  <a:pt x="64866" y="32433"/>
                </a:cubicBezTo>
                <a:cubicBezTo>
                  <a:pt x="64866" y="38382"/>
                  <a:pt x="63246" y="43779"/>
                  <a:pt x="60539" y="48640"/>
                </a:cubicBezTo>
                <a:cubicBezTo>
                  <a:pt x="57830" y="53503"/>
                  <a:pt x="53521" y="57831"/>
                  <a:pt x="48660" y="60539"/>
                </a:cubicBezTo>
                <a:cubicBezTo>
                  <a:pt x="43778" y="63246"/>
                  <a:pt x="38383" y="64867"/>
                  <a:pt x="32434" y="64867"/>
                </a:cubicBezTo>
                <a:cubicBezTo>
                  <a:pt x="26485" y="64867"/>
                  <a:pt x="21088" y="63246"/>
                  <a:pt x="16225" y="60539"/>
                </a:cubicBezTo>
                <a:cubicBezTo>
                  <a:pt x="11364" y="57831"/>
                  <a:pt x="7035" y="53503"/>
                  <a:pt x="4328" y="48640"/>
                </a:cubicBezTo>
                <a:cubicBezTo>
                  <a:pt x="1621" y="43779"/>
                  <a:pt x="0" y="38382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7" name="path-337">
            <a:extLst xmlns:a="http://schemas.openxmlformats.org/drawingml/2006/main">
              <a:ext uri="{FF2B5EF4-FFF2-40B4-BE49-F238E27FC236}">
                <a16:creationId xmlns:a16="http://schemas.microsoft.com/office/drawing/2014/main" id="{0A6E9816-D0CE-4BCF-8A62-CFBADC6C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9749" y="1688283"/>
            <a:ext cx="63919" cy="63920"/>
          </a:xfrm>
          <a:custGeom xmlns:a="http://schemas.openxmlformats.org/drawingml/2006/main">
            <a:pathLst>
              <a:path w="64866" h="64867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21" y="21070"/>
                  <a:pt x="4327" y="16207"/>
                </a:cubicBezTo>
                <a:cubicBezTo>
                  <a:pt x="7035" y="11345"/>
                  <a:pt x="11364" y="7017"/>
                  <a:pt x="16225" y="4328"/>
                </a:cubicBezTo>
                <a:cubicBezTo>
                  <a:pt x="21088" y="1621"/>
                  <a:pt x="26484" y="0"/>
                  <a:pt x="32433" y="0"/>
                </a:cubicBezTo>
                <a:cubicBezTo>
                  <a:pt x="38382" y="0"/>
                  <a:pt x="43778" y="1621"/>
                  <a:pt x="48641" y="4328"/>
                </a:cubicBezTo>
                <a:cubicBezTo>
                  <a:pt x="53521" y="7017"/>
                  <a:pt x="57831" y="11345"/>
                  <a:pt x="60538" y="16207"/>
                </a:cubicBezTo>
                <a:cubicBezTo>
                  <a:pt x="63246" y="21070"/>
                  <a:pt x="64866" y="26485"/>
                  <a:pt x="64866" y="32434"/>
                </a:cubicBezTo>
                <a:cubicBezTo>
                  <a:pt x="64866" y="38382"/>
                  <a:pt x="63246" y="43779"/>
                  <a:pt x="60538" y="48641"/>
                </a:cubicBezTo>
                <a:cubicBezTo>
                  <a:pt x="57831" y="53503"/>
                  <a:pt x="53521" y="57831"/>
                  <a:pt x="48641" y="60539"/>
                </a:cubicBezTo>
                <a:cubicBezTo>
                  <a:pt x="43778" y="63228"/>
                  <a:pt x="38382" y="64867"/>
                  <a:pt x="32433" y="64867"/>
                </a:cubicBezTo>
                <a:cubicBezTo>
                  <a:pt x="26484" y="64867"/>
                  <a:pt x="21088" y="63228"/>
                  <a:pt x="16225" y="60539"/>
                </a:cubicBezTo>
                <a:cubicBezTo>
                  <a:pt x="11364" y="57831"/>
                  <a:pt x="7035" y="53503"/>
                  <a:pt x="4327" y="48641"/>
                </a:cubicBezTo>
                <a:cubicBezTo>
                  <a:pt x="1621" y="43779"/>
                  <a:pt x="0" y="38382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" name="path-338">
            <a:extLst xmlns:a="http://schemas.openxmlformats.org/drawingml/2006/main">
              <a:ext uri="{FF2B5EF4-FFF2-40B4-BE49-F238E27FC236}">
                <a16:creationId xmlns:a16="http://schemas.microsoft.com/office/drawing/2014/main" id="{7B832431-E9E8-4338-B394-2F2E3FE4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6137" y="1865107"/>
            <a:ext cx="63921" cy="63920"/>
          </a:xfrm>
          <a:custGeom xmlns:a="http://schemas.openxmlformats.org/drawingml/2006/main">
            <a:pathLst>
              <a:path w="64868" h="64867">
                <a:moveTo>
                  <a:pt x="0" y="32433"/>
                </a:moveTo>
                <a:lnTo>
                  <a:pt x="0" y="32433"/>
                </a:lnTo>
                <a:cubicBezTo>
                  <a:pt x="0" y="26485"/>
                  <a:pt x="1621" y="21070"/>
                  <a:pt x="4328" y="16207"/>
                </a:cubicBezTo>
                <a:cubicBezTo>
                  <a:pt x="7035" y="11345"/>
                  <a:pt x="11365" y="7017"/>
                  <a:pt x="16225" y="4328"/>
                </a:cubicBezTo>
                <a:cubicBezTo>
                  <a:pt x="21088" y="1621"/>
                  <a:pt x="26485" y="0"/>
                  <a:pt x="32434" y="0"/>
                </a:cubicBezTo>
                <a:cubicBezTo>
                  <a:pt x="38383" y="0"/>
                  <a:pt x="43799" y="1621"/>
                  <a:pt x="48660" y="4328"/>
                </a:cubicBezTo>
                <a:cubicBezTo>
                  <a:pt x="53522" y="7017"/>
                  <a:pt x="57851" y="11345"/>
                  <a:pt x="60539" y="16207"/>
                </a:cubicBezTo>
                <a:cubicBezTo>
                  <a:pt x="63246" y="21070"/>
                  <a:pt x="64868" y="26485"/>
                  <a:pt x="64868" y="32433"/>
                </a:cubicBezTo>
                <a:cubicBezTo>
                  <a:pt x="64868" y="38382"/>
                  <a:pt x="63246" y="43778"/>
                  <a:pt x="60539" y="48640"/>
                </a:cubicBezTo>
                <a:cubicBezTo>
                  <a:pt x="57851" y="53503"/>
                  <a:pt x="53522" y="57831"/>
                  <a:pt x="48660" y="60539"/>
                </a:cubicBezTo>
                <a:cubicBezTo>
                  <a:pt x="43799" y="63246"/>
                  <a:pt x="38383" y="64867"/>
                  <a:pt x="32434" y="64867"/>
                </a:cubicBezTo>
                <a:cubicBezTo>
                  <a:pt x="26485" y="64867"/>
                  <a:pt x="21088" y="63246"/>
                  <a:pt x="16225" y="60539"/>
                </a:cubicBezTo>
                <a:cubicBezTo>
                  <a:pt x="11365" y="57831"/>
                  <a:pt x="7035" y="53503"/>
                  <a:pt x="4328" y="48640"/>
                </a:cubicBezTo>
                <a:cubicBezTo>
                  <a:pt x="1621" y="43778"/>
                  <a:pt x="0" y="38382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" name="path-339">
            <a:extLst xmlns:a="http://schemas.openxmlformats.org/drawingml/2006/main">
              <a:ext uri="{FF2B5EF4-FFF2-40B4-BE49-F238E27FC236}">
                <a16:creationId xmlns:a16="http://schemas.microsoft.com/office/drawing/2014/main" id="{BF874D3F-4595-4FE8-8E45-149C1FF3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8826" y="1496542"/>
            <a:ext cx="63919" cy="63920"/>
          </a:xfrm>
          <a:custGeom xmlns:a="http://schemas.openxmlformats.org/drawingml/2006/main">
            <a:pathLst>
              <a:path w="64866" h="64867">
                <a:moveTo>
                  <a:pt x="0" y="32433"/>
                </a:moveTo>
                <a:lnTo>
                  <a:pt x="0" y="32433"/>
                </a:lnTo>
                <a:cubicBezTo>
                  <a:pt x="0" y="26485"/>
                  <a:pt x="1619" y="21088"/>
                  <a:pt x="4328" y="16226"/>
                </a:cubicBezTo>
                <a:cubicBezTo>
                  <a:pt x="7035" y="11345"/>
                  <a:pt x="11344" y="7036"/>
                  <a:pt x="16207" y="4328"/>
                </a:cubicBezTo>
                <a:cubicBezTo>
                  <a:pt x="21087" y="1621"/>
                  <a:pt x="26484" y="0"/>
                  <a:pt x="32434" y="0"/>
                </a:cubicBezTo>
                <a:cubicBezTo>
                  <a:pt x="38383" y="0"/>
                  <a:pt x="43778" y="1621"/>
                  <a:pt x="48640" y="4328"/>
                </a:cubicBezTo>
                <a:cubicBezTo>
                  <a:pt x="53503" y="7036"/>
                  <a:pt x="57830" y="11345"/>
                  <a:pt x="60538" y="16226"/>
                </a:cubicBezTo>
                <a:cubicBezTo>
                  <a:pt x="63246" y="21088"/>
                  <a:pt x="64866" y="26485"/>
                  <a:pt x="64866" y="32433"/>
                </a:cubicBezTo>
                <a:cubicBezTo>
                  <a:pt x="64866" y="38382"/>
                  <a:pt x="63246" y="43778"/>
                  <a:pt x="60538" y="48640"/>
                </a:cubicBezTo>
                <a:cubicBezTo>
                  <a:pt x="57830" y="53522"/>
                  <a:pt x="53503" y="57831"/>
                  <a:pt x="48640" y="60539"/>
                </a:cubicBezTo>
                <a:cubicBezTo>
                  <a:pt x="43778" y="63246"/>
                  <a:pt x="38383" y="64867"/>
                  <a:pt x="32434" y="64867"/>
                </a:cubicBezTo>
                <a:cubicBezTo>
                  <a:pt x="26484" y="64867"/>
                  <a:pt x="21087" y="63246"/>
                  <a:pt x="16207" y="60539"/>
                </a:cubicBezTo>
                <a:cubicBezTo>
                  <a:pt x="11344" y="57831"/>
                  <a:pt x="7035" y="53522"/>
                  <a:pt x="4328" y="48640"/>
                </a:cubicBezTo>
                <a:cubicBezTo>
                  <a:pt x="1619" y="43778"/>
                  <a:pt x="0" y="38382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" name="path-340">
            <a:extLst xmlns:a="http://schemas.openxmlformats.org/drawingml/2006/main">
              <a:ext uri="{FF2B5EF4-FFF2-40B4-BE49-F238E27FC236}">
                <a16:creationId xmlns:a16="http://schemas.microsoft.com/office/drawing/2014/main" id="{A34E031F-C3A0-47D2-AAD3-95ACC591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9058" y="1875760"/>
            <a:ext cx="63919" cy="63901"/>
          </a:xfrm>
          <a:custGeom xmlns:a="http://schemas.openxmlformats.org/drawingml/2006/main">
            <a:pathLst>
              <a:path w="64866" h="64848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21" y="21070"/>
                  <a:pt x="4327" y="16207"/>
                </a:cubicBezTo>
                <a:cubicBezTo>
                  <a:pt x="7036" y="11345"/>
                  <a:pt x="11364" y="7017"/>
                  <a:pt x="16227" y="4328"/>
                </a:cubicBezTo>
                <a:cubicBezTo>
                  <a:pt x="21088" y="1621"/>
                  <a:pt x="26484" y="0"/>
                  <a:pt x="32433" y="0"/>
                </a:cubicBezTo>
                <a:cubicBezTo>
                  <a:pt x="38382" y="0"/>
                  <a:pt x="43797" y="1621"/>
                  <a:pt x="48659" y="4328"/>
                </a:cubicBezTo>
                <a:cubicBezTo>
                  <a:pt x="53522" y="7017"/>
                  <a:pt x="57849" y="11345"/>
                  <a:pt x="60538" y="16207"/>
                </a:cubicBezTo>
                <a:cubicBezTo>
                  <a:pt x="63246" y="21070"/>
                  <a:pt x="64866" y="26485"/>
                  <a:pt x="64866" y="32434"/>
                </a:cubicBezTo>
                <a:cubicBezTo>
                  <a:pt x="64866" y="38364"/>
                  <a:pt x="63246" y="43779"/>
                  <a:pt x="60538" y="48641"/>
                </a:cubicBezTo>
                <a:cubicBezTo>
                  <a:pt x="57849" y="53503"/>
                  <a:pt x="53522" y="57831"/>
                  <a:pt x="48659" y="60539"/>
                </a:cubicBezTo>
                <a:cubicBezTo>
                  <a:pt x="43797" y="63228"/>
                  <a:pt x="38382" y="64848"/>
                  <a:pt x="32433" y="64848"/>
                </a:cubicBezTo>
                <a:cubicBezTo>
                  <a:pt x="26484" y="64848"/>
                  <a:pt x="21088" y="63228"/>
                  <a:pt x="16227" y="60539"/>
                </a:cubicBezTo>
                <a:cubicBezTo>
                  <a:pt x="11364" y="57831"/>
                  <a:pt x="7036" y="53503"/>
                  <a:pt x="4327" y="48641"/>
                </a:cubicBezTo>
                <a:cubicBezTo>
                  <a:pt x="1621" y="43779"/>
                  <a:pt x="0" y="38364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" name="path-341">
            <a:extLst xmlns:a="http://schemas.openxmlformats.org/drawingml/2006/main">
              <a:ext uri="{FF2B5EF4-FFF2-40B4-BE49-F238E27FC236}">
                <a16:creationId xmlns:a16="http://schemas.microsoft.com/office/drawing/2014/main" id="{3B4DB6DF-E8C2-4532-B435-ECBA9B28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345" y="1467250"/>
            <a:ext cx="63902" cy="63919"/>
          </a:xfrm>
          <a:custGeom xmlns:a="http://schemas.openxmlformats.org/drawingml/2006/main">
            <a:pathLst>
              <a:path w="64848" h="64866">
                <a:moveTo>
                  <a:pt x="0" y="32433"/>
                </a:moveTo>
                <a:lnTo>
                  <a:pt x="0" y="32433"/>
                </a:lnTo>
                <a:cubicBezTo>
                  <a:pt x="0" y="26484"/>
                  <a:pt x="1621" y="21088"/>
                  <a:pt x="4327" y="16226"/>
                </a:cubicBezTo>
                <a:cubicBezTo>
                  <a:pt x="7016" y="11345"/>
                  <a:pt x="11344" y="7036"/>
                  <a:pt x="16206" y="4328"/>
                </a:cubicBezTo>
                <a:cubicBezTo>
                  <a:pt x="21069" y="1621"/>
                  <a:pt x="26484" y="0"/>
                  <a:pt x="32433" y="0"/>
                </a:cubicBezTo>
                <a:cubicBezTo>
                  <a:pt x="38383" y="0"/>
                  <a:pt x="43779" y="1621"/>
                  <a:pt x="48640" y="4328"/>
                </a:cubicBezTo>
                <a:cubicBezTo>
                  <a:pt x="53502" y="7036"/>
                  <a:pt x="57831" y="11345"/>
                  <a:pt x="60538" y="16226"/>
                </a:cubicBezTo>
                <a:cubicBezTo>
                  <a:pt x="63226" y="21088"/>
                  <a:pt x="64848" y="26484"/>
                  <a:pt x="64848" y="32433"/>
                </a:cubicBezTo>
                <a:cubicBezTo>
                  <a:pt x="64848" y="38382"/>
                  <a:pt x="63226" y="43779"/>
                  <a:pt x="60538" y="48640"/>
                </a:cubicBezTo>
                <a:cubicBezTo>
                  <a:pt x="57831" y="53503"/>
                  <a:pt x="53502" y="57831"/>
                  <a:pt x="48640" y="60539"/>
                </a:cubicBezTo>
                <a:cubicBezTo>
                  <a:pt x="43779" y="63246"/>
                  <a:pt x="38383" y="64866"/>
                  <a:pt x="32433" y="64866"/>
                </a:cubicBezTo>
                <a:cubicBezTo>
                  <a:pt x="26484" y="64866"/>
                  <a:pt x="21069" y="63246"/>
                  <a:pt x="16206" y="60539"/>
                </a:cubicBezTo>
                <a:cubicBezTo>
                  <a:pt x="11344" y="57831"/>
                  <a:pt x="7016" y="53503"/>
                  <a:pt x="4327" y="48640"/>
                </a:cubicBezTo>
                <a:cubicBezTo>
                  <a:pt x="1621" y="43779"/>
                  <a:pt x="0" y="38382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" name="path-342">
            <a:extLst xmlns:a="http://schemas.openxmlformats.org/drawingml/2006/main">
              <a:ext uri="{FF2B5EF4-FFF2-40B4-BE49-F238E27FC236}">
                <a16:creationId xmlns:a16="http://schemas.microsoft.com/office/drawing/2014/main" id="{C7A36655-9293-4BF4-9FFC-77717FF7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5139" y="1876286"/>
            <a:ext cx="63902" cy="63921"/>
          </a:xfrm>
          <a:custGeom xmlns:a="http://schemas.openxmlformats.org/drawingml/2006/main">
            <a:pathLst>
              <a:path w="64848" h="64868">
                <a:moveTo>
                  <a:pt x="0" y="32433"/>
                </a:moveTo>
                <a:lnTo>
                  <a:pt x="0" y="32433"/>
                </a:lnTo>
                <a:cubicBezTo>
                  <a:pt x="0" y="26485"/>
                  <a:pt x="1621" y="21088"/>
                  <a:pt x="4328" y="16227"/>
                </a:cubicBezTo>
                <a:cubicBezTo>
                  <a:pt x="7017" y="11364"/>
                  <a:pt x="11344" y="7036"/>
                  <a:pt x="16207" y="4328"/>
                </a:cubicBezTo>
                <a:cubicBezTo>
                  <a:pt x="21069" y="1621"/>
                  <a:pt x="26485" y="0"/>
                  <a:pt x="32434" y="0"/>
                </a:cubicBezTo>
                <a:cubicBezTo>
                  <a:pt x="38362" y="0"/>
                  <a:pt x="43778" y="1621"/>
                  <a:pt x="48640" y="4328"/>
                </a:cubicBezTo>
                <a:cubicBezTo>
                  <a:pt x="53503" y="7036"/>
                  <a:pt x="57830" y="11364"/>
                  <a:pt x="60539" y="16227"/>
                </a:cubicBezTo>
                <a:cubicBezTo>
                  <a:pt x="63226" y="21088"/>
                  <a:pt x="64848" y="26485"/>
                  <a:pt x="64848" y="32433"/>
                </a:cubicBezTo>
                <a:cubicBezTo>
                  <a:pt x="64848" y="38383"/>
                  <a:pt x="63226" y="43779"/>
                  <a:pt x="60539" y="48641"/>
                </a:cubicBezTo>
                <a:cubicBezTo>
                  <a:pt x="57830" y="53522"/>
                  <a:pt x="53503" y="57831"/>
                  <a:pt x="48640" y="60539"/>
                </a:cubicBezTo>
                <a:cubicBezTo>
                  <a:pt x="43778" y="63246"/>
                  <a:pt x="38362" y="64868"/>
                  <a:pt x="32434" y="64868"/>
                </a:cubicBezTo>
                <a:cubicBezTo>
                  <a:pt x="26485" y="64868"/>
                  <a:pt x="21069" y="63246"/>
                  <a:pt x="16207" y="60539"/>
                </a:cubicBezTo>
                <a:cubicBezTo>
                  <a:pt x="11344" y="57831"/>
                  <a:pt x="7017" y="53522"/>
                  <a:pt x="4328" y="48641"/>
                </a:cubicBezTo>
                <a:cubicBezTo>
                  <a:pt x="1621" y="43779"/>
                  <a:pt x="0" y="38383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" name="path-343">
            <a:extLst xmlns:a="http://schemas.openxmlformats.org/drawingml/2006/main">
              <a:ext uri="{FF2B5EF4-FFF2-40B4-BE49-F238E27FC236}">
                <a16:creationId xmlns:a16="http://schemas.microsoft.com/office/drawing/2014/main" id="{A53A7A65-B23C-446E-ADEA-70B69A65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1329" y="1306943"/>
            <a:ext cx="63902" cy="63901"/>
          </a:xfrm>
          <a:custGeom xmlns:a="http://schemas.openxmlformats.org/drawingml/2006/main">
            <a:pathLst>
              <a:path w="64848" h="64848">
                <a:moveTo>
                  <a:pt x="0" y="32433"/>
                </a:moveTo>
                <a:lnTo>
                  <a:pt x="0" y="32433"/>
                </a:lnTo>
                <a:cubicBezTo>
                  <a:pt x="0" y="26484"/>
                  <a:pt x="1621" y="21070"/>
                  <a:pt x="4309" y="16207"/>
                </a:cubicBezTo>
                <a:cubicBezTo>
                  <a:pt x="7017" y="11345"/>
                  <a:pt x="11345" y="7017"/>
                  <a:pt x="16208" y="4328"/>
                </a:cubicBezTo>
                <a:cubicBezTo>
                  <a:pt x="21070" y="1620"/>
                  <a:pt x="26485" y="0"/>
                  <a:pt x="32414" y="0"/>
                </a:cubicBezTo>
                <a:cubicBezTo>
                  <a:pt x="38363" y="0"/>
                  <a:pt x="43779" y="1620"/>
                  <a:pt x="48641" y="4328"/>
                </a:cubicBezTo>
                <a:cubicBezTo>
                  <a:pt x="53503" y="7017"/>
                  <a:pt x="57831" y="11345"/>
                  <a:pt x="60520" y="16207"/>
                </a:cubicBezTo>
                <a:cubicBezTo>
                  <a:pt x="63228" y="21070"/>
                  <a:pt x="64848" y="26484"/>
                  <a:pt x="64848" y="32433"/>
                </a:cubicBezTo>
                <a:cubicBezTo>
                  <a:pt x="64848" y="38363"/>
                  <a:pt x="63228" y="43778"/>
                  <a:pt x="60520" y="48640"/>
                </a:cubicBezTo>
                <a:cubicBezTo>
                  <a:pt x="57831" y="53503"/>
                  <a:pt x="53503" y="57831"/>
                  <a:pt x="48641" y="60538"/>
                </a:cubicBezTo>
                <a:cubicBezTo>
                  <a:pt x="43779" y="63227"/>
                  <a:pt x="38363" y="64848"/>
                  <a:pt x="32414" y="64848"/>
                </a:cubicBezTo>
                <a:cubicBezTo>
                  <a:pt x="26485" y="64848"/>
                  <a:pt x="21070" y="63227"/>
                  <a:pt x="16208" y="60538"/>
                </a:cubicBezTo>
                <a:cubicBezTo>
                  <a:pt x="11345" y="57831"/>
                  <a:pt x="7017" y="53503"/>
                  <a:pt x="4309" y="48640"/>
                </a:cubicBezTo>
                <a:cubicBezTo>
                  <a:pt x="1621" y="43778"/>
                  <a:pt x="0" y="38363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" name="path-344">
            <a:extLst xmlns:a="http://schemas.openxmlformats.org/drawingml/2006/main">
              <a:ext uri="{FF2B5EF4-FFF2-40B4-BE49-F238E27FC236}">
                <a16:creationId xmlns:a16="http://schemas.microsoft.com/office/drawing/2014/main" id="{7574ACE8-0AD7-40FE-A482-96D2B690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4287" y="1527976"/>
            <a:ext cx="63921" cy="63902"/>
          </a:xfrm>
          <a:custGeom xmlns:a="http://schemas.openxmlformats.org/drawingml/2006/main">
            <a:pathLst>
              <a:path w="64868" h="64848">
                <a:moveTo>
                  <a:pt x="0" y="32414"/>
                </a:moveTo>
                <a:lnTo>
                  <a:pt x="0" y="32414"/>
                </a:lnTo>
                <a:cubicBezTo>
                  <a:pt x="0" y="26485"/>
                  <a:pt x="1621" y="21069"/>
                  <a:pt x="4328" y="16208"/>
                </a:cubicBezTo>
                <a:cubicBezTo>
                  <a:pt x="7036" y="11345"/>
                  <a:pt x="11345" y="7017"/>
                  <a:pt x="16227" y="4309"/>
                </a:cubicBezTo>
                <a:cubicBezTo>
                  <a:pt x="21088" y="1621"/>
                  <a:pt x="26485" y="0"/>
                  <a:pt x="32434" y="0"/>
                </a:cubicBezTo>
                <a:cubicBezTo>
                  <a:pt x="38383" y="0"/>
                  <a:pt x="43779" y="1621"/>
                  <a:pt x="48641" y="4309"/>
                </a:cubicBezTo>
                <a:cubicBezTo>
                  <a:pt x="53503" y="7017"/>
                  <a:pt x="57831" y="11345"/>
                  <a:pt x="60539" y="16208"/>
                </a:cubicBezTo>
                <a:cubicBezTo>
                  <a:pt x="63246" y="21069"/>
                  <a:pt x="64868" y="26485"/>
                  <a:pt x="64868" y="32414"/>
                </a:cubicBezTo>
                <a:cubicBezTo>
                  <a:pt x="64868" y="38363"/>
                  <a:pt x="63246" y="43779"/>
                  <a:pt x="60539" y="48641"/>
                </a:cubicBezTo>
                <a:cubicBezTo>
                  <a:pt x="57831" y="53503"/>
                  <a:pt x="53503" y="57831"/>
                  <a:pt x="48641" y="60520"/>
                </a:cubicBezTo>
                <a:cubicBezTo>
                  <a:pt x="43779" y="63227"/>
                  <a:pt x="38383" y="64848"/>
                  <a:pt x="32434" y="64848"/>
                </a:cubicBezTo>
                <a:cubicBezTo>
                  <a:pt x="26485" y="64848"/>
                  <a:pt x="21088" y="63227"/>
                  <a:pt x="16227" y="60520"/>
                </a:cubicBezTo>
                <a:cubicBezTo>
                  <a:pt x="11345" y="57831"/>
                  <a:pt x="7036" y="53503"/>
                  <a:pt x="4328" y="48641"/>
                </a:cubicBezTo>
                <a:cubicBezTo>
                  <a:pt x="1621" y="43779"/>
                  <a:pt x="0" y="38363"/>
                  <a:pt x="0" y="3241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" name="path-345">
            <a:extLst xmlns:a="http://schemas.openxmlformats.org/drawingml/2006/main">
              <a:ext uri="{FF2B5EF4-FFF2-40B4-BE49-F238E27FC236}">
                <a16:creationId xmlns:a16="http://schemas.microsoft.com/office/drawing/2014/main" id="{D09C54A1-906F-4832-BF4A-F4CE7AF1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9656" y="1334112"/>
            <a:ext cx="63919" cy="63902"/>
          </a:xfrm>
          <a:custGeom xmlns:a="http://schemas.openxmlformats.org/drawingml/2006/main">
            <a:pathLst>
              <a:path w="64866" h="64848">
                <a:moveTo>
                  <a:pt x="0" y="32414"/>
                </a:moveTo>
                <a:lnTo>
                  <a:pt x="0" y="32414"/>
                </a:lnTo>
                <a:cubicBezTo>
                  <a:pt x="0" y="26484"/>
                  <a:pt x="1622" y="21069"/>
                  <a:pt x="4328" y="16207"/>
                </a:cubicBezTo>
                <a:cubicBezTo>
                  <a:pt x="7036" y="11345"/>
                  <a:pt x="11365" y="7016"/>
                  <a:pt x="16227" y="4309"/>
                </a:cubicBezTo>
                <a:cubicBezTo>
                  <a:pt x="21088" y="1621"/>
                  <a:pt x="26485" y="0"/>
                  <a:pt x="32434" y="0"/>
                </a:cubicBezTo>
                <a:cubicBezTo>
                  <a:pt x="38383" y="0"/>
                  <a:pt x="43779" y="1621"/>
                  <a:pt x="48660" y="4309"/>
                </a:cubicBezTo>
                <a:cubicBezTo>
                  <a:pt x="53522" y="7016"/>
                  <a:pt x="57831" y="11345"/>
                  <a:pt x="60539" y="16207"/>
                </a:cubicBezTo>
                <a:cubicBezTo>
                  <a:pt x="63247" y="21069"/>
                  <a:pt x="64866" y="26484"/>
                  <a:pt x="64866" y="32414"/>
                </a:cubicBezTo>
                <a:cubicBezTo>
                  <a:pt x="64866" y="38363"/>
                  <a:pt x="63247" y="43779"/>
                  <a:pt x="60539" y="48640"/>
                </a:cubicBezTo>
                <a:cubicBezTo>
                  <a:pt x="57831" y="53503"/>
                  <a:pt x="53522" y="57831"/>
                  <a:pt x="48660" y="60519"/>
                </a:cubicBezTo>
                <a:cubicBezTo>
                  <a:pt x="43779" y="63227"/>
                  <a:pt x="38383" y="64848"/>
                  <a:pt x="32434" y="64848"/>
                </a:cubicBezTo>
                <a:cubicBezTo>
                  <a:pt x="26485" y="64848"/>
                  <a:pt x="21088" y="63227"/>
                  <a:pt x="16227" y="60519"/>
                </a:cubicBezTo>
                <a:cubicBezTo>
                  <a:pt x="11365" y="57831"/>
                  <a:pt x="7036" y="53503"/>
                  <a:pt x="4328" y="48640"/>
                </a:cubicBezTo>
                <a:cubicBezTo>
                  <a:pt x="1622" y="43779"/>
                  <a:pt x="0" y="38363"/>
                  <a:pt x="0" y="3241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" name="path-346">
            <a:extLst xmlns:a="http://schemas.openxmlformats.org/drawingml/2006/main">
              <a:ext uri="{FF2B5EF4-FFF2-40B4-BE49-F238E27FC236}">
                <a16:creationId xmlns:a16="http://schemas.microsoft.com/office/drawing/2014/main" id="{EE4DC499-1EDB-46ED-988A-53B6EFEA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4904" y="1311208"/>
            <a:ext cx="260961" cy="334463"/>
          </a:xfrm>
          <a:custGeom xmlns:a="http://schemas.openxmlformats.org/drawingml/2006/main">
            <a:pathLst>
              <a:path w="264827" h="339418">
                <a:moveTo>
                  <a:pt x="0" y="0"/>
                </a:moveTo>
                <a:lnTo>
                  <a:pt x="185373" y="0"/>
                </a:lnTo>
                <a:lnTo>
                  <a:pt x="264827" y="78900"/>
                </a:lnTo>
                <a:lnTo>
                  <a:pt x="264827" y="339418"/>
                </a:lnTo>
                <a:lnTo>
                  <a:pt x="0" y="339418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978">
            <a:solidFill>
              <a:srgbClr val="444444"/>
            </a:solidFill>
            <a:prstDash val="solid"/>
          </a:ln>
        </p:spPr>
      </p:sp>
      <p:sp>
        <p:nvSpPr>
          <p:cNvPr id="397" name="path-347">
            <a:extLst xmlns:a="http://schemas.openxmlformats.org/drawingml/2006/main">
              <a:ext uri="{FF2B5EF4-FFF2-40B4-BE49-F238E27FC236}">
                <a16:creationId xmlns:a16="http://schemas.microsoft.com/office/drawing/2014/main" id="{EF61AA39-24A2-47C9-8C14-DABF3E4D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8116" y="1311208"/>
            <a:ext cx="191" cy="78294"/>
          </a:xfrm>
          <a:custGeom xmlns:a="http://schemas.openxmlformats.org/drawingml/2006/main">
            <a:pathLst>
              <a:path w="191" h="79454">
                <a:moveTo>
                  <a:pt x="0" y="0"/>
                </a:moveTo>
                <a:lnTo>
                  <a:pt x="0" y="79454"/>
                </a:lnTo>
              </a:path>
            </a:pathLst>
          </a:custGeom>
          <a:noFill xmlns:a="http://schemas.openxmlformats.org/drawingml/2006/main"/>
          <a:ln xmlns:a="http://schemas.openxmlformats.org/drawingml/2006/main" w="12782">
            <a:solidFill>
              <a:srgbClr val="444444"/>
            </a:solidFill>
            <a:prstDash val="solid"/>
          </a:ln>
        </p:spPr>
      </p:sp>
      <p:sp>
        <p:nvSpPr>
          <p:cNvPr id="398" name="path-348">
            <a:extLst xmlns:a="http://schemas.openxmlformats.org/drawingml/2006/main">
              <a:ext uri="{FF2B5EF4-FFF2-40B4-BE49-F238E27FC236}">
                <a16:creationId xmlns:a16="http://schemas.microsoft.com/office/drawing/2014/main" id="{AE0EBE0D-6404-4224-8C6C-CC15128F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8116" y="1389501"/>
            <a:ext cx="78293" cy="191"/>
          </a:xfrm>
          <a:custGeom xmlns:a="http://schemas.openxmlformats.org/drawingml/2006/main">
            <a:pathLst>
              <a:path w="79453" h="191">
                <a:moveTo>
                  <a:pt x="0" y="0"/>
                </a:moveTo>
                <a:lnTo>
                  <a:pt x="794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782">
            <a:solidFill>
              <a:srgbClr val="444444"/>
            </a:solidFill>
            <a:prstDash val="solid"/>
          </a:ln>
        </p:spPr>
      </p:sp>
      <p:sp>
        <p:nvSpPr>
          <p:cNvPr id="399" name="path-349">
            <a:extLst xmlns:a="http://schemas.openxmlformats.org/drawingml/2006/main">
              <a:ext uri="{FF2B5EF4-FFF2-40B4-BE49-F238E27FC236}">
                <a16:creationId xmlns:a16="http://schemas.microsoft.com/office/drawing/2014/main" id="{6A9660AB-4AE4-4662-B7E7-C8CBE46B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9641" y="1445417"/>
            <a:ext cx="172031" cy="191"/>
          </a:xfrm>
          <a:custGeom xmlns:a="http://schemas.openxmlformats.org/drawingml/2006/main">
            <a:pathLst>
              <a:path w="174580" h="191">
                <a:moveTo>
                  <a:pt x="0" y="0"/>
                </a:moveTo>
                <a:lnTo>
                  <a:pt x="174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444444"/>
            </a:solidFill>
            <a:prstDash val="solid"/>
          </a:ln>
        </p:spPr>
      </p:sp>
      <p:sp>
        <p:nvSpPr>
          <p:cNvPr id="400" name="path-350">
            <a:extLst xmlns:a="http://schemas.openxmlformats.org/drawingml/2006/main">
              <a:ext uri="{FF2B5EF4-FFF2-40B4-BE49-F238E27FC236}">
                <a16:creationId xmlns:a16="http://schemas.microsoft.com/office/drawing/2014/main" id="{1B2F0CF4-8830-416C-B973-EF136696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9641" y="1502404"/>
            <a:ext cx="172031" cy="191"/>
          </a:xfrm>
          <a:custGeom xmlns:a="http://schemas.openxmlformats.org/drawingml/2006/main">
            <a:pathLst>
              <a:path w="174580" h="191">
                <a:moveTo>
                  <a:pt x="0" y="0"/>
                </a:moveTo>
                <a:lnTo>
                  <a:pt x="174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444444"/>
            </a:solidFill>
            <a:prstDash val="solid"/>
          </a:ln>
        </p:spPr>
      </p:sp>
      <p:sp>
        <p:nvSpPr>
          <p:cNvPr id="401" name="path-351">
            <a:extLst xmlns:a="http://schemas.openxmlformats.org/drawingml/2006/main">
              <a:ext uri="{FF2B5EF4-FFF2-40B4-BE49-F238E27FC236}">
                <a16:creationId xmlns:a16="http://schemas.microsoft.com/office/drawing/2014/main" id="{D6DBE04E-B64C-41FA-83FF-76003BC9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9641" y="1558865"/>
            <a:ext cx="172031" cy="191"/>
          </a:xfrm>
          <a:custGeom xmlns:a="http://schemas.openxmlformats.org/drawingml/2006/main">
            <a:pathLst>
              <a:path w="174580" h="191">
                <a:moveTo>
                  <a:pt x="0" y="0"/>
                </a:moveTo>
                <a:lnTo>
                  <a:pt x="174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444444"/>
            </a:solidFill>
            <a:prstDash val="solid"/>
          </a:ln>
        </p:spPr>
      </p:sp>
      <p:sp>
        <p:nvSpPr>
          <p:cNvPr id="402" name="path-352">
            <a:extLst xmlns:a="http://schemas.openxmlformats.org/drawingml/2006/main">
              <a:ext uri="{FF2B5EF4-FFF2-40B4-BE49-F238E27FC236}">
                <a16:creationId xmlns:a16="http://schemas.microsoft.com/office/drawing/2014/main" id="{933B4AC8-91E7-4AA8-BD54-EE2DD6A8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8637" y="1108287"/>
            <a:ext cx="1221771" cy="872916"/>
          </a:xfrm>
          <a:custGeom xmlns:a="http://schemas.openxmlformats.org/drawingml/2006/main">
            <a:pathLst>
              <a:path w="1239871" h="885849">
                <a:moveTo>
                  <a:pt x="0" y="442648"/>
                </a:moveTo>
                <a:lnTo>
                  <a:pt x="0" y="442648"/>
                </a:lnTo>
                <a:cubicBezTo>
                  <a:pt x="0" y="364834"/>
                  <a:pt x="28639" y="288622"/>
                  <a:pt x="83228" y="221048"/>
                </a:cubicBezTo>
                <a:cubicBezTo>
                  <a:pt x="137284" y="154026"/>
                  <a:pt x="215651" y="97815"/>
                  <a:pt x="310225" y="58899"/>
                </a:cubicBezTo>
                <a:cubicBezTo>
                  <a:pt x="404284" y="19983"/>
                  <a:pt x="511290" y="0"/>
                  <a:pt x="619936" y="0"/>
                </a:cubicBezTo>
                <a:cubicBezTo>
                  <a:pt x="728581" y="0"/>
                  <a:pt x="835587" y="19983"/>
                  <a:pt x="930179" y="58899"/>
                </a:cubicBezTo>
                <a:cubicBezTo>
                  <a:pt x="1024220" y="97815"/>
                  <a:pt x="1102586" y="154026"/>
                  <a:pt x="1156643" y="221048"/>
                </a:cubicBezTo>
                <a:cubicBezTo>
                  <a:pt x="1211231" y="288622"/>
                  <a:pt x="1239871" y="364834"/>
                  <a:pt x="1239871" y="442648"/>
                </a:cubicBezTo>
                <a:cubicBezTo>
                  <a:pt x="1239871" y="520481"/>
                  <a:pt x="1211231" y="596693"/>
                  <a:pt x="1156643" y="664249"/>
                </a:cubicBezTo>
                <a:cubicBezTo>
                  <a:pt x="1102586" y="731270"/>
                  <a:pt x="1024220" y="787480"/>
                  <a:pt x="930179" y="826397"/>
                </a:cubicBezTo>
                <a:cubicBezTo>
                  <a:pt x="835587" y="865313"/>
                  <a:pt x="728581" y="885849"/>
                  <a:pt x="619936" y="885849"/>
                </a:cubicBezTo>
                <a:cubicBezTo>
                  <a:pt x="511290" y="885849"/>
                  <a:pt x="404284" y="865313"/>
                  <a:pt x="310225" y="826397"/>
                </a:cubicBezTo>
                <a:cubicBezTo>
                  <a:pt x="215651" y="787480"/>
                  <a:pt x="137284" y="731270"/>
                  <a:pt x="83228" y="664249"/>
                </a:cubicBezTo>
                <a:cubicBezTo>
                  <a:pt x="28639" y="596693"/>
                  <a:pt x="0" y="520481"/>
                  <a:pt x="0" y="44264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641">
            <a:solidFill>
              <a:srgbClr val="3A7D44"/>
            </a:solidFill>
            <a:prstDash val="dash"/>
          </a:ln>
        </p:spPr>
      </p:sp>
      <p:sp>
        <p:nvSpPr>
          <p:cNvPr id="403" name="path-353">
            <a:extLst xmlns:a="http://schemas.openxmlformats.org/drawingml/2006/main">
              <a:ext uri="{FF2B5EF4-FFF2-40B4-BE49-F238E27FC236}">
                <a16:creationId xmlns:a16="http://schemas.microsoft.com/office/drawing/2014/main" id="{E621DCA9-31EF-45FC-8091-40BBC111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9503" y="1564182"/>
            <a:ext cx="63921" cy="63920"/>
          </a:xfrm>
          <a:custGeom xmlns:a="http://schemas.openxmlformats.org/drawingml/2006/main">
            <a:pathLst>
              <a:path w="64868" h="64867">
                <a:moveTo>
                  <a:pt x="0" y="32433"/>
                </a:moveTo>
                <a:lnTo>
                  <a:pt x="0" y="32433"/>
                </a:lnTo>
                <a:cubicBezTo>
                  <a:pt x="0" y="26484"/>
                  <a:pt x="1622" y="21088"/>
                  <a:pt x="4328" y="16226"/>
                </a:cubicBezTo>
                <a:cubicBezTo>
                  <a:pt x="7036" y="11345"/>
                  <a:pt x="11365" y="7036"/>
                  <a:pt x="16227" y="4328"/>
                </a:cubicBezTo>
                <a:cubicBezTo>
                  <a:pt x="21090" y="1621"/>
                  <a:pt x="26486" y="0"/>
                  <a:pt x="32434" y="0"/>
                </a:cubicBezTo>
                <a:cubicBezTo>
                  <a:pt x="38383" y="0"/>
                  <a:pt x="43797" y="1621"/>
                  <a:pt x="48660" y="4328"/>
                </a:cubicBezTo>
                <a:cubicBezTo>
                  <a:pt x="53522" y="7036"/>
                  <a:pt x="57851" y="11345"/>
                  <a:pt x="60539" y="16226"/>
                </a:cubicBezTo>
                <a:cubicBezTo>
                  <a:pt x="63247" y="21088"/>
                  <a:pt x="64868" y="26484"/>
                  <a:pt x="64868" y="32433"/>
                </a:cubicBezTo>
                <a:cubicBezTo>
                  <a:pt x="64868" y="38383"/>
                  <a:pt x="63247" y="43779"/>
                  <a:pt x="60539" y="48641"/>
                </a:cubicBezTo>
                <a:cubicBezTo>
                  <a:pt x="57851" y="53522"/>
                  <a:pt x="53522" y="57831"/>
                  <a:pt x="48660" y="60539"/>
                </a:cubicBezTo>
                <a:cubicBezTo>
                  <a:pt x="43797" y="63246"/>
                  <a:pt x="38383" y="64867"/>
                  <a:pt x="32434" y="64867"/>
                </a:cubicBezTo>
                <a:cubicBezTo>
                  <a:pt x="26486" y="64867"/>
                  <a:pt x="21090" y="63246"/>
                  <a:pt x="16227" y="60539"/>
                </a:cubicBezTo>
                <a:cubicBezTo>
                  <a:pt x="11365" y="57831"/>
                  <a:pt x="7036" y="53522"/>
                  <a:pt x="4328" y="48641"/>
                </a:cubicBezTo>
                <a:cubicBezTo>
                  <a:pt x="1622" y="43779"/>
                  <a:pt x="0" y="38383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" name="path-354">
            <a:extLst xmlns:a="http://schemas.openxmlformats.org/drawingml/2006/main">
              <a:ext uri="{FF2B5EF4-FFF2-40B4-BE49-F238E27FC236}">
                <a16:creationId xmlns:a16="http://schemas.microsoft.com/office/drawing/2014/main" id="{C02CD863-7396-4D41-A416-D39103E9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80" y="1482168"/>
            <a:ext cx="63919" cy="63902"/>
          </a:xfrm>
          <a:custGeom xmlns:a="http://schemas.openxmlformats.org/drawingml/2006/main">
            <a:pathLst>
              <a:path w="64866" h="64848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21" y="21070"/>
                  <a:pt x="4328" y="16208"/>
                </a:cubicBezTo>
                <a:cubicBezTo>
                  <a:pt x="7036" y="11345"/>
                  <a:pt x="11364" y="7018"/>
                  <a:pt x="16227" y="4329"/>
                </a:cubicBezTo>
                <a:cubicBezTo>
                  <a:pt x="21088" y="1621"/>
                  <a:pt x="26484" y="0"/>
                  <a:pt x="32434" y="0"/>
                </a:cubicBezTo>
                <a:cubicBezTo>
                  <a:pt x="38383" y="0"/>
                  <a:pt x="43779" y="1621"/>
                  <a:pt x="48659" y="4329"/>
                </a:cubicBezTo>
                <a:cubicBezTo>
                  <a:pt x="53522" y="7018"/>
                  <a:pt x="57831" y="11345"/>
                  <a:pt x="60538" y="16208"/>
                </a:cubicBezTo>
                <a:cubicBezTo>
                  <a:pt x="63247" y="21070"/>
                  <a:pt x="64866" y="26485"/>
                  <a:pt x="64866" y="32434"/>
                </a:cubicBezTo>
                <a:cubicBezTo>
                  <a:pt x="64866" y="38364"/>
                  <a:pt x="63247" y="43779"/>
                  <a:pt x="60538" y="48642"/>
                </a:cubicBezTo>
                <a:cubicBezTo>
                  <a:pt x="57831" y="53503"/>
                  <a:pt x="53522" y="57832"/>
                  <a:pt x="48659" y="60539"/>
                </a:cubicBezTo>
                <a:cubicBezTo>
                  <a:pt x="43779" y="63228"/>
                  <a:pt x="38383" y="64848"/>
                  <a:pt x="32434" y="64848"/>
                </a:cubicBezTo>
                <a:cubicBezTo>
                  <a:pt x="26484" y="64848"/>
                  <a:pt x="21088" y="63228"/>
                  <a:pt x="16227" y="60539"/>
                </a:cubicBezTo>
                <a:cubicBezTo>
                  <a:pt x="11364" y="57832"/>
                  <a:pt x="7036" y="53503"/>
                  <a:pt x="4328" y="48642"/>
                </a:cubicBezTo>
                <a:cubicBezTo>
                  <a:pt x="1621" y="43779"/>
                  <a:pt x="0" y="38364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5" name="path-355">
            <a:extLst xmlns:a="http://schemas.openxmlformats.org/drawingml/2006/main">
              <a:ext uri="{FF2B5EF4-FFF2-40B4-BE49-F238E27FC236}">
                <a16:creationId xmlns:a16="http://schemas.microsoft.com/office/drawing/2014/main" id="{B42D3D2F-6673-465E-ACE0-5DE5759D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7145" y="1588157"/>
            <a:ext cx="63919" cy="63901"/>
          </a:xfrm>
          <a:custGeom xmlns:a="http://schemas.openxmlformats.org/drawingml/2006/main">
            <a:pathLst>
              <a:path w="64866" h="64848">
                <a:moveTo>
                  <a:pt x="0" y="32433"/>
                </a:moveTo>
                <a:lnTo>
                  <a:pt x="0" y="32433"/>
                </a:lnTo>
                <a:cubicBezTo>
                  <a:pt x="0" y="26484"/>
                  <a:pt x="1619" y="21069"/>
                  <a:pt x="4328" y="16207"/>
                </a:cubicBezTo>
                <a:cubicBezTo>
                  <a:pt x="7035" y="11345"/>
                  <a:pt x="11365" y="7016"/>
                  <a:pt x="16225" y="4328"/>
                </a:cubicBezTo>
                <a:cubicBezTo>
                  <a:pt x="21087" y="1621"/>
                  <a:pt x="26484" y="0"/>
                  <a:pt x="32434" y="0"/>
                </a:cubicBezTo>
                <a:cubicBezTo>
                  <a:pt x="38383" y="0"/>
                  <a:pt x="43797" y="1621"/>
                  <a:pt x="48659" y="4328"/>
                </a:cubicBezTo>
                <a:cubicBezTo>
                  <a:pt x="53522" y="7016"/>
                  <a:pt x="57851" y="11345"/>
                  <a:pt x="60538" y="16207"/>
                </a:cubicBezTo>
                <a:cubicBezTo>
                  <a:pt x="63246" y="21069"/>
                  <a:pt x="64866" y="26484"/>
                  <a:pt x="64866" y="32433"/>
                </a:cubicBezTo>
                <a:cubicBezTo>
                  <a:pt x="64866" y="38363"/>
                  <a:pt x="63246" y="43778"/>
                  <a:pt x="60538" y="48640"/>
                </a:cubicBezTo>
                <a:cubicBezTo>
                  <a:pt x="57851" y="53503"/>
                  <a:pt x="53522" y="57831"/>
                  <a:pt x="48659" y="60539"/>
                </a:cubicBezTo>
                <a:cubicBezTo>
                  <a:pt x="43797" y="63227"/>
                  <a:pt x="38383" y="64848"/>
                  <a:pt x="32434" y="64848"/>
                </a:cubicBezTo>
                <a:cubicBezTo>
                  <a:pt x="26484" y="64848"/>
                  <a:pt x="21087" y="63227"/>
                  <a:pt x="16225" y="60539"/>
                </a:cubicBezTo>
                <a:cubicBezTo>
                  <a:pt x="11365" y="57831"/>
                  <a:pt x="7035" y="53503"/>
                  <a:pt x="4328" y="48640"/>
                </a:cubicBezTo>
                <a:cubicBezTo>
                  <a:pt x="1619" y="43778"/>
                  <a:pt x="0" y="38363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" name="path-356">
            <a:extLst xmlns:a="http://schemas.openxmlformats.org/drawingml/2006/main">
              <a:ext uri="{FF2B5EF4-FFF2-40B4-BE49-F238E27FC236}">
                <a16:creationId xmlns:a16="http://schemas.microsoft.com/office/drawing/2014/main" id="{0BA71980-4CB1-43B1-9473-91381886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2501" y="1522114"/>
            <a:ext cx="63902" cy="63902"/>
          </a:xfrm>
          <a:custGeom xmlns:a="http://schemas.openxmlformats.org/drawingml/2006/main">
            <a:pathLst>
              <a:path w="64848" h="64848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21" y="21070"/>
                  <a:pt x="4328" y="16207"/>
                </a:cubicBezTo>
                <a:cubicBezTo>
                  <a:pt x="7016" y="11345"/>
                  <a:pt x="11345" y="7017"/>
                  <a:pt x="16207" y="4328"/>
                </a:cubicBezTo>
                <a:cubicBezTo>
                  <a:pt x="21069" y="1621"/>
                  <a:pt x="26485" y="0"/>
                  <a:pt x="32433" y="0"/>
                </a:cubicBezTo>
                <a:cubicBezTo>
                  <a:pt x="38363" y="0"/>
                  <a:pt x="43779" y="1621"/>
                  <a:pt x="48641" y="4328"/>
                </a:cubicBezTo>
                <a:cubicBezTo>
                  <a:pt x="53503" y="7017"/>
                  <a:pt x="57831" y="11345"/>
                  <a:pt x="60538" y="16207"/>
                </a:cubicBezTo>
                <a:cubicBezTo>
                  <a:pt x="63226" y="21070"/>
                  <a:pt x="64848" y="26485"/>
                  <a:pt x="64848" y="32434"/>
                </a:cubicBezTo>
                <a:cubicBezTo>
                  <a:pt x="64848" y="38363"/>
                  <a:pt x="63226" y="43779"/>
                  <a:pt x="60538" y="48641"/>
                </a:cubicBezTo>
                <a:cubicBezTo>
                  <a:pt x="57831" y="53503"/>
                  <a:pt x="53503" y="57831"/>
                  <a:pt x="48641" y="60539"/>
                </a:cubicBezTo>
                <a:cubicBezTo>
                  <a:pt x="43779" y="63228"/>
                  <a:pt x="38363" y="64848"/>
                  <a:pt x="32433" y="64848"/>
                </a:cubicBezTo>
                <a:cubicBezTo>
                  <a:pt x="26485" y="64848"/>
                  <a:pt x="21069" y="63228"/>
                  <a:pt x="16207" y="60539"/>
                </a:cubicBezTo>
                <a:cubicBezTo>
                  <a:pt x="11345" y="57831"/>
                  <a:pt x="7016" y="53503"/>
                  <a:pt x="4328" y="48641"/>
                </a:cubicBezTo>
                <a:cubicBezTo>
                  <a:pt x="1621" y="43779"/>
                  <a:pt x="0" y="38363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path-357">
            <a:extLst xmlns:a="http://schemas.openxmlformats.org/drawingml/2006/main">
              <a:ext uri="{FF2B5EF4-FFF2-40B4-BE49-F238E27FC236}">
                <a16:creationId xmlns:a16="http://schemas.microsoft.com/office/drawing/2014/main" id="{1DE4250F-D373-4807-B121-AE71FF91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6272" y="1767648"/>
            <a:ext cx="63921" cy="63902"/>
          </a:xfrm>
          <a:custGeom xmlns:a="http://schemas.openxmlformats.org/drawingml/2006/main">
            <a:pathLst>
              <a:path w="64868" h="64848">
                <a:moveTo>
                  <a:pt x="0" y="32415"/>
                </a:moveTo>
                <a:lnTo>
                  <a:pt x="0" y="32415"/>
                </a:lnTo>
                <a:cubicBezTo>
                  <a:pt x="0" y="26485"/>
                  <a:pt x="1640" y="21070"/>
                  <a:pt x="4330" y="16207"/>
                </a:cubicBezTo>
                <a:cubicBezTo>
                  <a:pt x="7036" y="11345"/>
                  <a:pt x="11365" y="7017"/>
                  <a:pt x="16227" y="4310"/>
                </a:cubicBezTo>
                <a:cubicBezTo>
                  <a:pt x="21088" y="1621"/>
                  <a:pt x="26485" y="0"/>
                  <a:pt x="32435" y="0"/>
                </a:cubicBezTo>
                <a:cubicBezTo>
                  <a:pt x="38383" y="0"/>
                  <a:pt x="43799" y="1621"/>
                  <a:pt x="48660" y="4310"/>
                </a:cubicBezTo>
                <a:cubicBezTo>
                  <a:pt x="53522" y="7017"/>
                  <a:pt x="57852" y="11345"/>
                  <a:pt x="60539" y="16207"/>
                </a:cubicBezTo>
                <a:cubicBezTo>
                  <a:pt x="63247" y="21070"/>
                  <a:pt x="64868" y="26485"/>
                  <a:pt x="64868" y="32415"/>
                </a:cubicBezTo>
                <a:cubicBezTo>
                  <a:pt x="64868" y="38364"/>
                  <a:pt x="63247" y="43779"/>
                  <a:pt x="60539" y="48641"/>
                </a:cubicBezTo>
                <a:cubicBezTo>
                  <a:pt x="57852" y="53503"/>
                  <a:pt x="53522" y="57832"/>
                  <a:pt x="48660" y="60520"/>
                </a:cubicBezTo>
                <a:cubicBezTo>
                  <a:pt x="43799" y="63228"/>
                  <a:pt x="38383" y="64848"/>
                  <a:pt x="32435" y="64848"/>
                </a:cubicBezTo>
                <a:cubicBezTo>
                  <a:pt x="26485" y="64848"/>
                  <a:pt x="21088" y="63228"/>
                  <a:pt x="16227" y="60520"/>
                </a:cubicBezTo>
                <a:cubicBezTo>
                  <a:pt x="11365" y="57832"/>
                  <a:pt x="7036" y="53503"/>
                  <a:pt x="4330" y="48641"/>
                </a:cubicBezTo>
                <a:cubicBezTo>
                  <a:pt x="1640" y="43779"/>
                  <a:pt x="0" y="38364"/>
                  <a:pt x="0" y="32415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" name="path-358">
            <a:extLst xmlns:a="http://schemas.openxmlformats.org/drawingml/2006/main">
              <a:ext uri="{FF2B5EF4-FFF2-40B4-BE49-F238E27FC236}">
                <a16:creationId xmlns:a16="http://schemas.microsoft.com/office/drawing/2014/main" id="{E6121C20-1EFF-4D47-B299-DA28B7C9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5584" y="1612658"/>
            <a:ext cx="63899" cy="63901"/>
          </a:xfrm>
          <a:custGeom xmlns:a="http://schemas.openxmlformats.org/drawingml/2006/main">
            <a:pathLst>
              <a:path w="64846" h="64848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19" y="21070"/>
                  <a:pt x="4308" y="16207"/>
                </a:cubicBezTo>
                <a:cubicBezTo>
                  <a:pt x="7016" y="11345"/>
                  <a:pt x="11344" y="7017"/>
                  <a:pt x="16206" y="4328"/>
                </a:cubicBezTo>
                <a:cubicBezTo>
                  <a:pt x="21069" y="1621"/>
                  <a:pt x="26465" y="0"/>
                  <a:pt x="32413" y="0"/>
                </a:cubicBezTo>
                <a:cubicBezTo>
                  <a:pt x="38362" y="0"/>
                  <a:pt x="43777" y="1621"/>
                  <a:pt x="48640" y="4328"/>
                </a:cubicBezTo>
                <a:cubicBezTo>
                  <a:pt x="53502" y="7017"/>
                  <a:pt x="57830" y="11345"/>
                  <a:pt x="60519" y="16207"/>
                </a:cubicBezTo>
                <a:cubicBezTo>
                  <a:pt x="63226" y="21070"/>
                  <a:pt x="64846" y="26485"/>
                  <a:pt x="64846" y="32434"/>
                </a:cubicBezTo>
                <a:cubicBezTo>
                  <a:pt x="64846" y="38363"/>
                  <a:pt x="63226" y="43778"/>
                  <a:pt x="60519" y="48640"/>
                </a:cubicBezTo>
                <a:cubicBezTo>
                  <a:pt x="57830" y="53503"/>
                  <a:pt x="53502" y="57831"/>
                  <a:pt x="48640" y="60539"/>
                </a:cubicBezTo>
                <a:cubicBezTo>
                  <a:pt x="43777" y="63227"/>
                  <a:pt x="38362" y="64848"/>
                  <a:pt x="32413" y="64848"/>
                </a:cubicBezTo>
                <a:cubicBezTo>
                  <a:pt x="26465" y="64848"/>
                  <a:pt x="21069" y="63227"/>
                  <a:pt x="16206" y="60539"/>
                </a:cubicBezTo>
                <a:cubicBezTo>
                  <a:pt x="11344" y="57831"/>
                  <a:pt x="7016" y="53503"/>
                  <a:pt x="4308" y="48640"/>
                </a:cubicBezTo>
                <a:cubicBezTo>
                  <a:pt x="1619" y="43778"/>
                  <a:pt x="0" y="38363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" name="path-359">
            <a:extLst xmlns:a="http://schemas.openxmlformats.org/drawingml/2006/main">
              <a:ext uri="{FF2B5EF4-FFF2-40B4-BE49-F238E27FC236}">
                <a16:creationId xmlns:a16="http://schemas.microsoft.com/office/drawing/2014/main" id="{CE07A0FD-FA61-4004-AD19-F718CB85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2190" y="1127451"/>
            <a:ext cx="63902" cy="63921"/>
          </a:xfrm>
          <a:custGeom xmlns:a="http://schemas.openxmlformats.org/drawingml/2006/main">
            <a:pathLst>
              <a:path w="64848" h="64868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19" y="21089"/>
                  <a:pt x="4328" y="16227"/>
                </a:cubicBezTo>
                <a:cubicBezTo>
                  <a:pt x="7017" y="11345"/>
                  <a:pt x="11344" y="7036"/>
                  <a:pt x="16207" y="4329"/>
                </a:cubicBezTo>
                <a:cubicBezTo>
                  <a:pt x="21069" y="1621"/>
                  <a:pt x="26484" y="0"/>
                  <a:pt x="32434" y="0"/>
                </a:cubicBezTo>
                <a:cubicBezTo>
                  <a:pt x="38362" y="0"/>
                  <a:pt x="43778" y="1621"/>
                  <a:pt x="48640" y="4329"/>
                </a:cubicBezTo>
                <a:cubicBezTo>
                  <a:pt x="53503" y="7036"/>
                  <a:pt x="57830" y="11345"/>
                  <a:pt x="60538" y="16227"/>
                </a:cubicBezTo>
                <a:cubicBezTo>
                  <a:pt x="63226" y="21089"/>
                  <a:pt x="64848" y="26485"/>
                  <a:pt x="64848" y="32434"/>
                </a:cubicBezTo>
                <a:cubicBezTo>
                  <a:pt x="64848" y="38383"/>
                  <a:pt x="63226" y="43779"/>
                  <a:pt x="60538" y="48641"/>
                </a:cubicBezTo>
                <a:cubicBezTo>
                  <a:pt x="57830" y="53503"/>
                  <a:pt x="53503" y="57832"/>
                  <a:pt x="48640" y="60539"/>
                </a:cubicBezTo>
                <a:cubicBezTo>
                  <a:pt x="43778" y="63247"/>
                  <a:pt x="38362" y="64868"/>
                  <a:pt x="32434" y="64868"/>
                </a:cubicBezTo>
                <a:cubicBezTo>
                  <a:pt x="26484" y="64868"/>
                  <a:pt x="21069" y="63247"/>
                  <a:pt x="16207" y="60539"/>
                </a:cubicBezTo>
                <a:cubicBezTo>
                  <a:pt x="11344" y="57832"/>
                  <a:pt x="7017" y="53503"/>
                  <a:pt x="4328" y="48641"/>
                </a:cubicBezTo>
                <a:cubicBezTo>
                  <a:pt x="1619" y="43779"/>
                  <a:pt x="0" y="38383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" name="path-360">
            <a:extLst xmlns:a="http://schemas.openxmlformats.org/drawingml/2006/main">
              <a:ext uri="{FF2B5EF4-FFF2-40B4-BE49-F238E27FC236}">
                <a16:creationId xmlns:a16="http://schemas.microsoft.com/office/drawing/2014/main" id="{E9B8E9FA-1A05-4157-9565-24260687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8890" y="1286707"/>
            <a:ext cx="63900" cy="63902"/>
          </a:xfrm>
          <a:custGeom xmlns:a="http://schemas.openxmlformats.org/drawingml/2006/main">
            <a:pathLst>
              <a:path w="64847" h="64848">
                <a:moveTo>
                  <a:pt x="0" y="32433"/>
                </a:moveTo>
                <a:lnTo>
                  <a:pt x="0" y="32433"/>
                </a:lnTo>
                <a:cubicBezTo>
                  <a:pt x="0" y="26485"/>
                  <a:pt x="1619" y="21070"/>
                  <a:pt x="4327" y="16207"/>
                </a:cubicBezTo>
                <a:cubicBezTo>
                  <a:pt x="7016" y="11345"/>
                  <a:pt x="11344" y="7017"/>
                  <a:pt x="16206" y="4309"/>
                </a:cubicBezTo>
                <a:cubicBezTo>
                  <a:pt x="21069" y="1621"/>
                  <a:pt x="26484" y="0"/>
                  <a:pt x="32433" y="0"/>
                </a:cubicBezTo>
                <a:cubicBezTo>
                  <a:pt x="38362" y="0"/>
                  <a:pt x="43777" y="1621"/>
                  <a:pt x="48640" y="4309"/>
                </a:cubicBezTo>
                <a:cubicBezTo>
                  <a:pt x="53502" y="7017"/>
                  <a:pt x="57830" y="11345"/>
                  <a:pt x="60538" y="16207"/>
                </a:cubicBezTo>
                <a:cubicBezTo>
                  <a:pt x="63226" y="21070"/>
                  <a:pt x="64847" y="26485"/>
                  <a:pt x="64847" y="32433"/>
                </a:cubicBezTo>
                <a:cubicBezTo>
                  <a:pt x="64847" y="38363"/>
                  <a:pt x="63226" y="43779"/>
                  <a:pt x="60538" y="48640"/>
                </a:cubicBezTo>
                <a:cubicBezTo>
                  <a:pt x="57830" y="53503"/>
                  <a:pt x="53502" y="57831"/>
                  <a:pt x="48640" y="60539"/>
                </a:cubicBezTo>
                <a:cubicBezTo>
                  <a:pt x="43777" y="63228"/>
                  <a:pt x="38362" y="64848"/>
                  <a:pt x="32433" y="64848"/>
                </a:cubicBezTo>
                <a:cubicBezTo>
                  <a:pt x="26484" y="64848"/>
                  <a:pt x="21069" y="63228"/>
                  <a:pt x="16206" y="60539"/>
                </a:cubicBezTo>
                <a:cubicBezTo>
                  <a:pt x="11344" y="57831"/>
                  <a:pt x="7016" y="53503"/>
                  <a:pt x="4327" y="48640"/>
                </a:cubicBezTo>
                <a:cubicBezTo>
                  <a:pt x="1619" y="43779"/>
                  <a:pt x="0" y="38363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" name="path-361">
            <a:extLst xmlns:a="http://schemas.openxmlformats.org/drawingml/2006/main">
              <a:ext uri="{FF2B5EF4-FFF2-40B4-BE49-F238E27FC236}">
                <a16:creationId xmlns:a16="http://schemas.microsoft.com/office/drawing/2014/main" id="{7C8EDA74-5FD8-43F9-A9AA-C02E0978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131" y="1810788"/>
            <a:ext cx="63919" cy="63901"/>
          </a:xfrm>
          <a:custGeom xmlns:a="http://schemas.openxmlformats.org/drawingml/2006/main">
            <a:pathLst>
              <a:path w="64866" h="64848">
                <a:moveTo>
                  <a:pt x="0" y="32414"/>
                </a:moveTo>
                <a:lnTo>
                  <a:pt x="0" y="32414"/>
                </a:lnTo>
                <a:cubicBezTo>
                  <a:pt x="0" y="26484"/>
                  <a:pt x="1619" y="21069"/>
                  <a:pt x="4328" y="16207"/>
                </a:cubicBezTo>
                <a:cubicBezTo>
                  <a:pt x="7035" y="11345"/>
                  <a:pt x="11344" y="7016"/>
                  <a:pt x="16207" y="4308"/>
                </a:cubicBezTo>
                <a:cubicBezTo>
                  <a:pt x="21087" y="1621"/>
                  <a:pt x="26484" y="0"/>
                  <a:pt x="32434" y="0"/>
                </a:cubicBezTo>
                <a:cubicBezTo>
                  <a:pt x="38382" y="0"/>
                  <a:pt x="43778" y="1621"/>
                  <a:pt x="48640" y="4308"/>
                </a:cubicBezTo>
                <a:cubicBezTo>
                  <a:pt x="53503" y="7016"/>
                  <a:pt x="57830" y="11345"/>
                  <a:pt x="60538" y="16207"/>
                </a:cubicBezTo>
                <a:cubicBezTo>
                  <a:pt x="63246" y="21069"/>
                  <a:pt x="64866" y="26484"/>
                  <a:pt x="64866" y="32414"/>
                </a:cubicBezTo>
                <a:cubicBezTo>
                  <a:pt x="64866" y="38363"/>
                  <a:pt x="63246" y="43778"/>
                  <a:pt x="60538" y="48640"/>
                </a:cubicBezTo>
                <a:cubicBezTo>
                  <a:pt x="57830" y="53503"/>
                  <a:pt x="53503" y="57831"/>
                  <a:pt x="48640" y="60519"/>
                </a:cubicBezTo>
                <a:cubicBezTo>
                  <a:pt x="43778" y="63226"/>
                  <a:pt x="38382" y="64848"/>
                  <a:pt x="32434" y="64848"/>
                </a:cubicBezTo>
                <a:cubicBezTo>
                  <a:pt x="26484" y="64848"/>
                  <a:pt x="21087" y="63226"/>
                  <a:pt x="16207" y="60519"/>
                </a:cubicBezTo>
                <a:cubicBezTo>
                  <a:pt x="11344" y="57831"/>
                  <a:pt x="7035" y="53503"/>
                  <a:pt x="4328" y="48640"/>
                </a:cubicBezTo>
                <a:cubicBezTo>
                  <a:pt x="1619" y="43778"/>
                  <a:pt x="0" y="38363"/>
                  <a:pt x="0" y="3241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" name="path-362">
            <a:extLst xmlns:a="http://schemas.openxmlformats.org/drawingml/2006/main">
              <a:ext uri="{FF2B5EF4-FFF2-40B4-BE49-F238E27FC236}">
                <a16:creationId xmlns:a16="http://schemas.microsoft.com/office/drawing/2014/main" id="{E667D909-E413-48B0-85EB-7CF9FF55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991" y="1634491"/>
            <a:ext cx="63921" cy="63920"/>
          </a:xfrm>
          <a:custGeom xmlns:a="http://schemas.openxmlformats.org/drawingml/2006/main">
            <a:pathLst>
              <a:path w="64868" h="64867">
                <a:moveTo>
                  <a:pt x="0" y="32433"/>
                </a:moveTo>
                <a:lnTo>
                  <a:pt x="0" y="32433"/>
                </a:lnTo>
                <a:cubicBezTo>
                  <a:pt x="0" y="26484"/>
                  <a:pt x="1640" y="21069"/>
                  <a:pt x="4328" y="16207"/>
                </a:cubicBezTo>
                <a:cubicBezTo>
                  <a:pt x="7035" y="11345"/>
                  <a:pt x="11365" y="7016"/>
                  <a:pt x="16225" y="4328"/>
                </a:cubicBezTo>
                <a:cubicBezTo>
                  <a:pt x="21088" y="1621"/>
                  <a:pt x="26485" y="0"/>
                  <a:pt x="32434" y="0"/>
                </a:cubicBezTo>
                <a:cubicBezTo>
                  <a:pt x="38383" y="0"/>
                  <a:pt x="43799" y="1621"/>
                  <a:pt x="48660" y="4328"/>
                </a:cubicBezTo>
                <a:cubicBezTo>
                  <a:pt x="53522" y="7016"/>
                  <a:pt x="57851" y="11345"/>
                  <a:pt x="60539" y="16207"/>
                </a:cubicBezTo>
                <a:cubicBezTo>
                  <a:pt x="63246" y="21069"/>
                  <a:pt x="64868" y="26484"/>
                  <a:pt x="64868" y="32433"/>
                </a:cubicBezTo>
                <a:cubicBezTo>
                  <a:pt x="64868" y="38383"/>
                  <a:pt x="63246" y="43779"/>
                  <a:pt x="60539" y="48641"/>
                </a:cubicBezTo>
                <a:cubicBezTo>
                  <a:pt x="57851" y="53503"/>
                  <a:pt x="53522" y="57831"/>
                  <a:pt x="48660" y="60539"/>
                </a:cubicBezTo>
                <a:cubicBezTo>
                  <a:pt x="43799" y="63227"/>
                  <a:pt x="38383" y="64867"/>
                  <a:pt x="32434" y="64867"/>
                </a:cubicBezTo>
                <a:cubicBezTo>
                  <a:pt x="26485" y="64867"/>
                  <a:pt x="21088" y="63227"/>
                  <a:pt x="16225" y="60539"/>
                </a:cubicBezTo>
                <a:cubicBezTo>
                  <a:pt x="11365" y="57831"/>
                  <a:pt x="7035" y="53503"/>
                  <a:pt x="4328" y="48641"/>
                </a:cubicBezTo>
                <a:cubicBezTo>
                  <a:pt x="1640" y="43779"/>
                  <a:pt x="0" y="38383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3" name="path-363">
            <a:extLst xmlns:a="http://schemas.openxmlformats.org/drawingml/2006/main">
              <a:ext uri="{FF2B5EF4-FFF2-40B4-BE49-F238E27FC236}">
                <a16:creationId xmlns:a16="http://schemas.microsoft.com/office/drawing/2014/main" id="{C7B09767-F8F5-48B8-8D6F-6F1670F0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7562" y="1653655"/>
            <a:ext cx="63919" cy="63921"/>
          </a:xfrm>
          <a:custGeom xmlns:a="http://schemas.openxmlformats.org/drawingml/2006/main">
            <a:pathLst>
              <a:path w="64866" h="64868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21" y="21088"/>
                  <a:pt x="4328" y="16226"/>
                </a:cubicBezTo>
                <a:cubicBezTo>
                  <a:pt x="7036" y="11365"/>
                  <a:pt x="11344" y="7036"/>
                  <a:pt x="16227" y="4328"/>
                </a:cubicBezTo>
                <a:cubicBezTo>
                  <a:pt x="21090" y="1621"/>
                  <a:pt x="26485" y="0"/>
                  <a:pt x="32434" y="0"/>
                </a:cubicBezTo>
                <a:cubicBezTo>
                  <a:pt x="38383" y="0"/>
                  <a:pt x="43778" y="1621"/>
                  <a:pt x="48640" y="4328"/>
                </a:cubicBezTo>
                <a:cubicBezTo>
                  <a:pt x="53522" y="7036"/>
                  <a:pt x="57830" y="11365"/>
                  <a:pt x="60539" y="16226"/>
                </a:cubicBezTo>
                <a:cubicBezTo>
                  <a:pt x="63247" y="21088"/>
                  <a:pt x="64866" y="26485"/>
                  <a:pt x="64866" y="32434"/>
                </a:cubicBezTo>
                <a:cubicBezTo>
                  <a:pt x="64866" y="38383"/>
                  <a:pt x="63247" y="43779"/>
                  <a:pt x="60539" y="48660"/>
                </a:cubicBezTo>
                <a:cubicBezTo>
                  <a:pt x="57830" y="53522"/>
                  <a:pt x="53522" y="57831"/>
                  <a:pt x="48640" y="60539"/>
                </a:cubicBezTo>
                <a:cubicBezTo>
                  <a:pt x="43778" y="63246"/>
                  <a:pt x="38383" y="64868"/>
                  <a:pt x="32434" y="64868"/>
                </a:cubicBezTo>
                <a:cubicBezTo>
                  <a:pt x="26485" y="64868"/>
                  <a:pt x="21090" y="63246"/>
                  <a:pt x="16227" y="60539"/>
                </a:cubicBezTo>
                <a:cubicBezTo>
                  <a:pt x="11344" y="57831"/>
                  <a:pt x="7036" y="53522"/>
                  <a:pt x="4328" y="48660"/>
                </a:cubicBezTo>
                <a:cubicBezTo>
                  <a:pt x="1621" y="43779"/>
                  <a:pt x="0" y="38383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" name="path-364">
            <a:extLst xmlns:a="http://schemas.openxmlformats.org/drawingml/2006/main">
              <a:ext uri="{FF2B5EF4-FFF2-40B4-BE49-F238E27FC236}">
                <a16:creationId xmlns:a16="http://schemas.microsoft.com/office/drawing/2014/main" id="{635B02CC-668D-45ED-8A38-86EF8C0A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5366" y="1318122"/>
            <a:ext cx="63919" cy="63920"/>
          </a:xfrm>
          <a:custGeom xmlns:a="http://schemas.openxmlformats.org/drawingml/2006/main">
            <a:pathLst>
              <a:path w="64866" h="64867">
                <a:moveTo>
                  <a:pt x="0" y="32433"/>
                </a:moveTo>
                <a:lnTo>
                  <a:pt x="0" y="32433"/>
                </a:lnTo>
                <a:cubicBezTo>
                  <a:pt x="0" y="26485"/>
                  <a:pt x="1622" y="21088"/>
                  <a:pt x="4328" y="16227"/>
                </a:cubicBezTo>
                <a:cubicBezTo>
                  <a:pt x="7036" y="11345"/>
                  <a:pt x="11365" y="7036"/>
                  <a:pt x="16227" y="4328"/>
                </a:cubicBezTo>
                <a:cubicBezTo>
                  <a:pt x="21090" y="1621"/>
                  <a:pt x="26485" y="0"/>
                  <a:pt x="32434" y="0"/>
                </a:cubicBezTo>
                <a:cubicBezTo>
                  <a:pt x="38383" y="0"/>
                  <a:pt x="43779" y="1621"/>
                  <a:pt x="48641" y="4328"/>
                </a:cubicBezTo>
                <a:cubicBezTo>
                  <a:pt x="53522" y="7036"/>
                  <a:pt x="57832" y="11345"/>
                  <a:pt x="60539" y="16227"/>
                </a:cubicBezTo>
                <a:cubicBezTo>
                  <a:pt x="63247" y="21088"/>
                  <a:pt x="64866" y="26485"/>
                  <a:pt x="64866" y="32433"/>
                </a:cubicBezTo>
                <a:cubicBezTo>
                  <a:pt x="64866" y="38382"/>
                  <a:pt x="63247" y="43779"/>
                  <a:pt x="60539" y="48640"/>
                </a:cubicBezTo>
                <a:cubicBezTo>
                  <a:pt x="57832" y="53503"/>
                  <a:pt x="53522" y="57831"/>
                  <a:pt x="48641" y="60539"/>
                </a:cubicBezTo>
                <a:cubicBezTo>
                  <a:pt x="43779" y="63246"/>
                  <a:pt x="38383" y="64867"/>
                  <a:pt x="32434" y="64867"/>
                </a:cubicBezTo>
                <a:cubicBezTo>
                  <a:pt x="26485" y="64867"/>
                  <a:pt x="21090" y="63246"/>
                  <a:pt x="16227" y="60539"/>
                </a:cubicBezTo>
                <a:cubicBezTo>
                  <a:pt x="11365" y="57831"/>
                  <a:pt x="7036" y="53503"/>
                  <a:pt x="4328" y="48640"/>
                </a:cubicBezTo>
                <a:cubicBezTo>
                  <a:pt x="1622" y="43779"/>
                  <a:pt x="0" y="38382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" name="path-365">
            <a:extLst xmlns:a="http://schemas.openxmlformats.org/drawingml/2006/main">
              <a:ext uri="{FF2B5EF4-FFF2-40B4-BE49-F238E27FC236}">
                <a16:creationId xmlns:a16="http://schemas.microsoft.com/office/drawing/2014/main" id="{8E3554BE-ED7E-4880-9041-C4A56FA4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3531" y="1693075"/>
            <a:ext cx="63902" cy="63920"/>
          </a:xfrm>
          <a:custGeom xmlns:a="http://schemas.openxmlformats.org/drawingml/2006/main">
            <a:pathLst>
              <a:path w="64848" h="64867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21" y="21088"/>
                  <a:pt x="4327" y="16207"/>
                </a:cubicBezTo>
                <a:cubicBezTo>
                  <a:pt x="7017" y="11345"/>
                  <a:pt x="11345" y="7036"/>
                  <a:pt x="16207" y="4328"/>
                </a:cubicBezTo>
                <a:cubicBezTo>
                  <a:pt x="21070" y="1621"/>
                  <a:pt x="26485" y="0"/>
                  <a:pt x="32433" y="0"/>
                </a:cubicBezTo>
                <a:cubicBezTo>
                  <a:pt x="38363" y="0"/>
                  <a:pt x="43778" y="1621"/>
                  <a:pt x="48641" y="4328"/>
                </a:cubicBezTo>
                <a:cubicBezTo>
                  <a:pt x="53503" y="7036"/>
                  <a:pt x="57831" y="11345"/>
                  <a:pt x="60538" y="16207"/>
                </a:cubicBezTo>
                <a:cubicBezTo>
                  <a:pt x="63228" y="21088"/>
                  <a:pt x="64848" y="26485"/>
                  <a:pt x="64848" y="32434"/>
                </a:cubicBezTo>
                <a:cubicBezTo>
                  <a:pt x="64848" y="38382"/>
                  <a:pt x="63228" y="43779"/>
                  <a:pt x="60538" y="48640"/>
                </a:cubicBezTo>
                <a:cubicBezTo>
                  <a:pt x="57831" y="53503"/>
                  <a:pt x="53503" y="57831"/>
                  <a:pt x="48641" y="60539"/>
                </a:cubicBezTo>
                <a:cubicBezTo>
                  <a:pt x="43778" y="63246"/>
                  <a:pt x="38363" y="64867"/>
                  <a:pt x="32433" y="64867"/>
                </a:cubicBezTo>
                <a:cubicBezTo>
                  <a:pt x="26485" y="64867"/>
                  <a:pt x="21070" y="63246"/>
                  <a:pt x="16207" y="60539"/>
                </a:cubicBezTo>
                <a:cubicBezTo>
                  <a:pt x="11345" y="57831"/>
                  <a:pt x="7017" y="53503"/>
                  <a:pt x="4327" y="48640"/>
                </a:cubicBezTo>
                <a:cubicBezTo>
                  <a:pt x="1621" y="43779"/>
                  <a:pt x="0" y="38382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" name="path-366">
            <a:extLst xmlns:a="http://schemas.openxmlformats.org/drawingml/2006/main">
              <a:ext uri="{FF2B5EF4-FFF2-40B4-BE49-F238E27FC236}">
                <a16:creationId xmlns:a16="http://schemas.microsoft.com/office/drawing/2014/main" id="{073D3C63-CF4D-4AE2-8A52-CF673E27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1737" y="1276053"/>
            <a:ext cx="63919" cy="63902"/>
          </a:xfrm>
          <a:custGeom xmlns:a="http://schemas.openxmlformats.org/drawingml/2006/main">
            <a:pathLst>
              <a:path w="64866" h="64848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21" y="21070"/>
                  <a:pt x="4328" y="16207"/>
                </a:cubicBezTo>
                <a:cubicBezTo>
                  <a:pt x="7035" y="11345"/>
                  <a:pt x="11364" y="7017"/>
                  <a:pt x="16225" y="4328"/>
                </a:cubicBezTo>
                <a:cubicBezTo>
                  <a:pt x="21088" y="1621"/>
                  <a:pt x="26485" y="0"/>
                  <a:pt x="32434" y="0"/>
                </a:cubicBezTo>
                <a:cubicBezTo>
                  <a:pt x="38383" y="0"/>
                  <a:pt x="43778" y="1621"/>
                  <a:pt x="48659" y="4328"/>
                </a:cubicBezTo>
                <a:cubicBezTo>
                  <a:pt x="53521" y="7017"/>
                  <a:pt x="57831" y="11345"/>
                  <a:pt x="60539" y="16207"/>
                </a:cubicBezTo>
                <a:cubicBezTo>
                  <a:pt x="63246" y="21070"/>
                  <a:pt x="64866" y="26485"/>
                  <a:pt x="64866" y="32434"/>
                </a:cubicBezTo>
                <a:cubicBezTo>
                  <a:pt x="64866" y="38364"/>
                  <a:pt x="63246" y="43779"/>
                  <a:pt x="60539" y="48641"/>
                </a:cubicBezTo>
                <a:cubicBezTo>
                  <a:pt x="57831" y="53503"/>
                  <a:pt x="53521" y="57831"/>
                  <a:pt x="48659" y="60539"/>
                </a:cubicBezTo>
                <a:cubicBezTo>
                  <a:pt x="43778" y="63228"/>
                  <a:pt x="38383" y="64848"/>
                  <a:pt x="32434" y="64848"/>
                </a:cubicBezTo>
                <a:cubicBezTo>
                  <a:pt x="26485" y="64848"/>
                  <a:pt x="21088" y="63228"/>
                  <a:pt x="16225" y="60539"/>
                </a:cubicBezTo>
                <a:cubicBezTo>
                  <a:pt x="11364" y="57831"/>
                  <a:pt x="7035" y="53503"/>
                  <a:pt x="4328" y="48641"/>
                </a:cubicBezTo>
                <a:cubicBezTo>
                  <a:pt x="1621" y="43779"/>
                  <a:pt x="0" y="38364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7" name="path-367">
            <a:extLst xmlns:a="http://schemas.openxmlformats.org/drawingml/2006/main">
              <a:ext uri="{FF2B5EF4-FFF2-40B4-BE49-F238E27FC236}">
                <a16:creationId xmlns:a16="http://schemas.microsoft.com/office/drawing/2014/main" id="{42CF8E7A-5194-4E20-8F3D-2183D2AB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2987" y="1425182"/>
            <a:ext cx="63902" cy="63902"/>
          </a:xfrm>
          <a:custGeom xmlns:a="http://schemas.openxmlformats.org/drawingml/2006/main">
            <a:pathLst>
              <a:path w="64848" h="64848">
                <a:moveTo>
                  <a:pt x="0" y="32433"/>
                </a:moveTo>
                <a:lnTo>
                  <a:pt x="0" y="32433"/>
                </a:lnTo>
                <a:cubicBezTo>
                  <a:pt x="0" y="26485"/>
                  <a:pt x="1621" y="21070"/>
                  <a:pt x="4328" y="16207"/>
                </a:cubicBezTo>
                <a:cubicBezTo>
                  <a:pt x="7017" y="11345"/>
                  <a:pt x="11345" y="7017"/>
                  <a:pt x="16207" y="4328"/>
                </a:cubicBezTo>
                <a:cubicBezTo>
                  <a:pt x="21069" y="1621"/>
                  <a:pt x="26485" y="0"/>
                  <a:pt x="32434" y="0"/>
                </a:cubicBezTo>
                <a:cubicBezTo>
                  <a:pt x="38383" y="0"/>
                  <a:pt x="43778" y="1621"/>
                  <a:pt x="48641" y="4328"/>
                </a:cubicBezTo>
                <a:cubicBezTo>
                  <a:pt x="53503" y="7017"/>
                  <a:pt x="57831" y="11345"/>
                  <a:pt x="60539" y="16207"/>
                </a:cubicBezTo>
                <a:cubicBezTo>
                  <a:pt x="63228" y="21070"/>
                  <a:pt x="64848" y="26485"/>
                  <a:pt x="64848" y="32433"/>
                </a:cubicBezTo>
                <a:cubicBezTo>
                  <a:pt x="64848" y="38363"/>
                  <a:pt x="63228" y="43779"/>
                  <a:pt x="60539" y="48640"/>
                </a:cubicBezTo>
                <a:cubicBezTo>
                  <a:pt x="57831" y="53503"/>
                  <a:pt x="53503" y="57831"/>
                  <a:pt x="48641" y="60539"/>
                </a:cubicBezTo>
                <a:cubicBezTo>
                  <a:pt x="43778" y="63228"/>
                  <a:pt x="38383" y="64848"/>
                  <a:pt x="32434" y="64848"/>
                </a:cubicBezTo>
                <a:cubicBezTo>
                  <a:pt x="26485" y="64848"/>
                  <a:pt x="21069" y="63228"/>
                  <a:pt x="16207" y="60539"/>
                </a:cubicBezTo>
                <a:cubicBezTo>
                  <a:pt x="11345" y="57831"/>
                  <a:pt x="7017" y="53503"/>
                  <a:pt x="4328" y="48640"/>
                </a:cubicBezTo>
                <a:cubicBezTo>
                  <a:pt x="1621" y="43779"/>
                  <a:pt x="0" y="38363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" name="path-368">
            <a:extLst xmlns:a="http://schemas.openxmlformats.org/drawingml/2006/main">
              <a:ext uri="{FF2B5EF4-FFF2-40B4-BE49-F238E27FC236}">
                <a16:creationId xmlns:a16="http://schemas.microsoft.com/office/drawing/2014/main" id="{B8392629-9B25-473F-BDC4-B791ED12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990" y="1412931"/>
            <a:ext cx="63902" cy="63902"/>
          </a:xfrm>
          <a:custGeom xmlns:a="http://schemas.openxmlformats.org/drawingml/2006/main">
            <a:pathLst>
              <a:path w="64848" h="64848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21" y="21070"/>
                  <a:pt x="4309" y="16207"/>
                </a:cubicBezTo>
                <a:cubicBezTo>
                  <a:pt x="7017" y="11345"/>
                  <a:pt x="11345" y="7017"/>
                  <a:pt x="16207" y="4328"/>
                </a:cubicBezTo>
                <a:cubicBezTo>
                  <a:pt x="21069" y="1621"/>
                  <a:pt x="26485" y="0"/>
                  <a:pt x="32414" y="0"/>
                </a:cubicBezTo>
                <a:cubicBezTo>
                  <a:pt x="38363" y="0"/>
                  <a:pt x="43778" y="1621"/>
                  <a:pt x="48641" y="4328"/>
                </a:cubicBezTo>
                <a:cubicBezTo>
                  <a:pt x="53503" y="7017"/>
                  <a:pt x="57831" y="11345"/>
                  <a:pt x="60519" y="16207"/>
                </a:cubicBezTo>
                <a:cubicBezTo>
                  <a:pt x="63228" y="21070"/>
                  <a:pt x="64848" y="26485"/>
                  <a:pt x="64848" y="32434"/>
                </a:cubicBezTo>
                <a:cubicBezTo>
                  <a:pt x="64848" y="38364"/>
                  <a:pt x="63228" y="43779"/>
                  <a:pt x="60519" y="48640"/>
                </a:cubicBezTo>
                <a:cubicBezTo>
                  <a:pt x="57831" y="53503"/>
                  <a:pt x="53503" y="57831"/>
                  <a:pt x="48641" y="60539"/>
                </a:cubicBezTo>
                <a:cubicBezTo>
                  <a:pt x="43778" y="63228"/>
                  <a:pt x="38363" y="64848"/>
                  <a:pt x="32414" y="64848"/>
                </a:cubicBezTo>
                <a:cubicBezTo>
                  <a:pt x="26485" y="64848"/>
                  <a:pt x="21069" y="63228"/>
                  <a:pt x="16207" y="60539"/>
                </a:cubicBezTo>
                <a:cubicBezTo>
                  <a:pt x="11345" y="57831"/>
                  <a:pt x="7017" y="53503"/>
                  <a:pt x="4309" y="48640"/>
                </a:cubicBezTo>
                <a:cubicBezTo>
                  <a:pt x="1621" y="43779"/>
                  <a:pt x="0" y="38364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" name="path-369">
            <a:extLst xmlns:a="http://schemas.openxmlformats.org/drawingml/2006/main">
              <a:ext uri="{FF2B5EF4-FFF2-40B4-BE49-F238E27FC236}">
                <a16:creationId xmlns:a16="http://schemas.microsoft.com/office/drawing/2014/main" id="{86D8F351-642D-4169-9B15-E28550EA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8740" y="1485889"/>
            <a:ext cx="63919" cy="63920"/>
          </a:xfrm>
          <a:custGeom xmlns:a="http://schemas.openxmlformats.org/drawingml/2006/main">
            <a:pathLst>
              <a:path w="64866" h="64867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19" y="21088"/>
                  <a:pt x="4327" y="16227"/>
                </a:cubicBezTo>
                <a:cubicBezTo>
                  <a:pt x="7034" y="11364"/>
                  <a:pt x="11364" y="7036"/>
                  <a:pt x="16225" y="4328"/>
                </a:cubicBezTo>
                <a:cubicBezTo>
                  <a:pt x="21087" y="1621"/>
                  <a:pt x="26484" y="0"/>
                  <a:pt x="32433" y="0"/>
                </a:cubicBezTo>
                <a:cubicBezTo>
                  <a:pt x="38382" y="0"/>
                  <a:pt x="43777" y="1621"/>
                  <a:pt x="48640" y="4328"/>
                </a:cubicBezTo>
                <a:cubicBezTo>
                  <a:pt x="53521" y="7036"/>
                  <a:pt x="57830" y="11364"/>
                  <a:pt x="60538" y="16227"/>
                </a:cubicBezTo>
                <a:cubicBezTo>
                  <a:pt x="63245" y="21088"/>
                  <a:pt x="64866" y="26485"/>
                  <a:pt x="64866" y="32434"/>
                </a:cubicBezTo>
                <a:cubicBezTo>
                  <a:pt x="64866" y="38382"/>
                  <a:pt x="63245" y="43779"/>
                  <a:pt x="60538" y="48641"/>
                </a:cubicBezTo>
                <a:cubicBezTo>
                  <a:pt x="57830" y="53522"/>
                  <a:pt x="53521" y="57831"/>
                  <a:pt x="48640" y="60539"/>
                </a:cubicBezTo>
                <a:cubicBezTo>
                  <a:pt x="43777" y="63246"/>
                  <a:pt x="38382" y="64867"/>
                  <a:pt x="32433" y="64867"/>
                </a:cubicBezTo>
                <a:cubicBezTo>
                  <a:pt x="26484" y="64867"/>
                  <a:pt x="21087" y="63246"/>
                  <a:pt x="16225" y="60539"/>
                </a:cubicBezTo>
                <a:cubicBezTo>
                  <a:pt x="11364" y="57831"/>
                  <a:pt x="7034" y="53522"/>
                  <a:pt x="4327" y="48641"/>
                </a:cubicBezTo>
                <a:cubicBezTo>
                  <a:pt x="1619" y="43779"/>
                  <a:pt x="0" y="38382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" name="path-370">
            <a:extLst xmlns:a="http://schemas.openxmlformats.org/drawingml/2006/main">
              <a:ext uri="{FF2B5EF4-FFF2-40B4-BE49-F238E27FC236}">
                <a16:creationId xmlns:a16="http://schemas.microsoft.com/office/drawing/2014/main" id="{FC51EEC4-2890-4BE3-A41A-3392442E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6149" y="1624908"/>
            <a:ext cx="63921" cy="63901"/>
          </a:xfrm>
          <a:custGeom xmlns:a="http://schemas.openxmlformats.org/drawingml/2006/main">
            <a:pathLst>
              <a:path w="64868" h="64848">
                <a:moveTo>
                  <a:pt x="0" y="32433"/>
                </a:moveTo>
                <a:lnTo>
                  <a:pt x="0" y="32433"/>
                </a:lnTo>
                <a:cubicBezTo>
                  <a:pt x="0" y="26485"/>
                  <a:pt x="1621" y="21070"/>
                  <a:pt x="4328" y="16207"/>
                </a:cubicBezTo>
                <a:cubicBezTo>
                  <a:pt x="7035" y="11345"/>
                  <a:pt x="11345" y="7017"/>
                  <a:pt x="16207" y="4308"/>
                </a:cubicBezTo>
                <a:cubicBezTo>
                  <a:pt x="21088" y="1621"/>
                  <a:pt x="26485" y="0"/>
                  <a:pt x="32434" y="0"/>
                </a:cubicBezTo>
                <a:cubicBezTo>
                  <a:pt x="38382" y="0"/>
                  <a:pt x="43778" y="1621"/>
                  <a:pt x="48641" y="4308"/>
                </a:cubicBezTo>
                <a:cubicBezTo>
                  <a:pt x="53503" y="7017"/>
                  <a:pt x="57831" y="11345"/>
                  <a:pt x="60539" y="16207"/>
                </a:cubicBezTo>
                <a:cubicBezTo>
                  <a:pt x="63246" y="21070"/>
                  <a:pt x="64868" y="26485"/>
                  <a:pt x="64868" y="32433"/>
                </a:cubicBezTo>
                <a:cubicBezTo>
                  <a:pt x="64868" y="38363"/>
                  <a:pt x="63246" y="43778"/>
                  <a:pt x="60539" y="48640"/>
                </a:cubicBezTo>
                <a:cubicBezTo>
                  <a:pt x="57831" y="53503"/>
                  <a:pt x="53503" y="57831"/>
                  <a:pt x="48641" y="60539"/>
                </a:cubicBezTo>
                <a:cubicBezTo>
                  <a:pt x="43778" y="63227"/>
                  <a:pt x="38382" y="64848"/>
                  <a:pt x="32434" y="64848"/>
                </a:cubicBezTo>
                <a:cubicBezTo>
                  <a:pt x="26485" y="64848"/>
                  <a:pt x="21088" y="63227"/>
                  <a:pt x="16207" y="60539"/>
                </a:cubicBezTo>
                <a:cubicBezTo>
                  <a:pt x="11345" y="57831"/>
                  <a:pt x="7035" y="53503"/>
                  <a:pt x="4328" y="48640"/>
                </a:cubicBezTo>
                <a:cubicBezTo>
                  <a:pt x="1621" y="43778"/>
                  <a:pt x="0" y="38363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" name="path-371">
            <a:extLst xmlns:a="http://schemas.openxmlformats.org/drawingml/2006/main">
              <a:ext uri="{FF2B5EF4-FFF2-40B4-BE49-F238E27FC236}">
                <a16:creationId xmlns:a16="http://schemas.microsoft.com/office/drawing/2014/main" id="{7C86F441-E145-4930-A2D3-5023E68E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7906" y="1311208"/>
            <a:ext cx="63900" cy="63902"/>
          </a:xfrm>
          <a:custGeom xmlns:a="http://schemas.openxmlformats.org/drawingml/2006/main">
            <a:pathLst>
              <a:path w="64847" h="64848">
                <a:moveTo>
                  <a:pt x="0" y="32414"/>
                </a:moveTo>
                <a:lnTo>
                  <a:pt x="0" y="32414"/>
                </a:lnTo>
                <a:cubicBezTo>
                  <a:pt x="0" y="26485"/>
                  <a:pt x="1619" y="21070"/>
                  <a:pt x="4308" y="16207"/>
                </a:cubicBezTo>
                <a:cubicBezTo>
                  <a:pt x="7016" y="11345"/>
                  <a:pt x="11344" y="7017"/>
                  <a:pt x="16206" y="4310"/>
                </a:cubicBezTo>
                <a:cubicBezTo>
                  <a:pt x="21069" y="1621"/>
                  <a:pt x="26484" y="0"/>
                  <a:pt x="32413" y="0"/>
                </a:cubicBezTo>
                <a:cubicBezTo>
                  <a:pt x="38362" y="0"/>
                  <a:pt x="43777" y="1621"/>
                  <a:pt x="48640" y="4310"/>
                </a:cubicBezTo>
                <a:cubicBezTo>
                  <a:pt x="53502" y="7017"/>
                  <a:pt x="57830" y="11345"/>
                  <a:pt x="60519" y="16207"/>
                </a:cubicBezTo>
                <a:cubicBezTo>
                  <a:pt x="63226" y="21070"/>
                  <a:pt x="64847" y="26485"/>
                  <a:pt x="64847" y="32414"/>
                </a:cubicBezTo>
                <a:cubicBezTo>
                  <a:pt x="64847" y="38364"/>
                  <a:pt x="63226" y="43779"/>
                  <a:pt x="60519" y="48641"/>
                </a:cubicBezTo>
                <a:cubicBezTo>
                  <a:pt x="57830" y="53503"/>
                  <a:pt x="53502" y="57831"/>
                  <a:pt x="48640" y="60520"/>
                </a:cubicBezTo>
                <a:cubicBezTo>
                  <a:pt x="43777" y="63228"/>
                  <a:pt x="38362" y="64848"/>
                  <a:pt x="32413" y="64848"/>
                </a:cubicBezTo>
                <a:cubicBezTo>
                  <a:pt x="26484" y="64848"/>
                  <a:pt x="21069" y="63228"/>
                  <a:pt x="16206" y="60520"/>
                </a:cubicBezTo>
                <a:cubicBezTo>
                  <a:pt x="11344" y="57831"/>
                  <a:pt x="7016" y="53503"/>
                  <a:pt x="4308" y="48641"/>
                </a:cubicBezTo>
                <a:cubicBezTo>
                  <a:pt x="1619" y="43779"/>
                  <a:pt x="0" y="38364"/>
                  <a:pt x="0" y="3241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" name="path-372">
            <a:extLst xmlns:a="http://schemas.openxmlformats.org/drawingml/2006/main">
              <a:ext uri="{FF2B5EF4-FFF2-40B4-BE49-F238E27FC236}">
                <a16:creationId xmlns:a16="http://schemas.microsoft.com/office/drawing/2014/main" id="{4C29DE20-BDF7-4911-8B74-7A1BAD9E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3191" y="1366052"/>
            <a:ext cx="63919" cy="63921"/>
          </a:xfrm>
          <a:custGeom xmlns:a="http://schemas.openxmlformats.org/drawingml/2006/main">
            <a:pathLst>
              <a:path w="64866" h="64868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19" y="21089"/>
                  <a:pt x="4328" y="16227"/>
                </a:cubicBezTo>
                <a:cubicBezTo>
                  <a:pt x="7035" y="11365"/>
                  <a:pt x="11344" y="7036"/>
                  <a:pt x="16227" y="4328"/>
                </a:cubicBezTo>
                <a:cubicBezTo>
                  <a:pt x="21087" y="1621"/>
                  <a:pt x="26484" y="0"/>
                  <a:pt x="32433" y="0"/>
                </a:cubicBezTo>
                <a:cubicBezTo>
                  <a:pt x="38383" y="0"/>
                  <a:pt x="43778" y="1621"/>
                  <a:pt x="48640" y="4328"/>
                </a:cubicBezTo>
                <a:cubicBezTo>
                  <a:pt x="53502" y="7036"/>
                  <a:pt x="57830" y="11365"/>
                  <a:pt x="60538" y="16227"/>
                </a:cubicBezTo>
                <a:cubicBezTo>
                  <a:pt x="63246" y="21089"/>
                  <a:pt x="64866" y="26485"/>
                  <a:pt x="64866" y="32434"/>
                </a:cubicBezTo>
                <a:cubicBezTo>
                  <a:pt x="64866" y="38383"/>
                  <a:pt x="63246" y="43779"/>
                  <a:pt x="60538" y="48660"/>
                </a:cubicBezTo>
                <a:cubicBezTo>
                  <a:pt x="57830" y="53522"/>
                  <a:pt x="53502" y="57831"/>
                  <a:pt x="48640" y="60539"/>
                </a:cubicBezTo>
                <a:cubicBezTo>
                  <a:pt x="43778" y="63247"/>
                  <a:pt x="38383" y="64868"/>
                  <a:pt x="32433" y="64868"/>
                </a:cubicBezTo>
                <a:cubicBezTo>
                  <a:pt x="26484" y="64868"/>
                  <a:pt x="21087" y="63247"/>
                  <a:pt x="16227" y="60539"/>
                </a:cubicBezTo>
                <a:cubicBezTo>
                  <a:pt x="11344" y="57831"/>
                  <a:pt x="7035" y="53522"/>
                  <a:pt x="4328" y="48660"/>
                </a:cubicBezTo>
                <a:cubicBezTo>
                  <a:pt x="1619" y="43779"/>
                  <a:pt x="0" y="38383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" name="path-373">
            <a:extLst xmlns:a="http://schemas.openxmlformats.org/drawingml/2006/main">
              <a:ext uri="{FF2B5EF4-FFF2-40B4-BE49-F238E27FC236}">
                <a16:creationId xmlns:a16="http://schemas.microsoft.com/office/drawing/2014/main" id="{DC86B4C3-989B-480D-AC16-40DB0B03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0809" y="1230772"/>
            <a:ext cx="63902" cy="63920"/>
          </a:xfrm>
          <a:custGeom xmlns:a="http://schemas.openxmlformats.org/drawingml/2006/main">
            <a:pathLst>
              <a:path w="64848" h="64867">
                <a:moveTo>
                  <a:pt x="0" y="32433"/>
                </a:moveTo>
                <a:lnTo>
                  <a:pt x="0" y="32433"/>
                </a:lnTo>
                <a:cubicBezTo>
                  <a:pt x="0" y="26484"/>
                  <a:pt x="1621" y="21088"/>
                  <a:pt x="4308" y="16226"/>
                </a:cubicBezTo>
                <a:cubicBezTo>
                  <a:pt x="7017" y="11364"/>
                  <a:pt x="11344" y="7036"/>
                  <a:pt x="16207" y="4328"/>
                </a:cubicBezTo>
                <a:cubicBezTo>
                  <a:pt x="21069" y="1621"/>
                  <a:pt x="26465" y="0"/>
                  <a:pt x="32413" y="0"/>
                </a:cubicBezTo>
                <a:cubicBezTo>
                  <a:pt x="38363" y="0"/>
                  <a:pt x="43778" y="1621"/>
                  <a:pt x="48640" y="4328"/>
                </a:cubicBezTo>
                <a:cubicBezTo>
                  <a:pt x="53503" y="7036"/>
                  <a:pt x="57830" y="11364"/>
                  <a:pt x="60520" y="16226"/>
                </a:cubicBezTo>
                <a:cubicBezTo>
                  <a:pt x="63226" y="21088"/>
                  <a:pt x="64848" y="26484"/>
                  <a:pt x="64848" y="32433"/>
                </a:cubicBezTo>
                <a:cubicBezTo>
                  <a:pt x="64848" y="38383"/>
                  <a:pt x="63226" y="43779"/>
                  <a:pt x="60520" y="48659"/>
                </a:cubicBezTo>
                <a:cubicBezTo>
                  <a:pt x="57830" y="53522"/>
                  <a:pt x="53503" y="57831"/>
                  <a:pt x="48640" y="60539"/>
                </a:cubicBezTo>
                <a:cubicBezTo>
                  <a:pt x="43778" y="63246"/>
                  <a:pt x="38363" y="64867"/>
                  <a:pt x="32413" y="64867"/>
                </a:cubicBezTo>
                <a:cubicBezTo>
                  <a:pt x="26465" y="64867"/>
                  <a:pt x="21069" y="63246"/>
                  <a:pt x="16207" y="60539"/>
                </a:cubicBezTo>
                <a:cubicBezTo>
                  <a:pt x="11344" y="57831"/>
                  <a:pt x="7017" y="53522"/>
                  <a:pt x="4308" y="48659"/>
                </a:cubicBezTo>
                <a:cubicBezTo>
                  <a:pt x="1621" y="43779"/>
                  <a:pt x="0" y="38383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" name="path-374">
            <a:extLst xmlns:a="http://schemas.openxmlformats.org/drawingml/2006/main">
              <a:ext uri="{FF2B5EF4-FFF2-40B4-BE49-F238E27FC236}">
                <a16:creationId xmlns:a16="http://schemas.microsoft.com/office/drawing/2014/main" id="{14D68DBD-1EB2-4B99-ADE4-5952A095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9993" y="1466179"/>
            <a:ext cx="63921" cy="63921"/>
          </a:xfrm>
          <a:custGeom xmlns:a="http://schemas.openxmlformats.org/drawingml/2006/main">
            <a:pathLst>
              <a:path w="64868" h="64868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22" y="21088"/>
                  <a:pt x="4328" y="16226"/>
                </a:cubicBezTo>
                <a:cubicBezTo>
                  <a:pt x="7036" y="11365"/>
                  <a:pt x="11365" y="7036"/>
                  <a:pt x="16227" y="4328"/>
                </a:cubicBezTo>
                <a:cubicBezTo>
                  <a:pt x="21090" y="1640"/>
                  <a:pt x="26486" y="0"/>
                  <a:pt x="32434" y="0"/>
                </a:cubicBezTo>
                <a:cubicBezTo>
                  <a:pt x="38383" y="0"/>
                  <a:pt x="43779" y="1640"/>
                  <a:pt x="48660" y="4328"/>
                </a:cubicBezTo>
                <a:cubicBezTo>
                  <a:pt x="53522" y="7036"/>
                  <a:pt x="57832" y="11365"/>
                  <a:pt x="60539" y="16226"/>
                </a:cubicBezTo>
                <a:cubicBezTo>
                  <a:pt x="63247" y="21088"/>
                  <a:pt x="64868" y="26485"/>
                  <a:pt x="64868" y="32434"/>
                </a:cubicBezTo>
                <a:cubicBezTo>
                  <a:pt x="64868" y="38383"/>
                  <a:pt x="63247" y="43798"/>
                  <a:pt x="60539" y="48660"/>
                </a:cubicBezTo>
                <a:cubicBezTo>
                  <a:pt x="57832" y="53522"/>
                  <a:pt x="53522" y="57851"/>
                  <a:pt x="48660" y="60539"/>
                </a:cubicBezTo>
                <a:cubicBezTo>
                  <a:pt x="43779" y="63246"/>
                  <a:pt x="38383" y="64868"/>
                  <a:pt x="32434" y="64868"/>
                </a:cubicBezTo>
                <a:cubicBezTo>
                  <a:pt x="26486" y="64868"/>
                  <a:pt x="21090" y="63246"/>
                  <a:pt x="16227" y="60539"/>
                </a:cubicBezTo>
                <a:cubicBezTo>
                  <a:pt x="11365" y="57851"/>
                  <a:pt x="7036" y="53522"/>
                  <a:pt x="4328" y="48660"/>
                </a:cubicBezTo>
                <a:cubicBezTo>
                  <a:pt x="1622" y="43798"/>
                  <a:pt x="0" y="38383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" name="path-375">
            <a:extLst xmlns:a="http://schemas.openxmlformats.org/drawingml/2006/main">
              <a:ext uri="{FF2B5EF4-FFF2-40B4-BE49-F238E27FC236}">
                <a16:creationId xmlns:a16="http://schemas.microsoft.com/office/drawing/2014/main" id="{105C2CE4-1CD5-44D4-AF60-41D786FF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9960" y="1714381"/>
            <a:ext cx="63902" cy="63901"/>
          </a:xfrm>
          <a:custGeom xmlns:a="http://schemas.openxmlformats.org/drawingml/2006/main">
            <a:pathLst>
              <a:path w="64848" h="64848">
                <a:moveTo>
                  <a:pt x="0" y="32433"/>
                </a:moveTo>
                <a:lnTo>
                  <a:pt x="0" y="32433"/>
                </a:lnTo>
                <a:cubicBezTo>
                  <a:pt x="0" y="26485"/>
                  <a:pt x="1621" y="21070"/>
                  <a:pt x="4309" y="16207"/>
                </a:cubicBezTo>
                <a:cubicBezTo>
                  <a:pt x="7017" y="11345"/>
                  <a:pt x="11345" y="7017"/>
                  <a:pt x="16207" y="4328"/>
                </a:cubicBezTo>
                <a:cubicBezTo>
                  <a:pt x="21069" y="1621"/>
                  <a:pt x="26485" y="0"/>
                  <a:pt x="32414" y="0"/>
                </a:cubicBezTo>
                <a:cubicBezTo>
                  <a:pt x="38363" y="0"/>
                  <a:pt x="43778" y="1621"/>
                  <a:pt x="48641" y="4328"/>
                </a:cubicBezTo>
                <a:cubicBezTo>
                  <a:pt x="53503" y="7017"/>
                  <a:pt x="57831" y="11345"/>
                  <a:pt x="60520" y="16207"/>
                </a:cubicBezTo>
                <a:cubicBezTo>
                  <a:pt x="63228" y="21070"/>
                  <a:pt x="64848" y="26485"/>
                  <a:pt x="64848" y="32433"/>
                </a:cubicBezTo>
                <a:cubicBezTo>
                  <a:pt x="64848" y="38382"/>
                  <a:pt x="63228" y="43778"/>
                  <a:pt x="60520" y="48640"/>
                </a:cubicBezTo>
                <a:cubicBezTo>
                  <a:pt x="57831" y="53503"/>
                  <a:pt x="53503" y="57831"/>
                  <a:pt x="48641" y="60539"/>
                </a:cubicBezTo>
                <a:cubicBezTo>
                  <a:pt x="43778" y="63228"/>
                  <a:pt x="38363" y="64848"/>
                  <a:pt x="32414" y="64848"/>
                </a:cubicBezTo>
                <a:cubicBezTo>
                  <a:pt x="26485" y="64848"/>
                  <a:pt x="21069" y="63228"/>
                  <a:pt x="16207" y="60539"/>
                </a:cubicBezTo>
                <a:cubicBezTo>
                  <a:pt x="11345" y="57831"/>
                  <a:pt x="7017" y="53503"/>
                  <a:pt x="4309" y="48640"/>
                </a:cubicBezTo>
                <a:cubicBezTo>
                  <a:pt x="1621" y="43778"/>
                  <a:pt x="0" y="38382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" name="path-376">
            <a:extLst xmlns:a="http://schemas.openxmlformats.org/drawingml/2006/main">
              <a:ext uri="{FF2B5EF4-FFF2-40B4-BE49-F238E27FC236}">
                <a16:creationId xmlns:a16="http://schemas.microsoft.com/office/drawing/2014/main" id="{B2901E6A-4EF3-49CF-9560-071D66F5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6983" y="1637159"/>
            <a:ext cx="63919" cy="63901"/>
          </a:xfrm>
          <a:custGeom xmlns:a="http://schemas.openxmlformats.org/drawingml/2006/main">
            <a:pathLst>
              <a:path w="64866" h="64848">
                <a:moveTo>
                  <a:pt x="0" y="32414"/>
                </a:moveTo>
                <a:lnTo>
                  <a:pt x="0" y="32414"/>
                </a:lnTo>
                <a:cubicBezTo>
                  <a:pt x="0" y="26484"/>
                  <a:pt x="1622" y="21069"/>
                  <a:pt x="4328" y="16207"/>
                </a:cubicBezTo>
                <a:cubicBezTo>
                  <a:pt x="7036" y="11345"/>
                  <a:pt x="11345" y="7016"/>
                  <a:pt x="16227" y="4308"/>
                </a:cubicBezTo>
                <a:cubicBezTo>
                  <a:pt x="21090" y="1621"/>
                  <a:pt x="26485" y="0"/>
                  <a:pt x="32434" y="0"/>
                </a:cubicBezTo>
                <a:cubicBezTo>
                  <a:pt x="38383" y="0"/>
                  <a:pt x="43779" y="1621"/>
                  <a:pt x="48641" y="4308"/>
                </a:cubicBezTo>
                <a:cubicBezTo>
                  <a:pt x="53504" y="7016"/>
                  <a:pt x="57831" y="11345"/>
                  <a:pt x="60539" y="16207"/>
                </a:cubicBezTo>
                <a:cubicBezTo>
                  <a:pt x="63247" y="21069"/>
                  <a:pt x="64866" y="26484"/>
                  <a:pt x="64866" y="32414"/>
                </a:cubicBezTo>
                <a:cubicBezTo>
                  <a:pt x="64866" y="38363"/>
                  <a:pt x="63247" y="43778"/>
                  <a:pt x="60539" y="48640"/>
                </a:cubicBezTo>
                <a:cubicBezTo>
                  <a:pt x="57831" y="53503"/>
                  <a:pt x="53504" y="57831"/>
                  <a:pt x="48641" y="60519"/>
                </a:cubicBezTo>
                <a:cubicBezTo>
                  <a:pt x="43779" y="63226"/>
                  <a:pt x="38383" y="64848"/>
                  <a:pt x="32434" y="64848"/>
                </a:cubicBezTo>
                <a:cubicBezTo>
                  <a:pt x="26485" y="64848"/>
                  <a:pt x="21090" y="63226"/>
                  <a:pt x="16227" y="60519"/>
                </a:cubicBezTo>
                <a:cubicBezTo>
                  <a:pt x="11345" y="57831"/>
                  <a:pt x="7036" y="53503"/>
                  <a:pt x="4328" y="48640"/>
                </a:cubicBezTo>
                <a:cubicBezTo>
                  <a:pt x="1622" y="43778"/>
                  <a:pt x="0" y="38363"/>
                  <a:pt x="0" y="3241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" name="path-377">
            <a:extLst xmlns:a="http://schemas.openxmlformats.org/drawingml/2006/main">
              <a:ext uri="{FF2B5EF4-FFF2-40B4-BE49-F238E27FC236}">
                <a16:creationId xmlns:a16="http://schemas.microsoft.com/office/drawing/2014/main" id="{975160FD-8B9E-4956-8C54-840C0928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8871" y="1442749"/>
            <a:ext cx="63919" cy="63920"/>
          </a:xfrm>
          <a:custGeom xmlns:a="http://schemas.openxmlformats.org/drawingml/2006/main">
            <a:pathLst>
              <a:path w="64866" h="64867">
                <a:moveTo>
                  <a:pt x="0" y="32433"/>
                </a:moveTo>
                <a:lnTo>
                  <a:pt x="0" y="32433"/>
                </a:lnTo>
                <a:cubicBezTo>
                  <a:pt x="0" y="26485"/>
                  <a:pt x="1622" y="21089"/>
                  <a:pt x="4328" y="16227"/>
                </a:cubicBezTo>
                <a:cubicBezTo>
                  <a:pt x="7036" y="11364"/>
                  <a:pt x="11365" y="7036"/>
                  <a:pt x="16227" y="4328"/>
                </a:cubicBezTo>
                <a:cubicBezTo>
                  <a:pt x="21088" y="1621"/>
                  <a:pt x="26485" y="0"/>
                  <a:pt x="32434" y="0"/>
                </a:cubicBezTo>
                <a:cubicBezTo>
                  <a:pt x="38383" y="0"/>
                  <a:pt x="43779" y="1621"/>
                  <a:pt x="48660" y="4328"/>
                </a:cubicBezTo>
                <a:cubicBezTo>
                  <a:pt x="53522" y="7036"/>
                  <a:pt x="57831" y="11364"/>
                  <a:pt x="60539" y="16227"/>
                </a:cubicBezTo>
                <a:cubicBezTo>
                  <a:pt x="63247" y="21089"/>
                  <a:pt x="64866" y="26485"/>
                  <a:pt x="64866" y="32433"/>
                </a:cubicBezTo>
                <a:cubicBezTo>
                  <a:pt x="64866" y="38383"/>
                  <a:pt x="63247" y="43779"/>
                  <a:pt x="60539" y="48640"/>
                </a:cubicBezTo>
                <a:cubicBezTo>
                  <a:pt x="57831" y="53522"/>
                  <a:pt x="53522" y="57831"/>
                  <a:pt x="48660" y="60539"/>
                </a:cubicBezTo>
                <a:cubicBezTo>
                  <a:pt x="43779" y="63246"/>
                  <a:pt x="38383" y="64867"/>
                  <a:pt x="32434" y="64867"/>
                </a:cubicBezTo>
                <a:cubicBezTo>
                  <a:pt x="26485" y="64867"/>
                  <a:pt x="21088" y="63246"/>
                  <a:pt x="16227" y="60539"/>
                </a:cubicBezTo>
                <a:cubicBezTo>
                  <a:pt x="11365" y="57831"/>
                  <a:pt x="7036" y="53522"/>
                  <a:pt x="4328" y="48640"/>
                </a:cubicBezTo>
                <a:cubicBezTo>
                  <a:pt x="1622" y="43779"/>
                  <a:pt x="0" y="38383"/>
                  <a:pt x="0" y="32433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" name="path-378">
            <a:extLst xmlns:a="http://schemas.openxmlformats.org/drawingml/2006/main">
              <a:ext uri="{FF2B5EF4-FFF2-40B4-BE49-F238E27FC236}">
                <a16:creationId xmlns:a16="http://schemas.microsoft.com/office/drawing/2014/main" id="{FC6035A5-1AFE-48CF-A081-154ABA43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6585" y="1311208"/>
            <a:ext cx="63900" cy="63902"/>
          </a:xfrm>
          <a:custGeom xmlns:a="http://schemas.openxmlformats.org/drawingml/2006/main">
            <a:pathLst>
              <a:path w="64847" h="64848">
                <a:moveTo>
                  <a:pt x="0" y="32414"/>
                </a:moveTo>
                <a:lnTo>
                  <a:pt x="0" y="32414"/>
                </a:lnTo>
                <a:cubicBezTo>
                  <a:pt x="0" y="26485"/>
                  <a:pt x="1619" y="21070"/>
                  <a:pt x="4327" y="16207"/>
                </a:cubicBezTo>
                <a:cubicBezTo>
                  <a:pt x="7016" y="11345"/>
                  <a:pt x="11344" y="7017"/>
                  <a:pt x="16206" y="4310"/>
                </a:cubicBezTo>
                <a:cubicBezTo>
                  <a:pt x="21069" y="1621"/>
                  <a:pt x="26484" y="0"/>
                  <a:pt x="32433" y="0"/>
                </a:cubicBezTo>
                <a:cubicBezTo>
                  <a:pt x="38382" y="0"/>
                  <a:pt x="43777" y="1621"/>
                  <a:pt x="48640" y="4310"/>
                </a:cubicBezTo>
                <a:cubicBezTo>
                  <a:pt x="53502" y="7017"/>
                  <a:pt x="57830" y="11345"/>
                  <a:pt x="60538" y="16207"/>
                </a:cubicBezTo>
                <a:cubicBezTo>
                  <a:pt x="63226" y="21070"/>
                  <a:pt x="64847" y="26485"/>
                  <a:pt x="64847" y="32414"/>
                </a:cubicBezTo>
                <a:cubicBezTo>
                  <a:pt x="64847" y="38364"/>
                  <a:pt x="63226" y="43779"/>
                  <a:pt x="60538" y="48641"/>
                </a:cubicBezTo>
                <a:cubicBezTo>
                  <a:pt x="57830" y="53503"/>
                  <a:pt x="53502" y="57831"/>
                  <a:pt x="48640" y="60520"/>
                </a:cubicBezTo>
                <a:cubicBezTo>
                  <a:pt x="43777" y="63228"/>
                  <a:pt x="38382" y="64848"/>
                  <a:pt x="32433" y="64848"/>
                </a:cubicBezTo>
                <a:cubicBezTo>
                  <a:pt x="26484" y="64848"/>
                  <a:pt x="21069" y="63228"/>
                  <a:pt x="16206" y="60520"/>
                </a:cubicBezTo>
                <a:cubicBezTo>
                  <a:pt x="11344" y="57831"/>
                  <a:pt x="7016" y="53503"/>
                  <a:pt x="4327" y="48641"/>
                </a:cubicBezTo>
                <a:cubicBezTo>
                  <a:pt x="1619" y="43779"/>
                  <a:pt x="0" y="38364"/>
                  <a:pt x="0" y="3241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" name="path-379">
            <a:extLst xmlns:a="http://schemas.openxmlformats.org/drawingml/2006/main">
              <a:ext uri="{FF2B5EF4-FFF2-40B4-BE49-F238E27FC236}">
                <a16:creationId xmlns:a16="http://schemas.microsoft.com/office/drawing/2014/main" id="{CAC8D2B5-A075-47E2-9352-72096579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8435" y="1848065"/>
            <a:ext cx="63902" cy="63902"/>
          </a:xfrm>
          <a:custGeom xmlns:a="http://schemas.openxmlformats.org/drawingml/2006/main">
            <a:pathLst>
              <a:path w="64848" h="64848">
                <a:moveTo>
                  <a:pt x="0" y="32434"/>
                </a:moveTo>
                <a:lnTo>
                  <a:pt x="0" y="32434"/>
                </a:lnTo>
                <a:cubicBezTo>
                  <a:pt x="0" y="26485"/>
                  <a:pt x="1619" y="21070"/>
                  <a:pt x="4308" y="16207"/>
                </a:cubicBezTo>
                <a:cubicBezTo>
                  <a:pt x="7016" y="11345"/>
                  <a:pt x="11344" y="7017"/>
                  <a:pt x="16207" y="4328"/>
                </a:cubicBezTo>
                <a:cubicBezTo>
                  <a:pt x="21069" y="1621"/>
                  <a:pt x="26484" y="0"/>
                  <a:pt x="32413" y="0"/>
                </a:cubicBezTo>
                <a:cubicBezTo>
                  <a:pt x="38362" y="0"/>
                  <a:pt x="43778" y="1621"/>
                  <a:pt x="48640" y="4328"/>
                </a:cubicBezTo>
                <a:cubicBezTo>
                  <a:pt x="53502" y="7017"/>
                  <a:pt x="57830" y="11345"/>
                  <a:pt x="60519" y="16207"/>
                </a:cubicBezTo>
                <a:cubicBezTo>
                  <a:pt x="63226" y="21070"/>
                  <a:pt x="64848" y="26485"/>
                  <a:pt x="64848" y="32434"/>
                </a:cubicBezTo>
                <a:cubicBezTo>
                  <a:pt x="64848" y="38364"/>
                  <a:pt x="63226" y="43779"/>
                  <a:pt x="60519" y="48641"/>
                </a:cubicBezTo>
                <a:cubicBezTo>
                  <a:pt x="57830" y="53503"/>
                  <a:pt x="53502" y="57832"/>
                  <a:pt x="48640" y="60539"/>
                </a:cubicBezTo>
                <a:cubicBezTo>
                  <a:pt x="43778" y="63228"/>
                  <a:pt x="38362" y="64848"/>
                  <a:pt x="32413" y="64848"/>
                </a:cubicBezTo>
                <a:cubicBezTo>
                  <a:pt x="26484" y="64848"/>
                  <a:pt x="21069" y="63228"/>
                  <a:pt x="16207" y="60539"/>
                </a:cubicBezTo>
                <a:cubicBezTo>
                  <a:pt x="11344" y="57832"/>
                  <a:pt x="7016" y="53503"/>
                  <a:pt x="4308" y="48641"/>
                </a:cubicBezTo>
                <a:cubicBezTo>
                  <a:pt x="1619" y="43779"/>
                  <a:pt x="0" y="38364"/>
                  <a:pt x="0" y="32434"/>
                </a:cubicBezTo>
              </a:path>
            </a:pathLst>
          </a:custGeom>
          <a:solidFill xmlns:a="http://schemas.openxmlformats.org/drawingml/2006/main">
            <a:srgbClr val="4A9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" name="path-380">
            <a:extLst xmlns:a="http://schemas.openxmlformats.org/drawingml/2006/main">
              <a:ext uri="{FF2B5EF4-FFF2-40B4-BE49-F238E27FC236}">
                <a16:creationId xmlns:a16="http://schemas.microsoft.com/office/drawing/2014/main" id="{EFC20500-EBB8-4B88-9460-E4178954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9251" y="1238231"/>
            <a:ext cx="238074" cy="305716"/>
          </a:xfrm>
          <a:custGeom xmlns:a="http://schemas.openxmlformats.org/drawingml/2006/main">
            <a:pathLst>
              <a:path w="241601" h="310245">
                <a:moveTo>
                  <a:pt x="0" y="0"/>
                </a:moveTo>
                <a:lnTo>
                  <a:pt x="168631" y="0"/>
                </a:lnTo>
                <a:lnTo>
                  <a:pt x="241601" y="72437"/>
                </a:lnTo>
                <a:lnTo>
                  <a:pt x="241601" y="310245"/>
                </a:lnTo>
                <a:lnTo>
                  <a:pt x="0" y="310245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913">
            <a:solidFill>
              <a:srgbClr val="444444"/>
            </a:solidFill>
            <a:prstDash val="solid"/>
          </a:ln>
        </p:spPr>
      </p:sp>
      <p:sp>
        <p:nvSpPr>
          <p:cNvPr id="431" name="path-381">
            <a:extLst xmlns:a="http://schemas.openxmlformats.org/drawingml/2006/main">
              <a:ext uri="{FF2B5EF4-FFF2-40B4-BE49-F238E27FC236}">
                <a16:creationId xmlns:a16="http://schemas.microsoft.com/office/drawing/2014/main" id="{77CEDE7E-38C8-4D64-A550-293D6D77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5965" y="1238777"/>
            <a:ext cx="191" cy="71360"/>
          </a:xfrm>
          <a:custGeom xmlns:a="http://schemas.openxmlformats.org/drawingml/2006/main">
            <a:pathLst>
              <a:path w="191" h="72417">
                <a:moveTo>
                  <a:pt x="0" y="0"/>
                </a:moveTo>
                <a:lnTo>
                  <a:pt x="0" y="72417"/>
                </a:lnTo>
              </a:path>
            </a:pathLst>
          </a:custGeom>
          <a:noFill xmlns:a="http://schemas.openxmlformats.org/drawingml/2006/main"/>
          <a:ln xmlns:a="http://schemas.openxmlformats.org/drawingml/2006/main" w="12250">
            <a:solidFill>
              <a:srgbClr val="444444"/>
            </a:solidFill>
            <a:prstDash val="solid"/>
          </a:ln>
        </p:spPr>
      </p:sp>
      <p:sp>
        <p:nvSpPr>
          <p:cNvPr id="432" name="path-382">
            <a:extLst xmlns:a="http://schemas.openxmlformats.org/drawingml/2006/main">
              <a:ext uri="{FF2B5EF4-FFF2-40B4-BE49-F238E27FC236}">
                <a16:creationId xmlns:a16="http://schemas.microsoft.com/office/drawing/2014/main" id="{850C3B23-BFD5-431B-8887-8D4089E2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5965" y="1310137"/>
            <a:ext cx="71361" cy="191"/>
          </a:xfrm>
          <a:custGeom xmlns:a="http://schemas.openxmlformats.org/drawingml/2006/main">
            <a:pathLst>
              <a:path w="72418" h="191">
                <a:moveTo>
                  <a:pt x="0" y="0"/>
                </a:moveTo>
                <a:lnTo>
                  <a:pt x="724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250">
            <a:solidFill>
              <a:srgbClr val="444444"/>
            </a:solidFill>
            <a:prstDash val="solid"/>
          </a:ln>
        </p:spPr>
      </p:sp>
      <p:sp>
        <p:nvSpPr>
          <p:cNvPr id="433" name="path-383">
            <a:extLst xmlns:a="http://schemas.openxmlformats.org/drawingml/2006/main">
              <a:ext uri="{FF2B5EF4-FFF2-40B4-BE49-F238E27FC236}">
                <a16:creationId xmlns:a16="http://schemas.microsoft.com/office/drawing/2014/main" id="{BB82AB66-F354-4F1A-B6B6-4A807517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9741" y="1360735"/>
            <a:ext cx="157113" cy="191"/>
          </a:xfrm>
          <a:custGeom xmlns:a="http://schemas.openxmlformats.org/drawingml/2006/main">
            <a:pathLst>
              <a:path w="159441" h="191">
                <a:moveTo>
                  <a:pt x="0" y="0"/>
                </a:moveTo>
                <a:lnTo>
                  <a:pt x="1594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444444"/>
            </a:solidFill>
            <a:prstDash val="solid"/>
          </a:ln>
        </p:spPr>
      </p:sp>
      <p:sp>
        <p:nvSpPr>
          <p:cNvPr id="434" name="path-384">
            <a:extLst xmlns:a="http://schemas.openxmlformats.org/drawingml/2006/main">
              <a:ext uri="{FF2B5EF4-FFF2-40B4-BE49-F238E27FC236}">
                <a16:creationId xmlns:a16="http://schemas.microsoft.com/office/drawing/2014/main" id="{016220C7-2112-4BE4-A4EA-7CCFDCA5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9741" y="1412931"/>
            <a:ext cx="157113" cy="191"/>
          </a:xfrm>
          <a:custGeom xmlns:a="http://schemas.openxmlformats.org/drawingml/2006/main">
            <a:pathLst>
              <a:path w="159441" h="191">
                <a:moveTo>
                  <a:pt x="0" y="0"/>
                </a:moveTo>
                <a:lnTo>
                  <a:pt x="1594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444444"/>
            </a:solidFill>
            <a:prstDash val="solid"/>
          </a:ln>
        </p:spPr>
      </p:sp>
      <p:sp>
        <p:nvSpPr>
          <p:cNvPr id="435" name="path-385">
            <a:extLst xmlns:a="http://schemas.openxmlformats.org/drawingml/2006/main">
              <a:ext uri="{FF2B5EF4-FFF2-40B4-BE49-F238E27FC236}">
                <a16:creationId xmlns:a16="http://schemas.microsoft.com/office/drawing/2014/main" id="{FCF3FDBE-8345-45FC-ADF4-153A68E6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9741" y="1464583"/>
            <a:ext cx="157113" cy="191"/>
          </a:xfrm>
          <a:custGeom xmlns:a="http://schemas.openxmlformats.org/drawingml/2006/main">
            <a:pathLst>
              <a:path w="159441" h="191">
                <a:moveTo>
                  <a:pt x="0" y="0"/>
                </a:moveTo>
                <a:lnTo>
                  <a:pt x="1594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444444"/>
            </a:solidFill>
            <a:prstDash val="solid"/>
          </a:ln>
        </p:spPr>
      </p:sp>
      <p:sp>
        <p:nvSpPr>
          <p:cNvPr id="436" name="path-386">
            <a:extLst xmlns:a="http://schemas.openxmlformats.org/drawingml/2006/main">
              <a:ext uri="{FF2B5EF4-FFF2-40B4-BE49-F238E27FC236}">
                <a16:creationId xmlns:a16="http://schemas.microsoft.com/office/drawing/2014/main" id="{D49F0ACA-04DB-4050-BCCA-2C5261EB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0048" y="1398539"/>
            <a:ext cx="238074" cy="305715"/>
          </a:xfrm>
          <a:custGeom xmlns:a="http://schemas.openxmlformats.org/drawingml/2006/main">
            <a:pathLst>
              <a:path w="241601" h="310244">
                <a:moveTo>
                  <a:pt x="0" y="0"/>
                </a:moveTo>
                <a:lnTo>
                  <a:pt x="168632" y="0"/>
                </a:lnTo>
                <a:lnTo>
                  <a:pt x="241601" y="72437"/>
                </a:lnTo>
                <a:lnTo>
                  <a:pt x="241601" y="310244"/>
                </a:lnTo>
                <a:lnTo>
                  <a:pt x="0" y="31024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913">
            <a:solidFill>
              <a:srgbClr val="444444"/>
            </a:solidFill>
            <a:prstDash val="solid"/>
          </a:ln>
        </p:spPr>
      </p:sp>
      <p:sp>
        <p:nvSpPr>
          <p:cNvPr id="437" name="path-387">
            <a:extLst xmlns:a="http://schemas.openxmlformats.org/drawingml/2006/main">
              <a:ext uri="{FF2B5EF4-FFF2-40B4-BE49-F238E27FC236}">
                <a16:creationId xmlns:a16="http://schemas.microsoft.com/office/drawing/2014/main" id="{DE197718-DBD9-4D6E-AA58-AA9E9B18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6763" y="1398539"/>
            <a:ext cx="191" cy="71905"/>
          </a:xfrm>
          <a:custGeom xmlns:a="http://schemas.openxmlformats.org/drawingml/2006/main">
            <a:pathLst>
              <a:path w="191" h="72971">
                <a:moveTo>
                  <a:pt x="0" y="0"/>
                </a:moveTo>
                <a:lnTo>
                  <a:pt x="0" y="72971"/>
                </a:lnTo>
              </a:path>
            </a:pathLst>
          </a:custGeom>
          <a:noFill xmlns:a="http://schemas.openxmlformats.org/drawingml/2006/main"/>
          <a:ln xmlns:a="http://schemas.openxmlformats.org/drawingml/2006/main" w="12250">
            <a:solidFill>
              <a:srgbClr val="444444"/>
            </a:solidFill>
            <a:prstDash val="solid"/>
          </a:ln>
        </p:spPr>
      </p:sp>
      <p:sp>
        <p:nvSpPr>
          <p:cNvPr id="438" name="path-388">
            <a:extLst xmlns:a="http://schemas.openxmlformats.org/drawingml/2006/main">
              <a:ext uri="{FF2B5EF4-FFF2-40B4-BE49-F238E27FC236}">
                <a16:creationId xmlns:a16="http://schemas.microsoft.com/office/drawing/2014/main" id="{69AE41F1-08C4-4EF2-A4B6-C0B1B3C0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6763" y="1470444"/>
            <a:ext cx="71359" cy="191"/>
          </a:xfrm>
          <a:custGeom xmlns:a="http://schemas.openxmlformats.org/drawingml/2006/main">
            <a:pathLst>
              <a:path w="72417" h="191">
                <a:moveTo>
                  <a:pt x="0" y="0"/>
                </a:moveTo>
                <a:lnTo>
                  <a:pt x="724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250">
            <a:solidFill>
              <a:srgbClr val="444444"/>
            </a:solidFill>
            <a:prstDash val="solid"/>
          </a:ln>
        </p:spPr>
      </p:sp>
      <p:sp>
        <p:nvSpPr>
          <p:cNvPr id="439" name="path-389">
            <a:extLst xmlns:a="http://schemas.openxmlformats.org/drawingml/2006/main">
              <a:ext uri="{FF2B5EF4-FFF2-40B4-BE49-F238E27FC236}">
                <a16:creationId xmlns:a16="http://schemas.microsoft.com/office/drawing/2014/main" id="{48FFDCCF-9D6A-4A1F-ACDF-E747605C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0537" y="1521043"/>
            <a:ext cx="157114" cy="191"/>
          </a:xfrm>
          <a:custGeom xmlns:a="http://schemas.openxmlformats.org/drawingml/2006/main">
            <a:pathLst>
              <a:path w="159442" h="191">
                <a:moveTo>
                  <a:pt x="0" y="0"/>
                </a:moveTo>
                <a:lnTo>
                  <a:pt x="1594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444444"/>
            </a:solidFill>
            <a:prstDash val="solid"/>
          </a:ln>
        </p:spPr>
      </p:sp>
      <p:sp>
        <p:nvSpPr>
          <p:cNvPr id="440" name="path-390">
            <a:extLst xmlns:a="http://schemas.openxmlformats.org/drawingml/2006/main">
              <a:ext uri="{FF2B5EF4-FFF2-40B4-BE49-F238E27FC236}">
                <a16:creationId xmlns:a16="http://schemas.microsoft.com/office/drawing/2014/main" id="{8DF079FE-EAF6-4D31-A386-BD39419D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0537" y="1572712"/>
            <a:ext cx="157114" cy="191"/>
          </a:xfrm>
          <a:custGeom xmlns:a="http://schemas.openxmlformats.org/drawingml/2006/main">
            <a:pathLst>
              <a:path w="159442" h="191">
                <a:moveTo>
                  <a:pt x="0" y="0"/>
                </a:moveTo>
                <a:lnTo>
                  <a:pt x="1594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444444"/>
            </a:solidFill>
            <a:prstDash val="solid"/>
          </a:ln>
        </p:spPr>
      </p:sp>
      <p:sp>
        <p:nvSpPr>
          <p:cNvPr id="441" name="path-391">
            <a:extLst xmlns:a="http://schemas.openxmlformats.org/drawingml/2006/main">
              <a:ext uri="{FF2B5EF4-FFF2-40B4-BE49-F238E27FC236}">
                <a16:creationId xmlns:a16="http://schemas.microsoft.com/office/drawing/2014/main" id="{C0ED0101-6033-42E2-9E6C-3267CC16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0537" y="1624908"/>
            <a:ext cx="157114" cy="191"/>
          </a:xfrm>
          <a:custGeom xmlns:a="http://schemas.openxmlformats.org/drawingml/2006/main">
            <a:pathLst>
              <a:path w="159442" h="191">
                <a:moveTo>
                  <a:pt x="0" y="0"/>
                </a:moveTo>
                <a:lnTo>
                  <a:pt x="1594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444444"/>
            </a:solidFill>
            <a:prstDash val="solid"/>
          </a:ln>
        </p:spPr>
      </p:sp>
      <p:sp>
        <p:nvSpPr>
          <p:cNvPr id="442" name="path-392">
            <a:extLst xmlns:a="http://schemas.openxmlformats.org/drawingml/2006/main">
              <a:ext uri="{FF2B5EF4-FFF2-40B4-BE49-F238E27FC236}">
                <a16:creationId xmlns:a16="http://schemas.microsoft.com/office/drawing/2014/main" id="{9B35DD4D-CB34-4EB4-A572-59CEBB1A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0334" y="1108287"/>
            <a:ext cx="1803910" cy="872916"/>
          </a:xfrm>
          <a:custGeom xmlns:a="http://schemas.openxmlformats.org/drawingml/2006/main">
            <a:pathLst>
              <a:path w="1830635" h="885849">
                <a:moveTo>
                  <a:pt x="0" y="442648"/>
                </a:moveTo>
                <a:lnTo>
                  <a:pt x="0" y="442648"/>
                </a:lnTo>
                <a:cubicBezTo>
                  <a:pt x="0" y="364834"/>
                  <a:pt x="42157" y="288622"/>
                  <a:pt x="122699" y="221048"/>
                </a:cubicBezTo>
                <a:cubicBezTo>
                  <a:pt x="203219" y="154026"/>
                  <a:pt x="318348" y="97815"/>
                  <a:pt x="457787" y="58899"/>
                </a:cubicBezTo>
                <a:cubicBezTo>
                  <a:pt x="596712" y="19983"/>
                  <a:pt x="754531" y="0"/>
                  <a:pt x="915594" y="0"/>
                </a:cubicBezTo>
                <a:cubicBezTo>
                  <a:pt x="1076122" y="0"/>
                  <a:pt x="1233942" y="19983"/>
                  <a:pt x="1372848" y="58899"/>
                </a:cubicBezTo>
                <a:cubicBezTo>
                  <a:pt x="1512287" y="97815"/>
                  <a:pt x="1627414" y="154026"/>
                  <a:pt x="1707954" y="221048"/>
                </a:cubicBezTo>
                <a:cubicBezTo>
                  <a:pt x="1788475" y="288622"/>
                  <a:pt x="1830635" y="364834"/>
                  <a:pt x="1830635" y="442648"/>
                </a:cubicBezTo>
                <a:cubicBezTo>
                  <a:pt x="1830635" y="520481"/>
                  <a:pt x="1788475" y="596693"/>
                  <a:pt x="1707954" y="664249"/>
                </a:cubicBezTo>
                <a:cubicBezTo>
                  <a:pt x="1627414" y="731270"/>
                  <a:pt x="1512287" y="787480"/>
                  <a:pt x="1372848" y="826397"/>
                </a:cubicBezTo>
                <a:cubicBezTo>
                  <a:pt x="1233942" y="865313"/>
                  <a:pt x="1076122" y="885849"/>
                  <a:pt x="915594" y="885849"/>
                </a:cubicBezTo>
                <a:cubicBezTo>
                  <a:pt x="754531" y="885849"/>
                  <a:pt x="596712" y="865313"/>
                  <a:pt x="457787" y="826397"/>
                </a:cubicBezTo>
                <a:cubicBezTo>
                  <a:pt x="318348" y="787480"/>
                  <a:pt x="203219" y="731270"/>
                  <a:pt x="122699" y="664249"/>
                </a:cubicBezTo>
                <a:cubicBezTo>
                  <a:pt x="42157" y="596693"/>
                  <a:pt x="0" y="520481"/>
                  <a:pt x="0" y="442648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641">
            <a:solidFill>
              <a:srgbClr val="868686"/>
            </a:solidFill>
            <a:prstDash val="dash"/>
          </a:ln>
        </p:spPr>
      </p:sp>
      <p:sp>
        <p:nvSpPr>
          <p:cNvPr id="443" name="path-393">
            <a:extLst xmlns:a="http://schemas.openxmlformats.org/drawingml/2006/main">
              <a:ext uri="{FF2B5EF4-FFF2-40B4-BE49-F238E27FC236}">
                <a16:creationId xmlns:a16="http://schemas.microsoft.com/office/drawing/2014/main" id="{B8130D0A-1EB6-438F-83F0-3B5B8E0C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94451" y="1548212"/>
            <a:ext cx="69783" cy="69763"/>
          </a:xfrm>
          <a:custGeom xmlns:a="http://schemas.openxmlformats.org/drawingml/2006/main">
            <a:pathLst>
              <a:path w="70817" h="70797">
                <a:moveTo>
                  <a:pt x="0" y="35122"/>
                </a:moveTo>
                <a:lnTo>
                  <a:pt x="0" y="35122"/>
                </a:lnTo>
                <a:cubicBezTo>
                  <a:pt x="0" y="29192"/>
                  <a:pt x="1621" y="22690"/>
                  <a:pt x="4881" y="17294"/>
                </a:cubicBezTo>
                <a:cubicBezTo>
                  <a:pt x="8122" y="11879"/>
                  <a:pt x="12433" y="7570"/>
                  <a:pt x="17847" y="4328"/>
                </a:cubicBezTo>
                <a:cubicBezTo>
                  <a:pt x="23242" y="1621"/>
                  <a:pt x="29191" y="0"/>
                  <a:pt x="35675" y="0"/>
                </a:cubicBezTo>
                <a:cubicBezTo>
                  <a:pt x="41624" y="0"/>
                  <a:pt x="47572" y="1621"/>
                  <a:pt x="52968" y="4328"/>
                </a:cubicBezTo>
                <a:cubicBezTo>
                  <a:pt x="58384" y="7570"/>
                  <a:pt x="62712" y="11879"/>
                  <a:pt x="65954" y="17294"/>
                </a:cubicBezTo>
                <a:cubicBezTo>
                  <a:pt x="69195" y="22690"/>
                  <a:pt x="70817" y="29192"/>
                  <a:pt x="70817" y="35122"/>
                </a:cubicBezTo>
                <a:cubicBezTo>
                  <a:pt x="70817" y="41071"/>
                  <a:pt x="69195" y="47554"/>
                  <a:pt x="65954" y="52969"/>
                </a:cubicBezTo>
                <a:cubicBezTo>
                  <a:pt x="62712" y="58365"/>
                  <a:pt x="58384" y="62693"/>
                  <a:pt x="52968" y="65935"/>
                </a:cubicBezTo>
                <a:cubicBezTo>
                  <a:pt x="47572" y="68643"/>
                  <a:pt x="41624" y="70797"/>
                  <a:pt x="35675" y="70797"/>
                </a:cubicBezTo>
                <a:cubicBezTo>
                  <a:pt x="29191" y="70797"/>
                  <a:pt x="23242" y="68643"/>
                  <a:pt x="17847" y="65935"/>
                </a:cubicBezTo>
                <a:cubicBezTo>
                  <a:pt x="12433" y="62693"/>
                  <a:pt x="8122" y="58365"/>
                  <a:pt x="4881" y="52969"/>
                </a:cubicBezTo>
                <a:cubicBezTo>
                  <a:pt x="1621" y="47554"/>
                  <a:pt x="0" y="41071"/>
                  <a:pt x="0" y="35122"/>
                </a:cubicBezTo>
              </a:path>
            </a:pathLst>
          </a:cu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" name="path-394">
            <a:extLst xmlns:a="http://schemas.openxmlformats.org/drawingml/2006/main">
              <a:ext uri="{FF2B5EF4-FFF2-40B4-BE49-F238E27FC236}">
                <a16:creationId xmlns:a16="http://schemas.microsoft.com/office/drawing/2014/main" id="{6F91AF36-9D36-4639-8C6D-7B2A7E00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2525" y="1600407"/>
            <a:ext cx="69783" cy="69764"/>
          </a:xfrm>
          <a:custGeom xmlns:a="http://schemas.openxmlformats.org/drawingml/2006/main">
            <a:pathLst>
              <a:path w="70817" h="70797">
                <a:moveTo>
                  <a:pt x="0" y="35122"/>
                </a:moveTo>
                <a:lnTo>
                  <a:pt x="0" y="35122"/>
                </a:lnTo>
                <a:cubicBezTo>
                  <a:pt x="0" y="29173"/>
                  <a:pt x="1622" y="22690"/>
                  <a:pt x="4863" y="17294"/>
                </a:cubicBezTo>
                <a:cubicBezTo>
                  <a:pt x="8104" y="11879"/>
                  <a:pt x="12431" y="7570"/>
                  <a:pt x="17847" y="4328"/>
                </a:cubicBezTo>
                <a:cubicBezTo>
                  <a:pt x="23244" y="1621"/>
                  <a:pt x="29193" y="0"/>
                  <a:pt x="35676" y="0"/>
                </a:cubicBezTo>
                <a:cubicBezTo>
                  <a:pt x="41624" y="0"/>
                  <a:pt x="47573" y="1621"/>
                  <a:pt x="52969" y="4328"/>
                </a:cubicBezTo>
                <a:cubicBezTo>
                  <a:pt x="58385" y="7570"/>
                  <a:pt x="62694" y="11879"/>
                  <a:pt x="65954" y="17294"/>
                </a:cubicBezTo>
                <a:cubicBezTo>
                  <a:pt x="69196" y="22690"/>
                  <a:pt x="70817" y="29173"/>
                  <a:pt x="70817" y="35122"/>
                </a:cubicBezTo>
                <a:cubicBezTo>
                  <a:pt x="70817" y="41071"/>
                  <a:pt x="69196" y="47554"/>
                  <a:pt x="65954" y="52969"/>
                </a:cubicBezTo>
                <a:cubicBezTo>
                  <a:pt x="62694" y="58365"/>
                  <a:pt x="58385" y="62694"/>
                  <a:pt x="52969" y="65935"/>
                </a:cubicBezTo>
                <a:cubicBezTo>
                  <a:pt x="47573" y="68642"/>
                  <a:pt x="41624" y="70797"/>
                  <a:pt x="35676" y="70797"/>
                </a:cubicBezTo>
                <a:cubicBezTo>
                  <a:pt x="29193" y="70797"/>
                  <a:pt x="23244" y="68642"/>
                  <a:pt x="17847" y="65935"/>
                </a:cubicBezTo>
                <a:cubicBezTo>
                  <a:pt x="12431" y="62694"/>
                  <a:pt x="8104" y="58365"/>
                  <a:pt x="4863" y="52969"/>
                </a:cubicBezTo>
                <a:cubicBezTo>
                  <a:pt x="1622" y="47554"/>
                  <a:pt x="0" y="41071"/>
                  <a:pt x="0" y="35122"/>
                </a:cubicBezTo>
              </a:path>
            </a:pathLst>
          </a:cu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" name="path-395">
            <a:extLst xmlns:a="http://schemas.openxmlformats.org/drawingml/2006/main">
              <a:ext uri="{FF2B5EF4-FFF2-40B4-BE49-F238E27FC236}">
                <a16:creationId xmlns:a16="http://schemas.microsoft.com/office/drawing/2014/main" id="{F0C41689-F9EE-4DAF-BABF-021A67EA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3343" y="1277651"/>
            <a:ext cx="69764" cy="69763"/>
          </a:xfrm>
          <a:custGeom xmlns:a="http://schemas.openxmlformats.org/drawingml/2006/main">
            <a:pathLst>
              <a:path w="70797" h="70797">
                <a:moveTo>
                  <a:pt x="0" y="35122"/>
                </a:moveTo>
                <a:lnTo>
                  <a:pt x="0" y="35122"/>
                </a:lnTo>
                <a:cubicBezTo>
                  <a:pt x="0" y="29192"/>
                  <a:pt x="1622" y="22690"/>
                  <a:pt x="4862" y="17294"/>
                </a:cubicBezTo>
                <a:cubicBezTo>
                  <a:pt x="8103" y="11879"/>
                  <a:pt x="12433" y="7570"/>
                  <a:pt x="17828" y="4328"/>
                </a:cubicBezTo>
                <a:cubicBezTo>
                  <a:pt x="23244" y="1621"/>
                  <a:pt x="29173" y="0"/>
                  <a:pt x="35676" y="0"/>
                </a:cubicBezTo>
                <a:cubicBezTo>
                  <a:pt x="41605" y="0"/>
                  <a:pt x="47554" y="1621"/>
                  <a:pt x="52969" y="4328"/>
                </a:cubicBezTo>
                <a:cubicBezTo>
                  <a:pt x="58366" y="7570"/>
                  <a:pt x="62694" y="11879"/>
                  <a:pt x="65935" y="17294"/>
                </a:cubicBezTo>
                <a:cubicBezTo>
                  <a:pt x="69177" y="22690"/>
                  <a:pt x="70797" y="29192"/>
                  <a:pt x="70797" y="35122"/>
                </a:cubicBezTo>
                <a:cubicBezTo>
                  <a:pt x="70797" y="41071"/>
                  <a:pt x="69177" y="47554"/>
                  <a:pt x="65935" y="52969"/>
                </a:cubicBezTo>
                <a:cubicBezTo>
                  <a:pt x="62694" y="58365"/>
                  <a:pt x="58366" y="62693"/>
                  <a:pt x="52969" y="65934"/>
                </a:cubicBezTo>
                <a:cubicBezTo>
                  <a:pt x="47554" y="68642"/>
                  <a:pt x="41605" y="70797"/>
                  <a:pt x="35676" y="70797"/>
                </a:cubicBezTo>
                <a:cubicBezTo>
                  <a:pt x="29173" y="70797"/>
                  <a:pt x="23244" y="68642"/>
                  <a:pt x="17828" y="65934"/>
                </a:cubicBezTo>
                <a:cubicBezTo>
                  <a:pt x="12433" y="62693"/>
                  <a:pt x="8103" y="58365"/>
                  <a:pt x="4862" y="52969"/>
                </a:cubicBezTo>
                <a:cubicBezTo>
                  <a:pt x="1622" y="47554"/>
                  <a:pt x="0" y="41071"/>
                  <a:pt x="0" y="35122"/>
                </a:cubicBezTo>
              </a:path>
            </a:pathLst>
          </a:cu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" name="path-396">
            <a:extLst xmlns:a="http://schemas.openxmlformats.org/drawingml/2006/main">
              <a:ext uri="{FF2B5EF4-FFF2-40B4-BE49-F238E27FC236}">
                <a16:creationId xmlns:a16="http://schemas.microsoft.com/office/drawing/2014/main" id="{75DB8636-1903-4F4B-BC9C-30073C2E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4046" y="1489083"/>
            <a:ext cx="69761" cy="69782"/>
          </a:xfrm>
          <a:custGeom xmlns:a="http://schemas.openxmlformats.org/drawingml/2006/main">
            <a:pathLst>
              <a:path w="70795" h="70815">
                <a:moveTo>
                  <a:pt x="0" y="35140"/>
                </a:moveTo>
                <a:lnTo>
                  <a:pt x="0" y="35140"/>
                </a:lnTo>
                <a:cubicBezTo>
                  <a:pt x="0" y="29192"/>
                  <a:pt x="1619" y="22709"/>
                  <a:pt x="4863" y="17294"/>
                </a:cubicBezTo>
                <a:cubicBezTo>
                  <a:pt x="8104" y="11898"/>
                  <a:pt x="12431" y="7570"/>
                  <a:pt x="17828" y="4328"/>
                </a:cubicBezTo>
                <a:cubicBezTo>
                  <a:pt x="23244" y="1620"/>
                  <a:pt x="29173" y="0"/>
                  <a:pt x="35675" y="0"/>
                </a:cubicBezTo>
                <a:cubicBezTo>
                  <a:pt x="41605" y="0"/>
                  <a:pt x="47554" y="1620"/>
                  <a:pt x="52967" y="4328"/>
                </a:cubicBezTo>
                <a:cubicBezTo>
                  <a:pt x="58363" y="7570"/>
                  <a:pt x="62693" y="11898"/>
                  <a:pt x="65934" y="17294"/>
                </a:cubicBezTo>
                <a:cubicBezTo>
                  <a:pt x="69175" y="22709"/>
                  <a:pt x="70795" y="29192"/>
                  <a:pt x="70795" y="35140"/>
                </a:cubicBezTo>
                <a:cubicBezTo>
                  <a:pt x="70795" y="41090"/>
                  <a:pt x="69175" y="47573"/>
                  <a:pt x="65934" y="52969"/>
                </a:cubicBezTo>
                <a:cubicBezTo>
                  <a:pt x="62693" y="58384"/>
                  <a:pt x="58363" y="62712"/>
                  <a:pt x="52967" y="65954"/>
                </a:cubicBezTo>
                <a:cubicBezTo>
                  <a:pt x="47554" y="68642"/>
                  <a:pt x="41605" y="70815"/>
                  <a:pt x="35675" y="70815"/>
                </a:cubicBezTo>
                <a:cubicBezTo>
                  <a:pt x="29173" y="70815"/>
                  <a:pt x="23244" y="68642"/>
                  <a:pt x="17828" y="65954"/>
                </a:cubicBezTo>
                <a:cubicBezTo>
                  <a:pt x="12431" y="62712"/>
                  <a:pt x="8104" y="58384"/>
                  <a:pt x="4863" y="52969"/>
                </a:cubicBezTo>
                <a:cubicBezTo>
                  <a:pt x="1619" y="47573"/>
                  <a:pt x="0" y="41090"/>
                  <a:pt x="0" y="35140"/>
                </a:cubicBezTo>
              </a:path>
            </a:pathLst>
          </a:cu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" name="path-397">
            <a:extLst xmlns:a="http://schemas.openxmlformats.org/drawingml/2006/main">
              <a:ext uri="{FF2B5EF4-FFF2-40B4-BE49-F238E27FC236}">
                <a16:creationId xmlns:a16="http://schemas.microsoft.com/office/drawing/2014/main" id="{55A2A5D8-8F8C-43AE-94F6-5BAA4784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8258" y="1204674"/>
            <a:ext cx="69782" cy="69782"/>
          </a:xfrm>
          <a:custGeom xmlns:a="http://schemas.openxmlformats.org/drawingml/2006/main">
            <a:pathLst>
              <a:path w="70815" h="70816">
                <a:moveTo>
                  <a:pt x="0" y="35141"/>
                </a:moveTo>
                <a:lnTo>
                  <a:pt x="0" y="35141"/>
                </a:lnTo>
                <a:cubicBezTo>
                  <a:pt x="0" y="29193"/>
                  <a:pt x="1621" y="22709"/>
                  <a:pt x="4862" y="17294"/>
                </a:cubicBezTo>
                <a:cubicBezTo>
                  <a:pt x="8103" y="11898"/>
                  <a:pt x="12433" y="7570"/>
                  <a:pt x="17847" y="4328"/>
                </a:cubicBezTo>
                <a:cubicBezTo>
                  <a:pt x="23242" y="1621"/>
                  <a:pt x="29193" y="0"/>
                  <a:pt x="35675" y="0"/>
                </a:cubicBezTo>
                <a:cubicBezTo>
                  <a:pt x="41625" y="0"/>
                  <a:pt x="47573" y="1621"/>
                  <a:pt x="52969" y="4328"/>
                </a:cubicBezTo>
                <a:cubicBezTo>
                  <a:pt x="58384" y="7570"/>
                  <a:pt x="62694" y="11898"/>
                  <a:pt x="65934" y="17294"/>
                </a:cubicBezTo>
                <a:cubicBezTo>
                  <a:pt x="69196" y="22709"/>
                  <a:pt x="70815" y="29193"/>
                  <a:pt x="70815" y="35141"/>
                </a:cubicBezTo>
                <a:cubicBezTo>
                  <a:pt x="70815" y="41090"/>
                  <a:pt x="69196" y="47573"/>
                  <a:pt x="65934" y="52969"/>
                </a:cubicBezTo>
                <a:cubicBezTo>
                  <a:pt x="62694" y="58384"/>
                  <a:pt x="58384" y="62712"/>
                  <a:pt x="52969" y="65954"/>
                </a:cubicBezTo>
                <a:cubicBezTo>
                  <a:pt x="47573" y="68643"/>
                  <a:pt x="41625" y="70816"/>
                  <a:pt x="35675" y="70816"/>
                </a:cubicBezTo>
                <a:cubicBezTo>
                  <a:pt x="29193" y="70816"/>
                  <a:pt x="23242" y="68643"/>
                  <a:pt x="17847" y="65954"/>
                </a:cubicBezTo>
                <a:cubicBezTo>
                  <a:pt x="12433" y="62712"/>
                  <a:pt x="8103" y="58384"/>
                  <a:pt x="4862" y="52969"/>
                </a:cubicBezTo>
                <a:cubicBezTo>
                  <a:pt x="1621" y="47573"/>
                  <a:pt x="0" y="41090"/>
                  <a:pt x="0" y="35141"/>
                </a:cubicBezTo>
              </a:path>
            </a:pathLst>
          </a:cu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" name="path-398">
            <a:extLst xmlns:a="http://schemas.openxmlformats.org/drawingml/2006/main">
              <a:ext uri="{FF2B5EF4-FFF2-40B4-BE49-F238E27FC236}">
                <a16:creationId xmlns:a16="http://schemas.microsoft.com/office/drawing/2014/main" id="{B7C77518-DB26-4BB9-AC71-0B6AE508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0273" y="1831023"/>
            <a:ext cx="69764" cy="69763"/>
          </a:xfrm>
          <a:custGeom xmlns:a="http://schemas.openxmlformats.org/drawingml/2006/main">
            <a:pathLst>
              <a:path w="70797" h="70797">
                <a:moveTo>
                  <a:pt x="0" y="35122"/>
                </a:moveTo>
                <a:lnTo>
                  <a:pt x="0" y="35122"/>
                </a:lnTo>
                <a:cubicBezTo>
                  <a:pt x="0" y="29193"/>
                  <a:pt x="1621" y="22690"/>
                  <a:pt x="4862" y="17294"/>
                </a:cubicBezTo>
                <a:cubicBezTo>
                  <a:pt x="8103" y="11879"/>
                  <a:pt x="12431" y="7570"/>
                  <a:pt x="17828" y="4328"/>
                </a:cubicBezTo>
                <a:cubicBezTo>
                  <a:pt x="23242" y="1621"/>
                  <a:pt x="29191" y="0"/>
                  <a:pt x="35674" y="0"/>
                </a:cubicBezTo>
                <a:cubicBezTo>
                  <a:pt x="41623" y="0"/>
                  <a:pt x="47572" y="1621"/>
                  <a:pt x="52968" y="4328"/>
                </a:cubicBezTo>
                <a:cubicBezTo>
                  <a:pt x="58365" y="7570"/>
                  <a:pt x="62693" y="11879"/>
                  <a:pt x="65934" y="17294"/>
                </a:cubicBezTo>
                <a:cubicBezTo>
                  <a:pt x="69175" y="22690"/>
                  <a:pt x="70797" y="29193"/>
                  <a:pt x="70797" y="35122"/>
                </a:cubicBezTo>
                <a:cubicBezTo>
                  <a:pt x="70797" y="41071"/>
                  <a:pt x="69175" y="47554"/>
                  <a:pt x="65934" y="52969"/>
                </a:cubicBezTo>
                <a:cubicBezTo>
                  <a:pt x="62693" y="58365"/>
                  <a:pt x="58365" y="62694"/>
                  <a:pt x="52968" y="65935"/>
                </a:cubicBezTo>
                <a:cubicBezTo>
                  <a:pt x="47572" y="68643"/>
                  <a:pt x="41623" y="70797"/>
                  <a:pt x="35674" y="70797"/>
                </a:cubicBezTo>
                <a:cubicBezTo>
                  <a:pt x="29191" y="70797"/>
                  <a:pt x="23242" y="68643"/>
                  <a:pt x="17828" y="65935"/>
                </a:cubicBezTo>
                <a:cubicBezTo>
                  <a:pt x="12431" y="62694"/>
                  <a:pt x="8103" y="58365"/>
                  <a:pt x="4862" y="52969"/>
                </a:cubicBezTo>
                <a:cubicBezTo>
                  <a:pt x="1621" y="47554"/>
                  <a:pt x="0" y="41071"/>
                  <a:pt x="0" y="35122"/>
                </a:cubicBezTo>
              </a:path>
            </a:pathLst>
          </a:cu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" name="path-399">
            <a:extLst xmlns:a="http://schemas.openxmlformats.org/drawingml/2006/main">
              <a:ext uri="{FF2B5EF4-FFF2-40B4-BE49-F238E27FC236}">
                <a16:creationId xmlns:a16="http://schemas.microsoft.com/office/drawing/2014/main" id="{3C46455C-AACD-4425-A6C1-9C63E2BD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8949" y="1720244"/>
            <a:ext cx="69764" cy="69763"/>
          </a:xfrm>
          <a:custGeom xmlns:a="http://schemas.openxmlformats.org/drawingml/2006/main">
            <a:pathLst>
              <a:path w="70797" h="70797">
                <a:moveTo>
                  <a:pt x="0" y="35122"/>
                </a:moveTo>
                <a:lnTo>
                  <a:pt x="0" y="35122"/>
                </a:lnTo>
                <a:cubicBezTo>
                  <a:pt x="0" y="29173"/>
                  <a:pt x="1621" y="22690"/>
                  <a:pt x="4862" y="17294"/>
                </a:cubicBezTo>
                <a:cubicBezTo>
                  <a:pt x="8104" y="11879"/>
                  <a:pt x="12433" y="7570"/>
                  <a:pt x="17847" y="4328"/>
                </a:cubicBezTo>
                <a:cubicBezTo>
                  <a:pt x="23244" y="1621"/>
                  <a:pt x="29191" y="0"/>
                  <a:pt x="35675" y="0"/>
                </a:cubicBezTo>
                <a:cubicBezTo>
                  <a:pt x="41624" y="0"/>
                  <a:pt x="47573" y="1621"/>
                  <a:pt x="52969" y="4328"/>
                </a:cubicBezTo>
                <a:cubicBezTo>
                  <a:pt x="58366" y="7570"/>
                  <a:pt x="62693" y="11879"/>
                  <a:pt x="65934" y="17294"/>
                </a:cubicBezTo>
                <a:cubicBezTo>
                  <a:pt x="69177" y="22690"/>
                  <a:pt x="70797" y="29173"/>
                  <a:pt x="70797" y="35122"/>
                </a:cubicBezTo>
                <a:cubicBezTo>
                  <a:pt x="70797" y="41071"/>
                  <a:pt x="69177" y="47554"/>
                  <a:pt x="65934" y="52969"/>
                </a:cubicBezTo>
                <a:cubicBezTo>
                  <a:pt x="62693" y="58365"/>
                  <a:pt x="58366" y="62693"/>
                  <a:pt x="52969" y="65934"/>
                </a:cubicBezTo>
                <a:cubicBezTo>
                  <a:pt x="47573" y="68643"/>
                  <a:pt x="41624" y="70797"/>
                  <a:pt x="35675" y="70797"/>
                </a:cubicBezTo>
                <a:cubicBezTo>
                  <a:pt x="29191" y="70797"/>
                  <a:pt x="23244" y="68643"/>
                  <a:pt x="17847" y="65934"/>
                </a:cubicBezTo>
                <a:cubicBezTo>
                  <a:pt x="12433" y="62693"/>
                  <a:pt x="8104" y="58365"/>
                  <a:pt x="4862" y="52969"/>
                </a:cubicBezTo>
                <a:cubicBezTo>
                  <a:pt x="1621" y="47554"/>
                  <a:pt x="0" y="41071"/>
                  <a:pt x="0" y="35122"/>
                </a:cubicBezTo>
              </a:path>
            </a:pathLst>
          </a:cu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" name="path-400">
            <a:extLst xmlns:a="http://schemas.openxmlformats.org/drawingml/2006/main">
              <a:ext uri="{FF2B5EF4-FFF2-40B4-BE49-F238E27FC236}">
                <a16:creationId xmlns:a16="http://schemas.microsoft.com/office/drawing/2014/main" id="{138A765D-DC83-4FA2-8721-622D96C7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2904" y="1589228"/>
            <a:ext cx="69761" cy="69764"/>
          </a:xfrm>
          <a:custGeom xmlns:a="http://schemas.openxmlformats.org/drawingml/2006/main">
            <a:pathLst>
              <a:path w="70795" h="70797">
                <a:moveTo>
                  <a:pt x="0" y="35122"/>
                </a:moveTo>
                <a:lnTo>
                  <a:pt x="0" y="35122"/>
                </a:lnTo>
                <a:cubicBezTo>
                  <a:pt x="0" y="29173"/>
                  <a:pt x="1619" y="22690"/>
                  <a:pt x="4861" y="17294"/>
                </a:cubicBezTo>
                <a:cubicBezTo>
                  <a:pt x="8102" y="11879"/>
                  <a:pt x="12431" y="7551"/>
                  <a:pt x="17828" y="4310"/>
                </a:cubicBezTo>
                <a:cubicBezTo>
                  <a:pt x="23241" y="1621"/>
                  <a:pt x="29190" y="0"/>
                  <a:pt x="35675" y="0"/>
                </a:cubicBezTo>
                <a:cubicBezTo>
                  <a:pt x="41622" y="0"/>
                  <a:pt x="47554" y="1621"/>
                  <a:pt x="52967" y="4310"/>
                </a:cubicBezTo>
                <a:cubicBezTo>
                  <a:pt x="58363" y="7551"/>
                  <a:pt x="62693" y="11879"/>
                  <a:pt x="65934" y="17294"/>
                </a:cubicBezTo>
                <a:cubicBezTo>
                  <a:pt x="69175" y="22690"/>
                  <a:pt x="70795" y="29173"/>
                  <a:pt x="70795" y="35122"/>
                </a:cubicBezTo>
                <a:cubicBezTo>
                  <a:pt x="70795" y="41072"/>
                  <a:pt x="69175" y="47554"/>
                  <a:pt x="65934" y="52950"/>
                </a:cubicBezTo>
                <a:cubicBezTo>
                  <a:pt x="62693" y="58365"/>
                  <a:pt x="58363" y="62694"/>
                  <a:pt x="52967" y="65935"/>
                </a:cubicBezTo>
                <a:cubicBezTo>
                  <a:pt x="47554" y="68643"/>
                  <a:pt x="41622" y="70797"/>
                  <a:pt x="35675" y="70797"/>
                </a:cubicBezTo>
                <a:cubicBezTo>
                  <a:pt x="29190" y="70797"/>
                  <a:pt x="23241" y="68643"/>
                  <a:pt x="17828" y="65935"/>
                </a:cubicBezTo>
                <a:cubicBezTo>
                  <a:pt x="12431" y="62694"/>
                  <a:pt x="8102" y="58365"/>
                  <a:pt x="4861" y="52950"/>
                </a:cubicBezTo>
                <a:cubicBezTo>
                  <a:pt x="1619" y="47554"/>
                  <a:pt x="0" y="41072"/>
                  <a:pt x="0" y="35122"/>
                </a:cubicBezTo>
              </a:path>
            </a:pathLst>
          </a:cu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1" name="path-401">
            <a:extLst xmlns:a="http://schemas.openxmlformats.org/drawingml/2006/main">
              <a:ext uri="{FF2B5EF4-FFF2-40B4-BE49-F238E27FC236}">
                <a16:creationId xmlns:a16="http://schemas.microsoft.com/office/drawing/2014/main" id="{43914DAE-67B7-4C07-9914-025B76E6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768" y="1485889"/>
            <a:ext cx="69764" cy="69782"/>
          </a:xfrm>
          <a:custGeom xmlns:a="http://schemas.openxmlformats.org/drawingml/2006/main">
            <a:pathLst>
              <a:path w="70797" h="70816">
                <a:moveTo>
                  <a:pt x="0" y="35141"/>
                </a:moveTo>
                <a:lnTo>
                  <a:pt x="0" y="35141"/>
                </a:lnTo>
                <a:cubicBezTo>
                  <a:pt x="0" y="29192"/>
                  <a:pt x="1619" y="22709"/>
                  <a:pt x="4861" y="17294"/>
                </a:cubicBezTo>
                <a:cubicBezTo>
                  <a:pt x="8102" y="11898"/>
                  <a:pt x="12431" y="7570"/>
                  <a:pt x="17828" y="4328"/>
                </a:cubicBezTo>
                <a:cubicBezTo>
                  <a:pt x="23241" y="1621"/>
                  <a:pt x="29190" y="0"/>
                  <a:pt x="35675" y="0"/>
                </a:cubicBezTo>
                <a:cubicBezTo>
                  <a:pt x="41622" y="0"/>
                  <a:pt x="47554" y="1621"/>
                  <a:pt x="52969" y="4328"/>
                </a:cubicBezTo>
                <a:cubicBezTo>
                  <a:pt x="58366" y="7570"/>
                  <a:pt x="62693" y="11898"/>
                  <a:pt x="65934" y="17294"/>
                </a:cubicBezTo>
                <a:cubicBezTo>
                  <a:pt x="69175" y="22709"/>
                  <a:pt x="70797" y="29192"/>
                  <a:pt x="70797" y="35141"/>
                </a:cubicBezTo>
                <a:cubicBezTo>
                  <a:pt x="70797" y="41090"/>
                  <a:pt x="69175" y="47573"/>
                  <a:pt x="65934" y="52969"/>
                </a:cubicBezTo>
                <a:cubicBezTo>
                  <a:pt x="62693" y="58384"/>
                  <a:pt x="58366" y="62694"/>
                  <a:pt x="52969" y="65954"/>
                </a:cubicBezTo>
                <a:cubicBezTo>
                  <a:pt x="47554" y="68642"/>
                  <a:pt x="41622" y="70816"/>
                  <a:pt x="35675" y="70816"/>
                </a:cubicBezTo>
                <a:cubicBezTo>
                  <a:pt x="29190" y="70816"/>
                  <a:pt x="23241" y="68642"/>
                  <a:pt x="17828" y="65954"/>
                </a:cubicBezTo>
                <a:cubicBezTo>
                  <a:pt x="12431" y="62694"/>
                  <a:pt x="8102" y="58384"/>
                  <a:pt x="4861" y="52969"/>
                </a:cubicBezTo>
                <a:cubicBezTo>
                  <a:pt x="1619" y="47573"/>
                  <a:pt x="0" y="41090"/>
                  <a:pt x="0" y="35141"/>
                </a:cubicBezTo>
              </a:path>
            </a:pathLst>
          </a:cu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" name="path-402">
            <a:extLst xmlns:a="http://schemas.openxmlformats.org/drawingml/2006/main">
              <a:ext uri="{FF2B5EF4-FFF2-40B4-BE49-F238E27FC236}">
                <a16:creationId xmlns:a16="http://schemas.microsoft.com/office/drawing/2014/main" id="{F4F4F2ED-99EE-45C6-AF22-60304161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2068" y="1840079"/>
            <a:ext cx="69764" cy="69764"/>
          </a:xfrm>
          <a:custGeom xmlns:a="http://schemas.openxmlformats.org/drawingml/2006/main">
            <a:pathLst>
              <a:path w="70797" h="70797">
                <a:moveTo>
                  <a:pt x="0" y="35122"/>
                </a:moveTo>
                <a:lnTo>
                  <a:pt x="0" y="35122"/>
                </a:lnTo>
                <a:cubicBezTo>
                  <a:pt x="0" y="29173"/>
                  <a:pt x="1622" y="22690"/>
                  <a:pt x="4863" y="17294"/>
                </a:cubicBezTo>
                <a:cubicBezTo>
                  <a:pt x="8104" y="11879"/>
                  <a:pt x="12434" y="7570"/>
                  <a:pt x="17828" y="4310"/>
                </a:cubicBezTo>
                <a:cubicBezTo>
                  <a:pt x="23244" y="1621"/>
                  <a:pt x="29173" y="0"/>
                  <a:pt x="35675" y="0"/>
                </a:cubicBezTo>
                <a:cubicBezTo>
                  <a:pt x="41605" y="0"/>
                  <a:pt x="47554" y="1621"/>
                  <a:pt x="52969" y="4310"/>
                </a:cubicBezTo>
                <a:cubicBezTo>
                  <a:pt x="58366" y="7570"/>
                  <a:pt x="62693" y="11879"/>
                  <a:pt x="65934" y="17294"/>
                </a:cubicBezTo>
                <a:cubicBezTo>
                  <a:pt x="69178" y="22690"/>
                  <a:pt x="70797" y="29173"/>
                  <a:pt x="70797" y="35122"/>
                </a:cubicBezTo>
                <a:cubicBezTo>
                  <a:pt x="70797" y="41071"/>
                  <a:pt x="69178" y="47554"/>
                  <a:pt x="65934" y="52969"/>
                </a:cubicBezTo>
                <a:cubicBezTo>
                  <a:pt x="62693" y="58365"/>
                  <a:pt x="58366" y="62694"/>
                  <a:pt x="52969" y="65935"/>
                </a:cubicBezTo>
                <a:cubicBezTo>
                  <a:pt x="47554" y="68643"/>
                  <a:pt x="41605" y="70797"/>
                  <a:pt x="35675" y="70797"/>
                </a:cubicBezTo>
                <a:cubicBezTo>
                  <a:pt x="29173" y="70797"/>
                  <a:pt x="23244" y="68643"/>
                  <a:pt x="17828" y="65935"/>
                </a:cubicBezTo>
                <a:cubicBezTo>
                  <a:pt x="12434" y="62694"/>
                  <a:pt x="8104" y="58365"/>
                  <a:pt x="4863" y="52969"/>
                </a:cubicBezTo>
                <a:cubicBezTo>
                  <a:pt x="1622" y="47554"/>
                  <a:pt x="0" y="41071"/>
                  <a:pt x="0" y="35122"/>
                </a:cubicBezTo>
              </a:path>
            </a:pathLst>
          </a:cu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" name="path-403">
            <a:extLst xmlns:a="http://schemas.openxmlformats.org/drawingml/2006/main">
              <a:ext uri="{FF2B5EF4-FFF2-40B4-BE49-F238E27FC236}">
                <a16:creationId xmlns:a16="http://schemas.microsoft.com/office/drawing/2014/main" id="{F1EC2D1A-08FF-42E7-89BC-C27AE1BD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7808" y="1772439"/>
            <a:ext cx="69763" cy="69764"/>
          </a:xfrm>
          <a:custGeom xmlns:a="http://schemas.openxmlformats.org/drawingml/2006/main">
            <a:pathLst>
              <a:path w="70796" h="70797">
                <a:moveTo>
                  <a:pt x="0" y="35122"/>
                </a:moveTo>
                <a:lnTo>
                  <a:pt x="0" y="35122"/>
                </a:lnTo>
                <a:cubicBezTo>
                  <a:pt x="0" y="29173"/>
                  <a:pt x="1619" y="22690"/>
                  <a:pt x="4861" y="17294"/>
                </a:cubicBezTo>
                <a:cubicBezTo>
                  <a:pt x="8103" y="11879"/>
                  <a:pt x="12431" y="7570"/>
                  <a:pt x="17828" y="4310"/>
                </a:cubicBezTo>
                <a:cubicBezTo>
                  <a:pt x="23242" y="1621"/>
                  <a:pt x="29172" y="0"/>
                  <a:pt x="35674" y="0"/>
                </a:cubicBezTo>
                <a:cubicBezTo>
                  <a:pt x="41603" y="0"/>
                  <a:pt x="47553" y="1621"/>
                  <a:pt x="52968" y="4310"/>
                </a:cubicBezTo>
                <a:cubicBezTo>
                  <a:pt x="58365" y="7570"/>
                  <a:pt x="62692" y="11879"/>
                  <a:pt x="65933" y="17294"/>
                </a:cubicBezTo>
                <a:cubicBezTo>
                  <a:pt x="69175" y="22690"/>
                  <a:pt x="70796" y="29173"/>
                  <a:pt x="70796" y="35122"/>
                </a:cubicBezTo>
                <a:cubicBezTo>
                  <a:pt x="70796" y="41071"/>
                  <a:pt x="69175" y="47554"/>
                  <a:pt x="65933" y="52969"/>
                </a:cubicBezTo>
                <a:cubicBezTo>
                  <a:pt x="62692" y="58365"/>
                  <a:pt x="58365" y="62693"/>
                  <a:pt x="52968" y="65935"/>
                </a:cubicBezTo>
                <a:cubicBezTo>
                  <a:pt x="47553" y="68642"/>
                  <a:pt x="41603" y="70797"/>
                  <a:pt x="35674" y="70797"/>
                </a:cubicBezTo>
                <a:cubicBezTo>
                  <a:pt x="29172" y="70797"/>
                  <a:pt x="23242" y="68642"/>
                  <a:pt x="17828" y="65935"/>
                </a:cubicBezTo>
                <a:cubicBezTo>
                  <a:pt x="12431" y="62693"/>
                  <a:pt x="8103" y="58365"/>
                  <a:pt x="4861" y="52969"/>
                </a:cubicBezTo>
                <a:cubicBezTo>
                  <a:pt x="1619" y="47554"/>
                  <a:pt x="0" y="41071"/>
                  <a:pt x="0" y="35122"/>
                </a:cubicBezTo>
              </a:path>
            </a:pathLst>
          </a:cu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" name="path-404">
            <a:extLst xmlns:a="http://schemas.openxmlformats.org/drawingml/2006/main">
              <a:ext uri="{FF2B5EF4-FFF2-40B4-BE49-F238E27FC236}">
                <a16:creationId xmlns:a16="http://schemas.microsoft.com/office/drawing/2014/main" id="{11EA479C-17C0-4499-879E-8FDA5F35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7280" y="1889607"/>
            <a:ext cx="69764" cy="69764"/>
          </a:xfrm>
          <a:custGeom xmlns:a="http://schemas.openxmlformats.org/drawingml/2006/main">
            <a:pathLst>
              <a:path w="70797" h="70797">
                <a:moveTo>
                  <a:pt x="0" y="35122"/>
                </a:moveTo>
                <a:lnTo>
                  <a:pt x="0" y="35122"/>
                </a:lnTo>
                <a:cubicBezTo>
                  <a:pt x="0" y="29192"/>
                  <a:pt x="1622" y="22690"/>
                  <a:pt x="4863" y="17294"/>
                </a:cubicBezTo>
                <a:cubicBezTo>
                  <a:pt x="8104" y="11898"/>
                  <a:pt x="12431" y="7570"/>
                  <a:pt x="17828" y="4328"/>
                </a:cubicBezTo>
                <a:cubicBezTo>
                  <a:pt x="23244" y="1621"/>
                  <a:pt x="29193" y="0"/>
                  <a:pt x="35676" y="0"/>
                </a:cubicBezTo>
                <a:cubicBezTo>
                  <a:pt x="41624" y="0"/>
                  <a:pt x="47555" y="1621"/>
                  <a:pt x="52969" y="4328"/>
                </a:cubicBezTo>
                <a:cubicBezTo>
                  <a:pt x="58366" y="7570"/>
                  <a:pt x="62694" y="11898"/>
                  <a:pt x="65935" y="17294"/>
                </a:cubicBezTo>
                <a:cubicBezTo>
                  <a:pt x="69177" y="22690"/>
                  <a:pt x="70797" y="29192"/>
                  <a:pt x="70797" y="35122"/>
                </a:cubicBezTo>
                <a:cubicBezTo>
                  <a:pt x="70797" y="41071"/>
                  <a:pt x="69177" y="47554"/>
                  <a:pt x="65935" y="52969"/>
                </a:cubicBezTo>
                <a:cubicBezTo>
                  <a:pt x="62694" y="58365"/>
                  <a:pt x="58366" y="62694"/>
                  <a:pt x="52969" y="65935"/>
                </a:cubicBezTo>
                <a:cubicBezTo>
                  <a:pt x="47555" y="68642"/>
                  <a:pt x="41624" y="70797"/>
                  <a:pt x="35676" y="70797"/>
                </a:cubicBezTo>
                <a:cubicBezTo>
                  <a:pt x="29193" y="70797"/>
                  <a:pt x="23244" y="68642"/>
                  <a:pt x="17828" y="65935"/>
                </a:cubicBezTo>
                <a:cubicBezTo>
                  <a:pt x="12431" y="62694"/>
                  <a:pt x="8104" y="58365"/>
                  <a:pt x="4863" y="52969"/>
                </a:cubicBezTo>
                <a:cubicBezTo>
                  <a:pt x="1622" y="47554"/>
                  <a:pt x="0" y="41071"/>
                  <a:pt x="0" y="35122"/>
                </a:cubicBezTo>
              </a:path>
            </a:pathLst>
          </a:cu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" name="path-405">
            <a:extLst xmlns:a="http://schemas.openxmlformats.org/drawingml/2006/main">
              <a:ext uri="{FF2B5EF4-FFF2-40B4-BE49-F238E27FC236}">
                <a16:creationId xmlns:a16="http://schemas.microsoft.com/office/drawing/2014/main" id="{4DC391F0-4E8C-427D-BCE0-CDECDB0F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5898" y="1335709"/>
            <a:ext cx="69764" cy="69763"/>
          </a:xfrm>
          <a:custGeom xmlns:a="http://schemas.openxmlformats.org/drawingml/2006/main">
            <a:pathLst>
              <a:path w="70797" h="70797">
                <a:moveTo>
                  <a:pt x="0" y="35122"/>
                </a:moveTo>
                <a:lnTo>
                  <a:pt x="0" y="35122"/>
                </a:lnTo>
                <a:cubicBezTo>
                  <a:pt x="0" y="29173"/>
                  <a:pt x="1622" y="22690"/>
                  <a:pt x="4863" y="17294"/>
                </a:cubicBezTo>
                <a:cubicBezTo>
                  <a:pt x="8104" y="11879"/>
                  <a:pt x="12433" y="7550"/>
                  <a:pt x="17829" y="4309"/>
                </a:cubicBezTo>
                <a:cubicBezTo>
                  <a:pt x="23244" y="1621"/>
                  <a:pt x="29174" y="0"/>
                  <a:pt x="35676" y="0"/>
                </a:cubicBezTo>
                <a:cubicBezTo>
                  <a:pt x="41606" y="0"/>
                  <a:pt x="47555" y="1621"/>
                  <a:pt x="52969" y="4309"/>
                </a:cubicBezTo>
                <a:cubicBezTo>
                  <a:pt x="58366" y="7550"/>
                  <a:pt x="62694" y="11879"/>
                  <a:pt x="65935" y="17294"/>
                </a:cubicBezTo>
                <a:cubicBezTo>
                  <a:pt x="69177" y="22690"/>
                  <a:pt x="70797" y="29173"/>
                  <a:pt x="70797" y="35122"/>
                </a:cubicBezTo>
                <a:cubicBezTo>
                  <a:pt x="70797" y="41071"/>
                  <a:pt x="69177" y="47554"/>
                  <a:pt x="65935" y="52969"/>
                </a:cubicBezTo>
                <a:cubicBezTo>
                  <a:pt x="62694" y="58365"/>
                  <a:pt x="58366" y="62693"/>
                  <a:pt x="52969" y="65935"/>
                </a:cubicBezTo>
                <a:cubicBezTo>
                  <a:pt x="47555" y="68642"/>
                  <a:pt x="41606" y="70797"/>
                  <a:pt x="35676" y="70797"/>
                </a:cubicBezTo>
                <a:cubicBezTo>
                  <a:pt x="29174" y="70797"/>
                  <a:pt x="23244" y="68642"/>
                  <a:pt x="17829" y="65935"/>
                </a:cubicBezTo>
                <a:cubicBezTo>
                  <a:pt x="12433" y="62693"/>
                  <a:pt x="8104" y="58365"/>
                  <a:pt x="4863" y="52969"/>
                </a:cubicBezTo>
                <a:cubicBezTo>
                  <a:pt x="1622" y="47554"/>
                  <a:pt x="0" y="41071"/>
                  <a:pt x="0" y="35122"/>
                </a:cubicBezTo>
              </a:path>
            </a:pathLst>
          </a:cu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" name="path-406">
            <a:extLst xmlns:a="http://schemas.openxmlformats.org/drawingml/2006/main">
              <a:ext uri="{FF2B5EF4-FFF2-40B4-BE49-F238E27FC236}">
                <a16:creationId xmlns:a16="http://schemas.microsoft.com/office/drawing/2014/main" id="{5FBB2BC0-2DF8-4920-8FB8-B56D9986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80184" y="1409737"/>
            <a:ext cx="69782" cy="69763"/>
          </a:xfrm>
          <a:custGeom xmlns:a="http://schemas.openxmlformats.org/drawingml/2006/main">
            <a:pathLst>
              <a:path w="70815" h="70797">
                <a:moveTo>
                  <a:pt x="0" y="35122"/>
                </a:moveTo>
                <a:lnTo>
                  <a:pt x="0" y="35122"/>
                </a:lnTo>
                <a:cubicBezTo>
                  <a:pt x="0" y="29173"/>
                  <a:pt x="1621" y="22690"/>
                  <a:pt x="4861" y="17294"/>
                </a:cubicBezTo>
                <a:cubicBezTo>
                  <a:pt x="8122" y="11879"/>
                  <a:pt x="12431" y="7570"/>
                  <a:pt x="17846" y="4328"/>
                </a:cubicBezTo>
                <a:cubicBezTo>
                  <a:pt x="23244" y="1621"/>
                  <a:pt x="29191" y="0"/>
                  <a:pt x="35675" y="0"/>
                </a:cubicBezTo>
                <a:cubicBezTo>
                  <a:pt x="41624" y="0"/>
                  <a:pt x="47573" y="1621"/>
                  <a:pt x="52968" y="4328"/>
                </a:cubicBezTo>
                <a:cubicBezTo>
                  <a:pt x="58383" y="7570"/>
                  <a:pt x="62712" y="11879"/>
                  <a:pt x="65954" y="17294"/>
                </a:cubicBezTo>
                <a:cubicBezTo>
                  <a:pt x="69195" y="22690"/>
                  <a:pt x="70815" y="29173"/>
                  <a:pt x="70815" y="35122"/>
                </a:cubicBezTo>
                <a:cubicBezTo>
                  <a:pt x="70815" y="41071"/>
                  <a:pt x="69195" y="47554"/>
                  <a:pt x="65954" y="52969"/>
                </a:cubicBezTo>
                <a:cubicBezTo>
                  <a:pt x="62712" y="58365"/>
                  <a:pt x="58383" y="62693"/>
                  <a:pt x="52968" y="65934"/>
                </a:cubicBezTo>
                <a:cubicBezTo>
                  <a:pt x="47573" y="68643"/>
                  <a:pt x="41624" y="70797"/>
                  <a:pt x="35675" y="70797"/>
                </a:cubicBezTo>
                <a:cubicBezTo>
                  <a:pt x="29191" y="70797"/>
                  <a:pt x="23244" y="68643"/>
                  <a:pt x="17846" y="65934"/>
                </a:cubicBezTo>
                <a:cubicBezTo>
                  <a:pt x="12431" y="62693"/>
                  <a:pt x="8122" y="58365"/>
                  <a:pt x="4861" y="52969"/>
                </a:cubicBezTo>
                <a:cubicBezTo>
                  <a:pt x="1621" y="47554"/>
                  <a:pt x="0" y="41071"/>
                  <a:pt x="0" y="35122"/>
                </a:cubicBezTo>
              </a:path>
            </a:pathLst>
          </a:cu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" name="path-407">
            <a:extLst xmlns:a="http://schemas.openxmlformats.org/drawingml/2006/main">
              <a:ext uri="{FF2B5EF4-FFF2-40B4-BE49-F238E27FC236}">
                <a16:creationId xmlns:a16="http://schemas.microsoft.com/office/drawing/2014/main" id="{16B217BF-182C-40BD-8316-524BD951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8442" y="1583891"/>
            <a:ext cx="69764" cy="69764"/>
          </a:xfrm>
          <a:custGeom xmlns:a="http://schemas.openxmlformats.org/drawingml/2006/main">
            <a:pathLst>
              <a:path w="70797" h="70797">
                <a:moveTo>
                  <a:pt x="0" y="35142"/>
                </a:moveTo>
                <a:lnTo>
                  <a:pt x="0" y="35142"/>
                </a:lnTo>
                <a:cubicBezTo>
                  <a:pt x="0" y="29193"/>
                  <a:pt x="1621" y="22710"/>
                  <a:pt x="4862" y="17294"/>
                </a:cubicBezTo>
                <a:cubicBezTo>
                  <a:pt x="8104" y="11899"/>
                  <a:pt x="12433" y="7570"/>
                  <a:pt x="17847" y="4329"/>
                </a:cubicBezTo>
                <a:cubicBezTo>
                  <a:pt x="23244" y="1621"/>
                  <a:pt x="29191" y="0"/>
                  <a:pt x="35675" y="0"/>
                </a:cubicBezTo>
                <a:cubicBezTo>
                  <a:pt x="41624" y="0"/>
                  <a:pt x="47573" y="1621"/>
                  <a:pt x="52969" y="4329"/>
                </a:cubicBezTo>
                <a:cubicBezTo>
                  <a:pt x="58384" y="7570"/>
                  <a:pt x="62693" y="11899"/>
                  <a:pt x="65934" y="17294"/>
                </a:cubicBezTo>
                <a:cubicBezTo>
                  <a:pt x="69177" y="22710"/>
                  <a:pt x="70797" y="29193"/>
                  <a:pt x="70797" y="35142"/>
                </a:cubicBezTo>
                <a:cubicBezTo>
                  <a:pt x="70797" y="41072"/>
                  <a:pt x="69177" y="47573"/>
                  <a:pt x="65934" y="52969"/>
                </a:cubicBezTo>
                <a:cubicBezTo>
                  <a:pt x="62693" y="58365"/>
                  <a:pt x="58384" y="62694"/>
                  <a:pt x="52969" y="65935"/>
                </a:cubicBezTo>
                <a:cubicBezTo>
                  <a:pt x="47573" y="68643"/>
                  <a:pt x="41624" y="70797"/>
                  <a:pt x="35675" y="70797"/>
                </a:cubicBezTo>
                <a:cubicBezTo>
                  <a:pt x="29191" y="70797"/>
                  <a:pt x="23244" y="68643"/>
                  <a:pt x="17847" y="65935"/>
                </a:cubicBezTo>
                <a:cubicBezTo>
                  <a:pt x="12433" y="62694"/>
                  <a:pt x="8104" y="58365"/>
                  <a:pt x="4862" y="52969"/>
                </a:cubicBezTo>
                <a:cubicBezTo>
                  <a:pt x="1621" y="47573"/>
                  <a:pt x="0" y="41072"/>
                  <a:pt x="0" y="35142"/>
                </a:cubicBezTo>
              </a:path>
            </a:pathLst>
          </a:custGeom>
          <a:solidFill xmlns:a="http://schemas.openxmlformats.org/drawingml/2006/main">
            <a:srgbClr val="9696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" name="path-408">
            <a:extLst xmlns:a="http://schemas.openxmlformats.org/drawingml/2006/main">
              <a:ext uri="{FF2B5EF4-FFF2-40B4-BE49-F238E27FC236}">
                <a16:creationId xmlns:a16="http://schemas.microsoft.com/office/drawing/2014/main" id="{E7319C9F-0FFC-4C3C-813E-F293C449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4596" y="1238231"/>
            <a:ext cx="238057" cy="305716"/>
          </a:xfrm>
          <a:custGeom xmlns:a="http://schemas.openxmlformats.org/drawingml/2006/main">
            <a:pathLst>
              <a:path w="241583" h="310245">
                <a:moveTo>
                  <a:pt x="0" y="0"/>
                </a:moveTo>
                <a:lnTo>
                  <a:pt x="168631" y="0"/>
                </a:lnTo>
                <a:lnTo>
                  <a:pt x="241583" y="72437"/>
                </a:lnTo>
                <a:lnTo>
                  <a:pt x="241583" y="310245"/>
                </a:lnTo>
                <a:lnTo>
                  <a:pt x="0" y="310245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913">
            <a:solidFill>
              <a:srgbClr val="555555"/>
            </a:solidFill>
            <a:prstDash val="solid"/>
          </a:ln>
        </p:spPr>
      </p:sp>
      <p:sp>
        <p:nvSpPr>
          <p:cNvPr id="459" name="path-409">
            <a:extLst xmlns:a="http://schemas.openxmlformats.org/drawingml/2006/main">
              <a:ext uri="{FF2B5EF4-FFF2-40B4-BE49-F238E27FC236}">
                <a16:creationId xmlns:a16="http://schemas.microsoft.com/office/drawing/2014/main" id="{7DDABB55-1C1D-4E50-814E-CC37FD9B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1292" y="1238777"/>
            <a:ext cx="191" cy="71360"/>
          </a:xfrm>
          <a:custGeom xmlns:a="http://schemas.openxmlformats.org/drawingml/2006/main">
            <a:pathLst>
              <a:path w="191" h="72417">
                <a:moveTo>
                  <a:pt x="0" y="0"/>
                </a:moveTo>
                <a:lnTo>
                  <a:pt x="0" y="72417"/>
                </a:lnTo>
              </a:path>
            </a:pathLst>
          </a:custGeom>
          <a:noFill xmlns:a="http://schemas.openxmlformats.org/drawingml/2006/main"/>
          <a:ln xmlns:a="http://schemas.openxmlformats.org/drawingml/2006/main" w="12250">
            <a:solidFill>
              <a:srgbClr val="555555"/>
            </a:solidFill>
            <a:prstDash val="solid"/>
          </a:ln>
        </p:spPr>
      </p:sp>
      <p:sp>
        <p:nvSpPr>
          <p:cNvPr id="460" name="path-410">
            <a:extLst xmlns:a="http://schemas.openxmlformats.org/drawingml/2006/main">
              <a:ext uri="{FF2B5EF4-FFF2-40B4-BE49-F238E27FC236}">
                <a16:creationId xmlns:a16="http://schemas.microsoft.com/office/drawing/2014/main" id="{B9296BA4-A5B3-4DF6-84E5-BFB78DB1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1292" y="1310137"/>
            <a:ext cx="71361" cy="191"/>
          </a:xfrm>
          <a:custGeom xmlns:a="http://schemas.openxmlformats.org/drawingml/2006/main">
            <a:pathLst>
              <a:path w="72418" h="191">
                <a:moveTo>
                  <a:pt x="0" y="0"/>
                </a:moveTo>
                <a:lnTo>
                  <a:pt x="724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250">
            <a:solidFill>
              <a:srgbClr val="555555"/>
            </a:solidFill>
            <a:prstDash val="solid"/>
          </a:ln>
        </p:spPr>
      </p:sp>
      <p:sp>
        <p:nvSpPr>
          <p:cNvPr id="461" name="path-411">
            <a:extLst xmlns:a="http://schemas.openxmlformats.org/drawingml/2006/main">
              <a:ext uri="{FF2B5EF4-FFF2-40B4-BE49-F238E27FC236}">
                <a16:creationId xmlns:a16="http://schemas.microsoft.com/office/drawing/2014/main" id="{69B62FAB-C5B0-41EA-A65F-178D6C46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5068" y="1360735"/>
            <a:ext cx="157113" cy="191"/>
          </a:xfrm>
          <a:custGeom xmlns:a="http://schemas.openxmlformats.org/drawingml/2006/main">
            <a:pathLst>
              <a:path w="159441" h="191">
                <a:moveTo>
                  <a:pt x="0" y="0"/>
                </a:moveTo>
                <a:lnTo>
                  <a:pt x="1594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555555"/>
            </a:solidFill>
            <a:prstDash val="solid"/>
          </a:ln>
        </p:spPr>
      </p:sp>
      <p:sp>
        <p:nvSpPr>
          <p:cNvPr id="462" name="path-412">
            <a:extLst xmlns:a="http://schemas.openxmlformats.org/drawingml/2006/main">
              <a:ext uri="{FF2B5EF4-FFF2-40B4-BE49-F238E27FC236}">
                <a16:creationId xmlns:a16="http://schemas.microsoft.com/office/drawing/2014/main" id="{0E6FDCA8-2F9C-438F-8CC4-89B5567D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5068" y="1412931"/>
            <a:ext cx="157113" cy="191"/>
          </a:xfrm>
          <a:custGeom xmlns:a="http://schemas.openxmlformats.org/drawingml/2006/main">
            <a:pathLst>
              <a:path w="159441" h="191">
                <a:moveTo>
                  <a:pt x="0" y="0"/>
                </a:moveTo>
                <a:lnTo>
                  <a:pt x="1594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555555"/>
            </a:solidFill>
            <a:prstDash val="solid"/>
          </a:ln>
        </p:spPr>
      </p:sp>
      <p:sp>
        <p:nvSpPr>
          <p:cNvPr id="463" name="path-413">
            <a:extLst xmlns:a="http://schemas.openxmlformats.org/drawingml/2006/main">
              <a:ext uri="{FF2B5EF4-FFF2-40B4-BE49-F238E27FC236}">
                <a16:creationId xmlns:a16="http://schemas.microsoft.com/office/drawing/2014/main" id="{F290E18D-3A6E-46E0-B21E-2344A2F8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5068" y="1464583"/>
            <a:ext cx="157113" cy="191"/>
          </a:xfrm>
          <a:custGeom xmlns:a="http://schemas.openxmlformats.org/drawingml/2006/main">
            <a:pathLst>
              <a:path w="159441" h="191">
                <a:moveTo>
                  <a:pt x="0" y="0"/>
                </a:moveTo>
                <a:lnTo>
                  <a:pt x="1594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555555"/>
            </a:solidFill>
            <a:prstDash val="solid"/>
          </a:ln>
        </p:spPr>
      </p:sp>
      <p:sp>
        <p:nvSpPr>
          <p:cNvPr id="464" name="path-414">
            <a:extLst xmlns:a="http://schemas.openxmlformats.org/drawingml/2006/main">
              <a:ext uri="{FF2B5EF4-FFF2-40B4-BE49-F238E27FC236}">
                <a16:creationId xmlns:a16="http://schemas.microsoft.com/office/drawing/2014/main" id="{4C7439E2-68F8-4BC4-B2CF-7B02E071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6716" y="1398539"/>
            <a:ext cx="238073" cy="305715"/>
          </a:xfrm>
          <a:custGeom xmlns:a="http://schemas.openxmlformats.org/drawingml/2006/main">
            <a:pathLst>
              <a:path w="241600" h="310244">
                <a:moveTo>
                  <a:pt x="0" y="0"/>
                </a:moveTo>
                <a:lnTo>
                  <a:pt x="168631" y="0"/>
                </a:lnTo>
                <a:lnTo>
                  <a:pt x="241600" y="72437"/>
                </a:lnTo>
                <a:lnTo>
                  <a:pt x="241600" y="310244"/>
                </a:lnTo>
                <a:lnTo>
                  <a:pt x="0" y="310244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913">
            <a:solidFill>
              <a:srgbClr val="555555"/>
            </a:solidFill>
            <a:prstDash val="solid"/>
          </a:ln>
        </p:spPr>
      </p:sp>
      <p:sp>
        <p:nvSpPr>
          <p:cNvPr id="465" name="path-415">
            <a:extLst xmlns:a="http://schemas.openxmlformats.org/drawingml/2006/main">
              <a:ext uri="{FF2B5EF4-FFF2-40B4-BE49-F238E27FC236}">
                <a16:creationId xmlns:a16="http://schemas.microsoft.com/office/drawing/2014/main" id="{F238BDBA-D838-4F1A-AA43-0F434E1D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3430" y="1398539"/>
            <a:ext cx="191" cy="71905"/>
          </a:xfrm>
          <a:custGeom xmlns:a="http://schemas.openxmlformats.org/drawingml/2006/main">
            <a:pathLst>
              <a:path w="191" h="72971">
                <a:moveTo>
                  <a:pt x="0" y="0"/>
                </a:moveTo>
                <a:lnTo>
                  <a:pt x="0" y="72971"/>
                </a:lnTo>
              </a:path>
            </a:pathLst>
          </a:custGeom>
          <a:noFill xmlns:a="http://schemas.openxmlformats.org/drawingml/2006/main"/>
          <a:ln xmlns:a="http://schemas.openxmlformats.org/drawingml/2006/main" w="12250">
            <a:solidFill>
              <a:srgbClr val="555555"/>
            </a:solidFill>
            <a:prstDash val="solid"/>
          </a:ln>
        </p:spPr>
      </p:sp>
      <p:sp>
        <p:nvSpPr>
          <p:cNvPr id="466" name="path-416">
            <a:extLst xmlns:a="http://schemas.openxmlformats.org/drawingml/2006/main">
              <a:ext uri="{FF2B5EF4-FFF2-40B4-BE49-F238E27FC236}">
                <a16:creationId xmlns:a16="http://schemas.microsoft.com/office/drawing/2014/main" id="{96F2456F-D542-4B54-8FF3-CE7932B5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3430" y="1470444"/>
            <a:ext cx="71359" cy="191"/>
          </a:xfrm>
          <a:custGeom xmlns:a="http://schemas.openxmlformats.org/drawingml/2006/main">
            <a:pathLst>
              <a:path w="72417" h="191">
                <a:moveTo>
                  <a:pt x="0" y="0"/>
                </a:moveTo>
                <a:lnTo>
                  <a:pt x="724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250">
            <a:solidFill>
              <a:srgbClr val="555555"/>
            </a:solidFill>
            <a:prstDash val="solid"/>
          </a:ln>
        </p:spPr>
      </p:sp>
      <p:sp>
        <p:nvSpPr>
          <p:cNvPr id="467" name="path-417">
            <a:extLst xmlns:a="http://schemas.openxmlformats.org/drawingml/2006/main">
              <a:ext uri="{FF2B5EF4-FFF2-40B4-BE49-F238E27FC236}">
                <a16:creationId xmlns:a16="http://schemas.microsoft.com/office/drawing/2014/main" id="{CAF0C76C-1B6B-4F14-BE34-7A4EE074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6661" y="1521043"/>
            <a:ext cx="157659" cy="191"/>
          </a:xfrm>
          <a:custGeom xmlns:a="http://schemas.openxmlformats.org/drawingml/2006/main">
            <a:pathLst>
              <a:path w="159995" h="191">
                <a:moveTo>
                  <a:pt x="0" y="0"/>
                </a:moveTo>
                <a:lnTo>
                  <a:pt x="1599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555555"/>
            </a:solidFill>
            <a:prstDash val="solid"/>
          </a:ln>
        </p:spPr>
      </p:sp>
      <p:sp>
        <p:nvSpPr>
          <p:cNvPr id="468" name="path-418">
            <a:extLst xmlns:a="http://schemas.openxmlformats.org/drawingml/2006/main">
              <a:ext uri="{FF2B5EF4-FFF2-40B4-BE49-F238E27FC236}">
                <a16:creationId xmlns:a16="http://schemas.microsoft.com/office/drawing/2014/main" id="{01355C23-C99F-4755-A92D-95BFAE30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6661" y="1572712"/>
            <a:ext cx="157659" cy="191"/>
          </a:xfrm>
          <a:custGeom xmlns:a="http://schemas.openxmlformats.org/drawingml/2006/main">
            <a:pathLst>
              <a:path w="159995" h="191">
                <a:moveTo>
                  <a:pt x="0" y="0"/>
                </a:moveTo>
                <a:lnTo>
                  <a:pt x="1599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555555"/>
            </a:solidFill>
            <a:prstDash val="solid"/>
          </a:ln>
        </p:spPr>
      </p:sp>
      <p:sp>
        <p:nvSpPr>
          <p:cNvPr id="469" name="path-419">
            <a:extLst xmlns:a="http://schemas.openxmlformats.org/drawingml/2006/main">
              <a:ext uri="{FF2B5EF4-FFF2-40B4-BE49-F238E27FC236}">
                <a16:creationId xmlns:a16="http://schemas.microsoft.com/office/drawing/2014/main" id="{202DCCFD-B023-4DA1-9E35-46B7BED0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6661" y="1624908"/>
            <a:ext cx="157659" cy="191"/>
          </a:xfrm>
          <a:custGeom xmlns:a="http://schemas.openxmlformats.org/drawingml/2006/main">
            <a:pathLst>
              <a:path w="159995" h="191">
                <a:moveTo>
                  <a:pt x="0" y="0"/>
                </a:moveTo>
                <a:lnTo>
                  <a:pt x="1599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555555"/>
            </a:solidFill>
            <a:prstDash val="solid"/>
          </a:ln>
        </p:spPr>
      </p:sp>
      <p:sp>
        <p:nvSpPr>
          <p:cNvPr id="470" name="text-420 High-Support">
            <a:extLst xmlns:a="http://schemas.openxmlformats.org/drawingml/2006/main">
              <a:ext uri="{FF2B5EF4-FFF2-40B4-BE49-F238E27FC236}">
                <a16:creationId xmlns:a16="http://schemas.microsoft.com/office/drawing/2014/main" id="{103C6DA7-8736-44D8-BA6F-14AF7E7F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72364" y="2123039"/>
            <a:ext cx="1062130" cy="226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4" b="1" i="0">
                <a:solidFill>
                  <a:srgbClr val="2C7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4" b="1" i="0">
                <a:solidFill>
                  <a:srgbClr val="2C754A"/>
                </a:solidFill>
                <a:latin typeface="Arial"/>
                <a:ea typeface="Arial"/>
                <a:cs typeface="Arial"/>
              </a:defRPr>
            </a:pPr>
            <a:r>
              <a:rPr sz="1274" b="1" i="0">
                <a:solidFill>
                  <a:srgbClr val="2C754A"/>
                </a:solidFill>
                <a:latin typeface="Arial"/>
                <a:ea typeface="Arial"/>
                <a:cs typeface="Arial"/>
              </a:rPr>
              <a:t>High-Support</a:t>
            </a:r>
          </a:p>
        </p:txBody>
      </p:sp>
      <p:sp>
        <p:nvSpPr>
          <p:cNvPr id="471" name="text-420 Clusters">
            <a:extLst xmlns:a="http://schemas.openxmlformats.org/drawingml/2006/main">
              <a:ext uri="{FF2B5EF4-FFF2-40B4-BE49-F238E27FC236}">
                <a16:creationId xmlns:a16="http://schemas.microsoft.com/office/drawing/2014/main" id="{5607B32E-C1DF-46AE-AB06-AC3D027B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47362" y="2131238"/>
            <a:ext cx="642018" cy="214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9" b="1" i="0">
                <a:solidFill>
                  <a:srgbClr val="2C7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9" b="1" i="0">
                <a:solidFill>
                  <a:srgbClr val="2C754A"/>
                </a:solidFill>
                <a:latin typeface="Arial"/>
                <a:ea typeface="Arial"/>
                <a:cs typeface="Arial"/>
              </a:defRPr>
            </a:pPr>
            <a:r>
              <a:rPr sz="1209" b="1" i="0">
                <a:solidFill>
                  <a:srgbClr val="2C754A"/>
                </a:solidFill>
                <a:latin typeface="Arial"/>
                <a:ea typeface="Arial"/>
                <a:cs typeface="Arial"/>
              </a:rPr>
              <a:t>Clusters</a:t>
            </a:r>
          </a:p>
        </p:txBody>
      </p:sp>
      <p:sp>
        <p:nvSpPr>
          <p:cNvPr id="472" name="text-421 Low-Support">
            <a:extLst xmlns:a="http://schemas.openxmlformats.org/drawingml/2006/main">
              <a:ext uri="{FF2B5EF4-FFF2-40B4-BE49-F238E27FC236}">
                <a16:creationId xmlns:a16="http://schemas.microsoft.com/office/drawing/2014/main" id="{0277E7F7-3540-471B-9DC9-0A358AFF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79824" y="2123669"/>
            <a:ext cx="1022159" cy="225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9" b="1" i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9" b="1" i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269" b="1" i="0">
                <a:solidFill>
                  <a:srgbClr val="525252"/>
                </a:solidFill>
                <a:latin typeface="Arial"/>
                <a:ea typeface="Arial"/>
                <a:cs typeface="Arial"/>
              </a:rPr>
              <a:t>Low-Support</a:t>
            </a:r>
          </a:p>
        </p:txBody>
      </p:sp>
      <p:sp>
        <p:nvSpPr>
          <p:cNvPr id="473" name="text-421 Clusters">
            <a:extLst xmlns:a="http://schemas.openxmlformats.org/drawingml/2006/main">
              <a:ext uri="{FF2B5EF4-FFF2-40B4-BE49-F238E27FC236}">
                <a16:creationId xmlns:a16="http://schemas.microsoft.com/office/drawing/2014/main" id="{8240FD88-9B1B-48DC-A4E9-A36C9C4B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14777" y="2131191"/>
            <a:ext cx="642216" cy="2150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9" b="1" i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9" b="1" i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209" b="1" i="0">
                <a:solidFill>
                  <a:srgbClr val="525252"/>
                </a:solidFill>
                <a:latin typeface="Arial"/>
                <a:ea typeface="Arial"/>
                <a:cs typeface="Arial"/>
              </a:rPr>
              <a:t>Clusters</a:t>
            </a:r>
          </a:p>
        </p:txBody>
      </p:sp>
      <p:sp>
        <p:nvSpPr>
          <p:cNvPr id="474" name="path-422">
            <a:extLst xmlns:a="http://schemas.openxmlformats.org/drawingml/2006/main">
              <a:ext uri="{FF2B5EF4-FFF2-40B4-BE49-F238E27FC236}">
                <a16:creationId xmlns:a16="http://schemas.microsoft.com/office/drawing/2014/main" id="{768FE9BF-41B4-4BB7-9115-C4C3FC9D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1553" y="2460548"/>
            <a:ext cx="191" cy="135281"/>
          </a:xfrm>
          <a:custGeom xmlns:a="http://schemas.openxmlformats.org/drawingml/2006/main">
            <a:pathLst>
              <a:path w="191" h="137285">
                <a:moveTo>
                  <a:pt x="0" y="0"/>
                </a:moveTo>
                <a:lnTo>
                  <a:pt x="0" y="137285"/>
                </a:lnTo>
              </a:path>
            </a:pathLst>
          </a:custGeom>
          <a:noFill xmlns:a="http://schemas.openxmlformats.org/drawingml/2006/main"/>
          <a:ln xmlns:a="http://schemas.openxmlformats.org/drawingml/2006/main" w="41542">
            <a:solidFill>
              <a:srgbClr val="111111"/>
            </a:solidFill>
            <a:prstDash val="solid"/>
          </a:ln>
        </p:spPr>
      </p:sp>
      <p:sp>
        <p:nvSpPr>
          <p:cNvPr id="475" name="path-423">
            <a:extLst xmlns:a="http://schemas.openxmlformats.org/drawingml/2006/main">
              <a:ext uri="{FF2B5EF4-FFF2-40B4-BE49-F238E27FC236}">
                <a16:creationId xmlns:a16="http://schemas.microsoft.com/office/drawing/2014/main" id="{7FBF9725-0C78-4148-93DF-1C338898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0010" y="2590511"/>
            <a:ext cx="83085" cy="83085"/>
          </a:xfrm>
          <a:custGeom xmlns:a="http://schemas.openxmlformats.org/drawingml/2006/main">
            <a:pathLst>
              <a:path w="84316" h="84316">
                <a:moveTo>
                  <a:pt x="42159" y="84316"/>
                </a:moveTo>
                <a:lnTo>
                  <a:pt x="0" y="0"/>
                </a:lnTo>
                <a:lnTo>
                  <a:pt x="84316" y="0"/>
                </a:lnTo>
                <a:lnTo>
                  <a:pt x="42159" y="84316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6" name="path-424">
            <a:extLst xmlns:a="http://schemas.openxmlformats.org/drawingml/2006/main">
              <a:ext uri="{FF2B5EF4-FFF2-40B4-BE49-F238E27FC236}">
                <a16:creationId xmlns:a16="http://schemas.microsoft.com/office/drawing/2014/main" id="{DB0DA482-C980-4D34-B174-0A8E5FF3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297" y="2667733"/>
            <a:ext cx="8990295" cy="1542406"/>
          </a:xfrm>
          <a:custGeom xmlns:a="http://schemas.openxmlformats.org/drawingml/2006/main">
            <a:pathLst>
              <a:path w="9123484" h="1565256">
                <a:moveTo>
                  <a:pt x="533" y="94040"/>
                </a:moveTo>
                <a:lnTo>
                  <a:pt x="533" y="94040"/>
                </a:lnTo>
                <a:cubicBezTo>
                  <a:pt x="533" y="77833"/>
                  <a:pt x="4862" y="61626"/>
                  <a:pt x="12965" y="47020"/>
                </a:cubicBezTo>
                <a:cubicBezTo>
                  <a:pt x="21622" y="32968"/>
                  <a:pt x="32967" y="21089"/>
                  <a:pt x="47572" y="12967"/>
                </a:cubicBezTo>
                <a:cubicBezTo>
                  <a:pt x="61625" y="4329"/>
                  <a:pt x="77832" y="0"/>
                  <a:pt x="94592" y="0"/>
                </a:cubicBezTo>
                <a:lnTo>
                  <a:pt x="9029444" y="535"/>
                </a:lnTo>
                <a:cubicBezTo>
                  <a:pt x="9045652" y="535"/>
                  <a:pt x="9061880" y="4862"/>
                  <a:pt x="9076464" y="12967"/>
                </a:cubicBezTo>
                <a:cubicBezTo>
                  <a:pt x="9090517" y="21623"/>
                  <a:pt x="9102415" y="32968"/>
                  <a:pt x="9110520" y="47574"/>
                </a:cubicBezTo>
                <a:cubicBezTo>
                  <a:pt x="9119176" y="61626"/>
                  <a:pt x="9123484" y="77833"/>
                  <a:pt x="9123484" y="94594"/>
                </a:cubicBezTo>
                <a:lnTo>
                  <a:pt x="9123484" y="1471216"/>
                </a:lnTo>
                <a:cubicBezTo>
                  <a:pt x="9123484" y="1487442"/>
                  <a:pt x="9119176" y="1503650"/>
                  <a:pt x="9111053" y="1518236"/>
                </a:cubicBezTo>
                <a:cubicBezTo>
                  <a:pt x="9102415" y="1532288"/>
                  <a:pt x="9091051" y="1544187"/>
                  <a:pt x="9076464" y="1552291"/>
                </a:cubicBezTo>
                <a:cubicBezTo>
                  <a:pt x="9062413" y="1560947"/>
                  <a:pt x="9046205" y="1565256"/>
                  <a:pt x="9029444" y="1565256"/>
                </a:cubicBezTo>
                <a:lnTo>
                  <a:pt x="94040" y="1565256"/>
                </a:lnTo>
                <a:cubicBezTo>
                  <a:pt x="77832" y="1565256"/>
                  <a:pt x="61625" y="1560947"/>
                  <a:pt x="47019" y="1552825"/>
                </a:cubicBezTo>
                <a:cubicBezTo>
                  <a:pt x="32967" y="1544187"/>
                  <a:pt x="21087" y="1532842"/>
                  <a:pt x="12965" y="1518236"/>
                </a:cubicBezTo>
                <a:cubicBezTo>
                  <a:pt x="4327" y="1504184"/>
                  <a:pt x="0" y="1487976"/>
                  <a:pt x="0" y="1471216"/>
                </a:cubicBezTo>
                <a:lnTo>
                  <a:pt x="533" y="94040"/>
                </a:lnTo>
              </a:path>
            </a:pathLst>
          </a:custGeom>
          <a:solidFill xmlns:a="http://schemas.openxmlformats.org/drawingml/2006/main">
            <a:srgbClr val="F3F9F3"/>
          </a:solidFill>
          <a:ln xmlns:a="http://schemas.openxmlformats.org/drawingml/2006/main" w="22369">
            <a:solidFill>
              <a:srgbClr val="7AAE85"/>
            </a:solidFill>
            <a:prstDash val="solid"/>
          </a:ln>
        </p:spPr>
      </p:sp>
      <p:sp>
        <p:nvSpPr>
          <p:cNvPr id="477" name="text-425 Post-Clustering">
            <a:extLst xmlns:a="http://schemas.openxmlformats.org/drawingml/2006/main">
              <a:ext uri="{FF2B5EF4-FFF2-40B4-BE49-F238E27FC236}">
                <a16:creationId xmlns:a16="http://schemas.microsoft.com/office/drawing/2014/main" id="{F4DF9C08-C1E7-48C3-AC4E-1BA13133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7434" y="2713224"/>
            <a:ext cx="1577520" cy="289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0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0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pPr>
            <a:r>
              <a:rPr sz="1630" b="1" i="0">
                <a:solidFill>
                  <a:srgbClr val="1B4728"/>
                </a:solidFill>
                <a:latin typeface="Arial"/>
                <a:ea typeface="Arial"/>
                <a:cs typeface="Arial"/>
              </a:rPr>
              <a:t>Post-Clustering</a:t>
            </a:r>
          </a:p>
        </p:txBody>
      </p:sp>
      <p:sp>
        <p:nvSpPr>
          <p:cNvPr id="478" name="text-425 Diagnostics">
            <a:extLst xmlns:a="http://schemas.openxmlformats.org/drawingml/2006/main">
              <a:ext uri="{FF2B5EF4-FFF2-40B4-BE49-F238E27FC236}">
                <a16:creationId xmlns:a16="http://schemas.microsoft.com/office/drawing/2014/main" id="{D861ED3D-71E7-409B-B802-5406C1E7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05181" y="2713168"/>
            <a:ext cx="1210186" cy="2898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0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0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pPr>
            <a:r>
              <a:rPr sz="1630" b="1" i="0">
                <a:solidFill>
                  <a:srgbClr val="1B4728"/>
                </a:solidFill>
                <a:latin typeface="Arial"/>
                <a:ea typeface="Arial"/>
                <a:cs typeface="Arial"/>
              </a:rPr>
              <a:t>Diagnostics</a:t>
            </a:r>
          </a:p>
        </p:txBody>
      </p:sp>
      <p:sp>
        <p:nvSpPr>
          <p:cNvPr id="479" name="path-426">
            <a:extLst xmlns:a="http://schemas.openxmlformats.org/drawingml/2006/main">
              <a:ext uri="{FF2B5EF4-FFF2-40B4-BE49-F238E27FC236}">
                <a16:creationId xmlns:a16="http://schemas.microsoft.com/office/drawing/2014/main" id="{DA979D5E-95FB-4E85-AB58-0091B82B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9880" y="3045880"/>
            <a:ext cx="2130933" cy="1047091"/>
          </a:xfrm>
          <a:custGeom xmlns:a="http://schemas.openxmlformats.org/drawingml/2006/main">
            <a:pathLst>
              <a:path w="2162503" h="1062603">
                <a:moveTo>
                  <a:pt x="0" y="116750"/>
                </a:moveTo>
                <a:lnTo>
                  <a:pt x="0" y="116750"/>
                </a:lnTo>
                <a:cubicBezTo>
                  <a:pt x="0" y="96214"/>
                  <a:pt x="5416" y="76212"/>
                  <a:pt x="15674" y="58365"/>
                </a:cubicBezTo>
                <a:cubicBezTo>
                  <a:pt x="25951" y="40537"/>
                  <a:pt x="40538" y="25951"/>
                  <a:pt x="58385" y="15673"/>
                </a:cubicBezTo>
                <a:cubicBezTo>
                  <a:pt x="76213" y="5415"/>
                  <a:pt x="96214" y="0"/>
                  <a:pt x="116750" y="0"/>
                </a:cubicBezTo>
                <a:lnTo>
                  <a:pt x="2045220" y="0"/>
                </a:lnTo>
                <a:cubicBezTo>
                  <a:pt x="2065755" y="0"/>
                  <a:pt x="2085756" y="5415"/>
                  <a:pt x="2103604" y="15673"/>
                </a:cubicBezTo>
                <a:cubicBezTo>
                  <a:pt x="2121431" y="25951"/>
                  <a:pt x="2136018" y="40537"/>
                  <a:pt x="2146296" y="58365"/>
                </a:cubicBezTo>
                <a:cubicBezTo>
                  <a:pt x="2156573" y="76212"/>
                  <a:pt x="2161968" y="96214"/>
                  <a:pt x="2161968" y="116750"/>
                </a:cubicBezTo>
                <a:lnTo>
                  <a:pt x="2162503" y="945320"/>
                </a:lnTo>
                <a:cubicBezTo>
                  <a:pt x="2162503" y="965855"/>
                  <a:pt x="2157106" y="985857"/>
                  <a:pt x="2146830" y="1003685"/>
                </a:cubicBezTo>
                <a:cubicBezTo>
                  <a:pt x="2136571" y="1021532"/>
                  <a:pt x="2121966" y="1036118"/>
                  <a:pt x="2104138" y="1046396"/>
                </a:cubicBezTo>
                <a:cubicBezTo>
                  <a:pt x="2086310" y="1056654"/>
                  <a:pt x="2066308" y="1062070"/>
                  <a:pt x="2045772" y="1062070"/>
                </a:cubicBezTo>
                <a:lnTo>
                  <a:pt x="116750" y="1062603"/>
                </a:lnTo>
                <a:cubicBezTo>
                  <a:pt x="96214" y="1062603"/>
                  <a:pt x="76213" y="1057207"/>
                  <a:pt x="58385" y="1046930"/>
                </a:cubicBezTo>
                <a:cubicBezTo>
                  <a:pt x="40538" y="1036672"/>
                  <a:pt x="25951" y="1022066"/>
                  <a:pt x="15674" y="1004238"/>
                </a:cubicBezTo>
                <a:cubicBezTo>
                  <a:pt x="5416" y="986391"/>
                  <a:pt x="0" y="966408"/>
                  <a:pt x="0" y="945854"/>
                </a:cubicBezTo>
                <a:lnTo>
                  <a:pt x="0" y="1167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641">
            <a:solidFill>
              <a:srgbClr val="7AAE85"/>
            </a:solidFill>
            <a:prstDash val="solid"/>
          </a:ln>
        </p:spPr>
      </p:sp>
      <p:sp>
        <p:nvSpPr>
          <p:cNvPr id="480" name="text-427 Record">
            <a:extLst xmlns:a="http://schemas.openxmlformats.org/drawingml/2006/main">
              <a:ext uri="{FF2B5EF4-FFF2-40B4-BE49-F238E27FC236}">
                <a16:creationId xmlns:a16="http://schemas.microsoft.com/office/drawing/2014/main" id="{01E4F23C-3113-4CA5-8538-41E63F2A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6503" y="3138362"/>
            <a:ext cx="547061" cy="211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88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88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188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481" name="text-427 Support">
            <a:extLst xmlns:a="http://schemas.openxmlformats.org/drawingml/2006/main">
              <a:ext uri="{FF2B5EF4-FFF2-40B4-BE49-F238E27FC236}">
                <a16:creationId xmlns:a16="http://schemas.microsoft.com/office/drawing/2014/main" id="{B4BF0900-9E8E-4EEB-9C43-D3834254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6730" y="3132973"/>
            <a:ext cx="627122" cy="218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1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1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31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Support</a:t>
            </a:r>
          </a:p>
        </p:txBody>
      </p:sp>
      <p:sp>
        <p:nvSpPr>
          <p:cNvPr id="482" name="text-427 /">
            <a:extLst xmlns:a="http://schemas.openxmlformats.org/drawingml/2006/main">
              <a:ext uri="{FF2B5EF4-FFF2-40B4-BE49-F238E27FC236}">
                <a16:creationId xmlns:a16="http://schemas.microsoft.com/office/drawing/2014/main" id="{61BF3F26-DD91-43B2-B62D-B1D35C67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6216" y="3108730"/>
            <a:ext cx="110075" cy="252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2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2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422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/</a:t>
            </a:r>
          </a:p>
        </p:txBody>
      </p:sp>
      <p:sp>
        <p:nvSpPr>
          <p:cNvPr id="483" name="text-428 Prevalence">
            <a:extLst xmlns:a="http://schemas.openxmlformats.org/drawingml/2006/main">
              <a:ext uri="{FF2B5EF4-FFF2-40B4-BE49-F238E27FC236}">
                <a16:creationId xmlns:a16="http://schemas.microsoft.com/office/drawing/2014/main" id="{BE7A2A14-B68E-42BD-BF9D-1CDB3F1B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6574" y="3355440"/>
            <a:ext cx="845811" cy="216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19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19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19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Prevalence</a:t>
            </a:r>
          </a:p>
        </p:txBody>
      </p:sp>
      <p:sp>
        <p:nvSpPr>
          <p:cNvPr id="484" name="path-429">
            <a:extLst xmlns:a="http://schemas.openxmlformats.org/drawingml/2006/main">
              <a:ext uri="{FF2B5EF4-FFF2-40B4-BE49-F238E27FC236}">
                <a16:creationId xmlns:a16="http://schemas.microsoft.com/office/drawing/2014/main" id="{4E8857E1-0C6D-431B-9D33-C6DB15AA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7455" y="3045880"/>
            <a:ext cx="2130932" cy="1047091"/>
          </a:xfrm>
          <a:custGeom xmlns:a="http://schemas.openxmlformats.org/drawingml/2006/main">
            <a:pathLst>
              <a:path w="2162502" h="1062603">
                <a:moveTo>
                  <a:pt x="0" y="116750"/>
                </a:moveTo>
                <a:lnTo>
                  <a:pt x="0" y="116750"/>
                </a:lnTo>
                <a:cubicBezTo>
                  <a:pt x="0" y="96214"/>
                  <a:pt x="5416" y="76212"/>
                  <a:pt x="15674" y="58365"/>
                </a:cubicBezTo>
                <a:cubicBezTo>
                  <a:pt x="25951" y="40537"/>
                  <a:pt x="40537" y="25951"/>
                  <a:pt x="58385" y="15673"/>
                </a:cubicBezTo>
                <a:cubicBezTo>
                  <a:pt x="76213" y="5415"/>
                  <a:pt x="96214" y="0"/>
                  <a:pt x="116750" y="0"/>
                </a:cubicBezTo>
                <a:lnTo>
                  <a:pt x="2045218" y="0"/>
                </a:lnTo>
                <a:cubicBezTo>
                  <a:pt x="2065755" y="0"/>
                  <a:pt x="2085755" y="5415"/>
                  <a:pt x="2103604" y="15673"/>
                </a:cubicBezTo>
                <a:cubicBezTo>
                  <a:pt x="2121431" y="25951"/>
                  <a:pt x="2136018" y="40537"/>
                  <a:pt x="2146296" y="58365"/>
                </a:cubicBezTo>
                <a:cubicBezTo>
                  <a:pt x="2156573" y="76212"/>
                  <a:pt x="2161968" y="96214"/>
                  <a:pt x="2161968" y="116750"/>
                </a:cubicBezTo>
                <a:lnTo>
                  <a:pt x="2162502" y="945320"/>
                </a:lnTo>
                <a:cubicBezTo>
                  <a:pt x="2162502" y="965855"/>
                  <a:pt x="2157105" y="985857"/>
                  <a:pt x="2146828" y="1003685"/>
                </a:cubicBezTo>
                <a:cubicBezTo>
                  <a:pt x="2136571" y="1021532"/>
                  <a:pt x="2121965" y="1036118"/>
                  <a:pt x="2104137" y="1046396"/>
                </a:cubicBezTo>
                <a:cubicBezTo>
                  <a:pt x="2086309" y="1056654"/>
                  <a:pt x="2066308" y="1062070"/>
                  <a:pt x="2045771" y="1062070"/>
                </a:cubicBezTo>
                <a:lnTo>
                  <a:pt x="116750" y="1062603"/>
                </a:lnTo>
                <a:cubicBezTo>
                  <a:pt x="96214" y="1062603"/>
                  <a:pt x="76213" y="1057207"/>
                  <a:pt x="58385" y="1046930"/>
                </a:cubicBezTo>
                <a:cubicBezTo>
                  <a:pt x="40537" y="1036672"/>
                  <a:pt x="25951" y="1022066"/>
                  <a:pt x="15674" y="1004238"/>
                </a:cubicBezTo>
                <a:cubicBezTo>
                  <a:pt x="5416" y="986391"/>
                  <a:pt x="0" y="966408"/>
                  <a:pt x="0" y="945854"/>
                </a:cubicBezTo>
                <a:lnTo>
                  <a:pt x="0" y="1167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641">
            <a:solidFill>
              <a:srgbClr val="7AAE85"/>
            </a:solidFill>
            <a:prstDash val="solid"/>
          </a:ln>
        </p:spPr>
      </p:sp>
      <p:sp>
        <p:nvSpPr>
          <p:cNvPr id="485" name="text-430 Local">
            <a:extLst xmlns:a="http://schemas.openxmlformats.org/drawingml/2006/main">
              <a:ext uri="{FF2B5EF4-FFF2-40B4-BE49-F238E27FC236}">
                <a16:creationId xmlns:a16="http://schemas.microsoft.com/office/drawing/2014/main" id="{12EC6DD0-852E-4074-9F47-1AFA3D0D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68686" y="3144533"/>
            <a:ext cx="404040" cy="2026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0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0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14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Local</a:t>
            </a:r>
          </a:p>
        </p:txBody>
      </p:sp>
      <p:sp>
        <p:nvSpPr>
          <p:cNvPr id="486" name="text-431 Dispersion">
            <a:extLst xmlns:a="http://schemas.openxmlformats.org/drawingml/2006/main">
              <a:ext uri="{FF2B5EF4-FFF2-40B4-BE49-F238E27FC236}">
                <a16:creationId xmlns:a16="http://schemas.microsoft.com/office/drawing/2014/main" id="{4030BDCC-7888-4FBD-8F7E-57C21AB3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87275" y="3136469"/>
            <a:ext cx="817133" cy="21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3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3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03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Dispersion</a:t>
            </a:r>
          </a:p>
        </p:txBody>
      </p:sp>
      <p:sp>
        <p:nvSpPr>
          <p:cNvPr id="487" name="path-432">
            <a:extLst xmlns:a="http://schemas.openxmlformats.org/drawingml/2006/main">
              <a:ext uri="{FF2B5EF4-FFF2-40B4-BE49-F238E27FC236}">
                <a16:creationId xmlns:a16="http://schemas.microsoft.com/office/drawing/2014/main" id="{240EDD38-B9B9-4EEC-B197-A0E313AE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4502" y="3045880"/>
            <a:ext cx="2130932" cy="1047091"/>
          </a:xfrm>
          <a:custGeom xmlns:a="http://schemas.openxmlformats.org/drawingml/2006/main">
            <a:pathLst>
              <a:path w="2162502" h="1062603">
                <a:moveTo>
                  <a:pt x="0" y="116750"/>
                </a:moveTo>
                <a:lnTo>
                  <a:pt x="0" y="116750"/>
                </a:lnTo>
                <a:cubicBezTo>
                  <a:pt x="0" y="96214"/>
                  <a:pt x="5396" y="76212"/>
                  <a:pt x="15674" y="58365"/>
                </a:cubicBezTo>
                <a:cubicBezTo>
                  <a:pt x="25951" y="40537"/>
                  <a:pt x="40538" y="25951"/>
                  <a:pt x="58366" y="15673"/>
                </a:cubicBezTo>
                <a:cubicBezTo>
                  <a:pt x="76213" y="5415"/>
                  <a:pt x="96214" y="0"/>
                  <a:pt x="116750" y="0"/>
                </a:cubicBezTo>
                <a:lnTo>
                  <a:pt x="2045218" y="0"/>
                </a:lnTo>
                <a:cubicBezTo>
                  <a:pt x="2065755" y="0"/>
                  <a:pt x="2085756" y="5415"/>
                  <a:pt x="2103584" y="15673"/>
                </a:cubicBezTo>
                <a:cubicBezTo>
                  <a:pt x="2121431" y="25951"/>
                  <a:pt x="2136018" y="40537"/>
                  <a:pt x="2146296" y="58365"/>
                </a:cubicBezTo>
                <a:cubicBezTo>
                  <a:pt x="2156553" y="76212"/>
                  <a:pt x="2161968" y="96214"/>
                  <a:pt x="2161968" y="116750"/>
                </a:cubicBezTo>
                <a:lnTo>
                  <a:pt x="2162502" y="945320"/>
                </a:lnTo>
                <a:cubicBezTo>
                  <a:pt x="2162502" y="965855"/>
                  <a:pt x="2157105" y="985857"/>
                  <a:pt x="2146829" y="1003685"/>
                </a:cubicBezTo>
                <a:cubicBezTo>
                  <a:pt x="2136553" y="1021532"/>
                  <a:pt x="2121966" y="1036118"/>
                  <a:pt x="2104137" y="1046396"/>
                </a:cubicBezTo>
                <a:cubicBezTo>
                  <a:pt x="2086290" y="1056654"/>
                  <a:pt x="2066287" y="1062070"/>
                  <a:pt x="2045753" y="1062070"/>
                </a:cubicBezTo>
                <a:lnTo>
                  <a:pt x="116750" y="1062603"/>
                </a:lnTo>
                <a:cubicBezTo>
                  <a:pt x="96214" y="1062603"/>
                  <a:pt x="76213" y="1057207"/>
                  <a:pt x="58366" y="1046930"/>
                </a:cubicBezTo>
                <a:cubicBezTo>
                  <a:pt x="40538" y="1036672"/>
                  <a:pt x="25951" y="1022066"/>
                  <a:pt x="15674" y="1004238"/>
                </a:cubicBezTo>
                <a:cubicBezTo>
                  <a:pt x="5396" y="986391"/>
                  <a:pt x="0" y="966408"/>
                  <a:pt x="0" y="945854"/>
                </a:cubicBezTo>
                <a:lnTo>
                  <a:pt x="0" y="1167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641">
            <a:solidFill>
              <a:srgbClr val="7AAE85"/>
            </a:solidFill>
            <a:prstDash val="solid"/>
          </a:ln>
        </p:spPr>
      </p:sp>
      <p:sp>
        <p:nvSpPr>
          <p:cNvPr id="488" name="text-433 Cluster">
            <a:extLst xmlns:a="http://schemas.openxmlformats.org/drawingml/2006/main">
              <a:ext uri="{FF2B5EF4-FFF2-40B4-BE49-F238E27FC236}">
                <a16:creationId xmlns:a16="http://schemas.microsoft.com/office/drawing/2014/main" id="{A4B38028-5A9C-44F9-B2CD-B4E0CC2D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8005" y="3137794"/>
            <a:ext cx="549121" cy="212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3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3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193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Cluster</a:t>
            </a:r>
          </a:p>
        </p:txBody>
      </p:sp>
      <p:sp>
        <p:nvSpPr>
          <p:cNvPr id="489" name="text-433 Capability">
            <a:extLst xmlns:a="http://schemas.openxmlformats.org/drawingml/2006/main">
              <a:ext uri="{FF2B5EF4-FFF2-40B4-BE49-F238E27FC236}">
                <a16:creationId xmlns:a16="http://schemas.microsoft.com/office/drawing/2014/main" id="{EF960647-621A-4AD0-A7FF-DB12698A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0398" y="3132746"/>
            <a:ext cx="776099" cy="219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2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2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32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Capability</a:t>
            </a:r>
          </a:p>
        </p:txBody>
      </p:sp>
      <p:sp>
        <p:nvSpPr>
          <p:cNvPr id="490" name="text-433 Residual">
            <a:extLst xmlns:a="http://schemas.openxmlformats.org/drawingml/2006/main">
              <a:ext uri="{FF2B5EF4-FFF2-40B4-BE49-F238E27FC236}">
                <a16:creationId xmlns:a16="http://schemas.microsoft.com/office/drawing/2014/main" id="{91A95394-FDB0-4D44-A02F-5653673D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78831" y="3137503"/>
            <a:ext cx="659872" cy="2124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195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Residual</a:t>
            </a:r>
          </a:p>
        </p:txBody>
      </p:sp>
      <p:sp>
        <p:nvSpPr>
          <p:cNvPr id="491" name="path-434">
            <a:extLst xmlns:a="http://schemas.openxmlformats.org/drawingml/2006/main">
              <a:ext uri="{FF2B5EF4-FFF2-40B4-BE49-F238E27FC236}">
                <a16:creationId xmlns:a16="http://schemas.microsoft.com/office/drawing/2014/main" id="{CA448CD8-C8EB-4CDB-A64B-E92E6060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2077" y="3045880"/>
            <a:ext cx="2130931" cy="1047091"/>
          </a:xfrm>
          <a:custGeom xmlns:a="http://schemas.openxmlformats.org/drawingml/2006/main">
            <a:pathLst>
              <a:path w="2162500" h="1062603">
                <a:moveTo>
                  <a:pt x="0" y="116750"/>
                </a:moveTo>
                <a:lnTo>
                  <a:pt x="0" y="116750"/>
                </a:lnTo>
                <a:cubicBezTo>
                  <a:pt x="0" y="96214"/>
                  <a:pt x="5396" y="76212"/>
                  <a:pt x="15674" y="58365"/>
                </a:cubicBezTo>
                <a:cubicBezTo>
                  <a:pt x="25951" y="40537"/>
                  <a:pt x="40537" y="25951"/>
                  <a:pt x="58365" y="15673"/>
                </a:cubicBezTo>
                <a:cubicBezTo>
                  <a:pt x="76213" y="5415"/>
                  <a:pt x="96214" y="0"/>
                  <a:pt x="116749" y="0"/>
                </a:cubicBezTo>
                <a:lnTo>
                  <a:pt x="2045218" y="0"/>
                </a:lnTo>
                <a:cubicBezTo>
                  <a:pt x="2065754" y="0"/>
                  <a:pt x="2085754" y="5415"/>
                  <a:pt x="2103582" y="15673"/>
                </a:cubicBezTo>
                <a:cubicBezTo>
                  <a:pt x="2121431" y="25951"/>
                  <a:pt x="2136018" y="40537"/>
                  <a:pt x="2146294" y="58365"/>
                </a:cubicBezTo>
                <a:cubicBezTo>
                  <a:pt x="2156551" y="76212"/>
                  <a:pt x="2161967" y="96214"/>
                  <a:pt x="2161967" y="116750"/>
                </a:cubicBezTo>
                <a:lnTo>
                  <a:pt x="2162500" y="945320"/>
                </a:lnTo>
                <a:cubicBezTo>
                  <a:pt x="2162500" y="965855"/>
                  <a:pt x="2157104" y="985857"/>
                  <a:pt x="2146828" y="1003685"/>
                </a:cubicBezTo>
                <a:cubicBezTo>
                  <a:pt x="2136571" y="1021532"/>
                  <a:pt x="2121965" y="1036118"/>
                  <a:pt x="2104137" y="1046396"/>
                </a:cubicBezTo>
                <a:cubicBezTo>
                  <a:pt x="2086290" y="1056654"/>
                  <a:pt x="2066307" y="1062070"/>
                  <a:pt x="2045752" y="1062070"/>
                </a:cubicBezTo>
                <a:lnTo>
                  <a:pt x="116749" y="1062603"/>
                </a:lnTo>
                <a:cubicBezTo>
                  <a:pt x="96214" y="1062603"/>
                  <a:pt x="76213" y="1057207"/>
                  <a:pt x="58365" y="1046930"/>
                </a:cubicBezTo>
                <a:cubicBezTo>
                  <a:pt x="40537" y="1036672"/>
                  <a:pt x="25951" y="1022066"/>
                  <a:pt x="15674" y="1004238"/>
                </a:cubicBezTo>
                <a:cubicBezTo>
                  <a:pt x="5396" y="986391"/>
                  <a:pt x="0" y="966408"/>
                  <a:pt x="0" y="945854"/>
                </a:cubicBezTo>
                <a:lnTo>
                  <a:pt x="0" y="11675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641">
            <a:solidFill>
              <a:srgbClr val="7AAE85"/>
            </a:solidFill>
            <a:prstDash val="solid"/>
          </a:ln>
        </p:spPr>
      </p:sp>
      <p:sp>
        <p:nvSpPr>
          <p:cNvPr id="492" name="text-435 Structured-Element">
            <a:extLst xmlns:a="http://schemas.openxmlformats.org/drawingml/2006/main">
              <a:ext uri="{FF2B5EF4-FFF2-40B4-BE49-F238E27FC236}">
                <a16:creationId xmlns:a16="http://schemas.microsoft.com/office/drawing/2014/main" id="{9BE5BF70-F2A1-4943-9184-90E42E10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34416" y="3131258"/>
            <a:ext cx="1494579" cy="221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4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4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44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Structured-Element</a:t>
            </a:r>
          </a:p>
        </p:txBody>
      </p:sp>
      <p:sp>
        <p:nvSpPr>
          <p:cNvPr id="493" name="text-436 Residual">
            <a:extLst xmlns:a="http://schemas.openxmlformats.org/drawingml/2006/main">
              <a:ext uri="{FF2B5EF4-FFF2-40B4-BE49-F238E27FC236}">
                <a16:creationId xmlns:a16="http://schemas.microsoft.com/office/drawing/2014/main" id="{18BA612C-5446-4660-8ECF-E329277B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1438" y="3358536"/>
            <a:ext cx="659872" cy="2124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9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9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195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Residual</a:t>
            </a:r>
          </a:p>
        </p:txBody>
      </p:sp>
      <p:sp>
        <p:nvSpPr>
          <p:cNvPr id="494" name="path-437">
            <a:extLst xmlns:a="http://schemas.openxmlformats.org/drawingml/2006/main">
              <a:ext uri="{FF2B5EF4-FFF2-40B4-BE49-F238E27FC236}">
                <a16:creationId xmlns:a16="http://schemas.microsoft.com/office/drawing/2014/main" id="{0B2FAFDD-5BA8-48D8-9EC3-0E1C4E81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389" y="3667420"/>
            <a:ext cx="115571" cy="246605"/>
          </a:xfrm>
          <a:custGeom xmlns:a="http://schemas.openxmlformats.org/drawingml/2006/main">
            <a:pathLst>
              <a:path w="117283" h="250258">
                <a:moveTo>
                  <a:pt x="58917" y="250258"/>
                </a:moveTo>
                <a:lnTo>
                  <a:pt x="0" y="250258"/>
                </a:lnTo>
                <a:lnTo>
                  <a:pt x="0" y="0"/>
                </a:lnTo>
                <a:lnTo>
                  <a:pt x="117283" y="0"/>
                </a:lnTo>
                <a:lnTo>
                  <a:pt x="117283" y="250258"/>
                </a:lnTo>
                <a:lnTo>
                  <a:pt x="58917" y="250258"/>
                </a:lnTo>
              </a:path>
            </a:pathLst>
          </a:custGeom>
          <a:solidFill xmlns:a="http://schemas.openxmlformats.org/drawingml/2006/main">
            <a:srgbClr val="8EB29C"/>
          </a:solidFill>
          <a:ln xmlns:a="http://schemas.openxmlformats.org/drawingml/2006/main" w="13315">
            <a:solidFill>
              <a:srgbClr val="3E7B4C"/>
            </a:solidFill>
            <a:prstDash val="solid"/>
          </a:ln>
        </p:spPr>
      </p:sp>
      <p:sp>
        <p:nvSpPr>
          <p:cNvPr id="495" name="path-438">
            <a:extLst xmlns:a="http://schemas.openxmlformats.org/drawingml/2006/main">
              <a:ext uri="{FF2B5EF4-FFF2-40B4-BE49-F238E27FC236}">
                <a16:creationId xmlns:a16="http://schemas.microsoft.com/office/drawing/2014/main" id="{80158F12-E944-42E1-BD1E-F6232F65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796" y="3551322"/>
            <a:ext cx="115571" cy="363228"/>
          </a:xfrm>
          <a:custGeom xmlns:a="http://schemas.openxmlformats.org/drawingml/2006/main">
            <a:pathLst>
              <a:path w="117283" h="368609">
                <a:moveTo>
                  <a:pt x="58899" y="368609"/>
                </a:moveTo>
                <a:lnTo>
                  <a:pt x="0" y="368609"/>
                </a:lnTo>
                <a:lnTo>
                  <a:pt x="0" y="0"/>
                </a:lnTo>
                <a:lnTo>
                  <a:pt x="117283" y="0"/>
                </a:lnTo>
                <a:lnTo>
                  <a:pt x="117283" y="368609"/>
                </a:lnTo>
                <a:lnTo>
                  <a:pt x="58899" y="368609"/>
                </a:lnTo>
              </a:path>
            </a:pathLst>
          </a:custGeom>
          <a:solidFill xmlns:a="http://schemas.openxmlformats.org/drawingml/2006/main">
            <a:srgbClr val="8EB29C"/>
          </a:solidFill>
          <a:ln xmlns:a="http://schemas.openxmlformats.org/drawingml/2006/main" w="13315">
            <a:solidFill>
              <a:srgbClr val="3E7B4C"/>
            </a:solidFill>
            <a:prstDash val="solid"/>
          </a:ln>
        </p:spPr>
      </p:sp>
      <p:sp>
        <p:nvSpPr>
          <p:cNvPr id="496" name="path-439">
            <a:extLst xmlns:a="http://schemas.openxmlformats.org/drawingml/2006/main">
              <a:ext uri="{FF2B5EF4-FFF2-40B4-BE49-F238E27FC236}">
                <a16:creationId xmlns:a16="http://schemas.microsoft.com/office/drawing/2014/main" id="{F04FE9C5-CF38-4141-9B63-FF9B96DD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186" y="3726003"/>
            <a:ext cx="115571" cy="188547"/>
          </a:xfrm>
          <a:custGeom xmlns:a="http://schemas.openxmlformats.org/drawingml/2006/main">
            <a:pathLst>
              <a:path w="117283" h="191340">
                <a:moveTo>
                  <a:pt x="58917" y="191340"/>
                </a:moveTo>
                <a:lnTo>
                  <a:pt x="0" y="191340"/>
                </a:lnTo>
                <a:lnTo>
                  <a:pt x="0" y="0"/>
                </a:lnTo>
                <a:lnTo>
                  <a:pt x="117283" y="0"/>
                </a:lnTo>
                <a:lnTo>
                  <a:pt x="117283" y="191340"/>
                </a:lnTo>
                <a:lnTo>
                  <a:pt x="58917" y="191340"/>
                </a:lnTo>
              </a:path>
            </a:pathLst>
          </a:custGeom>
          <a:solidFill xmlns:a="http://schemas.openxmlformats.org/drawingml/2006/main">
            <a:srgbClr val="8EB29C"/>
          </a:solidFill>
          <a:ln xmlns:a="http://schemas.openxmlformats.org/drawingml/2006/main" w="13315">
            <a:solidFill>
              <a:srgbClr val="3E7B4C"/>
            </a:solidFill>
            <a:prstDash val="solid"/>
          </a:ln>
        </p:spPr>
      </p:sp>
      <p:sp>
        <p:nvSpPr>
          <p:cNvPr id="497" name="path-440">
            <a:extLst xmlns:a="http://schemas.openxmlformats.org/drawingml/2006/main">
              <a:ext uri="{FF2B5EF4-FFF2-40B4-BE49-F238E27FC236}">
                <a16:creationId xmlns:a16="http://schemas.microsoft.com/office/drawing/2014/main" id="{934DEEDD-606A-47EE-A7C9-3CA6D868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5594" y="3783536"/>
            <a:ext cx="115571" cy="130489"/>
          </a:xfrm>
          <a:custGeom xmlns:a="http://schemas.openxmlformats.org/drawingml/2006/main">
            <a:pathLst>
              <a:path w="117283" h="132422">
                <a:moveTo>
                  <a:pt x="58917" y="132422"/>
                </a:moveTo>
                <a:lnTo>
                  <a:pt x="0" y="132422"/>
                </a:lnTo>
                <a:lnTo>
                  <a:pt x="0" y="0"/>
                </a:lnTo>
                <a:lnTo>
                  <a:pt x="117283" y="0"/>
                </a:lnTo>
                <a:lnTo>
                  <a:pt x="117283" y="132422"/>
                </a:lnTo>
                <a:lnTo>
                  <a:pt x="58917" y="132422"/>
                </a:lnTo>
              </a:path>
            </a:pathLst>
          </a:custGeom>
          <a:solidFill xmlns:a="http://schemas.openxmlformats.org/drawingml/2006/main">
            <a:srgbClr val="8EB29C"/>
          </a:solidFill>
          <a:ln xmlns:a="http://schemas.openxmlformats.org/drawingml/2006/main" w="13315">
            <a:solidFill>
              <a:srgbClr val="3E7B4C"/>
            </a:solidFill>
            <a:prstDash val="solid"/>
          </a:ln>
        </p:spPr>
      </p:sp>
      <p:sp>
        <p:nvSpPr>
          <p:cNvPr id="498" name="path-441">
            <a:extLst xmlns:a="http://schemas.openxmlformats.org/drawingml/2006/main">
              <a:ext uri="{FF2B5EF4-FFF2-40B4-BE49-F238E27FC236}">
                <a16:creationId xmlns:a16="http://schemas.microsoft.com/office/drawing/2014/main" id="{947F9169-FAA0-4597-AD83-06C2C592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1330" y="3929470"/>
            <a:ext cx="698255" cy="191"/>
          </a:xfrm>
          <a:custGeom xmlns:a="http://schemas.openxmlformats.org/drawingml/2006/main">
            <a:pathLst>
              <a:path w="708600" h="191">
                <a:moveTo>
                  <a:pt x="0" y="0"/>
                </a:moveTo>
                <a:lnTo>
                  <a:pt x="70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227">
            <a:solidFill>
              <a:srgbClr val="333333"/>
            </a:solidFill>
            <a:prstDash val="solid"/>
          </a:ln>
        </p:spPr>
      </p:sp>
      <p:sp>
        <p:nvSpPr>
          <p:cNvPr id="499" name="path-442">
            <a:extLst xmlns:a="http://schemas.openxmlformats.org/drawingml/2006/main">
              <a:ext uri="{FF2B5EF4-FFF2-40B4-BE49-F238E27FC236}">
                <a16:creationId xmlns:a16="http://schemas.microsoft.com/office/drawing/2014/main" id="{2B917657-20A8-4031-9C4B-0A78A766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740" y="3756912"/>
            <a:ext cx="123556" cy="136877"/>
          </a:xfrm>
          <a:custGeom xmlns:a="http://schemas.openxmlformats.org/drawingml/2006/main">
            <a:pathLst>
              <a:path w="125386" h="138905">
                <a:moveTo>
                  <a:pt x="0" y="138905"/>
                </a:moveTo>
                <a:lnTo>
                  <a:pt x="0" y="129162"/>
                </a:lnTo>
                <a:lnTo>
                  <a:pt x="535" y="119972"/>
                </a:lnTo>
                <a:lnTo>
                  <a:pt x="1621" y="110800"/>
                </a:lnTo>
                <a:lnTo>
                  <a:pt x="2708" y="101609"/>
                </a:lnTo>
                <a:lnTo>
                  <a:pt x="4328" y="92419"/>
                </a:lnTo>
                <a:lnTo>
                  <a:pt x="6484" y="83229"/>
                </a:lnTo>
                <a:lnTo>
                  <a:pt x="8638" y="74572"/>
                </a:lnTo>
                <a:lnTo>
                  <a:pt x="11344" y="65401"/>
                </a:lnTo>
                <a:lnTo>
                  <a:pt x="14587" y="56744"/>
                </a:lnTo>
                <a:lnTo>
                  <a:pt x="17828" y="48088"/>
                </a:lnTo>
                <a:lnTo>
                  <a:pt x="21622" y="39451"/>
                </a:lnTo>
                <a:lnTo>
                  <a:pt x="25397" y="31347"/>
                </a:lnTo>
                <a:lnTo>
                  <a:pt x="29726" y="23224"/>
                </a:lnTo>
                <a:lnTo>
                  <a:pt x="34589" y="15121"/>
                </a:lnTo>
                <a:lnTo>
                  <a:pt x="39450" y="7551"/>
                </a:lnTo>
                <a:lnTo>
                  <a:pt x="44866" y="0"/>
                </a:lnTo>
                <a:lnTo>
                  <a:pt x="125386" y="57831"/>
                </a:lnTo>
                <a:lnTo>
                  <a:pt x="122146" y="62694"/>
                </a:lnTo>
                <a:lnTo>
                  <a:pt x="118905" y="67022"/>
                </a:lnTo>
                <a:lnTo>
                  <a:pt x="116196" y="71884"/>
                </a:lnTo>
                <a:lnTo>
                  <a:pt x="114042" y="76193"/>
                </a:lnTo>
                <a:lnTo>
                  <a:pt x="111334" y="81074"/>
                </a:lnTo>
                <a:lnTo>
                  <a:pt x="109180" y="85937"/>
                </a:lnTo>
                <a:lnTo>
                  <a:pt x="107558" y="91332"/>
                </a:lnTo>
                <a:lnTo>
                  <a:pt x="105385" y="96195"/>
                </a:lnTo>
                <a:lnTo>
                  <a:pt x="104317" y="101609"/>
                </a:lnTo>
                <a:lnTo>
                  <a:pt x="102697" y="106472"/>
                </a:lnTo>
                <a:lnTo>
                  <a:pt x="101609" y="111867"/>
                </a:lnTo>
                <a:lnTo>
                  <a:pt x="100522" y="117283"/>
                </a:lnTo>
                <a:lnTo>
                  <a:pt x="99990" y="122679"/>
                </a:lnTo>
                <a:lnTo>
                  <a:pt x="99455" y="128094"/>
                </a:lnTo>
                <a:lnTo>
                  <a:pt x="98903" y="133490"/>
                </a:lnTo>
                <a:lnTo>
                  <a:pt x="98903" y="138905"/>
                </a:lnTo>
                <a:lnTo>
                  <a:pt x="0" y="138905"/>
                </a:lnTo>
              </a:path>
            </a:pathLst>
          </a:custGeom>
          <a:solidFill xmlns:a="http://schemas.openxmlformats.org/drawingml/2006/main">
            <a:srgbClr val="509E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" name="path-443">
            <a:extLst xmlns:a="http://schemas.openxmlformats.org/drawingml/2006/main">
              <a:ext uri="{FF2B5EF4-FFF2-40B4-BE49-F238E27FC236}">
                <a16:creationId xmlns:a16="http://schemas.microsoft.com/office/drawing/2014/main" id="{424524F8-644D-4F39-AF81-F2957385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9003" y="3672210"/>
            <a:ext cx="146479" cy="142214"/>
          </a:xfrm>
          <a:custGeom xmlns:a="http://schemas.openxmlformats.org/drawingml/2006/main">
            <a:pathLst>
              <a:path w="148649" h="144321">
                <a:moveTo>
                  <a:pt x="0" y="85403"/>
                </a:moveTo>
                <a:lnTo>
                  <a:pt x="5416" y="78386"/>
                </a:lnTo>
                <a:lnTo>
                  <a:pt x="11365" y="70817"/>
                </a:lnTo>
                <a:lnTo>
                  <a:pt x="17294" y="64334"/>
                </a:lnTo>
                <a:lnTo>
                  <a:pt x="23777" y="57297"/>
                </a:lnTo>
                <a:lnTo>
                  <a:pt x="30280" y="50815"/>
                </a:lnTo>
                <a:lnTo>
                  <a:pt x="37296" y="44866"/>
                </a:lnTo>
                <a:lnTo>
                  <a:pt x="44332" y="38917"/>
                </a:lnTo>
                <a:lnTo>
                  <a:pt x="51902" y="33521"/>
                </a:lnTo>
                <a:lnTo>
                  <a:pt x="59452" y="28125"/>
                </a:lnTo>
                <a:lnTo>
                  <a:pt x="67575" y="23244"/>
                </a:lnTo>
                <a:lnTo>
                  <a:pt x="75126" y="18382"/>
                </a:lnTo>
                <a:lnTo>
                  <a:pt x="83781" y="14072"/>
                </a:lnTo>
                <a:lnTo>
                  <a:pt x="91886" y="9744"/>
                </a:lnTo>
                <a:lnTo>
                  <a:pt x="100543" y="5950"/>
                </a:lnTo>
                <a:lnTo>
                  <a:pt x="109180" y="2708"/>
                </a:lnTo>
                <a:lnTo>
                  <a:pt x="117836" y="0"/>
                </a:lnTo>
                <a:lnTo>
                  <a:pt x="148649" y="94060"/>
                </a:lnTo>
                <a:lnTo>
                  <a:pt x="143235" y="96214"/>
                </a:lnTo>
                <a:lnTo>
                  <a:pt x="138372" y="97835"/>
                </a:lnTo>
                <a:lnTo>
                  <a:pt x="133510" y="100009"/>
                </a:lnTo>
                <a:lnTo>
                  <a:pt x="128648" y="102697"/>
                </a:lnTo>
                <a:lnTo>
                  <a:pt x="123785" y="104870"/>
                </a:lnTo>
                <a:lnTo>
                  <a:pt x="118905" y="107560"/>
                </a:lnTo>
                <a:lnTo>
                  <a:pt x="114595" y="110820"/>
                </a:lnTo>
                <a:lnTo>
                  <a:pt x="110267" y="113508"/>
                </a:lnTo>
                <a:lnTo>
                  <a:pt x="105939" y="116750"/>
                </a:lnTo>
                <a:lnTo>
                  <a:pt x="101609" y="120544"/>
                </a:lnTo>
                <a:lnTo>
                  <a:pt x="97835" y="123786"/>
                </a:lnTo>
                <a:lnTo>
                  <a:pt x="94059" y="127561"/>
                </a:lnTo>
                <a:lnTo>
                  <a:pt x="90265" y="131355"/>
                </a:lnTo>
                <a:lnTo>
                  <a:pt x="86489" y="135665"/>
                </a:lnTo>
                <a:lnTo>
                  <a:pt x="83248" y="139993"/>
                </a:lnTo>
                <a:lnTo>
                  <a:pt x="80007" y="144321"/>
                </a:lnTo>
                <a:lnTo>
                  <a:pt x="0" y="85403"/>
                </a:lnTo>
              </a:path>
            </a:pathLst>
          </a:custGeom>
          <a:solidFill xmlns:a="http://schemas.openxmlformats.org/drawingml/2006/main">
            <a:srgbClr val="8BB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" name="path-444">
            <a:extLst xmlns:a="http://schemas.openxmlformats.org/drawingml/2006/main">
              <a:ext uri="{FF2B5EF4-FFF2-40B4-BE49-F238E27FC236}">
                <a16:creationId xmlns:a16="http://schemas.microsoft.com/office/drawing/2014/main" id="{9C732D0B-5501-4088-9C08-AA5CC16B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574" y="3660505"/>
            <a:ext cx="143811" cy="104392"/>
          </a:xfrm>
          <a:custGeom xmlns:a="http://schemas.openxmlformats.org/drawingml/2006/main">
            <a:pathLst>
              <a:path w="145941" h="105938">
                <a:moveTo>
                  <a:pt x="0" y="11345"/>
                </a:moveTo>
                <a:lnTo>
                  <a:pt x="8656" y="8638"/>
                </a:lnTo>
                <a:lnTo>
                  <a:pt x="17847" y="6483"/>
                </a:lnTo>
                <a:lnTo>
                  <a:pt x="26485" y="4328"/>
                </a:lnTo>
                <a:lnTo>
                  <a:pt x="35675" y="2708"/>
                </a:lnTo>
                <a:lnTo>
                  <a:pt x="44866" y="1621"/>
                </a:lnTo>
                <a:lnTo>
                  <a:pt x="54057" y="535"/>
                </a:lnTo>
                <a:lnTo>
                  <a:pt x="63247" y="0"/>
                </a:lnTo>
                <a:lnTo>
                  <a:pt x="72972" y="0"/>
                </a:lnTo>
                <a:lnTo>
                  <a:pt x="82162" y="0"/>
                </a:lnTo>
                <a:lnTo>
                  <a:pt x="91352" y="535"/>
                </a:lnTo>
                <a:lnTo>
                  <a:pt x="100543" y="1621"/>
                </a:lnTo>
                <a:lnTo>
                  <a:pt x="109733" y="2708"/>
                </a:lnTo>
                <a:lnTo>
                  <a:pt x="118923" y="4328"/>
                </a:lnTo>
                <a:lnTo>
                  <a:pt x="127561" y="6483"/>
                </a:lnTo>
                <a:lnTo>
                  <a:pt x="136751" y="8638"/>
                </a:lnTo>
                <a:lnTo>
                  <a:pt x="145941" y="11345"/>
                </a:lnTo>
                <a:lnTo>
                  <a:pt x="115129" y="105938"/>
                </a:lnTo>
                <a:lnTo>
                  <a:pt x="109733" y="104318"/>
                </a:lnTo>
                <a:lnTo>
                  <a:pt x="104870" y="102697"/>
                </a:lnTo>
                <a:lnTo>
                  <a:pt x="99455" y="101610"/>
                </a:lnTo>
                <a:lnTo>
                  <a:pt x="94059" y="100523"/>
                </a:lnTo>
                <a:lnTo>
                  <a:pt x="88643" y="99989"/>
                </a:lnTo>
                <a:lnTo>
                  <a:pt x="83248" y="99455"/>
                </a:lnTo>
                <a:lnTo>
                  <a:pt x="77834" y="98903"/>
                </a:lnTo>
                <a:lnTo>
                  <a:pt x="72972" y="98903"/>
                </a:lnTo>
                <a:lnTo>
                  <a:pt x="67574" y="98903"/>
                </a:lnTo>
                <a:lnTo>
                  <a:pt x="62160" y="99455"/>
                </a:lnTo>
                <a:lnTo>
                  <a:pt x="56763" y="99989"/>
                </a:lnTo>
                <a:lnTo>
                  <a:pt x="51349" y="100523"/>
                </a:lnTo>
                <a:lnTo>
                  <a:pt x="45951" y="101610"/>
                </a:lnTo>
                <a:lnTo>
                  <a:pt x="40537" y="102697"/>
                </a:lnTo>
                <a:lnTo>
                  <a:pt x="35675" y="104318"/>
                </a:lnTo>
                <a:lnTo>
                  <a:pt x="30280" y="105938"/>
                </a:lnTo>
                <a:lnTo>
                  <a:pt x="0" y="11345"/>
                </a:lnTo>
              </a:path>
            </a:pathLst>
          </a:custGeom>
          <a:solidFill xmlns:a="http://schemas.openxmlformats.org/drawingml/2006/main">
            <a:srgbClr val="E2C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2" name="path-445">
            <a:extLst xmlns:a="http://schemas.openxmlformats.org/drawingml/2006/main">
              <a:ext uri="{FF2B5EF4-FFF2-40B4-BE49-F238E27FC236}">
                <a16:creationId xmlns:a16="http://schemas.microsoft.com/office/drawing/2014/main" id="{D622BA46-C347-48DC-BA53-E0362692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8567" y="3672210"/>
            <a:ext cx="146460" cy="142214"/>
          </a:xfrm>
          <a:custGeom xmlns:a="http://schemas.openxmlformats.org/drawingml/2006/main">
            <a:pathLst>
              <a:path w="148630" h="144321">
                <a:moveTo>
                  <a:pt x="30259" y="0"/>
                </a:moveTo>
                <a:lnTo>
                  <a:pt x="38916" y="2708"/>
                </a:lnTo>
                <a:lnTo>
                  <a:pt x="47553" y="5950"/>
                </a:lnTo>
                <a:lnTo>
                  <a:pt x="56211" y="9744"/>
                </a:lnTo>
                <a:lnTo>
                  <a:pt x="64314" y="14072"/>
                </a:lnTo>
                <a:lnTo>
                  <a:pt x="72951" y="18382"/>
                </a:lnTo>
                <a:lnTo>
                  <a:pt x="80521" y="23244"/>
                </a:lnTo>
                <a:lnTo>
                  <a:pt x="88625" y="28125"/>
                </a:lnTo>
                <a:lnTo>
                  <a:pt x="96195" y="33521"/>
                </a:lnTo>
                <a:lnTo>
                  <a:pt x="103763" y="38917"/>
                </a:lnTo>
                <a:lnTo>
                  <a:pt x="110800" y="44866"/>
                </a:lnTo>
                <a:lnTo>
                  <a:pt x="117816" y="50815"/>
                </a:lnTo>
                <a:lnTo>
                  <a:pt x="124299" y="57297"/>
                </a:lnTo>
                <a:lnTo>
                  <a:pt x="130783" y="64334"/>
                </a:lnTo>
                <a:lnTo>
                  <a:pt x="136732" y="70817"/>
                </a:lnTo>
                <a:lnTo>
                  <a:pt x="142681" y="78386"/>
                </a:lnTo>
                <a:lnTo>
                  <a:pt x="148630" y="85403"/>
                </a:lnTo>
                <a:lnTo>
                  <a:pt x="68089" y="144321"/>
                </a:lnTo>
                <a:lnTo>
                  <a:pt x="64848" y="139993"/>
                </a:lnTo>
                <a:lnTo>
                  <a:pt x="61606" y="135665"/>
                </a:lnTo>
                <a:lnTo>
                  <a:pt x="57830" y="131355"/>
                </a:lnTo>
                <a:lnTo>
                  <a:pt x="54036" y="127561"/>
                </a:lnTo>
                <a:lnTo>
                  <a:pt x="50262" y="123786"/>
                </a:lnTo>
                <a:lnTo>
                  <a:pt x="46468" y="120544"/>
                </a:lnTo>
                <a:lnTo>
                  <a:pt x="42157" y="116750"/>
                </a:lnTo>
                <a:lnTo>
                  <a:pt x="37830" y="113508"/>
                </a:lnTo>
                <a:lnTo>
                  <a:pt x="33500" y="110820"/>
                </a:lnTo>
                <a:lnTo>
                  <a:pt x="29172" y="107560"/>
                </a:lnTo>
                <a:lnTo>
                  <a:pt x="24310" y="104870"/>
                </a:lnTo>
                <a:lnTo>
                  <a:pt x="19448" y="102697"/>
                </a:lnTo>
                <a:lnTo>
                  <a:pt x="14587" y="100009"/>
                </a:lnTo>
                <a:lnTo>
                  <a:pt x="9725" y="97835"/>
                </a:lnTo>
                <a:lnTo>
                  <a:pt x="4862" y="96214"/>
                </a:lnTo>
                <a:lnTo>
                  <a:pt x="0" y="94060"/>
                </a:lnTo>
                <a:lnTo>
                  <a:pt x="30259" y="0"/>
                </a:lnTo>
              </a:path>
            </a:pathLst>
          </a:custGeom>
          <a:solidFill xmlns:a="http://schemas.openxmlformats.org/drawingml/2006/main">
            <a:srgbClr val="E88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3" name="path-446">
            <a:extLst xmlns:a="http://schemas.openxmlformats.org/drawingml/2006/main">
              <a:ext uri="{FF2B5EF4-FFF2-40B4-BE49-F238E27FC236}">
                <a16:creationId xmlns:a16="http://schemas.microsoft.com/office/drawing/2014/main" id="{2784D6F8-BC61-47AC-A9BA-DD055F8E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663" y="3756912"/>
            <a:ext cx="123575" cy="136877"/>
          </a:xfrm>
          <a:custGeom xmlns:a="http://schemas.openxmlformats.org/drawingml/2006/main">
            <a:pathLst>
              <a:path w="125406" h="138905">
                <a:moveTo>
                  <a:pt x="79988" y="0"/>
                </a:moveTo>
                <a:lnTo>
                  <a:pt x="85402" y="7551"/>
                </a:lnTo>
                <a:lnTo>
                  <a:pt x="90265" y="15121"/>
                </a:lnTo>
                <a:lnTo>
                  <a:pt x="95127" y="23224"/>
                </a:lnTo>
                <a:lnTo>
                  <a:pt x="99455" y="31347"/>
                </a:lnTo>
                <a:lnTo>
                  <a:pt x="103230" y="39451"/>
                </a:lnTo>
                <a:lnTo>
                  <a:pt x="107024" y="48088"/>
                </a:lnTo>
                <a:lnTo>
                  <a:pt x="110266" y="56744"/>
                </a:lnTo>
                <a:lnTo>
                  <a:pt x="113507" y="65401"/>
                </a:lnTo>
                <a:lnTo>
                  <a:pt x="116215" y="74572"/>
                </a:lnTo>
                <a:lnTo>
                  <a:pt x="118369" y="83229"/>
                </a:lnTo>
                <a:lnTo>
                  <a:pt x="120524" y="92419"/>
                </a:lnTo>
                <a:lnTo>
                  <a:pt x="122163" y="101609"/>
                </a:lnTo>
                <a:lnTo>
                  <a:pt x="123232" y="110800"/>
                </a:lnTo>
                <a:lnTo>
                  <a:pt x="124319" y="119972"/>
                </a:lnTo>
                <a:lnTo>
                  <a:pt x="124852" y="129162"/>
                </a:lnTo>
                <a:lnTo>
                  <a:pt x="125406" y="138905"/>
                </a:lnTo>
                <a:lnTo>
                  <a:pt x="25950" y="138905"/>
                </a:lnTo>
                <a:lnTo>
                  <a:pt x="25950" y="133490"/>
                </a:lnTo>
                <a:lnTo>
                  <a:pt x="25417" y="128094"/>
                </a:lnTo>
                <a:lnTo>
                  <a:pt x="24864" y="122679"/>
                </a:lnTo>
                <a:lnTo>
                  <a:pt x="24330" y="117283"/>
                </a:lnTo>
                <a:lnTo>
                  <a:pt x="23242" y="111867"/>
                </a:lnTo>
                <a:lnTo>
                  <a:pt x="22155" y="106472"/>
                </a:lnTo>
                <a:lnTo>
                  <a:pt x="20536" y="101609"/>
                </a:lnTo>
                <a:lnTo>
                  <a:pt x="19468" y="96195"/>
                </a:lnTo>
                <a:lnTo>
                  <a:pt x="17293" y="91332"/>
                </a:lnTo>
                <a:lnTo>
                  <a:pt x="15674" y="85937"/>
                </a:lnTo>
                <a:lnTo>
                  <a:pt x="13518" y="81074"/>
                </a:lnTo>
                <a:lnTo>
                  <a:pt x="10811" y="76193"/>
                </a:lnTo>
                <a:lnTo>
                  <a:pt x="8656" y="71884"/>
                </a:lnTo>
                <a:lnTo>
                  <a:pt x="5949" y="67022"/>
                </a:lnTo>
                <a:lnTo>
                  <a:pt x="2708" y="62694"/>
                </a:lnTo>
                <a:lnTo>
                  <a:pt x="0" y="57831"/>
                </a:lnTo>
                <a:lnTo>
                  <a:pt x="79988" y="0"/>
                </a:lnTo>
              </a:path>
            </a:pathLst>
          </a:custGeom>
          <a:solidFill xmlns:a="http://schemas.openxmlformats.org/drawingml/2006/main">
            <a:srgbClr val="D33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4" name="path-447">
            <a:extLst xmlns:a="http://schemas.openxmlformats.org/drawingml/2006/main">
              <a:ext uri="{FF2B5EF4-FFF2-40B4-BE49-F238E27FC236}">
                <a16:creationId xmlns:a16="http://schemas.microsoft.com/office/drawing/2014/main" id="{C338FE63-3A69-4B15-B06C-762F4900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7025" y="3693517"/>
            <a:ext cx="109708" cy="199727"/>
          </a:xfrm>
          <a:custGeom xmlns:a="http://schemas.openxmlformats.org/drawingml/2006/main">
            <a:pathLst>
              <a:path w="111333" h="202686">
                <a:moveTo>
                  <a:pt x="0" y="202686"/>
                </a:moveTo>
                <a:lnTo>
                  <a:pt x="1113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825">
            <a:solidFill>
              <a:srgbClr val="111111"/>
            </a:solidFill>
            <a:prstDash val="solid"/>
          </a:ln>
        </p:spPr>
      </p:sp>
      <p:sp>
        <p:nvSpPr>
          <p:cNvPr id="505" name="path-448">
            <a:extLst xmlns:a="http://schemas.openxmlformats.org/drawingml/2006/main">
              <a:ext uri="{FF2B5EF4-FFF2-40B4-BE49-F238E27FC236}">
                <a16:creationId xmlns:a16="http://schemas.microsoft.com/office/drawing/2014/main" id="{FB27BAA0-2EE6-4AA0-B4CF-89BF89A4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397" y="3858635"/>
            <a:ext cx="69764" cy="69763"/>
          </a:xfrm>
          <a:custGeom xmlns:a="http://schemas.openxmlformats.org/drawingml/2006/main">
            <a:pathLst>
              <a:path w="70797" h="70797">
                <a:moveTo>
                  <a:pt x="0" y="35122"/>
                </a:moveTo>
                <a:lnTo>
                  <a:pt x="0" y="35122"/>
                </a:lnTo>
                <a:cubicBezTo>
                  <a:pt x="0" y="29173"/>
                  <a:pt x="1621" y="22690"/>
                  <a:pt x="4862" y="17294"/>
                </a:cubicBezTo>
                <a:cubicBezTo>
                  <a:pt x="8103" y="11879"/>
                  <a:pt x="12431" y="7570"/>
                  <a:pt x="17828" y="4328"/>
                </a:cubicBezTo>
                <a:cubicBezTo>
                  <a:pt x="23242" y="1621"/>
                  <a:pt x="29191" y="0"/>
                  <a:pt x="35674" y="0"/>
                </a:cubicBezTo>
                <a:cubicBezTo>
                  <a:pt x="41623" y="0"/>
                  <a:pt x="47573" y="1621"/>
                  <a:pt x="52969" y="4328"/>
                </a:cubicBezTo>
                <a:cubicBezTo>
                  <a:pt x="58365" y="7570"/>
                  <a:pt x="62693" y="11879"/>
                  <a:pt x="65934" y="17294"/>
                </a:cubicBezTo>
                <a:cubicBezTo>
                  <a:pt x="69175" y="22690"/>
                  <a:pt x="70797" y="29173"/>
                  <a:pt x="70797" y="35122"/>
                </a:cubicBezTo>
                <a:cubicBezTo>
                  <a:pt x="70797" y="41071"/>
                  <a:pt x="69175" y="47554"/>
                  <a:pt x="65934" y="52969"/>
                </a:cubicBezTo>
                <a:cubicBezTo>
                  <a:pt x="62693" y="58365"/>
                  <a:pt x="58365" y="62694"/>
                  <a:pt x="52969" y="65935"/>
                </a:cubicBezTo>
                <a:cubicBezTo>
                  <a:pt x="47573" y="68642"/>
                  <a:pt x="41623" y="70797"/>
                  <a:pt x="35674" y="70797"/>
                </a:cubicBezTo>
                <a:cubicBezTo>
                  <a:pt x="29191" y="70797"/>
                  <a:pt x="23242" y="68642"/>
                  <a:pt x="17828" y="65935"/>
                </a:cubicBezTo>
                <a:cubicBezTo>
                  <a:pt x="12431" y="62694"/>
                  <a:pt x="8103" y="58365"/>
                  <a:pt x="4862" y="52969"/>
                </a:cubicBezTo>
                <a:cubicBezTo>
                  <a:pt x="1621" y="47554"/>
                  <a:pt x="0" y="41071"/>
                  <a:pt x="0" y="35122"/>
                </a:cubicBez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6" name="path-449">
            <a:extLst xmlns:a="http://schemas.openxmlformats.org/drawingml/2006/main">
              <a:ext uri="{FF2B5EF4-FFF2-40B4-BE49-F238E27FC236}">
                <a16:creationId xmlns:a16="http://schemas.microsoft.com/office/drawing/2014/main" id="{1510FC6C-F202-4B61-9E62-5CAC53C4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2590" y="3507638"/>
            <a:ext cx="610886" cy="436204"/>
          </a:xfrm>
          <a:custGeom xmlns:a="http://schemas.openxmlformats.org/drawingml/2006/main">
            <a:pathLst>
              <a:path w="619936" h="442667">
                <a:moveTo>
                  <a:pt x="0" y="221067"/>
                </a:moveTo>
                <a:lnTo>
                  <a:pt x="0" y="221067"/>
                </a:lnTo>
                <a:cubicBezTo>
                  <a:pt x="0" y="182150"/>
                  <a:pt x="14053" y="144321"/>
                  <a:pt x="41605" y="110266"/>
                </a:cubicBezTo>
                <a:cubicBezTo>
                  <a:pt x="68642" y="76765"/>
                  <a:pt x="108093" y="48660"/>
                  <a:pt x="155113" y="29192"/>
                </a:cubicBezTo>
                <a:cubicBezTo>
                  <a:pt x="202133" y="9744"/>
                  <a:pt x="255654" y="0"/>
                  <a:pt x="309692" y="0"/>
                </a:cubicBezTo>
                <a:cubicBezTo>
                  <a:pt x="364281" y="0"/>
                  <a:pt x="417803" y="9744"/>
                  <a:pt x="464824" y="29192"/>
                </a:cubicBezTo>
                <a:cubicBezTo>
                  <a:pt x="511843" y="48660"/>
                  <a:pt x="551294" y="76765"/>
                  <a:pt x="578312" y="110266"/>
                </a:cubicBezTo>
                <a:cubicBezTo>
                  <a:pt x="605884" y="144321"/>
                  <a:pt x="619936" y="182150"/>
                  <a:pt x="619936" y="221067"/>
                </a:cubicBezTo>
                <a:cubicBezTo>
                  <a:pt x="619936" y="259983"/>
                  <a:pt x="605884" y="297813"/>
                  <a:pt x="578312" y="331867"/>
                </a:cubicBezTo>
                <a:cubicBezTo>
                  <a:pt x="551294" y="365387"/>
                  <a:pt x="511843" y="393492"/>
                  <a:pt x="464824" y="412941"/>
                </a:cubicBezTo>
                <a:cubicBezTo>
                  <a:pt x="417803" y="432409"/>
                  <a:pt x="364281" y="442667"/>
                  <a:pt x="309692" y="442667"/>
                </a:cubicBezTo>
                <a:cubicBezTo>
                  <a:pt x="255654" y="442667"/>
                  <a:pt x="202133" y="432409"/>
                  <a:pt x="155113" y="412941"/>
                </a:cubicBezTo>
                <a:cubicBezTo>
                  <a:pt x="108093" y="393492"/>
                  <a:pt x="68642" y="365387"/>
                  <a:pt x="41605" y="331867"/>
                </a:cubicBezTo>
                <a:cubicBezTo>
                  <a:pt x="14053" y="297813"/>
                  <a:pt x="0" y="259983"/>
                  <a:pt x="0" y="221067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641">
            <a:solidFill>
              <a:srgbClr val="9A9A9A"/>
            </a:solidFill>
            <a:prstDash val="dash"/>
          </a:ln>
        </p:spPr>
      </p:sp>
      <p:sp>
        <p:nvSpPr>
          <p:cNvPr id="507" name="path-450">
            <a:extLst xmlns:a="http://schemas.openxmlformats.org/drawingml/2006/main">
              <a:ext uri="{FF2B5EF4-FFF2-40B4-BE49-F238E27FC236}">
                <a16:creationId xmlns:a16="http://schemas.microsoft.com/office/drawing/2014/main" id="{F2DB6AF3-52DF-4594-B511-2474E93E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1026" y="3809107"/>
            <a:ext cx="43667" cy="43666"/>
          </a:xfrm>
          <a:custGeom xmlns:a="http://schemas.openxmlformats.org/drawingml/2006/main">
            <a:pathLst>
              <a:path w="44314" h="44313">
                <a:moveTo>
                  <a:pt x="0" y="22157"/>
                </a:moveTo>
                <a:lnTo>
                  <a:pt x="0" y="22157"/>
                </a:lnTo>
                <a:cubicBezTo>
                  <a:pt x="0" y="18362"/>
                  <a:pt x="1087" y="14587"/>
                  <a:pt x="2709" y="11345"/>
                </a:cubicBezTo>
                <a:cubicBezTo>
                  <a:pt x="4863" y="7551"/>
                  <a:pt x="7571" y="4862"/>
                  <a:pt x="11347" y="2688"/>
                </a:cubicBezTo>
                <a:cubicBezTo>
                  <a:pt x="14588" y="1068"/>
                  <a:pt x="18382" y="0"/>
                  <a:pt x="22157" y="0"/>
                </a:cubicBezTo>
                <a:cubicBezTo>
                  <a:pt x="25951" y="0"/>
                  <a:pt x="29727" y="1068"/>
                  <a:pt x="33502" y="2688"/>
                </a:cubicBezTo>
                <a:cubicBezTo>
                  <a:pt x="36743" y="4862"/>
                  <a:pt x="39451" y="7551"/>
                  <a:pt x="41625" y="11345"/>
                </a:cubicBezTo>
                <a:cubicBezTo>
                  <a:pt x="43245" y="14587"/>
                  <a:pt x="44314" y="18362"/>
                  <a:pt x="44314" y="22157"/>
                </a:cubicBezTo>
                <a:cubicBezTo>
                  <a:pt x="44314" y="25932"/>
                  <a:pt x="43245" y="29726"/>
                  <a:pt x="41625" y="33501"/>
                </a:cubicBezTo>
                <a:cubicBezTo>
                  <a:pt x="39451" y="36743"/>
                  <a:pt x="36743" y="39450"/>
                  <a:pt x="33502" y="41605"/>
                </a:cubicBezTo>
                <a:cubicBezTo>
                  <a:pt x="29727" y="43226"/>
                  <a:pt x="25951" y="44313"/>
                  <a:pt x="22157" y="44313"/>
                </a:cubicBezTo>
                <a:cubicBezTo>
                  <a:pt x="18382" y="44313"/>
                  <a:pt x="14588" y="43226"/>
                  <a:pt x="11347" y="41605"/>
                </a:cubicBezTo>
                <a:cubicBezTo>
                  <a:pt x="7571" y="39450"/>
                  <a:pt x="4863" y="36743"/>
                  <a:pt x="2709" y="33501"/>
                </a:cubicBezTo>
                <a:cubicBezTo>
                  <a:pt x="1087" y="29726"/>
                  <a:pt x="0" y="25932"/>
                  <a:pt x="0" y="22157"/>
                </a:cubicBezTo>
              </a:path>
            </a:pathLst>
          </a:custGeom>
          <a:solidFill xmlns:a="http://schemas.openxmlformats.org/drawingml/2006/main">
            <a:srgbClr val="9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8" name="path-451">
            <a:extLst xmlns:a="http://schemas.openxmlformats.org/drawingml/2006/main">
              <a:ext uri="{FF2B5EF4-FFF2-40B4-BE49-F238E27FC236}">
                <a16:creationId xmlns:a16="http://schemas.microsoft.com/office/drawing/2014/main" id="{D7CBE9E4-03D9-466A-94E1-58858105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6762" y="3592865"/>
            <a:ext cx="43666" cy="43666"/>
          </a:xfrm>
          <a:custGeom xmlns:a="http://schemas.openxmlformats.org/drawingml/2006/main">
            <a:pathLst>
              <a:path w="44313" h="44313">
                <a:moveTo>
                  <a:pt x="0" y="22156"/>
                </a:moveTo>
                <a:lnTo>
                  <a:pt x="0" y="22156"/>
                </a:lnTo>
                <a:cubicBezTo>
                  <a:pt x="0" y="18381"/>
                  <a:pt x="1068" y="14587"/>
                  <a:pt x="2688" y="10811"/>
                </a:cubicBezTo>
                <a:cubicBezTo>
                  <a:pt x="4863" y="7570"/>
                  <a:pt x="7551" y="4862"/>
                  <a:pt x="11345" y="2707"/>
                </a:cubicBezTo>
                <a:cubicBezTo>
                  <a:pt x="14588" y="1087"/>
                  <a:pt x="18362" y="0"/>
                  <a:pt x="22156" y="0"/>
                </a:cubicBezTo>
                <a:cubicBezTo>
                  <a:pt x="25932" y="0"/>
                  <a:pt x="29726" y="1087"/>
                  <a:pt x="33500" y="2707"/>
                </a:cubicBezTo>
                <a:cubicBezTo>
                  <a:pt x="36743" y="4862"/>
                  <a:pt x="39451" y="7570"/>
                  <a:pt x="41606" y="10811"/>
                </a:cubicBezTo>
                <a:cubicBezTo>
                  <a:pt x="43225" y="14587"/>
                  <a:pt x="44313" y="18381"/>
                  <a:pt x="44313" y="22156"/>
                </a:cubicBezTo>
                <a:cubicBezTo>
                  <a:pt x="44313" y="25950"/>
                  <a:pt x="43225" y="29727"/>
                  <a:pt x="41606" y="32967"/>
                </a:cubicBezTo>
                <a:cubicBezTo>
                  <a:pt x="39451" y="36743"/>
                  <a:pt x="36743" y="39450"/>
                  <a:pt x="33500" y="41624"/>
                </a:cubicBezTo>
                <a:cubicBezTo>
                  <a:pt x="29726" y="43245"/>
                  <a:pt x="25932" y="44313"/>
                  <a:pt x="22156" y="44313"/>
                </a:cubicBezTo>
                <a:cubicBezTo>
                  <a:pt x="18362" y="44313"/>
                  <a:pt x="14588" y="43245"/>
                  <a:pt x="11345" y="41624"/>
                </a:cubicBezTo>
                <a:cubicBezTo>
                  <a:pt x="7551" y="39450"/>
                  <a:pt x="4863" y="36743"/>
                  <a:pt x="2688" y="32967"/>
                </a:cubicBezTo>
                <a:cubicBezTo>
                  <a:pt x="1068" y="29727"/>
                  <a:pt x="0" y="25950"/>
                  <a:pt x="0" y="22156"/>
                </a:cubicBezTo>
              </a:path>
            </a:pathLst>
          </a:custGeom>
          <a:solidFill xmlns:a="http://schemas.openxmlformats.org/drawingml/2006/main">
            <a:srgbClr val="9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9" name="path-452">
            <a:extLst xmlns:a="http://schemas.openxmlformats.org/drawingml/2006/main">
              <a:ext uri="{FF2B5EF4-FFF2-40B4-BE49-F238E27FC236}">
                <a16:creationId xmlns:a16="http://schemas.microsoft.com/office/drawing/2014/main" id="{6FADC13F-EF3A-4F90-BB33-0D8672F0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2552" y="3736131"/>
            <a:ext cx="43684" cy="43666"/>
          </a:xfrm>
          <a:custGeom xmlns:a="http://schemas.openxmlformats.org/drawingml/2006/main">
            <a:pathLst>
              <a:path w="44331" h="44313">
                <a:moveTo>
                  <a:pt x="0" y="22156"/>
                </a:moveTo>
                <a:lnTo>
                  <a:pt x="0" y="22156"/>
                </a:lnTo>
                <a:cubicBezTo>
                  <a:pt x="0" y="18381"/>
                  <a:pt x="1086" y="14587"/>
                  <a:pt x="2707" y="10811"/>
                </a:cubicBezTo>
                <a:cubicBezTo>
                  <a:pt x="4881" y="7570"/>
                  <a:pt x="7570" y="4862"/>
                  <a:pt x="11364" y="2707"/>
                </a:cubicBezTo>
                <a:cubicBezTo>
                  <a:pt x="14606" y="1087"/>
                  <a:pt x="18381" y="0"/>
                  <a:pt x="22174" y="0"/>
                </a:cubicBezTo>
                <a:cubicBezTo>
                  <a:pt x="25950" y="0"/>
                  <a:pt x="29725" y="1087"/>
                  <a:pt x="33520" y="2707"/>
                </a:cubicBezTo>
                <a:cubicBezTo>
                  <a:pt x="36761" y="4862"/>
                  <a:pt x="39469" y="7570"/>
                  <a:pt x="41624" y="10811"/>
                </a:cubicBezTo>
                <a:cubicBezTo>
                  <a:pt x="43245" y="14587"/>
                  <a:pt x="44331" y="18381"/>
                  <a:pt x="44331" y="22156"/>
                </a:cubicBezTo>
                <a:cubicBezTo>
                  <a:pt x="44331" y="25950"/>
                  <a:pt x="43245" y="29726"/>
                  <a:pt x="41624" y="32967"/>
                </a:cubicBezTo>
                <a:cubicBezTo>
                  <a:pt x="39469" y="36762"/>
                  <a:pt x="36761" y="39450"/>
                  <a:pt x="33520" y="41624"/>
                </a:cubicBezTo>
                <a:cubicBezTo>
                  <a:pt x="29725" y="43245"/>
                  <a:pt x="25950" y="44313"/>
                  <a:pt x="22174" y="44313"/>
                </a:cubicBezTo>
                <a:cubicBezTo>
                  <a:pt x="18381" y="44313"/>
                  <a:pt x="14606" y="43245"/>
                  <a:pt x="11364" y="41624"/>
                </a:cubicBezTo>
                <a:cubicBezTo>
                  <a:pt x="7570" y="39450"/>
                  <a:pt x="4881" y="36762"/>
                  <a:pt x="2707" y="32967"/>
                </a:cubicBezTo>
                <a:cubicBezTo>
                  <a:pt x="1086" y="29726"/>
                  <a:pt x="0" y="25950"/>
                  <a:pt x="0" y="22156"/>
                </a:cubicBezTo>
              </a:path>
            </a:pathLst>
          </a:custGeom>
          <a:solidFill xmlns:a="http://schemas.openxmlformats.org/drawingml/2006/main">
            <a:srgbClr val="9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0" name="path-453">
            <a:extLst xmlns:a="http://schemas.openxmlformats.org/drawingml/2006/main">
              <a:ext uri="{FF2B5EF4-FFF2-40B4-BE49-F238E27FC236}">
                <a16:creationId xmlns:a16="http://schemas.microsoft.com/office/drawing/2014/main" id="{D6F46587-6CCE-4153-A1D5-884CC169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7832" y="3555042"/>
            <a:ext cx="43685" cy="43685"/>
          </a:xfrm>
          <a:custGeom xmlns:a="http://schemas.openxmlformats.org/drawingml/2006/main">
            <a:pathLst>
              <a:path w="44332" h="44332">
                <a:moveTo>
                  <a:pt x="0" y="22157"/>
                </a:moveTo>
                <a:lnTo>
                  <a:pt x="0" y="22157"/>
                </a:lnTo>
                <a:cubicBezTo>
                  <a:pt x="0" y="18382"/>
                  <a:pt x="1086" y="14606"/>
                  <a:pt x="2708" y="11365"/>
                </a:cubicBezTo>
                <a:cubicBezTo>
                  <a:pt x="4881" y="7570"/>
                  <a:pt x="7570" y="4862"/>
                  <a:pt x="11364" y="2708"/>
                </a:cubicBezTo>
                <a:cubicBezTo>
                  <a:pt x="14606" y="1087"/>
                  <a:pt x="18382" y="0"/>
                  <a:pt x="22176" y="0"/>
                </a:cubicBezTo>
                <a:cubicBezTo>
                  <a:pt x="25950" y="0"/>
                  <a:pt x="29726" y="1087"/>
                  <a:pt x="33520" y="2708"/>
                </a:cubicBezTo>
                <a:cubicBezTo>
                  <a:pt x="36762" y="4862"/>
                  <a:pt x="39469" y="7570"/>
                  <a:pt x="41624" y="11365"/>
                </a:cubicBezTo>
                <a:cubicBezTo>
                  <a:pt x="43245" y="14606"/>
                  <a:pt x="44332" y="18382"/>
                  <a:pt x="44332" y="22157"/>
                </a:cubicBezTo>
                <a:cubicBezTo>
                  <a:pt x="44332" y="25951"/>
                  <a:pt x="43245" y="29727"/>
                  <a:pt x="41624" y="33520"/>
                </a:cubicBezTo>
                <a:cubicBezTo>
                  <a:pt x="39469" y="36762"/>
                  <a:pt x="36762" y="39470"/>
                  <a:pt x="33520" y="41625"/>
                </a:cubicBezTo>
                <a:cubicBezTo>
                  <a:pt x="29726" y="43245"/>
                  <a:pt x="25950" y="44332"/>
                  <a:pt x="22176" y="44332"/>
                </a:cubicBezTo>
                <a:cubicBezTo>
                  <a:pt x="18382" y="44332"/>
                  <a:pt x="14606" y="43245"/>
                  <a:pt x="11364" y="41625"/>
                </a:cubicBezTo>
                <a:cubicBezTo>
                  <a:pt x="7570" y="39470"/>
                  <a:pt x="4881" y="36762"/>
                  <a:pt x="2708" y="33520"/>
                </a:cubicBezTo>
                <a:cubicBezTo>
                  <a:pt x="1086" y="29727"/>
                  <a:pt x="0" y="25951"/>
                  <a:pt x="0" y="22157"/>
                </a:cubicBezTo>
              </a:path>
            </a:pathLst>
          </a:custGeom>
          <a:solidFill xmlns:a="http://schemas.openxmlformats.org/drawingml/2006/main">
            <a:srgbClr val="9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1" name="path-454">
            <a:extLst xmlns:a="http://schemas.openxmlformats.org/drawingml/2006/main">
              <a:ext uri="{FF2B5EF4-FFF2-40B4-BE49-F238E27FC236}">
                <a16:creationId xmlns:a16="http://schemas.microsoft.com/office/drawing/2014/main" id="{C10445C4-5F12-4504-9E38-F61731E3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7287" y="3540669"/>
            <a:ext cx="43685" cy="43666"/>
          </a:xfrm>
          <a:custGeom xmlns:a="http://schemas.openxmlformats.org/drawingml/2006/main">
            <a:pathLst>
              <a:path w="44332" h="44313">
                <a:moveTo>
                  <a:pt x="0" y="22156"/>
                </a:moveTo>
                <a:lnTo>
                  <a:pt x="0" y="22156"/>
                </a:lnTo>
                <a:cubicBezTo>
                  <a:pt x="0" y="18381"/>
                  <a:pt x="1087" y="14586"/>
                  <a:pt x="2708" y="11345"/>
                </a:cubicBezTo>
                <a:cubicBezTo>
                  <a:pt x="4881" y="7570"/>
                  <a:pt x="7570" y="4862"/>
                  <a:pt x="11365" y="2708"/>
                </a:cubicBezTo>
                <a:cubicBezTo>
                  <a:pt x="14606" y="1087"/>
                  <a:pt x="18382" y="0"/>
                  <a:pt x="22176" y="0"/>
                </a:cubicBezTo>
                <a:cubicBezTo>
                  <a:pt x="25951" y="0"/>
                  <a:pt x="29745" y="1087"/>
                  <a:pt x="33521" y="2708"/>
                </a:cubicBezTo>
                <a:cubicBezTo>
                  <a:pt x="36762" y="4862"/>
                  <a:pt x="39470" y="7570"/>
                  <a:pt x="41624" y="11345"/>
                </a:cubicBezTo>
                <a:cubicBezTo>
                  <a:pt x="43245" y="14586"/>
                  <a:pt x="44332" y="18381"/>
                  <a:pt x="44332" y="22156"/>
                </a:cubicBezTo>
                <a:cubicBezTo>
                  <a:pt x="44332" y="25951"/>
                  <a:pt x="43245" y="29726"/>
                  <a:pt x="41624" y="33501"/>
                </a:cubicBezTo>
                <a:cubicBezTo>
                  <a:pt x="39470" y="36743"/>
                  <a:pt x="36762" y="39450"/>
                  <a:pt x="33521" y="41623"/>
                </a:cubicBezTo>
                <a:cubicBezTo>
                  <a:pt x="29745" y="43245"/>
                  <a:pt x="25951" y="44313"/>
                  <a:pt x="22176" y="44313"/>
                </a:cubicBezTo>
                <a:cubicBezTo>
                  <a:pt x="18382" y="44313"/>
                  <a:pt x="14606" y="43245"/>
                  <a:pt x="11365" y="41623"/>
                </a:cubicBezTo>
                <a:cubicBezTo>
                  <a:pt x="7570" y="39450"/>
                  <a:pt x="4881" y="36743"/>
                  <a:pt x="2708" y="33501"/>
                </a:cubicBezTo>
                <a:cubicBezTo>
                  <a:pt x="1087" y="29726"/>
                  <a:pt x="0" y="25951"/>
                  <a:pt x="0" y="22156"/>
                </a:cubicBezTo>
              </a:path>
            </a:pathLst>
          </a:custGeom>
          <a:solidFill xmlns:a="http://schemas.openxmlformats.org/drawingml/2006/main">
            <a:srgbClr val="9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2" name="path-455">
            <a:extLst xmlns:a="http://schemas.openxmlformats.org/drawingml/2006/main">
              <a:ext uri="{FF2B5EF4-FFF2-40B4-BE49-F238E27FC236}">
                <a16:creationId xmlns:a16="http://schemas.microsoft.com/office/drawing/2014/main" id="{2C26D7C7-2687-4BEA-8FDA-6722F81A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033" y="3579544"/>
            <a:ext cx="43685" cy="43684"/>
          </a:xfrm>
          <a:custGeom xmlns:a="http://schemas.openxmlformats.org/drawingml/2006/main">
            <a:pathLst>
              <a:path w="44332" h="44331">
                <a:moveTo>
                  <a:pt x="0" y="22156"/>
                </a:moveTo>
                <a:lnTo>
                  <a:pt x="0" y="22156"/>
                </a:lnTo>
                <a:cubicBezTo>
                  <a:pt x="0" y="18381"/>
                  <a:pt x="1087" y="14605"/>
                  <a:pt x="2708" y="11345"/>
                </a:cubicBezTo>
                <a:cubicBezTo>
                  <a:pt x="4863" y="7570"/>
                  <a:pt x="7570" y="4862"/>
                  <a:pt x="11365" y="2708"/>
                </a:cubicBezTo>
                <a:cubicBezTo>
                  <a:pt x="14606" y="1087"/>
                  <a:pt x="18381" y="0"/>
                  <a:pt x="22174" y="0"/>
                </a:cubicBezTo>
                <a:cubicBezTo>
                  <a:pt x="25950" y="0"/>
                  <a:pt x="29726" y="1087"/>
                  <a:pt x="33521" y="2708"/>
                </a:cubicBezTo>
                <a:cubicBezTo>
                  <a:pt x="36762" y="4862"/>
                  <a:pt x="39470" y="7570"/>
                  <a:pt x="41624" y="11345"/>
                </a:cubicBezTo>
                <a:cubicBezTo>
                  <a:pt x="43245" y="14605"/>
                  <a:pt x="44332" y="18381"/>
                  <a:pt x="44332" y="22156"/>
                </a:cubicBezTo>
                <a:cubicBezTo>
                  <a:pt x="44332" y="25951"/>
                  <a:pt x="43245" y="29726"/>
                  <a:pt x="41624" y="33520"/>
                </a:cubicBezTo>
                <a:cubicBezTo>
                  <a:pt x="39470" y="36762"/>
                  <a:pt x="36762" y="39469"/>
                  <a:pt x="33521" y="41624"/>
                </a:cubicBezTo>
                <a:cubicBezTo>
                  <a:pt x="29726" y="43245"/>
                  <a:pt x="25950" y="44331"/>
                  <a:pt x="22174" y="44331"/>
                </a:cubicBezTo>
                <a:cubicBezTo>
                  <a:pt x="18381" y="44331"/>
                  <a:pt x="14606" y="43245"/>
                  <a:pt x="11365" y="41624"/>
                </a:cubicBezTo>
                <a:cubicBezTo>
                  <a:pt x="7570" y="39469"/>
                  <a:pt x="4863" y="36762"/>
                  <a:pt x="2708" y="33520"/>
                </a:cubicBezTo>
                <a:cubicBezTo>
                  <a:pt x="1087" y="29726"/>
                  <a:pt x="0" y="25951"/>
                  <a:pt x="0" y="22156"/>
                </a:cubicBezTo>
              </a:path>
            </a:pathLst>
          </a:custGeom>
          <a:solidFill xmlns:a="http://schemas.openxmlformats.org/drawingml/2006/main">
            <a:srgbClr val="9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3" name="path-456">
            <a:extLst xmlns:a="http://schemas.openxmlformats.org/drawingml/2006/main">
              <a:ext uri="{FF2B5EF4-FFF2-40B4-BE49-F238E27FC236}">
                <a16:creationId xmlns:a16="http://schemas.microsoft.com/office/drawing/2014/main" id="{D3E50EAF-6B2B-4A0A-8536-DCFA70FD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9901" y="3781412"/>
            <a:ext cx="43667" cy="43666"/>
          </a:xfrm>
          <a:custGeom xmlns:a="http://schemas.openxmlformats.org/drawingml/2006/main">
            <a:pathLst>
              <a:path w="44314" h="44313">
                <a:moveTo>
                  <a:pt x="0" y="22156"/>
                </a:moveTo>
                <a:lnTo>
                  <a:pt x="0" y="22156"/>
                </a:lnTo>
                <a:cubicBezTo>
                  <a:pt x="0" y="18362"/>
                  <a:pt x="1069" y="14587"/>
                  <a:pt x="2690" y="11345"/>
                </a:cubicBezTo>
                <a:cubicBezTo>
                  <a:pt x="4863" y="7551"/>
                  <a:pt x="7571" y="4862"/>
                  <a:pt x="11345" y="2688"/>
                </a:cubicBezTo>
                <a:cubicBezTo>
                  <a:pt x="14587" y="1068"/>
                  <a:pt x="18362" y="0"/>
                  <a:pt x="22157" y="0"/>
                </a:cubicBezTo>
                <a:cubicBezTo>
                  <a:pt x="25933" y="0"/>
                  <a:pt x="29727" y="1068"/>
                  <a:pt x="33502" y="2688"/>
                </a:cubicBezTo>
                <a:cubicBezTo>
                  <a:pt x="36743" y="4862"/>
                  <a:pt x="39451" y="7551"/>
                  <a:pt x="41606" y="11345"/>
                </a:cubicBezTo>
                <a:cubicBezTo>
                  <a:pt x="43226" y="14587"/>
                  <a:pt x="44314" y="18362"/>
                  <a:pt x="44314" y="22156"/>
                </a:cubicBezTo>
                <a:cubicBezTo>
                  <a:pt x="44314" y="25932"/>
                  <a:pt x="43226" y="29726"/>
                  <a:pt x="41606" y="33501"/>
                </a:cubicBezTo>
                <a:cubicBezTo>
                  <a:pt x="39451" y="36743"/>
                  <a:pt x="36743" y="39451"/>
                  <a:pt x="33502" y="41605"/>
                </a:cubicBezTo>
                <a:cubicBezTo>
                  <a:pt x="29727" y="43226"/>
                  <a:pt x="25933" y="44313"/>
                  <a:pt x="22157" y="44313"/>
                </a:cubicBezTo>
                <a:cubicBezTo>
                  <a:pt x="18362" y="44313"/>
                  <a:pt x="14587" y="43226"/>
                  <a:pt x="11345" y="41605"/>
                </a:cubicBezTo>
                <a:cubicBezTo>
                  <a:pt x="7571" y="39451"/>
                  <a:pt x="4863" y="36743"/>
                  <a:pt x="2690" y="33501"/>
                </a:cubicBezTo>
                <a:cubicBezTo>
                  <a:pt x="1069" y="29726"/>
                  <a:pt x="0" y="25932"/>
                  <a:pt x="0" y="22156"/>
                </a:cubicBezTo>
              </a:path>
            </a:pathLst>
          </a:custGeom>
          <a:solidFill xmlns:a="http://schemas.openxmlformats.org/drawingml/2006/main">
            <a:srgbClr val="9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4" name="path-457">
            <a:extLst xmlns:a="http://schemas.openxmlformats.org/drawingml/2006/main">
              <a:ext uri="{FF2B5EF4-FFF2-40B4-BE49-F238E27FC236}">
                <a16:creationId xmlns:a16="http://schemas.microsoft.com/office/drawing/2014/main" id="{AF2D9C8F-A774-4E07-A6DF-9E488FD0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6126" y="3615769"/>
            <a:ext cx="43684" cy="43666"/>
          </a:xfrm>
          <a:custGeom xmlns:a="http://schemas.openxmlformats.org/drawingml/2006/main">
            <a:pathLst>
              <a:path w="44331" h="44313">
                <a:moveTo>
                  <a:pt x="0" y="22156"/>
                </a:moveTo>
                <a:lnTo>
                  <a:pt x="0" y="22156"/>
                </a:lnTo>
                <a:cubicBezTo>
                  <a:pt x="0" y="18381"/>
                  <a:pt x="1086" y="14587"/>
                  <a:pt x="2707" y="11345"/>
                </a:cubicBezTo>
                <a:cubicBezTo>
                  <a:pt x="4861" y="7570"/>
                  <a:pt x="7570" y="4862"/>
                  <a:pt x="11364" y="2707"/>
                </a:cubicBezTo>
                <a:cubicBezTo>
                  <a:pt x="14605" y="1068"/>
                  <a:pt x="18381" y="0"/>
                  <a:pt x="22174" y="0"/>
                </a:cubicBezTo>
                <a:cubicBezTo>
                  <a:pt x="25950" y="0"/>
                  <a:pt x="29725" y="1068"/>
                  <a:pt x="33520" y="2707"/>
                </a:cubicBezTo>
                <a:cubicBezTo>
                  <a:pt x="36761" y="4862"/>
                  <a:pt x="39468" y="7570"/>
                  <a:pt x="41624" y="11345"/>
                </a:cubicBezTo>
                <a:cubicBezTo>
                  <a:pt x="43243" y="14587"/>
                  <a:pt x="44331" y="18381"/>
                  <a:pt x="44331" y="22156"/>
                </a:cubicBezTo>
                <a:cubicBezTo>
                  <a:pt x="44331" y="25932"/>
                  <a:pt x="43243" y="29727"/>
                  <a:pt x="41624" y="33502"/>
                </a:cubicBezTo>
                <a:cubicBezTo>
                  <a:pt x="39468" y="36743"/>
                  <a:pt x="36761" y="39450"/>
                  <a:pt x="33520" y="41605"/>
                </a:cubicBezTo>
                <a:cubicBezTo>
                  <a:pt x="29725" y="43225"/>
                  <a:pt x="25950" y="44313"/>
                  <a:pt x="22174" y="44313"/>
                </a:cubicBezTo>
                <a:cubicBezTo>
                  <a:pt x="18381" y="44313"/>
                  <a:pt x="14605" y="43225"/>
                  <a:pt x="11364" y="41605"/>
                </a:cubicBezTo>
                <a:cubicBezTo>
                  <a:pt x="7570" y="39450"/>
                  <a:pt x="4861" y="36743"/>
                  <a:pt x="2707" y="33502"/>
                </a:cubicBezTo>
                <a:cubicBezTo>
                  <a:pt x="1086" y="29727"/>
                  <a:pt x="0" y="25932"/>
                  <a:pt x="0" y="22156"/>
                </a:cubicBezTo>
              </a:path>
            </a:pathLst>
          </a:custGeom>
          <a:solidFill xmlns:a="http://schemas.openxmlformats.org/drawingml/2006/main">
            <a:srgbClr val="9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5" name="path-458">
            <a:extLst xmlns:a="http://schemas.openxmlformats.org/drawingml/2006/main">
              <a:ext uri="{FF2B5EF4-FFF2-40B4-BE49-F238E27FC236}">
                <a16:creationId xmlns:a16="http://schemas.microsoft.com/office/drawing/2014/main" id="{BAC14390-8918-4524-858A-17823F80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0719" y="3557711"/>
            <a:ext cx="43666" cy="43666"/>
          </a:xfrm>
          <a:custGeom xmlns:a="http://schemas.openxmlformats.org/drawingml/2006/main">
            <a:pathLst>
              <a:path w="44313" h="44313">
                <a:moveTo>
                  <a:pt x="0" y="22156"/>
                </a:moveTo>
                <a:lnTo>
                  <a:pt x="0" y="22156"/>
                </a:lnTo>
                <a:cubicBezTo>
                  <a:pt x="0" y="18381"/>
                  <a:pt x="1068" y="14587"/>
                  <a:pt x="2688" y="11345"/>
                </a:cubicBezTo>
                <a:cubicBezTo>
                  <a:pt x="4862" y="7570"/>
                  <a:pt x="7550" y="4862"/>
                  <a:pt x="11345" y="2707"/>
                </a:cubicBezTo>
                <a:cubicBezTo>
                  <a:pt x="14587" y="1087"/>
                  <a:pt x="18362" y="0"/>
                  <a:pt x="22156" y="0"/>
                </a:cubicBezTo>
                <a:cubicBezTo>
                  <a:pt x="25932" y="0"/>
                  <a:pt x="29726" y="1087"/>
                  <a:pt x="33502" y="2707"/>
                </a:cubicBezTo>
                <a:cubicBezTo>
                  <a:pt x="36743" y="4862"/>
                  <a:pt x="39451" y="7570"/>
                  <a:pt x="41605" y="11345"/>
                </a:cubicBezTo>
                <a:cubicBezTo>
                  <a:pt x="43226" y="14587"/>
                  <a:pt x="44313" y="18381"/>
                  <a:pt x="44313" y="22156"/>
                </a:cubicBezTo>
                <a:cubicBezTo>
                  <a:pt x="44313" y="25951"/>
                  <a:pt x="43226" y="29727"/>
                  <a:pt x="41605" y="33502"/>
                </a:cubicBezTo>
                <a:cubicBezTo>
                  <a:pt x="39451" y="36762"/>
                  <a:pt x="36743" y="39450"/>
                  <a:pt x="33502" y="41624"/>
                </a:cubicBezTo>
                <a:cubicBezTo>
                  <a:pt x="29726" y="43245"/>
                  <a:pt x="25932" y="44313"/>
                  <a:pt x="22156" y="44313"/>
                </a:cubicBezTo>
                <a:cubicBezTo>
                  <a:pt x="18362" y="44313"/>
                  <a:pt x="14587" y="43245"/>
                  <a:pt x="11345" y="41624"/>
                </a:cubicBezTo>
                <a:cubicBezTo>
                  <a:pt x="7550" y="39450"/>
                  <a:pt x="4862" y="36762"/>
                  <a:pt x="2688" y="33502"/>
                </a:cubicBezTo>
                <a:cubicBezTo>
                  <a:pt x="1068" y="29727"/>
                  <a:pt x="0" y="25951"/>
                  <a:pt x="0" y="22156"/>
                </a:cubicBezTo>
              </a:path>
            </a:pathLst>
          </a:custGeom>
          <a:solidFill xmlns:a="http://schemas.openxmlformats.org/drawingml/2006/main">
            <a:srgbClr val="9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6" name="path-459">
            <a:extLst xmlns:a="http://schemas.openxmlformats.org/drawingml/2006/main">
              <a:ext uri="{FF2B5EF4-FFF2-40B4-BE49-F238E27FC236}">
                <a16:creationId xmlns:a16="http://schemas.microsoft.com/office/drawing/2014/main" id="{01B10B1D-3892-469F-B0C8-2BE7C396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4495" y="3748907"/>
            <a:ext cx="43664" cy="43685"/>
          </a:xfrm>
          <a:custGeom xmlns:a="http://schemas.openxmlformats.org/drawingml/2006/main">
            <a:pathLst>
              <a:path w="44311" h="44332">
                <a:moveTo>
                  <a:pt x="0" y="22176"/>
                </a:moveTo>
                <a:lnTo>
                  <a:pt x="0" y="22176"/>
                </a:lnTo>
                <a:cubicBezTo>
                  <a:pt x="0" y="18381"/>
                  <a:pt x="1087" y="14606"/>
                  <a:pt x="2707" y="11364"/>
                </a:cubicBezTo>
                <a:cubicBezTo>
                  <a:pt x="4862" y="7570"/>
                  <a:pt x="7568" y="4881"/>
                  <a:pt x="11344" y="2707"/>
                </a:cubicBezTo>
                <a:cubicBezTo>
                  <a:pt x="14585" y="1087"/>
                  <a:pt x="18381" y="0"/>
                  <a:pt x="22156" y="0"/>
                </a:cubicBezTo>
                <a:cubicBezTo>
                  <a:pt x="25950" y="0"/>
                  <a:pt x="29725" y="1087"/>
                  <a:pt x="33520" y="2707"/>
                </a:cubicBezTo>
                <a:cubicBezTo>
                  <a:pt x="36761" y="4881"/>
                  <a:pt x="39450" y="7570"/>
                  <a:pt x="41623" y="11364"/>
                </a:cubicBezTo>
                <a:cubicBezTo>
                  <a:pt x="43245" y="14606"/>
                  <a:pt x="44311" y="18381"/>
                  <a:pt x="44311" y="22176"/>
                </a:cubicBezTo>
                <a:cubicBezTo>
                  <a:pt x="44311" y="25951"/>
                  <a:pt x="43245" y="29727"/>
                  <a:pt x="41623" y="33521"/>
                </a:cubicBezTo>
                <a:cubicBezTo>
                  <a:pt x="39450" y="36762"/>
                  <a:pt x="36761" y="39470"/>
                  <a:pt x="33520" y="41624"/>
                </a:cubicBezTo>
                <a:cubicBezTo>
                  <a:pt x="29725" y="43245"/>
                  <a:pt x="25950" y="44332"/>
                  <a:pt x="22156" y="44332"/>
                </a:cubicBezTo>
                <a:cubicBezTo>
                  <a:pt x="18381" y="44332"/>
                  <a:pt x="14585" y="43245"/>
                  <a:pt x="11344" y="41624"/>
                </a:cubicBezTo>
                <a:cubicBezTo>
                  <a:pt x="7568" y="39470"/>
                  <a:pt x="4862" y="36762"/>
                  <a:pt x="2707" y="33521"/>
                </a:cubicBezTo>
                <a:cubicBezTo>
                  <a:pt x="1087" y="29727"/>
                  <a:pt x="0" y="25951"/>
                  <a:pt x="0" y="22176"/>
                </a:cubicBezTo>
              </a:path>
            </a:pathLst>
          </a:custGeom>
          <a:solidFill xmlns:a="http://schemas.openxmlformats.org/drawingml/2006/main">
            <a:srgbClr val="9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7" name="path-460">
            <a:extLst xmlns:a="http://schemas.openxmlformats.org/drawingml/2006/main">
              <a:ext uri="{FF2B5EF4-FFF2-40B4-BE49-F238E27FC236}">
                <a16:creationId xmlns:a16="http://schemas.microsoft.com/office/drawing/2014/main" id="{6FFA92BB-7DAA-4506-8A97-B9FEE489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872" y="3620560"/>
            <a:ext cx="43664" cy="43666"/>
          </a:xfrm>
          <a:custGeom xmlns:a="http://schemas.openxmlformats.org/drawingml/2006/main">
            <a:pathLst>
              <a:path w="44311" h="44313">
                <a:moveTo>
                  <a:pt x="0" y="22156"/>
                </a:moveTo>
                <a:lnTo>
                  <a:pt x="0" y="22156"/>
                </a:lnTo>
                <a:cubicBezTo>
                  <a:pt x="0" y="18381"/>
                  <a:pt x="1068" y="14587"/>
                  <a:pt x="2688" y="11345"/>
                </a:cubicBezTo>
                <a:cubicBezTo>
                  <a:pt x="4862" y="7570"/>
                  <a:pt x="7550" y="4862"/>
                  <a:pt x="11345" y="2707"/>
                </a:cubicBezTo>
                <a:cubicBezTo>
                  <a:pt x="14587" y="1087"/>
                  <a:pt x="18361" y="0"/>
                  <a:pt x="22155" y="0"/>
                </a:cubicBezTo>
                <a:cubicBezTo>
                  <a:pt x="25931" y="0"/>
                  <a:pt x="29726" y="1087"/>
                  <a:pt x="33502" y="2707"/>
                </a:cubicBezTo>
                <a:cubicBezTo>
                  <a:pt x="36743" y="4862"/>
                  <a:pt x="39451" y="7570"/>
                  <a:pt x="41605" y="11345"/>
                </a:cubicBezTo>
                <a:cubicBezTo>
                  <a:pt x="43225" y="14587"/>
                  <a:pt x="44311" y="18381"/>
                  <a:pt x="44311" y="22156"/>
                </a:cubicBezTo>
                <a:cubicBezTo>
                  <a:pt x="44311" y="25950"/>
                  <a:pt x="43225" y="29726"/>
                  <a:pt x="41605" y="33502"/>
                </a:cubicBezTo>
                <a:cubicBezTo>
                  <a:pt x="39451" y="36743"/>
                  <a:pt x="36743" y="39450"/>
                  <a:pt x="33502" y="41624"/>
                </a:cubicBezTo>
                <a:cubicBezTo>
                  <a:pt x="29726" y="43245"/>
                  <a:pt x="25931" y="44313"/>
                  <a:pt x="22155" y="44313"/>
                </a:cubicBezTo>
                <a:cubicBezTo>
                  <a:pt x="18361" y="44313"/>
                  <a:pt x="14587" y="43245"/>
                  <a:pt x="11345" y="41624"/>
                </a:cubicBezTo>
                <a:cubicBezTo>
                  <a:pt x="7550" y="39450"/>
                  <a:pt x="4862" y="36743"/>
                  <a:pt x="2688" y="33502"/>
                </a:cubicBezTo>
                <a:cubicBezTo>
                  <a:pt x="1068" y="29726"/>
                  <a:pt x="0" y="25950"/>
                  <a:pt x="0" y="22156"/>
                </a:cubicBezTo>
              </a:path>
            </a:pathLst>
          </a:custGeom>
          <a:solidFill xmlns:a="http://schemas.openxmlformats.org/drawingml/2006/main">
            <a:srgbClr val="9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8" name="path-461">
            <a:extLst xmlns:a="http://schemas.openxmlformats.org/drawingml/2006/main">
              <a:ext uri="{FF2B5EF4-FFF2-40B4-BE49-F238E27FC236}">
                <a16:creationId xmlns:a16="http://schemas.microsoft.com/office/drawing/2014/main" id="{CEF3CE88-234C-4757-94AC-75EE7493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337" y="3695115"/>
            <a:ext cx="43666" cy="43684"/>
          </a:xfrm>
          <a:custGeom xmlns:a="http://schemas.openxmlformats.org/drawingml/2006/main">
            <a:pathLst>
              <a:path w="44313" h="44331">
                <a:moveTo>
                  <a:pt x="0" y="22176"/>
                </a:moveTo>
                <a:lnTo>
                  <a:pt x="0" y="22176"/>
                </a:lnTo>
                <a:cubicBezTo>
                  <a:pt x="0" y="18381"/>
                  <a:pt x="1068" y="14605"/>
                  <a:pt x="2688" y="11364"/>
                </a:cubicBezTo>
                <a:cubicBezTo>
                  <a:pt x="4863" y="7570"/>
                  <a:pt x="7551" y="4881"/>
                  <a:pt x="11345" y="2708"/>
                </a:cubicBezTo>
                <a:cubicBezTo>
                  <a:pt x="14585" y="1087"/>
                  <a:pt x="18362" y="0"/>
                  <a:pt x="22156" y="0"/>
                </a:cubicBezTo>
                <a:cubicBezTo>
                  <a:pt x="25932" y="0"/>
                  <a:pt x="29726" y="1087"/>
                  <a:pt x="33500" y="2708"/>
                </a:cubicBezTo>
                <a:cubicBezTo>
                  <a:pt x="36743" y="4881"/>
                  <a:pt x="39450" y="7570"/>
                  <a:pt x="41606" y="11364"/>
                </a:cubicBezTo>
                <a:cubicBezTo>
                  <a:pt x="43225" y="14605"/>
                  <a:pt x="44313" y="18381"/>
                  <a:pt x="44313" y="22176"/>
                </a:cubicBezTo>
                <a:cubicBezTo>
                  <a:pt x="44313" y="25951"/>
                  <a:pt x="43225" y="29726"/>
                  <a:pt x="41606" y="33520"/>
                </a:cubicBezTo>
                <a:cubicBezTo>
                  <a:pt x="39450" y="36762"/>
                  <a:pt x="36743" y="39469"/>
                  <a:pt x="33500" y="41624"/>
                </a:cubicBezTo>
                <a:cubicBezTo>
                  <a:pt x="29726" y="43245"/>
                  <a:pt x="25932" y="44331"/>
                  <a:pt x="22156" y="44331"/>
                </a:cubicBezTo>
                <a:cubicBezTo>
                  <a:pt x="18362" y="44331"/>
                  <a:pt x="14585" y="43245"/>
                  <a:pt x="11345" y="41624"/>
                </a:cubicBezTo>
                <a:cubicBezTo>
                  <a:pt x="7551" y="39469"/>
                  <a:pt x="4863" y="36762"/>
                  <a:pt x="2688" y="33520"/>
                </a:cubicBezTo>
                <a:cubicBezTo>
                  <a:pt x="1068" y="29726"/>
                  <a:pt x="0" y="25951"/>
                  <a:pt x="0" y="22176"/>
                </a:cubicBezTo>
              </a:path>
            </a:pathLst>
          </a:custGeom>
          <a:solidFill xmlns:a="http://schemas.openxmlformats.org/drawingml/2006/main">
            <a:srgbClr val="9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9" name="path-462">
            <a:extLst xmlns:a="http://schemas.openxmlformats.org/drawingml/2006/main">
              <a:ext uri="{FF2B5EF4-FFF2-40B4-BE49-F238E27FC236}">
                <a16:creationId xmlns:a16="http://schemas.microsoft.com/office/drawing/2014/main" id="{20048FAB-D1CE-438C-AEC7-9A33ADCF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3024" y="3695659"/>
            <a:ext cx="43666" cy="43666"/>
          </a:xfrm>
          <a:custGeom xmlns:a="http://schemas.openxmlformats.org/drawingml/2006/main">
            <a:pathLst>
              <a:path w="44313" h="44313">
                <a:moveTo>
                  <a:pt x="0" y="22156"/>
                </a:moveTo>
                <a:lnTo>
                  <a:pt x="0" y="22156"/>
                </a:lnTo>
                <a:cubicBezTo>
                  <a:pt x="0" y="18381"/>
                  <a:pt x="1069" y="14587"/>
                  <a:pt x="2688" y="11345"/>
                </a:cubicBezTo>
                <a:cubicBezTo>
                  <a:pt x="4863" y="7570"/>
                  <a:pt x="7550" y="4862"/>
                  <a:pt x="11344" y="2688"/>
                </a:cubicBezTo>
                <a:cubicBezTo>
                  <a:pt x="14587" y="1068"/>
                  <a:pt x="18362" y="0"/>
                  <a:pt x="22156" y="0"/>
                </a:cubicBezTo>
                <a:cubicBezTo>
                  <a:pt x="25932" y="0"/>
                  <a:pt x="29727" y="1068"/>
                  <a:pt x="33502" y="2688"/>
                </a:cubicBezTo>
                <a:cubicBezTo>
                  <a:pt x="36743" y="4862"/>
                  <a:pt x="39451" y="7570"/>
                  <a:pt x="41606" y="11345"/>
                </a:cubicBezTo>
                <a:cubicBezTo>
                  <a:pt x="43226" y="14587"/>
                  <a:pt x="44313" y="18381"/>
                  <a:pt x="44313" y="22156"/>
                </a:cubicBezTo>
                <a:cubicBezTo>
                  <a:pt x="44313" y="25931"/>
                  <a:pt x="43226" y="29726"/>
                  <a:pt x="41606" y="33501"/>
                </a:cubicBezTo>
                <a:cubicBezTo>
                  <a:pt x="39451" y="36743"/>
                  <a:pt x="36743" y="39451"/>
                  <a:pt x="33502" y="41605"/>
                </a:cubicBezTo>
                <a:cubicBezTo>
                  <a:pt x="29727" y="43226"/>
                  <a:pt x="25932" y="44313"/>
                  <a:pt x="22156" y="44313"/>
                </a:cubicBezTo>
                <a:cubicBezTo>
                  <a:pt x="18362" y="44313"/>
                  <a:pt x="14587" y="43226"/>
                  <a:pt x="11344" y="41605"/>
                </a:cubicBezTo>
                <a:cubicBezTo>
                  <a:pt x="7550" y="39451"/>
                  <a:pt x="4863" y="36743"/>
                  <a:pt x="2688" y="33501"/>
                </a:cubicBezTo>
                <a:cubicBezTo>
                  <a:pt x="1069" y="29726"/>
                  <a:pt x="0" y="25931"/>
                  <a:pt x="0" y="22156"/>
                </a:cubicBezTo>
              </a:path>
            </a:pathLst>
          </a:custGeom>
          <a:solidFill xmlns:a="http://schemas.openxmlformats.org/drawingml/2006/main">
            <a:srgbClr val="9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0" name="path-463">
            <a:extLst xmlns:a="http://schemas.openxmlformats.org/drawingml/2006/main">
              <a:ext uri="{FF2B5EF4-FFF2-40B4-BE49-F238E27FC236}">
                <a16:creationId xmlns:a16="http://schemas.microsoft.com/office/drawing/2014/main" id="{261C41D2-C440-422D-BF98-20DB3843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8250" y="3854370"/>
            <a:ext cx="43684" cy="43666"/>
          </a:xfrm>
          <a:custGeom xmlns:a="http://schemas.openxmlformats.org/drawingml/2006/main">
            <a:pathLst>
              <a:path w="44331" h="44313">
                <a:moveTo>
                  <a:pt x="0" y="22157"/>
                </a:moveTo>
                <a:lnTo>
                  <a:pt x="0" y="22157"/>
                </a:lnTo>
                <a:cubicBezTo>
                  <a:pt x="0" y="18381"/>
                  <a:pt x="1086" y="14587"/>
                  <a:pt x="2707" y="11345"/>
                </a:cubicBezTo>
                <a:cubicBezTo>
                  <a:pt x="4861" y="7570"/>
                  <a:pt x="7570" y="4862"/>
                  <a:pt x="11344" y="2707"/>
                </a:cubicBezTo>
                <a:cubicBezTo>
                  <a:pt x="14605" y="1087"/>
                  <a:pt x="18381" y="0"/>
                  <a:pt x="22156" y="0"/>
                </a:cubicBezTo>
                <a:cubicBezTo>
                  <a:pt x="25950" y="0"/>
                  <a:pt x="29725" y="1087"/>
                  <a:pt x="33520" y="2707"/>
                </a:cubicBezTo>
                <a:cubicBezTo>
                  <a:pt x="36761" y="4862"/>
                  <a:pt x="39450" y="7570"/>
                  <a:pt x="41624" y="11345"/>
                </a:cubicBezTo>
                <a:cubicBezTo>
                  <a:pt x="43243" y="14587"/>
                  <a:pt x="44331" y="18381"/>
                  <a:pt x="44331" y="22157"/>
                </a:cubicBezTo>
                <a:cubicBezTo>
                  <a:pt x="44331" y="25950"/>
                  <a:pt x="43243" y="29727"/>
                  <a:pt x="41624" y="33502"/>
                </a:cubicBezTo>
                <a:cubicBezTo>
                  <a:pt x="39450" y="36762"/>
                  <a:pt x="36761" y="39450"/>
                  <a:pt x="33520" y="41624"/>
                </a:cubicBezTo>
                <a:cubicBezTo>
                  <a:pt x="29725" y="43245"/>
                  <a:pt x="25950" y="44313"/>
                  <a:pt x="22156" y="44313"/>
                </a:cubicBezTo>
                <a:cubicBezTo>
                  <a:pt x="18381" y="44313"/>
                  <a:pt x="14605" y="43245"/>
                  <a:pt x="11344" y="41624"/>
                </a:cubicBezTo>
                <a:cubicBezTo>
                  <a:pt x="7570" y="39450"/>
                  <a:pt x="4861" y="36762"/>
                  <a:pt x="2707" y="33502"/>
                </a:cubicBezTo>
                <a:cubicBezTo>
                  <a:pt x="1086" y="29727"/>
                  <a:pt x="0" y="25950"/>
                  <a:pt x="0" y="22157"/>
                </a:cubicBezTo>
              </a:path>
            </a:pathLst>
          </a:custGeom>
          <a:solidFill xmlns:a="http://schemas.openxmlformats.org/drawingml/2006/main">
            <a:srgbClr val="9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1" name="path-464">
            <a:extLst xmlns:a="http://schemas.openxmlformats.org/drawingml/2006/main">
              <a:ext uri="{FF2B5EF4-FFF2-40B4-BE49-F238E27FC236}">
                <a16:creationId xmlns:a16="http://schemas.microsoft.com/office/drawing/2014/main" id="{920B3847-084E-43A2-AF0F-40E0B1A9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913" y="3737728"/>
            <a:ext cx="43667" cy="43684"/>
          </a:xfrm>
          <a:custGeom xmlns:a="http://schemas.openxmlformats.org/drawingml/2006/main">
            <a:pathLst>
              <a:path w="44314" h="44331">
                <a:moveTo>
                  <a:pt x="0" y="22156"/>
                </a:moveTo>
                <a:lnTo>
                  <a:pt x="0" y="22156"/>
                </a:lnTo>
                <a:cubicBezTo>
                  <a:pt x="0" y="18381"/>
                  <a:pt x="1068" y="14587"/>
                  <a:pt x="2688" y="11345"/>
                </a:cubicBezTo>
                <a:cubicBezTo>
                  <a:pt x="4862" y="7570"/>
                  <a:pt x="7571" y="4862"/>
                  <a:pt x="11345" y="2708"/>
                </a:cubicBezTo>
                <a:cubicBezTo>
                  <a:pt x="14587" y="1087"/>
                  <a:pt x="18362" y="0"/>
                  <a:pt x="22157" y="0"/>
                </a:cubicBezTo>
                <a:cubicBezTo>
                  <a:pt x="25932" y="0"/>
                  <a:pt x="29726" y="1087"/>
                  <a:pt x="33502" y="2708"/>
                </a:cubicBezTo>
                <a:cubicBezTo>
                  <a:pt x="36743" y="4862"/>
                  <a:pt x="39451" y="7570"/>
                  <a:pt x="41605" y="11345"/>
                </a:cubicBezTo>
                <a:cubicBezTo>
                  <a:pt x="43226" y="14587"/>
                  <a:pt x="44314" y="18381"/>
                  <a:pt x="44314" y="22156"/>
                </a:cubicBezTo>
                <a:cubicBezTo>
                  <a:pt x="44314" y="25951"/>
                  <a:pt x="43226" y="29726"/>
                  <a:pt x="41605" y="33520"/>
                </a:cubicBezTo>
                <a:cubicBezTo>
                  <a:pt x="39451" y="36762"/>
                  <a:pt x="36743" y="39450"/>
                  <a:pt x="33502" y="41624"/>
                </a:cubicBezTo>
                <a:cubicBezTo>
                  <a:pt x="29726" y="43245"/>
                  <a:pt x="25932" y="44331"/>
                  <a:pt x="22157" y="44331"/>
                </a:cubicBezTo>
                <a:cubicBezTo>
                  <a:pt x="18362" y="44331"/>
                  <a:pt x="14587" y="43245"/>
                  <a:pt x="11345" y="41624"/>
                </a:cubicBezTo>
                <a:cubicBezTo>
                  <a:pt x="7571" y="39450"/>
                  <a:pt x="4862" y="36762"/>
                  <a:pt x="2688" y="33520"/>
                </a:cubicBezTo>
                <a:cubicBezTo>
                  <a:pt x="1068" y="29726"/>
                  <a:pt x="0" y="25951"/>
                  <a:pt x="0" y="22156"/>
                </a:cubicBezTo>
              </a:path>
            </a:pathLst>
          </a:custGeom>
          <a:solidFill xmlns:a="http://schemas.openxmlformats.org/drawingml/2006/main">
            <a:srgbClr val="9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2" name="path-465">
            <a:extLst xmlns:a="http://schemas.openxmlformats.org/drawingml/2006/main">
              <a:ext uri="{FF2B5EF4-FFF2-40B4-BE49-F238E27FC236}">
                <a16:creationId xmlns:a16="http://schemas.microsoft.com/office/drawing/2014/main" id="{70171DE2-CB1E-4856-8784-1AF1A81F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0049" y="3815495"/>
            <a:ext cx="43684" cy="43666"/>
          </a:xfrm>
          <a:custGeom xmlns:a="http://schemas.openxmlformats.org/drawingml/2006/main">
            <a:pathLst>
              <a:path w="44331" h="44313">
                <a:moveTo>
                  <a:pt x="0" y="22156"/>
                </a:moveTo>
                <a:lnTo>
                  <a:pt x="0" y="22156"/>
                </a:lnTo>
                <a:cubicBezTo>
                  <a:pt x="0" y="18362"/>
                  <a:pt x="1086" y="14587"/>
                  <a:pt x="2707" y="11345"/>
                </a:cubicBezTo>
                <a:cubicBezTo>
                  <a:pt x="4861" y="7570"/>
                  <a:pt x="7570" y="4862"/>
                  <a:pt x="11344" y="2688"/>
                </a:cubicBezTo>
                <a:cubicBezTo>
                  <a:pt x="14605" y="1068"/>
                  <a:pt x="18381" y="0"/>
                  <a:pt x="22156" y="0"/>
                </a:cubicBezTo>
                <a:cubicBezTo>
                  <a:pt x="25950" y="0"/>
                  <a:pt x="29725" y="1068"/>
                  <a:pt x="33520" y="2688"/>
                </a:cubicBezTo>
                <a:cubicBezTo>
                  <a:pt x="36761" y="4862"/>
                  <a:pt x="39450" y="7570"/>
                  <a:pt x="41624" y="11345"/>
                </a:cubicBezTo>
                <a:cubicBezTo>
                  <a:pt x="43243" y="14587"/>
                  <a:pt x="44331" y="18362"/>
                  <a:pt x="44331" y="22156"/>
                </a:cubicBezTo>
                <a:cubicBezTo>
                  <a:pt x="44331" y="25932"/>
                  <a:pt x="43243" y="29726"/>
                  <a:pt x="41624" y="33502"/>
                </a:cubicBezTo>
                <a:cubicBezTo>
                  <a:pt x="39450" y="36743"/>
                  <a:pt x="36761" y="39450"/>
                  <a:pt x="33520" y="41605"/>
                </a:cubicBezTo>
                <a:cubicBezTo>
                  <a:pt x="29725" y="43225"/>
                  <a:pt x="25950" y="44313"/>
                  <a:pt x="22156" y="44313"/>
                </a:cubicBezTo>
                <a:cubicBezTo>
                  <a:pt x="18381" y="44313"/>
                  <a:pt x="14605" y="43225"/>
                  <a:pt x="11344" y="41605"/>
                </a:cubicBezTo>
                <a:cubicBezTo>
                  <a:pt x="7570" y="39450"/>
                  <a:pt x="4861" y="36743"/>
                  <a:pt x="2707" y="33502"/>
                </a:cubicBezTo>
                <a:cubicBezTo>
                  <a:pt x="1086" y="29726"/>
                  <a:pt x="0" y="25932"/>
                  <a:pt x="0" y="22156"/>
                </a:cubicBezTo>
              </a:path>
            </a:pathLst>
          </a:custGeom>
          <a:solidFill xmlns:a="http://schemas.openxmlformats.org/drawingml/2006/main">
            <a:srgbClr val="9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3" name="path-466">
            <a:extLst xmlns:a="http://schemas.openxmlformats.org/drawingml/2006/main">
              <a:ext uri="{FF2B5EF4-FFF2-40B4-BE49-F238E27FC236}">
                <a16:creationId xmlns:a16="http://schemas.microsoft.com/office/drawing/2014/main" id="{88A26FAF-BC7E-403B-969A-2802BFA0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0592" y="3640270"/>
            <a:ext cx="43666" cy="43666"/>
          </a:xfrm>
          <a:custGeom xmlns:a="http://schemas.openxmlformats.org/drawingml/2006/main">
            <a:pathLst>
              <a:path w="44313" h="44313">
                <a:moveTo>
                  <a:pt x="0" y="22156"/>
                </a:moveTo>
                <a:lnTo>
                  <a:pt x="0" y="22156"/>
                </a:lnTo>
                <a:cubicBezTo>
                  <a:pt x="0" y="18361"/>
                  <a:pt x="1087" y="14586"/>
                  <a:pt x="2708" y="11345"/>
                </a:cubicBezTo>
                <a:cubicBezTo>
                  <a:pt x="4863" y="7570"/>
                  <a:pt x="7571" y="4862"/>
                  <a:pt x="11345" y="2688"/>
                </a:cubicBezTo>
                <a:cubicBezTo>
                  <a:pt x="14587" y="1068"/>
                  <a:pt x="18381" y="0"/>
                  <a:pt x="22156" y="0"/>
                </a:cubicBezTo>
                <a:cubicBezTo>
                  <a:pt x="25951" y="0"/>
                  <a:pt x="29727" y="1068"/>
                  <a:pt x="33521" y="2688"/>
                </a:cubicBezTo>
                <a:cubicBezTo>
                  <a:pt x="36762" y="4862"/>
                  <a:pt x="39451" y="7570"/>
                  <a:pt x="41624" y="11345"/>
                </a:cubicBezTo>
                <a:cubicBezTo>
                  <a:pt x="43245" y="14586"/>
                  <a:pt x="44313" y="18361"/>
                  <a:pt x="44313" y="22156"/>
                </a:cubicBezTo>
                <a:cubicBezTo>
                  <a:pt x="44313" y="25931"/>
                  <a:pt x="43245" y="29726"/>
                  <a:pt x="41624" y="33501"/>
                </a:cubicBezTo>
                <a:cubicBezTo>
                  <a:pt x="39451" y="36743"/>
                  <a:pt x="36762" y="39450"/>
                  <a:pt x="33521" y="41605"/>
                </a:cubicBezTo>
                <a:cubicBezTo>
                  <a:pt x="29727" y="43225"/>
                  <a:pt x="25951" y="44313"/>
                  <a:pt x="22156" y="44313"/>
                </a:cubicBezTo>
                <a:cubicBezTo>
                  <a:pt x="18381" y="44313"/>
                  <a:pt x="14587" y="43225"/>
                  <a:pt x="11345" y="41605"/>
                </a:cubicBezTo>
                <a:cubicBezTo>
                  <a:pt x="7571" y="39450"/>
                  <a:pt x="4863" y="36743"/>
                  <a:pt x="2708" y="33501"/>
                </a:cubicBezTo>
                <a:cubicBezTo>
                  <a:pt x="1087" y="29726"/>
                  <a:pt x="0" y="25931"/>
                  <a:pt x="0" y="22156"/>
                </a:cubicBezTo>
              </a:path>
            </a:pathLst>
          </a:custGeom>
          <a:solidFill xmlns:a="http://schemas.openxmlformats.org/drawingml/2006/main">
            <a:srgbClr val="9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4" name="path-467">
            <a:extLst xmlns:a="http://schemas.openxmlformats.org/drawingml/2006/main">
              <a:ext uri="{FF2B5EF4-FFF2-40B4-BE49-F238E27FC236}">
                <a16:creationId xmlns:a16="http://schemas.microsoft.com/office/drawing/2014/main" id="{6B7F5161-F956-4382-8E50-8633550A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0845" y="3824007"/>
            <a:ext cx="43667" cy="43684"/>
          </a:xfrm>
          <a:custGeom xmlns:a="http://schemas.openxmlformats.org/drawingml/2006/main">
            <a:pathLst>
              <a:path w="44314" h="44331">
                <a:moveTo>
                  <a:pt x="0" y="22156"/>
                </a:moveTo>
                <a:lnTo>
                  <a:pt x="0" y="22156"/>
                </a:lnTo>
                <a:cubicBezTo>
                  <a:pt x="0" y="18381"/>
                  <a:pt x="1069" y="14605"/>
                  <a:pt x="2708" y="11364"/>
                </a:cubicBezTo>
                <a:cubicBezTo>
                  <a:pt x="4863" y="7570"/>
                  <a:pt x="7571" y="4862"/>
                  <a:pt x="11345" y="2707"/>
                </a:cubicBezTo>
                <a:cubicBezTo>
                  <a:pt x="14587" y="1087"/>
                  <a:pt x="18382" y="0"/>
                  <a:pt x="22157" y="0"/>
                </a:cubicBezTo>
                <a:cubicBezTo>
                  <a:pt x="25933" y="0"/>
                  <a:pt x="29727" y="1087"/>
                  <a:pt x="33502" y="2707"/>
                </a:cubicBezTo>
                <a:cubicBezTo>
                  <a:pt x="36743" y="4862"/>
                  <a:pt x="39451" y="7570"/>
                  <a:pt x="41605" y="11364"/>
                </a:cubicBezTo>
                <a:cubicBezTo>
                  <a:pt x="43226" y="14605"/>
                  <a:pt x="44314" y="18381"/>
                  <a:pt x="44314" y="22156"/>
                </a:cubicBezTo>
                <a:cubicBezTo>
                  <a:pt x="44314" y="25950"/>
                  <a:pt x="43226" y="29726"/>
                  <a:pt x="41605" y="33520"/>
                </a:cubicBezTo>
                <a:cubicBezTo>
                  <a:pt x="39451" y="36762"/>
                  <a:pt x="36743" y="39470"/>
                  <a:pt x="33502" y="41624"/>
                </a:cubicBezTo>
                <a:cubicBezTo>
                  <a:pt x="29727" y="43245"/>
                  <a:pt x="25933" y="44331"/>
                  <a:pt x="22157" y="44331"/>
                </a:cubicBezTo>
                <a:cubicBezTo>
                  <a:pt x="18382" y="44331"/>
                  <a:pt x="14587" y="43245"/>
                  <a:pt x="11345" y="41624"/>
                </a:cubicBezTo>
                <a:cubicBezTo>
                  <a:pt x="7571" y="39470"/>
                  <a:pt x="4863" y="36762"/>
                  <a:pt x="2708" y="33520"/>
                </a:cubicBezTo>
                <a:cubicBezTo>
                  <a:pt x="1069" y="29726"/>
                  <a:pt x="0" y="25950"/>
                  <a:pt x="0" y="22156"/>
                </a:cubicBezTo>
              </a:path>
            </a:pathLst>
          </a:custGeom>
          <a:solidFill xmlns:a="http://schemas.openxmlformats.org/drawingml/2006/main">
            <a:srgbClr val="9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5" name="path-468">
            <a:extLst xmlns:a="http://schemas.openxmlformats.org/drawingml/2006/main">
              <a:ext uri="{FF2B5EF4-FFF2-40B4-BE49-F238E27FC236}">
                <a16:creationId xmlns:a16="http://schemas.microsoft.com/office/drawing/2014/main" id="{F72FFC7C-5359-4D96-BA2E-2875039C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0081" y="3756912"/>
            <a:ext cx="123556" cy="136877"/>
          </a:xfrm>
          <a:custGeom xmlns:a="http://schemas.openxmlformats.org/drawingml/2006/main">
            <a:pathLst>
              <a:path w="125386" h="138905">
                <a:moveTo>
                  <a:pt x="0" y="138905"/>
                </a:moveTo>
                <a:lnTo>
                  <a:pt x="0" y="129162"/>
                </a:lnTo>
                <a:lnTo>
                  <a:pt x="532" y="119972"/>
                </a:lnTo>
                <a:lnTo>
                  <a:pt x="1619" y="110800"/>
                </a:lnTo>
                <a:lnTo>
                  <a:pt x="2687" y="101609"/>
                </a:lnTo>
                <a:lnTo>
                  <a:pt x="4309" y="92419"/>
                </a:lnTo>
                <a:lnTo>
                  <a:pt x="6481" y="83229"/>
                </a:lnTo>
                <a:lnTo>
                  <a:pt x="8638" y="74572"/>
                </a:lnTo>
                <a:lnTo>
                  <a:pt x="11344" y="65401"/>
                </a:lnTo>
                <a:lnTo>
                  <a:pt x="14587" y="56744"/>
                </a:lnTo>
                <a:lnTo>
                  <a:pt x="17828" y="48088"/>
                </a:lnTo>
                <a:lnTo>
                  <a:pt x="21602" y="39451"/>
                </a:lnTo>
                <a:lnTo>
                  <a:pt x="25396" y="31347"/>
                </a:lnTo>
                <a:lnTo>
                  <a:pt x="29725" y="23224"/>
                </a:lnTo>
                <a:lnTo>
                  <a:pt x="34587" y="15121"/>
                </a:lnTo>
                <a:lnTo>
                  <a:pt x="39450" y="7551"/>
                </a:lnTo>
                <a:lnTo>
                  <a:pt x="44846" y="0"/>
                </a:lnTo>
                <a:lnTo>
                  <a:pt x="125386" y="57831"/>
                </a:lnTo>
                <a:lnTo>
                  <a:pt x="122145" y="62694"/>
                </a:lnTo>
                <a:lnTo>
                  <a:pt x="118903" y="67022"/>
                </a:lnTo>
                <a:lnTo>
                  <a:pt x="116196" y="71884"/>
                </a:lnTo>
                <a:lnTo>
                  <a:pt x="114041" y="76193"/>
                </a:lnTo>
                <a:lnTo>
                  <a:pt x="111333" y="81074"/>
                </a:lnTo>
                <a:lnTo>
                  <a:pt x="109179" y="85937"/>
                </a:lnTo>
                <a:lnTo>
                  <a:pt x="107539" y="91332"/>
                </a:lnTo>
                <a:lnTo>
                  <a:pt x="105384" y="96195"/>
                </a:lnTo>
                <a:lnTo>
                  <a:pt x="104298" y="101609"/>
                </a:lnTo>
                <a:lnTo>
                  <a:pt x="102677" y="106472"/>
                </a:lnTo>
                <a:lnTo>
                  <a:pt x="101609" y="111867"/>
                </a:lnTo>
                <a:lnTo>
                  <a:pt x="100522" y="117283"/>
                </a:lnTo>
                <a:lnTo>
                  <a:pt x="99987" y="122679"/>
                </a:lnTo>
                <a:lnTo>
                  <a:pt x="99435" y="128094"/>
                </a:lnTo>
                <a:lnTo>
                  <a:pt x="98901" y="133490"/>
                </a:lnTo>
                <a:lnTo>
                  <a:pt x="98901" y="138905"/>
                </a:lnTo>
                <a:lnTo>
                  <a:pt x="0" y="138905"/>
                </a:lnTo>
              </a:path>
            </a:pathLst>
          </a:custGeom>
          <a:solidFill xmlns:a="http://schemas.openxmlformats.org/drawingml/2006/main">
            <a:srgbClr val="509E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6" name="path-469">
            <a:extLst xmlns:a="http://schemas.openxmlformats.org/drawingml/2006/main">
              <a:ext uri="{FF2B5EF4-FFF2-40B4-BE49-F238E27FC236}">
                <a16:creationId xmlns:a16="http://schemas.microsoft.com/office/drawing/2014/main" id="{86434A64-8950-43FF-A056-52AC7896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5344" y="3672210"/>
            <a:ext cx="146459" cy="142214"/>
          </a:xfrm>
          <a:custGeom xmlns:a="http://schemas.openxmlformats.org/drawingml/2006/main">
            <a:pathLst>
              <a:path w="148628" h="144321">
                <a:moveTo>
                  <a:pt x="0" y="85403"/>
                </a:moveTo>
                <a:lnTo>
                  <a:pt x="5395" y="78386"/>
                </a:lnTo>
                <a:lnTo>
                  <a:pt x="11344" y="70817"/>
                </a:lnTo>
                <a:lnTo>
                  <a:pt x="17293" y="64334"/>
                </a:lnTo>
                <a:lnTo>
                  <a:pt x="23777" y="57297"/>
                </a:lnTo>
                <a:lnTo>
                  <a:pt x="30259" y="50815"/>
                </a:lnTo>
                <a:lnTo>
                  <a:pt x="37296" y="44866"/>
                </a:lnTo>
                <a:lnTo>
                  <a:pt x="44311" y="38917"/>
                </a:lnTo>
                <a:lnTo>
                  <a:pt x="51882" y="33521"/>
                </a:lnTo>
                <a:lnTo>
                  <a:pt x="59451" y="28125"/>
                </a:lnTo>
                <a:lnTo>
                  <a:pt x="67555" y="23244"/>
                </a:lnTo>
                <a:lnTo>
                  <a:pt x="75125" y="18382"/>
                </a:lnTo>
                <a:lnTo>
                  <a:pt x="83781" y="14072"/>
                </a:lnTo>
                <a:lnTo>
                  <a:pt x="91884" y="9744"/>
                </a:lnTo>
                <a:lnTo>
                  <a:pt x="100522" y="5950"/>
                </a:lnTo>
                <a:lnTo>
                  <a:pt x="109179" y="2708"/>
                </a:lnTo>
                <a:lnTo>
                  <a:pt x="117836" y="0"/>
                </a:lnTo>
                <a:lnTo>
                  <a:pt x="148628" y="94060"/>
                </a:lnTo>
                <a:lnTo>
                  <a:pt x="143232" y="96214"/>
                </a:lnTo>
                <a:lnTo>
                  <a:pt x="138370" y="97835"/>
                </a:lnTo>
                <a:lnTo>
                  <a:pt x="133509" y="100009"/>
                </a:lnTo>
                <a:lnTo>
                  <a:pt x="128627" y="102697"/>
                </a:lnTo>
                <a:lnTo>
                  <a:pt x="123764" y="104870"/>
                </a:lnTo>
                <a:lnTo>
                  <a:pt x="118903" y="107560"/>
                </a:lnTo>
                <a:lnTo>
                  <a:pt x="114574" y="110820"/>
                </a:lnTo>
                <a:lnTo>
                  <a:pt x="110265" y="113508"/>
                </a:lnTo>
                <a:lnTo>
                  <a:pt x="105937" y="116750"/>
                </a:lnTo>
                <a:lnTo>
                  <a:pt x="101609" y="120544"/>
                </a:lnTo>
                <a:lnTo>
                  <a:pt x="97834" y="123786"/>
                </a:lnTo>
                <a:lnTo>
                  <a:pt x="94040" y="127561"/>
                </a:lnTo>
                <a:lnTo>
                  <a:pt x="90264" y="131355"/>
                </a:lnTo>
                <a:lnTo>
                  <a:pt x="86469" y="135665"/>
                </a:lnTo>
                <a:lnTo>
                  <a:pt x="83228" y="139993"/>
                </a:lnTo>
                <a:lnTo>
                  <a:pt x="79988" y="144321"/>
                </a:lnTo>
                <a:lnTo>
                  <a:pt x="0" y="85403"/>
                </a:lnTo>
              </a:path>
            </a:pathLst>
          </a:custGeom>
          <a:solidFill xmlns:a="http://schemas.openxmlformats.org/drawingml/2006/main">
            <a:srgbClr val="8BB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7" name="path-470">
            <a:extLst xmlns:a="http://schemas.openxmlformats.org/drawingml/2006/main">
              <a:ext uri="{FF2B5EF4-FFF2-40B4-BE49-F238E27FC236}">
                <a16:creationId xmlns:a16="http://schemas.microsoft.com/office/drawing/2014/main" id="{E606F713-7D69-412C-B4AB-764D8C6A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0915" y="3660505"/>
            <a:ext cx="143810" cy="104392"/>
          </a:xfrm>
          <a:custGeom xmlns:a="http://schemas.openxmlformats.org/drawingml/2006/main">
            <a:pathLst>
              <a:path w="145940" h="105938">
                <a:moveTo>
                  <a:pt x="0" y="11345"/>
                </a:moveTo>
                <a:lnTo>
                  <a:pt x="8656" y="8638"/>
                </a:lnTo>
                <a:lnTo>
                  <a:pt x="17846" y="6483"/>
                </a:lnTo>
                <a:lnTo>
                  <a:pt x="26484" y="4328"/>
                </a:lnTo>
                <a:lnTo>
                  <a:pt x="35674" y="2708"/>
                </a:lnTo>
                <a:lnTo>
                  <a:pt x="44864" y="1621"/>
                </a:lnTo>
                <a:lnTo>
                  <a:pt x="54054" y="535"/>
                </a:lnTo>
                <a:lnTo>
                  <a:pt x="63246" y="0"/>
                </a:lnTo>
                <a:lnTo>
                  <a:pt x="72969" y="0"/>
                </a:lnTo>
                <a:lnTo>
                  <a:pt x="82160" y="0"/>
                </a:lnTo>
                <a:lnTo>
                  <a:pt x="91351" y="535"/>
                </a:lnTo>
                <a:lnTo>
                  <a:pt x="100541" y="1621"/>
                </a:lnTo>
                <a:lnTo>
                  <a:pt x="109732" y="2708"/>
                </a:lnTo>
                <a:lnTo>
                  <a:pt x="118903" y="4328"/>
                </a:lnTo>
                <a:lnTo>
                  <a:pt x="127559" y="6483"/>
                </a:lnTo>
                <a:lnTo>
                  <a:pt x="136750" y="8638"/>
                </a:lnTo>
                <a:lnTo>
                  <a:pt x="145940" y="11345"/>
                </a:lnTo>
                <a:lnTo>
                  <a:pt x="115127" y="105938"/>
                </a:lnTo>
                <a:lnTo>
                  <a:pt x="109732" y="104318"/>
                </a:lnTo>
                <a:lnTo>
                  <a:pt x="104850" y="102697"/>
                </a:lnTo>
                <a:lnTo>
                  <a:pt x="99454" y="101610"/>
                </a:lnTo>
                <a:lnTo>
                  <a:pt x="94040" y="100523"/>
                </a:lnTo>
                <a:lnTo>
                  <a:pt x="88643" y="99989"/>
                </a:lnTo>
                <a:lnTo>
                  <a:pt x="83247" y="99455"/>
                </a:lnTo>
                <a:lnTo>
                  <a:pt x="77831" y="98903"/>
                </a:lnTo>
                <a:lnTo>
                  <a:pt x="72969" y="98903"/>
                </a:lnTo>
                <a:lnTo>
                  <a:pt x="67555" y="98903"/>
                </a:lnTo>
                <a:lnTo>
                  <a:pt x="62159" y="99455"/>
                </a:lnTo>
                <a:lnTo>
                  <a:pt x="56762" y="99989"/>
                </a:lnTo>
                <a:lnTo>
                  <a:pt x="51348" y="100523"/>
                </a:lnTo>
                <a:lnTo>
                  <a:pt x="45951" y="101610"/>
                </a:lnTo>
                <a:lnTo>
                  <a:pt x="40536" y="102697"/>
                </a:lnTo>
                <a:lnTo>
                  <a:pt x="35674" y="104318"/>
                </a:lnTo>
                <a:lnTo>
                  <a:pt x="30279" y="105938"/>
                </a:lnTo>
                <a:lnTo>
                  <a:pt x="0" y="11345"/>
                </a:lnTo>
              </a:path>
            </a:pathLst>
          </a:custGeom>
          <a:solidFill xmlns:a="http://schemas.openxmlformats.org/drawingml/2006/main">
            <a:srgbClr val="E2C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8" name="path-471">
            <a:extLst xmlns:a="http://schemas.openxmlformats.org/drawingml/2006/main">
              <a:ext uri="{FF2B5EF4-FFF2-40B4-BE49-F238E27FC236}">
                <a16:creationId xmlns:a16="http://schemas.microsoft.com/office/drawing/2014/main" id="{E97A6F7A-E26E-419A-8798-ED0BE7B6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5433" y="3672210"/>
            <a:ext cx="146461" cy="142214"/>
          </a:xfrm>
          <a:custGeom xmlns:a="http://schemas.openxmlformats.org/drawingml/2006/main">
            <a:pathLst>
              <a:path w="148631" h="144321">
                <a:moveTo>
                  <a:pt x="30260" y="0"/>
                </a:moveTo>
                <a:lnTo>
                  <a:pt x="38917" y="2708"/>
                </a:lnTo>
                <a:lnTo>
                  <a:pt x="47555" y="5950"/>
                </a:lnTo>
                <a:lnTo>
                  <a:pt x="56211" y="9744"/>
                </a:lnTo>
                <a:lnTo>
                  <a:pt x="64314" y="14072"/>
                </a:lnTo>
                <a:lnTo>
                  <a:pt x="72951" y="18382"/>
                </a:lnTo>
                <a:lnTo>
                  <a:pt x="80522" y="23244"/>
                </a:lnTo>
                <a:lnTo>
                  <a:pt x="88625" y="28125"/>
                </a:lnTo>
                <a:lnTo>
                  <a:pt x="96196" y="33521"/>
                </a:lnTo>
                <a:lnTo>
                  <a:pt x="103764" y="38917"/>
                </a:lnTo>
                <a:lnTo>
                  <a:pt x="110801" y="44866"/>
                </a:lnTo>
                <a:lnTo>
                  <a:pt x="117818" y="50815"/>
                </a:lnTo>
                <a:lnTo>
                  <a:pt x="124301" y="57297"/>
                </a:lnTo>
                <a:lnTo>
                  <a:pt x="130803" y="64334"/>
                </a:lnTo>
                <a:lnTo>
                  <a:pt x="136733" y="70817"/>
                </a:lnTo>
                <a:lnTo>
                  <a:pt x="142682" y="78386"/>
                </a:lnTo>
                <a:lnTo>
                  <a:pt x="148631" y="85403"/>
                </a:lnTo>
                <a:lnTo>
                  <a:pt x="68091" y="144321"/>
                </a:lnTo>
                <a:lnTo>
                  <a:pt x="64848" y="139993"/>
                </a:lnTo>
                <a:lnTo>
                  <a:pt x="61607" y="135665"/>
                </a:lnTo>
                <a:lnTo>
                  <a:pt x="57831" y="131355"/>
                </a:lnTo>
                <a:lnTo>
                  <a:pt x="54037" y="127561"/>
                </a:lnTo>
                <a:lnTo>
                  <a:pt x="50262" y="123786"/>
                </a:lnTo>
                <a:lnTo>
                  <a:pt x="46468" y="120544"/>
                </a:lnTo>
                <a:lnTo>
                  <a:pt x="42157" y="116750"/>
                </a:lnTo>
                <a:lnTo>
                  <a:pt x="37830" y="113508"/>
                </a:lnTo>
                <a:lnTo>
                  <a:pt x="33502" y="110820"/>
                </a:lnTo>
                <a:lnTo>
                  <a:pt x="29173" y="107560"/>
                </a:lnTo>
                <a:lnTo>
                  <a:pt x="24311" y="104870"/>
                </a:lnTo>
                <a:lnTo>
                  <a:pt x="19450" y="102697"/>
                </a:lnTo>
                <a:lnTo>
                  <a:pt x="14587" y="100009"/>
                </a:lnTo>
                <a:lnTo>
                  <a:pt x="9725" y="97835"/>
                </a:lnTo>
                <a:lnTo>
                  <a:pt x="4862" y="96214"/>
                </a:lnTo>
                <a:lnTo>
                  <a:pt x="0" y="94060"/>
                </a:lnTo>
                <a:lnTo>
                  <a:pt x="30260" y="0"/>
                </a:lnTo>
              </a:path>
            </a:pathLst>
          </a:custGeom>
          <a:solidFill xmlns:a="http://schemas.openxmlformats.org/drawingml/2006/main">
            <a:srgbClr val="E88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9" name="path-472">
            <a:extLst xmlns:a="http://schemas.openxmlformats.org/drawingml/2006/main">
              <a:ext uri="{FF2B5EF4-FFF2-40B4-BE49-F238E27FC236}">
                <a16:creationId xmlns:a16="http://schemas.microsoft.com/office/drawing/2014/main" id="{B52B8B38-8B81-4DEF-B4AB-BE4FF7F4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2002" y="3756912"/>
            <a:ext cx="123556" cy="136877"/>
          </a:xfrm>
          <a:custGeom xmlns:a="http://schemas.openxmlformats.org/drawingml/2006/main">
            <a:pathLst>
              <a:path w="125386" h="138905">
                <a:moveTo>
                  <a:pt x="79988" y="0"/>
                </a:moveTo>
                <a:lnTo>
                  <a:pt x="85403" y="7551"/>
                </a:lnTo>
                <a:lnTo>
                  <a:pt x="90265" y="15121"/>
                </a:lnTo>
                <a:lnTo>
                  <a:pt x="95127" y="23224"/>
                </a:lnTo>
                <a:lnTo>
                  <a:pt x="99455" y="31347"/>
                </a:lnTo>
                <a:lnTo>
                  <a:pt x="103231" y="39451"/>
                </a:lnTo>
                <a:lnTo>
                  <a:pt x="107025" y="48088"/>
                </a:lnTo>
                <a:lnTo>
                  <a:pt x="110266" y="56744"/>
                </a:lnTo>
                <a:lnTo>
                  <a:pt x="113507" y="65401"/>
                </a:lnTo>
                <a:lnTo>
                  <a:pt x="116196" y="74572"/>
                </a:lnTo>
                <a:lnTo>
                  <a:pt x="118370" y="83229"/>
                </a:lnTo>
                <a:lnTo>
                  <a:pt x="120524" y="92419"/>
                </a:lnTo>
                <a:lnTo>
                  <a:pt x="122145" y="101609"/>
                </a:lnTo>
                <a:lnTo>
                  <a:pt x="123232" y="110800"/>
                </a:lnTo>
                <a:lnTo>
                  <a:pt x="124318" y="119972"/>
                </a:lnTo>
                <a:lnTo>
                  <a:pt x="124853" y="129162"/>
                </a:lnTo>
                <a:lnTo>
                  <a:pt x="125386" y="138905"/>
                </a:lnTo>
                <a:lnTo>
                  <a:pt x="25950" y="138905"/>
                </a:lnTo>
                <a:lnTo>
                  <a:pt x="25950" y="133490"/>
                </a:lnTo>
                <a:lnTo>
                  <a:pt x="25397" y="128094"/>
                </a:lnTo>
                <a:lnTo>
                  <a:pt x="24864" y="122679"/>
                </a:lnTo>
                <a:lnTo>
                  <a:pt x="24330" y="117283"/>
                </a:lnTo>
                <a:lnTo>
                  <a:pt x="23244" y="111867"/>
                </a:lnTo>
                <a:lnTo>
                  <a:pt x="22156" y="106472"/>
                </a:lnTo>
                <a:lnTo>
                  <a:pt x="20534" y="101609"/>
                </a:lnTo>
                <a:lnTo>
                  <a:pt x="19448" y="96195"/>
                </a:lnTo>
                <a:lnTo>
                  <a:pt x="17293" y="91332"/>
                </a:lnTo>
                <a:lnTo>
                  <a:pt x="15673" y="85937"/>
                </a:lnTo>
                <a:lnTo>
                  <a:pt x="13519" y="81074"/>
                </a:lnTo>
                <a:lnTo>
                  <a:pt x="10812" y="76193"/>
                </a:lnTo>
                <a:lnTo>
                  <a:pt x="8656" y="71884"/>
                </a:lnTo>
                <a:lnTo>
                  <a:pt x="5949" y="67022"/>
                </a:lnTo>
                <a:lnTo>
                  <a:pt x="2707" y="62694"/>
                </a:lnTo>
                <a:lnTo>
                  <a:pt x="0" y="57831"/>
                </a:lnTo>
                <a:lnTo>
                  <a:pt x="79988" y="0"/>
                </a:lnTo>
              </a:path>
            </a:pathLst>
          </a:custGeom>
          <a:solidFill xmlns:a="http://schemas.openxmlformats.org/drawingml/2006/main">
            <a:srgbClr val="D33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0" name="path-473">
            <a:extLst xmlns:a="http://schemas.openxmlformats.org/drawingml/2006/main">
              <a:ext uri="{FF2B5EF4-FFF2-40B4-BE49-F238E27FC236}">
                <a16:creationId xmlns:a16="http://schemas.microsoft.com/office/drawing/2014/main" id="{1E7A860D-EACB-4A8E-A810-BFB44F02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3346" y="3708962"/>
            <a:ext cx="134228" cy="184282"/>
          </a:xfrm>
          <a:custGeom xmlns:a="http://schemas.openxmlformats.org/drawingml/2006/main">
            <a:pathLst>
              <a:path w="136216" h="187012">
                <a:moveTo>
                  <a:pt x="0" y="187012"/>
                </a:moveTo>
                <a:lnTo>
                  <a:pt x="1362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825">
            <a:solidFill>
              <a:srgbClr val="111111"/>
            </a:solidFill>
            <a:prstDash val="solid"/>
          </a:ln>
        </p:spPr>
      </p:sp>
      <p:sp>
        <p:nvSpPr>
          <p:cNvPr id="531" name="path-474">
            <a:extLst xmlns:a="http://schemas.openxmlformats.org/drawingml/2006/main">
              <a:ext uri="{FF2B5EF4-FFF2-40B4-BE49-F238E27FC236}">
                <a16:creationId xmlns:a16="http://schemas.microsoft.com/office/drawing/2014/main" id="{0CF1F187-F266-44BA-9916-1FA77F06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8736" y="3858635"/>
            <a:ext cx="69764" cy="69763"/>
          </a:xfrm>
          <a:custGeom xmlns:a="http://schemas.openxmlformats.org/drawingml/2006/main">
            <a:pathLst>
              <a:path w="70797" h="70797">
                <a:moveTo>
                  <a:pt x="0" y="35122"/>
                </a:moveTo>
                <a:lnTo>
                  <a:pt x="0" y="35122"/>
                </a:lnTo>
                <a:cubicBezTo>
                  <a:pt x="0" y="29173"/>
                  <a:pt x="1621" y="22690"/>
                  <a:pt x="4863" y="17294"/>
                </a:cubicBezTo>
                <a:cubicBezTo>
                  <a:pt x="8104" y="11879"/>
                  <a:pt x="12431" y="7570"/>
                  <a:pt x="17828" y="4328"/>
                </a:cubicBezTo>
                <a:cubicBezTo>
                  <a:pt x="23244" y="1621"/>
                  <a:pt x="29173" y="0"/>
                  <a:pt x="35675" y="0"/>
                </a:cubicBezTo>
                <a:cubicBezTo>
                  <a:pt x="41606" y="0"/>
                  <a:pt x="47554" y="1621"/>
                  <a:pt x="52969" y="4328"/>
                </a:cubicBezTo>
                <a:cubicBezTo>
                  <a:pt x="58365" y="7570"/>
                  <a:pt x="62693" y="11879"/>
                  <a:pt x="65935" y="17294"/>
                </a:cubicBezTo>
                <a:cubicBezTo>
                  <a:pt x="69177" y="22690"/>
                  <a:pt x="70797" y="29173"/>
                  <a:pt x="70797" y="35122"/>
                </a:cubicBezTo>
                <a:cubicBezTo>
                  <a:pt x="70797" y="41071"/>
                  <a:pt x="69177" y="47554"/>
                  <a:pt x="65935" y="52969"/>
                </a:cubicBezTo>
                <a:cubicBezTo>
                  <a:pt x="62693" y="58365"/>
                  <a:pt x="58365" y="62694"/>
                  <a:pt x="52969" y="65935"/>
                </a:cubicBezTo>
                <a:cubicBezTo>
                  <a:pt x="47554" y="68642"/>
                  <a:pt x="41606" y="70797"/>
                  <a:pt x="35675" y="70797"/>
                </a:cubicBezTo>
                <a:cubicBezTo>
                  <a:pt x="29173" y="70797"/>
                  <a:pt x="23244" y="68642"/>
                  <a:pt x="17828" y="65935"/>
                </a:cubicBezTo>
                <a:cubicBezTo>
                  <a:pt x="12431" y="62694"/>
                  <a:pt x="8104" y="58365"/>
                  <a:pt x="4863" y="52969"/>
                </a:cubicBezTo>
                <a:cubicBezTo>
                  <a:pt x="1621" y="47554"/>
                  <a:pt x="0" y="41071"/>
                  <a:pt x="0" y="35122"/>
                </a:cubicBez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2" name="path-475">
            <a:extLst xmlns:a="http://schemas.openxmlformats.org/drawingml/2006/main">
              <a:ext uri="{FF2B5EF4-FFF2-40B4-BE49-F238E27FC236}">
                <a16:creationId xmlns:a16="http://schemas.microsoft.com/office/drawing/2014/main" id="{78AF82B2-FABE-4A2B-ADD4-A0BDD46B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5246" y="3710559"/>
            <a:ext cx="10652" cy="545"/>
          </a:xfrm>
          <a:custGeom xmlns:a="http://schemas.openxmlformats.org/drawingml/2006/main">
            <a:pathLst>
              <a:path w="10810" h="553">
                <a:moveTo>
                  <a:pt x="0" y="553"/>
                </a:moveTo>
                <a:lnTo>
                  <a:pt x="108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33" name="path-476">
            <a:extLst xmlns:a="http://schemas.openxmlformats.org/drawingml/2006/main">
              <a:ext uri="{FF2B5EF4-FFF2-40B4-BE49-F238E27FC236}">
                <a16:creationId xmlns:a16="http://schemas.microsoft.com/office/drawing/2014/main" id="{26BD2814-A836-4DC3-9C98-F957001B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5898" y="3710033"/>
            <a:ext cx="10654" cy="526"/>
          </a:xfrm>
          <a:custGeom xmlns:a="http://schemas.openxmlformats.org/drawingml/2006/main">
            <a:pathLst>
              <a:path w="10812" h="534">
                <a:moveTo>
                  <a:pt x="0" y="534"/>
                </a:moveTo>
                <a:lnTo>
                  <a:pt x="108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34" name="path-477">
            <a:extLst xmlns:a="http://schemas.openxmlformats.org/drawingml/2006/main">
              <a:ext uri="{FF2B5EF4-FFF2-40B4-BE49-F238E27FC236}">
                <a16:creationId xmlns:a16="http://schemas.microsoft.com/office/drawing/2014/main" id="{AF457955-7C1D-4870-8C77-3A24F28A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6552" y="3708962"/>
            <a:ext cx="10653" cy="1071"/>
          </a:xfrm>
          <a:custGeom xmlns:a="http://schemas.openxmlformats.org/drawingml/2006/main">
            <a:pathLst>
              <a:path w="10811" h="1087">
                <a:moveTo>
                  <a:pt x="0" y="1087"/>
                </a:moveTo>
                <a:lnTo>
                  <a:pt x="10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35" name="path-478">
            <a:extLst xmlns:a="http://schemas.openxmlformats.org/drawingml/2006/main">
              <a:ext uri="{FF2B5EF4-FFF2-40B4-BE49-F238E27FC236}">
                <a16:creationId xmlns:a16="http://schemas.microsoft.com/office/drawing/2014/main" id="{842365B8-EFEE-42D5-B935-0A589ACC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7205" y="3707910"/>
            <a:ext cx="10654" cy="1052"/>
          </a:xfrm>
          <a:custGeom xmlns:a="http://schemas.openxmlformats.org/drawingml/2006/main">
            <a:pathLst>
              <a:path w="10812" h="1068">
                <a:moveTo>
                  <a:pt x="0" y="1068"/>
                </a:moveTo>
                <a:lnTo>
                  <a:pt x="108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36" name="path-479">
            <a:extLst xmlns:a="http://schemas.openxmlformats.org/drawingml/2006/main">
              <a:ext uri="{FF2B5EF4-FFF2-40B4-BE49-F238E27FC236}">
                <a16:creationId xmlns:a16="http://schemas.microsoft.com/office/drawing/2014/main" id="{0C18A415-3394-43E2-AC0A-430839F5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7859" y="3706839"/>
            <a:ext cx="10652" cy="1071"/>
          </a:xfrm>
          <a:custGeom xmlns:a="http://schemas.openxmlformats.org/drawingml/2006/main">
            <a:pathLst>
              <a:path w="10810" h="1087">
                <a:moveTo>
                  <a:pt x="0" y="1087"/>
                </a:moveTo>
                <a:lnTo>
                  <a:pt x="108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37" name="path-480">
            <a:extLst xmlns:a="http://schemas.openxmlformats.org/drawingml/2006/main">
              <a:ext uri="{FF2B5EF4-FFF2-40B4-BE49-F238E27FC236}">
                <a16:creationId xmlns:a16="http://schemas.microsoft.com/office/drawing/2014/main" id="{09D26FFF-1DC0-40AF-AE41-7895D3A0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8511" y="3706313"/>
            <a:ext cx="10654" cy="526"/>
          </a:xfrm>
          <a:custGeom xmlns:a="http://schemas.openxmlformats.org/drawingml/2006/main">
            <a:pathLst>
              <a:path w="10812" h="534">
                <a:moveTo>
                  <a:pt x="0" y="534"/>
                </a:moveTo>
                <a:lnTo>
                  <a:pt x="108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38" name="path-481">
            <a:extLst xmlns:a="http://schemas.openxmlformats.org/drawingml/2006/main">
              <a:ext uri="{FF2B5EF4-FFF2-40B4-BE49-F238E27FC236}">
                <a16:creationId xmlns:a16="http://schemas.microsoft.com/office/drawing/2014/main" id="{16992770-354A-48CF-B2C9-B3C716D3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165" y="3706313"/>
            <a:ext cx="10653" cy="526"/>
          </a:xfrm>
          <a:custGeom xmlns:a="http://schemas.openxmlformats.org/drawingml/2006/main">
            <a:pathLst>
              <a:path w="10811" h="534">
                <a:moveTo>
                  <a:pt x="0" y="0"/>
                </a:moveTo>
                <a:lnTo>
                  <a:pt x="10811" y="534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39" name="path-482">
            <a:extLst xmlns:a="http://schemas.openxmlformats.org/drawingml/2006/main">
              <a:ext uri="{FF2B5EF4-FFF2-40B4-BE49-F238E27FC236}">
                <a16:creationId xmlns:a16="http://schemas.microsoft.com/office/drawing/2014/main" id="{DC2E91EF-9759-438E-8165-8DBCCD0D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9819" y="3706839"/>
            <a:ext cx="10654" cy="2123"/>
          </a:xfrm>
          <a:custGeom xmlns:a="http://schemas.openxmlformats.org/drawingml/2006/main">
            <a:pathLst>
              <a:path w="10812" h="2155">
                <a:moveTo>
                  <a:pt x="0" y="0"/>
                </a:moveTo>
                <a:lnTo>
                  <a:pt x="10812" y="2155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40" name="path-483">
            <a:extLst xmlns:a="http://schemas.openxmlformats.org/drawingml/2006/main">
              <a:ext uri="{FF2B5EF4-FFF2-40B4-BE49-F238E27FC236}">
                <a16:creationId xmlns:a16="http://schemas.microsoft.com/office/drawing/2014/main" id="{06A7DE6F-B7E8-4DDB-BECD-DF9EE970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0473" y="3708962"/>
            <a:ext cx="10634" cy="4810"/>
          </a:xfrm>
          <a:custGeom xmlns:a="http://schemas.openxmlformats.org/drawingml/2006/main">
            <a:pathLst>
              <a:path w="10791" h="4881">
                <a:moveTo>
                  <a:pt x="0" y="0"/>
                </a:moveTo>
                <a:lnTo>
                  <a:pt x="10791" y="4881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41" name="path-484">
            <a:extLst xmlns:a="http://schemas.openxmlformats.org/drawingml/2006/main">
              <a:ext uri="{FF2B5EF4-FFF2-40B4-BE49-F238E27FC236}">
                <a16:creationId xmlns:a16="http://schemas.microsoft.com/office/drawing/2014/main" id="{49B1B91B-D49B-4795-81A5-2D2F298F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1107" y="3713772"/>
            <a:ext cx="10654" cy="6915"/>
          </a:xfrm>
          <a:custGeom xmlns:a="http://schemas.openxmlformats.org/drawingml/2006/main">
            <a:pathLst>
              <a:path w="10812" h="7017">
                <a:moveTo>
                  <a:pt x="0" y="0"/>
                </a:moveTo>
                <a:lnTo>
                  <a:pt x="10812" y="7017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42" name="path-485">
            <a:extLst xmlns:a="http://schemas.openxmlformats.org/drawingml/2006/main">
              <a:ext uri="{FF2B5EF4-FFF2-40B4-BE49-F238E27FC236}">
                <a16:creationId xmlns:a16="http://schemas.microsoft.com/office/drawing/2014/main" id="{FEDDA2A9-06C3-438E-8D43-97454DE6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1761" y="3720686"/>
            <a:ext cx="10652" cy="9056"/>
          </a:xfrm>
          <a:custGeom xmlns:a="http://schemas.openxmlformats.org/drawingml/2006/main">
            <a:pathLst>
              <a:path w="10810" h="9190">
                <a:moveTo>
                  <a:pt x="0" y="0"/>
                </a:moveTo>
                <a:lnTo>
                  <a:pt x="10810" y="919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43" name="path-486">
            <a:extLst xmlns:a="http://schemas.openxmlformats.org/drawingml/2006/main">
              <a:ext uri="{FF2B5EF4-FFF2-40B4-BE49-F238E27FC236}">
                <a16:creationId xmlns:a16="http://schemas.microsoft.com/office/drawing/2014/main" id="{BBCFD110-34D2-4980-9F08-E909B92A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2413" y="3729743"/>
            <a:ext cx="10654" cy="9582"/>
          </a:xfrm>
          <a:custGeom xmlns:a="http://schemas.openxmlformats.org/drawingml/2006/main">
            <a:pathLst>
              <a:path w="10812" h="9724">
                <a:moveTo>
                  <a:pt x="0" y="0"/>
                </a:moveTo>
                <a:lnTo>
                  <a:pt x="10812" y="9724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44" name="path-487">
            <a:extLst xmlns:a="http://schemas.openxmlformats.org/drawingml/2006/main">
              <a:ext uri="{FF2B5EF4-FFF2-40B4-BE49-F238E27FC236}">
                <a16:creationId xmlns:a16="http://schemas.microsoft.com/office/drawing/2014/main" id="{F86E5DF3-4D44-48EF-A990-9B2CC2F5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3067" y="3739325"/>
            <a:ext cx="10653" cy="8530"/>
          </a:xfrm>
          <a:custGeom xmlns:a="http://schemas.openxmlformats.org/drawingml/2006/main">
            <a:pathLst>
              <a:path w="10811" h="8656">
                <a:moveTo>
                  <a:pt x="0" y="0"/>
                </a:moveTo>
                <a:lnTo>
                  <a:pt x="10811" y="8656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45" name="path-488">
            <a:extLst xmlns:a="http://schemas.openxmlformats.org/drawingml/2006/main">
              <a:ext uri="{FF2B5EF4-FFF2-40B4-BE49-F238E27FC236}">
                <a16:creationId xmlns:a16="http://schemas.microsoft.com/office/drawing/2014/main" id="{A595053E-FA6C-4CAE-B19B-E5B22E07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3720" y="3747855"/>
            <a:ext cx="10654" cy="4247"/>
          </a:xfrm>
          <a:custGeom xmlns:a="http://schemas.openxmlformats.org/drawingml/2006/main">
            <a:pathLst>
              <a:path w="10812" h="4310">
                <a:moveTo>
                  <a:pt x="0" y="0"/>
                </a:moveTo>
                <a:lnTo>
                  <a:pt x="10812" y="431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46" name="path-489">
            <a:extLst xmlns:a="http://schemas.openxmlformats.org/drawingml/2006/main">
              <a:ext uri="{FF2B5EF4-FFF2-40B4-BE49-F238E27FC236}">
                <a16:creationId xmlns:a16="http://schemas.microsoft.com/office/drawing/2014/main" id="{5555EC2B-CB04-470B-BB10-A5777B04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4374" y="3749452"/>
            <a:ext cx="10652" cy="2649"/>
          </a:xfrm>
          <a:custGeom xmlns:a="http://schemas.openxmlformats.org/drawingml/2006/main">
            <a:pathLst>
              <a:path w="10810" h="2688">
                <a:moveTo>
                  <a:pt x="0" y="2688"/>
                </a:moveTo>
                <a:lnTo>
                  <a:pt x="108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47" name="path-490">
            <a:extLst xmlns:a="http://schemas.openxmlformats.org/drawingml/2006/main">
              <a:ext uri="{FF2B5EF4-FFF2-40B4-BE49-F238E27FC236}">
                <a16:creationId xmlns:a16="http://schemas.microsoft.com/office/drawing/2014/main" id="{D420CDA6-DE44-4231-A1FE-E6A1A969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5026" y="3737728"/>
            <a:ext cx="10654" cy="11724"/>
          </a:xfrm>
          <a:custGeom xmlns:a="http://schemas.openxmlformats.org/drawingml/2006/main">
            <a:pathLst>
              <a:path w="10812" h="11898">
                <a:moveTo>
                  <a:pt x="0" y="11898"/>
                </a:moveTo>
                <a:lnTo>
                  <a:pt x="108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48" name="path-491">
            <a:extLst xmlns:a="http://schemas.openxmlformats.org/drawingml/2006/main">
              <a:ext uri="{FF2B5EF4-FFF2-40B4-BE49-F238E27FC236}">
                <a16:creationId xmlns:a16="http://schemas.microsoft.com/office/drawing/2014/main" id="{4213B07F-3B63-444D-B7D3-FEB67389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5680" y="3714824"/>
            <a:ext cx="10653" cy="22904"/>
          </a:xfrm>
          <a:custGeom xmlns:a="http://schemas.openxmlformats.org/drawingml/2006/main">
            <a:pathLst>
              <a:path w="10811" h="23243">
                <a:moveTo>
                  <a:pt x="0" y="23243"/>
                </a:moveTo>
                <a:lnTo>
                  <a:pt x="10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49" name="path-492">
            <a:extLst xmlns:a="http://schemas.openxmlformats.org/drawingml/2006/main">
              <a:ext uri="{FF2B5EF4-FFF2-40B4-BE49-F238E27FC236}">
                <a16:creationId xmlns:a16="http://schemas.microsoft.com/office/drawing/2014/main" id="{544C4BF4-924B-44D7-BE1B-7544242E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6333" y="3683409"/>
            <a:ext cx="10653" cy="31416"/>
          </a:xfrm>
          <a:custGeom xmlns:a="http://schemas.openxmlformats.org/drawingml/2006/main">
            <a:pathLst>
              <a:path w="10811" h="31881">
                <a:moveTo>
                  <a:pt x="0" y="31881"/>
                </a:moveTo>
                <a:lnTo>
                  <a:pt x="10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50" name="path-493">
            <a:extLst xmlns:a="http://schemas.openxmlformats.org/drawingml/2006/main">
              <a:ext uri="{FF2B5EF4-FFF2-40B4-BE49-F238E27FC236}">
                <a16:creationId xmlns:a16="http://schemas.microsoft.com/office/drawing/2014/main" id="{C889B1AC-FA79-4422-8FF6-1FE55EE6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6986" y="3646131"/>
            <a:ext cx="10653" cy="37277"/>
          </a:xfrm>
          <a:custGeom xmlns:a="http://schemas.openxmlformats.org/drawingml/2006/main">
            <a:pathLst>
              <a:path w="10811" h="37830">
                <a:moveTo>
                  <a:pt x="0" y="37830"/>
                </a:moveTo>
                <a:lnTo>
                  <a:pt x="10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51" name="path-494">
            <a:extLst xmlns:a="http://schemas.openxmlformats.org/drawingml/2006/main">
              <a:ext uri="{FF2B5EF4-FFF2-40B4-BE49-F238E27FC236}">
                <a16:creationId xmlns:a16="http://schemas.microsoft.com/office/drawing/2014/main" id="{6A0AEC98-640E-4598-A0CA-BB5320AE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7639" y="3609380"/>
            <a:ext cx="10654" cy="36751"/>
          </a:xfrm>
          <a:custGeom xmlns:a="http://schemas.openxmlformats.org/drawingml/2006/main">
            <a:pathLst>
              <a:path w="10812" h="37296">
                <a:moveTo>
                  <a:pt x="0" y="37296"/>
                </a:moveTo>
                <a:lnTo>
                  <a:pt x="108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52" name="path-495">
            <a:extLst xmlns:a="http://schemas.openxmlformats.org/drawingml/2006/main">
              <a:ext uri="{FF2B5EF4-FFF2-40B4-BE49-F238E27FC236}">
                <a16:creationId xmlns:a16="http://schemas.microsoft.com/office/drawing/2014/main" id="{7A4F1D0F-0198-4F53-9135-E24812FB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8294" y="3580614"/>
            <a:ext cx="10653" cy="28766"/>
          </a:xfrm>
          <a:custGeom xmlns:a="http://schemas.openxmlformats.org/drawingml/2006/main">
            <a:pathLst>
              <a:path w="10811" h="29192">
                <a:moveTo>
                  <a:pt x="0" y="29192"/>
                </a:moveTo>
                <a:lnTo>
                  <a:pt x="10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53" name="path-496">
            <a:extLst xmlns:a="http://schemas.openxmlformats.org/drawingml/2006/main">
              <a:ext uri="{FF2B5EF4-FFF2-40B4-BE49-F238E27FC236}">
                <a16:creationId xmlns:a16="http://schemas.microsoft.com/office/drawing/2014/main" id="{81A1A660-9719-4D72-B11D-DC405464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8947" y="3567838"/>
            <a:ext cx="10653" cy="12776"/>
          </a:xfrm>
          <a:custGeom xmlns:a="http://schemas.openxmlformats.org/drawingml/2006/main">
            <a:pathLst>
              <a:path w="10811" h="12965">
                <a:moveTo>
                  <a:pt x="0" y="12965"/>
                </a:moveTo>
                <a:lnTo>
                  <a:pt x="10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54" name="path-497">
            <a:extLst xmlns:a="http://schemas.openxmlformats.org/drawingml/2006/main">
              <a:ext uri="{FF2B5EF4-FFF2-40B4-BE49-F238E27FC236}">
                <a16:creationId xmlns:a16="http://schemas.microsoft.com/office/drawing/2014/main" id="{F10D1BBA-6A78-4ABE-9883-FBCE21E1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9600" y="3567838"/>
            <a:ext cx="10635" cy="8511"/>
          </a:xfrm>
          <a:custGeom xmlns:a="http://schemas.openxmlformats.org/drawingml/2006/main">
            <a:pathLst>
              <a:path w="10793" h="8638">
                <a:moveTo>
                  <a:pt x="0" y="0"/>
                </a:moveTo>
                <a:lnTo>
                  <a:pt x="10793" y="8638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55" name="path-498">
            <a:extLst xmlns:a="http://schemas.openxmlformats.org/drawingml/2006/main">
              <a:ext uri="{FF2B5EF4-FFF2-40B4-BE49-F238E27FC236}">
                <a16:creationId xmlns:a16="http://schemas.microsoft.com/office/drawing/2014/main" id="{B3474023-BF98-4A3D-9D16-E318EFAA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0235" y="3576350"/>
            <a:ext cx="11199" cy="32486"/>
          </a:xfrm>
          <a:custGeom xmlns:a="http://schemas.openxmlformats.org/drawingml/2006/main">
            <a:pathLst>
              <a:path w="11365" h="32967">
                <a:moveTo>
                  <a:pt x="0" y="0"/>
                </a:moveTo>
                <a:lnTo>
                  <a:pt x="11365" y="32967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56" name="path-499">
            <a:extLst xmlns:a="http://schemas.openxmlformats.org/drawingml/2006/main">
              <a:ext uri="{FF2B5EF4-FFF2-40B4-BE49-F238E27FC236}">
                <a16:creationId xmlns:a16="http://schemas.microsoft.com/office/drawing/2014/main" id="{F8DDC72E-7C45-4BF6-ABD1-D2C80806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1434" y="3608836"/>
            <a:ext cx="10652" cy="54864"/>
          </a:xfrm>
          <a:custGeom xmlns:a="http://schemas.openxmlformats.org/drawingml/2006/main">
            <a:pathLst>
              <a:path w="10810" h="55677">
                <a:moveTo>
                  <a:pt x="0" y="0"/>
                </a:moveTo>
                <a:lnTo>
                  <a:pt x="10810" y="55677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57" name="path-500">
            <a:extLst xmlns:a="http://schemas.openxmlformats.org/drawingml/2006/main">
              <a:ext uri="{FF2B5EF4-FFF2-40B4-BE49-F238E27FC236}">
                <a16:creationId xmlns:a16="http://schemas.microsoft.com/office/drawing/2014/main" id="{FB7F74BF-4132-4F13-B72D-FF171871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2086" y="3663699"/>
            <a:ext cx="10654" cy="68711"/>
          </a:xfrm>
          <a:custGeom xmlns:a="http://schemas.openxmlformats.org/drawingml/2006/main">
            <a:pathLst>
              <a:path w="10812" h="69729">
                <a:moveTo>
                  <a:pt x="0" y="0"/>
                </a:moveTo>
                <a:lnTo>
                  <a:pt x="10812" y="69729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58" name="path-501">
            <a:extLst xmlns:a="http://schemas.openxmlformats.org/drawingml/2006/main">
              <a:ext uri="{FF2B5EF4-FFF2-40B4-BE49-F238E27FC236}">
                <a16:creationId xmlns:a16="http://schemas.microsoft.com/office/drawing/2014/main" id="{AD5B4A77-F8A9-4C69-AD89-8B5424A0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2740" y="3732410"/>
            <a:ext cx="10653" cy="73484"/>
          </a:xfrm>
          <a:custGeom xmlns:a="http://schemas.openxmlformats.org/drawingml/2006/main">
            <a:pathLst>
              <a:path w="10811" h="74573">
                <a:moveTo>
                  <a:pt x="0" y="0"/>
                </a:moveTo>
                <a:lnTo>
                  <a:pt x="10811" y="74573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59" name="path-502">
            <a:extLst xmlns:a="http://schemas.openxmlformats.org/drawingml/2006/main">
              <a:ext uri="{FF2B5EF4-FFF2-40B4-BE49-F238E27FC236}">
                <a16:creationId xmlns:a16="http://schemas.microsoft.com/office/drawing/2014/main" id="{05FD7144-2225-4433-9A44-E54C3894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3393" y="3805895"/>
            <a:ext cx="10634" cy="63920"/>
          </a:xfrm>
          <a:custGeom xmlns:a="http://schemas.openxmlformats.org/drawingml/2006/main">
            <a:pathLst>
              <a:path w="10791" h="64867">
                <a:moveTo>
                  <a:pt x="0" y="0"/>
                </a:moveTo>
                <a:lnTo>
                  <a:pt x="10791" y="64867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60" name="path-503">
            <a:extLst xmlns:a="http://schemas.openxmlformats.org/drawingml/2006/main">
              <a:ext uri="{FF2B5EF4-FFF2-40B4-BE49-F238E27FC236}">
                <a16:creationId xmlns:a16="http://schemas.microsoft.com/office/drawing/2014/main" id="{A1698338-9DD9-4CF7-9700-65138CD3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4027" y="3869815"/>
            <a:ext cx="10654" cy="44210"/>
          </a:xfrm>
          <a:custGeom xmlns:a="http://schemas.openxmlformats.org/drawingml/2006/main">
            <a:pathLst>
              <a:path w="10812" h="44865">
                <a:moveTo>
                  <a:pt x="0" y="0"/>
                </a:moveTo>
                <a:lnTo>
                  <a:pt x="10812" y="44865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61" name="path-504">
            <a:extLst xmlns:a="http://schemas.openxmlformats.org/drawingml/2006/main">
              <a:ext uri="{FF2B5EF4-FFF2-40B4-BE49-F238E27FC236}">
                <a16:creationId xmlns:a16="http://schemas.microsoft.com/office/drawing/2014/main" id="{9E7FA654-F300-4FBA-A18A-3338CAD4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4681" y="3914025"/>
            <a:ext cx="10653" cy="15444"/>
          </a:xfrm>
          <a:custGeom xmlns:a="http://schemas.openxmlformats.org/drawingml/2006/main">
            <a:pathLst>
              <a:path w="10811" h="15673">
                <a:moveTo>
                  <a:pt x="0" y="0"/>
                </a:moveTo>
                <a:lnTo>
                  <a:pt x="10811" y="15673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62" name="path-505">
            <a:extLst xmlns:a="http://schemas.openxmlformats.org/drawingml/2006/main">
              <a:ext uri="{FF2B5EF4-FFF2-40B4-BE49-F238E27FC236}">
                <a16:creationId xmlns:a16="http://schemas.microsoft.com/office/drawing/2014/main" id="{7B301627-834A-43AD-B78A-C28C9CCA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5334" y="3913480"/>
            <a:ext cx="10653" cy="15990"/>
          </a:xfrm>
          <a:custGeom xmlns:a="http://schemas.openxmlformats.org/drawingml/2006/main">
            <a:pathLst>
              <a:path w="10811" h="16227">
                <a:moveTo>
                  <a:pt x="0" y="16227"/>
                </a:moveTo>
                <a:lnTo>
                  <a:pt x="10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63" name="path-506">
            <a:extLst xmlns:a="http://schemas.openxmlformats.org/drawingml/2006/main">
              <a:ext uri="{FF2B5EF4-FFF2-40B4-BE49-F238E27FC236}">
                <a16:creationId xmlns:a16="http://schemas.microsoft.com/office/drawing/2014/main" id="{64167F2A-918B-4823-BB04-F6309E01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5987" y="3868743"/>
            <a:ext cx="10654" cy="44736"/>
          </a:xfrm>
          <a:custGeom xmlns:a="http://schemas.openxmlformats.org/drawingml/2006/main">
            <a:pathLst>
              <a:path w="10812" h="45399">
                <a:moveTo>
                  <a:pt x="0" y="45399"/>
                </a:moveTo>
                <a:lnTo>
                  <a:pt x="108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64" name="path-507">
            <a:extLst xmlns:a="http://schemas.openxmlformats.org/drawingml/2006/main">
              <a:ext uri="{FF2B5EF4-FFF2-40B4-BE49-F238E27FC236}">
                <a16:creationId xmlns:a16="http://schemas.microsoft.com/office/drawing/2014/main" id="{E476A8EE-A6EB-4A90-9B58-B5AB8A5E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6641" y="3804298"/>
            <a:ext cx="10653" cy="64446"/>
          </a:xfrm>
          <a:custGeom xmlns:a="http://schemas.openxmlformats.org/drawingml/2006/main">
            <a:pathLst>
              <a:path w="10811" h="65400">
                <a:moveTo>
                  <a:pt x="0" y="65400"/>
                </a:moveTo>
                <a:lnTo>
                  <a:pt x="10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65" name="path-508">
            <a:extLst xmlns:a="http://schemas.openxmlformats.org/drawingml/2006/main">
              <a:ext uri="{FF2B5EF4-FFF2-40B4-BE49-F238E27FC236}">
                <a16:creationId xmlns:a16="http://schemas.microsoft.com/office/drawing/2014/main" id="{B2F1C820-AFC9-44D7-BDA2-624577B8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7294" y="3730813"/>
            <a:ext cx="10653" cy="73484"/>
          </a:xfrm>
          <a:custGeom xmlns:a="http://schemas.openxmlformats.org/drawingml/2006/main">
            <a:pathLst>
              <a:path w="10811" h="74573">
                <a:moveTo>
                  <a:pt x="0" y="74573"/>
                </a:moveTo>
                <a:lnTo>
                  <a:pt x="10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66" name="path-509">
            <a:extLst xmlns:a="http://schemas.openxmlformats.org/drawingml/2006/main">
              <a:ext uri="{FF2B5EF4-FFF2-40B4-BE49-F238E27FC236}">
                <a16:creationId xmlns:a16="http://schemas.microsoft.com/office/drawing/2014/main" id="{17E3ACB6-22C3-468E-97C7-FEADD5ED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7948" y="3662102"/>
            <a:ext cx="10653" cy="68711"/>
          </a:xfrm>
          <a:custGeom xmlns:a="http://schemas.openxmlformats.org/drawingml/2006/main">
            <a:pathLst>
              <a:path w="10811" h="69729">
                <a:moveTo>
                  <a:pt x="0" y="69729"/>
                </a:moveTo>
                <a:lnTo>
                  <a:pt x="10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67" name="path-510">
            <a:extLst xmlns:a="http://schemas.openxmlformats.org/drawingml/2006/main">
              <a:ext uri="{FF2B5EF4-FFF2-40B4-BE49-F238E27FC236}">
                <a16:creationId xmlns:a16="http://schemas.microsoft.com/office/drawing/2014/main" id="{8E46EC88-C93E-4E07-A304-6466C41B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8601" y="3607783"/>
            <a:ext cx="10654" cy="54319"/>
          </a:xfrm>
          <a:custGeom xmlns:a="http://schemas.openxmlformats.org/drawingml/2006/main">
            <a:pathLst>
              <a:path w="10812" h="55123">
                <a:moveTo>
                  <a:pt x="0" y="55123"/>
                </a:moveTo>
                <a:lnTo>
                  <a:pt x="108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68" name="path-511">
            <a:extLst xmlns:a="http://schemas.openxmlformats.org/drawingml/2006/main">
              <a:ext uri="{FF2B5EF4-FFF2-40B4-BE49-F238E27FC236}">
                <a16:creationId xmlns:a16="http://schemas.microsoft.com/office/drawing/2014/main" id="{ABAB7128-E8C6-4EEF-B7ED-634305FB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9255" y="3575278"/>
            <a:ext cx="10653" cy="32505"/>
          </a:xfrm>
          <a:custGeom xmlns:a="http://schemas.openxmlformats.org/drawingml/2006/main">
            <a:pathLst>
              <a:path w="10811" h="32987">
                <a:moveTo>
                  <a:pt x="0" y="32987"/>
                </a:moveTo>
                <a:lnTo>
                  <a:pt x="10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69" name="path-512">
            <a:extLst xmlns:a="http://schemas.openxmlformats.org/drawingml/2006/main">
              <a:ext uri="{FF2B5EF4-FFF2-40B4-BE49-F238E27FC236}">
                <a16:creationId xmlns:a16="http://schemas.microsoft.com/office/drawing/2014/main" id="{C78F500E-B5EA-40F4-9D75-E614ED05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9908" y="3567293"/>
            <a:ext cx="10653" cy="7985"/>
          </a:xfrm>
          <a:custGeom xmlns:a="http://schemas.openxmlformats.org/drawingml/2006/main">
            <a:pathLst>
              <a:path w="10811" h="8104">
                <a:moveTo>
                  <a:pt x="0" y="8104"/>
                </a:moveTo>
                <a:lnTo>
                  <a:pt x="10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70" name="path-513">
            <a:extLst xmlns:a="http://schemas.openxmlformats.org/drawingml/2006/main">
              <a:ext uri="{FF2B5EF4-FFF2-40B4-BE49-F238E27FC236}">
                <a16:creationId xmlns:a16="http://schemas.microsoft.com/office/drawing/2014/main" id="{DC2EFBBB-3773-4F4A-BD88-7CEBAE1A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0561" y="3567293"/>
            <a:ext cx="10653" cy="13321"/>
          </a:xfrm>
          <a:custGeom xmlns:a="http://schemas.openxmlformats.org/drawingml/2006/main">
            <a:pathLst>
              <a:path w="10811" h="13519">
                <a:moveTo>
                  <a:pt x="0" y="0"/>
                </a:moveTo>
                <a:lnTo>
                  <a:pt x="10811" y="13519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71" name="path-514">
            <a:extLst xmlns:a="http://schemas.openxmlformats.org/drawingml/2006/main">
              <a:ext uri="{FF2B5EF4-FFF2-40B4-BE49-F238E27FC236}">
                <a16:creationId xmlns:a16="http://schemas.microsoft.com/office/drawing/2014/main" id="{93058124-D46F-4A42-870E-0096F9D5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1214" y="3580614"/>
            <a:ext cx="10654" cy="29293"/>
          </a:xfrm>
          <a:custGeom xmlns:a="http://schemas.openxmlformats.org/drawingml/2006/main">
            <a:pathLst>
              <a:path w="10812" h="29727">
                <a:moveTo>
                  <a:pt x="0" y="0"/>
                </a:moveTo>
                <a:lnTo>
                  <a:pt x="10812" y="29727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72" name="path-515">
            <a:extLst xmlns:a="http://schemas.openxmlformats.org/drawingml/2006/main">
              <a:ext uri="{FF2B5EF4-FFF2-40B4-BE49-F238E27FC236}">
                <a16:creationId xmlns:a16="http://schemas.microsoft.com/office/drawing/2014/main" id="{EB80D662-5300-4998-ADC8-A903A36F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868" y="3609907"/>
            <a:ext cx="10653" cy="36751"/>
          </a:xfrm>
          <a:custGeom xmlns:a="http://schemas.openxmlformats.org/drawingml/2006/main">
            <a:pathLst>
              <a:path w="10811" h="37296">
                <a:moveTo>
                  <a:pt x="0" y="0"/>
                </a:moveTo>
                <a:lnTo>
                  <a:pt x="10811" y="37296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73" name="path-516">
            <a:extLst xmlns:a="http://schemas.openxmlformats.org/drawingml/2006/main">
              <a:ext uri="{FF2B5EF4-FFF2-40B4-BE49-F238E27FC236}">
                <a16:creationId xmlns:a16="http://schemas.microsoft.com/office/drawing/2014/main" id="{E7EA6467-BE83-4757-B208-7796A052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2521" y="3646658"/>
            <a:ext cx="10634" cy="37277"/>
          </a:xfrm>
          <a:custGeom xmlns:a="http://schemas.openxmlformats.org/drawingml/2006/main">
            <a:pathLst>
              <a:path w="10791" h="37830">
                <a:moveTo>
                  <a:pt x="0" y="0"/>
                </a:moveTo>
                <a:lnTo>
                  <a:pt x="10791" y="3783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74" name="path-517">
            <a:extLst xmlns:a="http://schemas.openxmlformats.org/drawingml/2006/main">
              <a:ext uri="{FF2B5EF4-FFF2-40B4-BE49-F238E27FC236}">
                <a16:creationId xmlns:a16="http://schemas.microsoft.com/office/drawing/2014/main" id="{6B2B1D23-4DAF-42A4-B532-9C2098E1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3155" y="3683935"/>
            <a:ext cx="10654" cy="31960"/>
          </a:xfrm>
          <a:custGeom xmlns:a="http://schemas.openxmlformats.org/drawingml/2006/main">
            <a:pathLst>
              <a:path w="10812" h="32433">
                <a:moveTo>
                  <a:pt x="0" y="0"/>
                </a:moveTo>
                <a:lnTo>
                  <a:pt x="10812" y="32433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75" name="path-518">
            <a:extLst xmlns:a="http://schemas.openxmlformats.org/drawingml/2006/main">
              <a:ext uri="{FF2B5EF4-FFF2-40B4-BE49-F238E27FC236}">
                <a16:creationId xmlns:a16="http://schemas.microsoft.com/office/drawing/2014/main" id="{733C19EC-49DD-4E67-B4A2-D6DD5D55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3809" y="3715895"/>
            <a:ext cx="10653" cy="22359"/>
          </a:xfrm>
          <a:custGeom xmlns:a="http://schemas.openxmlformats.org/drawingml/2006/main">
            <a:pathLst>
              <a:path w="10811" h="22690">
                <a:moveTo>
                  <a:pt x="0" y="0"/>
                </a:moveTo>
                <a:lnTo>
                  <a:pt x="10811" y="2269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76" name="path-519">
            <a:extLst xmlns:a="http://schemas.openxmlformats.org/drawingml/2006/main">
              <a:ext uri="{FF2B5EF4-FFF2-40B4-BE49-F238E27FC236}">
                <a16:creationId xmlns:a16="http://schemas.microsoft.com/office/drawing/2014/main" id="{51881476-D76D-43C7-B7BA-5A8FE0C0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4462" y="3738254"/>
            <a:ext cx="10653" cy="11724"/>
          </a:xfrm>
          <a:custGeom xmlns:a="http://schemas.openxmlformats.org/drawingml/2006/main">
            <a:pathLst>
              <a:path w="10811" h="11898">
                <a:moveTo>
                  <a:pt x="0" y="0"/>
                </a:moveTo>
                <a:lnTo>
                  <a:pt x="10811" y="11898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77" name="path-520">
            <a:extLst xmlns:a="http://schemas.openxmlformats.org/drawingml/2006/main">
              <a:ext uri="{FF2B5EF4-FFF2-40B4-BE49-F238E27FC236}">
                <a16:creationId xmlns:a16="http://schemas.microsoft.com/office/drawing/2014/main" id="{97294674-C46A-49EC-B40B-09A4717A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5115" y="3749978"/>
            <a:ext cx="10654" cy="2668"/>
          </a:xfrm>
          <a:custGeom xmlns:a="http://schemas.openxmlformats.org/drawingml/2006/main">
            <a:pathLst>
              <a:path w="10812" h="2707">
                <a:moveTo>
                  <a:pt x="0" y="0"/>
                </a:moveTo>
                <a:lnTo>
                  <a:pt x="10812" y="2707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78" name="path-521">
            <a:extLst xmlns:a="http://schemas.openxmlformats.org/drawingml/2006/main">
              <a:ext uri="{FF2B5EF4-FFF2-40B4-BE49-F238E27FC236}">
                <a16:creationId xmlns:a16="http://schemas.microsoft.com/office/drawing/2014/main" id="{BB79FF33-85CA-48BC-8E82-CF9B88DA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5770" y="3747855"/>
            <a:ext cx="10653" cy="4791"/>
          </a:xfrm>
          <a:custGeom xmlns:a="http://schemas.openxmlformats.org/drawingml/2006/main">
            <a:pathLst>
              <a:path w="10811" h="4862">
                <a:moveTo>
                  <a:pt x="0" y="4862"/>
                </a:moveTo>
                <a:lnTo>
                  <a:pt x="10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79" name="path-522">
            <a:extLst xmlns:a="http://schemas.openxmlformats.org/drawingml/2006/main">
              <a:ext uri="{FF2B5EF4-FFF2-40B4-BE49-F238E27FC236}">
                <a16:creationId xmlns:a16="http://schemas.microsoft.com/office/drawing/2014/main" id="{05357A18-3949-4827-85E9-0DA76A78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6423" y="3739325"/>
            <a:ext cx="10653" cy="8530"/>
          </a:xfrm>
          <a:custGeom xmlns:a="http://schemas.openxmlformats.org/drawingml/2006/main">
            <a:pathLst>
              <a:path w="10811" h="8656">
                <a:moveTo>
                  <a:pt x="0" y="8656"/>
                </a:moveTo>
                <a:lnTo>
                  <a:pt x="10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80" name="path-523">
            <a:extLst xmlns:a="http://schemas.openxmlformats.org/drawingml/2006/main">
              <a:ext uri="{FF2B5EF4-FFF2-40B4-BE49-F238E27FC236}">
                <a16:creationId xmlns:a16="http://schemas.microsoft.com/office/drawing/2014/main" id="{19579B47-82F1-4A8F-8A74-1DDF86D0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7076" y="3729217"/>
            <a:ext cx="10653" cy="10108"/>
          </a:xfrm>
          <a:custGeom xmlns:a="http://schemas.openxmlformats.org/drawingml/2006/main">
            <a:pathLst>
              <a:path w="10811" h="10258">
                <a:moveTo>
                  <a:pt x="0" y="10258"/>
                </a:moveTo>
                <a:lnTo>
                  <a:pt x="10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81" name="path-524">
            <a:extLst xmlns:a="http://schemas.openxmlformats.org/drawingml/2006/main">
              <a:ext uri="{FF2B5EF4-FFF2-40B4-BE49-F238E27FC236}">
                <a16:creationId xmlns:a16="http://schemas.microsoft.com/office/drawing/2014/main" id="{79D10235-E895-446E-8C3F-19AB78F9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7729" y="3720160"/>
            <a:ext cx="10654" cy="9057"/>
          </a:xfrm>
          <a:custGeom xmlns:a="http://schemas.openxmlformats.org/drawingml/2006/main">
            <a:pathLst>
              <a:path w="10812" h="9191">
                <a:moveTo>
                  <a:pt x="0" y="9191"/>
                </a:moveTo>
                <a:lnTo>
                  <a:pt x="108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82" name="path-525">
            <a:extLst xmlns:a="http://schemas.openxmlformats.org/drawingml/2006/main">
              <a:ext uri="{FF2B5EF4-FFF2-40B4-BE49-F238E27FC236}">
                <a16:creationId xmlns:a16="http://schemas.microsoft.com/office/drawing/2014/main" id="{E2FDCDD9-904F-4F49-90AB-C747CF45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8383" y="3713227"/>
            <a:ext cx="10652" cy="6932"/>
          </a:xfrm>
          <a:custGeom xmlns:a="http://schemas.openxmlformats.org/drawingml/2006/main">
            <a:pathLst>
              <a:path w="10810" h="7035">
                <a:moveTo>
                  <a:pt x="0" y="7035"/>
                </a:moveTo>
                <a:lnTo>
                  <a:pt x="108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83" name="path-526">
            <a:extLst xmlns:a="http://schemas.openxmlformats.org/drawingml/2006/main">
              <a:ext uri="{FF2B5EF4-FFF2-40B4-BE49-F238E27FC236}">
                <a16:creationId xmlns:a16="http://schemas.microsoft.com/office/drawing/2014/main" id="{D2E3ACAF-CF44-4071-A059-A49EE21D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9035" y="3708962"/>
            <a:ext cx="10654" cy="4265"/>
          </a:xfrm>
          <a:custGeom xmlns:a="http://schemas.openxmlformats.org/drawingml/2006/main">
            <a:pathLst>
              <a:path w="10812" h="4328">
                <a:moveTo>
                  <a:pt x="0" y="4328"/>
                </a:moveTo>
                <a:lnTo>
                  <a:pt x="108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84" name="path-527">
            <a:extLst xmlns:a="http://schemas.openxmlformats.org/drawingml/2006/main">
              <a:ext uri="{FF2B5EF4-FFF2-40B4-BE49-F238E27FC236}">
                <a16:creationId xmlns:a16="http://schemas.microsoft.com/office/drawing/2014/main" id="{9A178316-7019-4A54-8A36-C707594F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9689" y="3706839"/>
            <a:ext cx="10653" cy="2123"/>
          </a:xfrm>
          <a:custGeom xmlns:a="http://schemas.openxmlformats.org/drawingml/2006/main">
            <a:pathLst>
              <a:path w="10811" h="2155">
                <a:moveTo>
                  <a:pt x="0" y="2155"/>
                </a:moveTo>
                <a:lnTo>
                  <a:pt x="10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85" name="path-528">
            <a:extLst xmlns:a="http://schemas.openxmlformats.org/drawingml/2006/main">
              <a:ext uri="{FF2B5EF4-FFF2-40B4-BE49-F238E27FC236}">
                <a16:creationId xmlns:a16="http://schemas.microsoft.com/office/drawing/2014/main" id="{0BE4824D-2CB3-4A04-B9C1-695FABC8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0342" y="3706313"/>
            <a:ext cx="10654" cy="526"/>
          </a:xfrm>
          <a:custGeom xmlns:a="http://schemas.openxmlformats.org/drawingml/2006/main">
            <a:pathLst>
              <a:path w="10812" h="534">
                <a:moveTo>
                  <a:pt x="0" y="534"/>
                </a:moveTo>
                <a:lnTo>
                  <a:pt x="108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86" name="path-529">
            <a:extLst xmlns:a="http://schemas.openxmlformats.org/drawingml/2006/main">
              <a:ext uri="{FF2B5EF4-FFF2-40B4-BE49-F238E27FC236}">
                <a16:creationId xmlns:a16="http://schemas.microsoft.com/office/drawing/2014/main" id="{93D0815A-E5ED-4279-A7D7-A431055E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0996" y="3706313"/>
            <a:ext cx="10652" cy="526"/>
          </a:xfrm>
          <a:custGeom xmlns:a="http://schemas.openxmlformats.org/drawingml/2006/main">
            <a:pathLst>
              <a:path w="10810" h="534">
                <a:moveTo>
                  <a:pt x="0" y="0"/>
                </a:moveTo>
                <a:lnTo>
                  <a:pt x="10810" y="534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87" name="path-530">
            <a:extLst xmlns:a="http://schemas.openxmlformats.org/drawingml/2006/main">
              <a:ext uri="{FF2B5EF4-FFF2-40B4-BE49-F238E27FC236}">
                <a16:creationId xmlns:a16="http://schemas.microsoft.com/office/drawing/2014/main" id="{860BF199-0133-4E77-A56C-EBC4B7C7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1648" y="3706839"/>
            <a:ext cx="10635" cy="1071"/>
          </a:xfrm>
          <a:custGeom xmlns:a="http://schemas.openxmlformats.org/drawingml/2006/main">
            <a:pathLst>
              <a:path w="10793" h="1087">
                <a:moveTo>
                  <a:pt x="0" y="0"/>
                </a:moveTo>
                <a:lnTo>
                  <a:pt x="10793" y="1087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88" name="path-531">
            <a:extLst xmlns:a="http://schemas.openxmlformats.org/drawingml/2006/main">
              <a:ext uri="{FF2B5EF4-FFF2-40B4-BE49-F238E27FC236}">
                <a16:creationId xmlns:a16="http://schemas.microsoft.com/office/drawing/2014/main" id="{6DA6713A-C815-439E-8D8D-3C430D99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283" y="3707910"/>
            <a:ext cx="10653" cy="1052"/>
          </a:xfrm>
          <a:custGeom xmlns:a="http://schemas.openxmlformats.org/drawingml/2006/main">
            <a:pathLst>
              <a:path w="10811" h="1068">
                <a:moveTo>
                  <a:pt x="0" y="0"/>
                </a:moveTo>
                <a:lnTo>
                  <a:pt x="10811" y="1068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89" name="path-532">
            <a:extLst xmlns:a="http://schemas.openxmlformats.org/drawingml/2006/main">
              <a:ext uri="{FF2B5EF4-FFF2-40B4-BE49-F238E27FC236}">
                <a16:creationId xmlns:a16="http://schemas.microsoft.com/office/drawing/2014/main" id="{3A6B3FED-7F65-43D5-A81D-478A5E2A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2936" y="3708962"/>
            <a:ext cx="10654" cy="1071"/>
          </a:xfrm>
          <a:custGeom xmlns:a="http://schemas.openxmlformats.org/drawingml/2006/main">
            <a:pathLst>
              <a:path w="10812" h="1087">
                <a:moveTo>
                  <a:pt x="0" y="0"/>
                </a:moveTo>
                <a:lnTo>
                  <a:pt x="10812" y="1087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90" name="path-533">
            <a:extLst xmlns:a="http://schemas.openxmlformats.org/drawingml/2006/main">
              <a:ext uri="{FF2B5EF4-FFF2-40B4-BE49-F238E27FC236}">
                <a16:creationId xmlns:a16="http://schemas.microsoft.com/office/drawing/2014/main" id="{B54C41ED-490B-4BA8-A25B-3E19D070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3591" y="3710033"/>
            <a:ext cx="11198" cy="526"/>
          </a:xfrm>
          <a:custGeom xmlns:a="http://schemas.openxmlformats.org/drawingml/2006/main">
            <a:pathLst>
              <a:path w="11364" h="534">
                <a:moveTo>
                  <a:pt x="0" y="0"/>
                </a:moveTo>
                <a:lnTo>
                  <a:pt x="11364" y="534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91" name="path-534">
            <a:extLst xmlns:a="http://schemas.openxmlformats.org/drawingml/2006/main">
              <a:ext uri="{FF2B5EF4-FFF2-40B4-BE49-F238E27FC236}">
                <a16:creationId xmlns:a16="http://schemas.microsoft.com/office/drawing/2014/main" id="{F5A86D65-7325-43FC-9DD8-4B4CA1F8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4788" y="3710559"/>
            <a:ext cx="10654" cy="545"/>
          </a:xfrm>
          <a:custGeom xmlns:a="http://schemas.openxmlformats.org/drawingml/2006/main">
            <a:pathLst>
              <a:path w="10812" h="553">
                <a:moveTo>
                  <a:pt x="0" y="0"/>
                </a:moveTo>
                <a:lnTo>
                  <a:pt x="10812" y="553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55555"/>
            </a:solidFill>
            <a:prstDash val="solid"/>
          </a:ln>
        </p:spPr>
      </p:sp>
      <p:sp>
        <p:nvSpPr>
          <p:cNvPr id="592" name="path-535">
            <a:extLst xmlns:a="http://schemas.openxmlformats.org/drawingml/2006/main">
              <a:ext uri="{FF2B5EF4-FFF2-40B4-BE49-F238E27FC236}">
                <a16:creationId xmlns:a16="http://schemas.microsoft.com/office/drawing/2014/main" id="{109EE34F-2048-497F-A87F-2E602614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7655" y="3756912"/>
            <a:ext cx="123557" cy="136877"/>
          </a:xfrm>
          <a:custGeom xmlns:a="http://schemas.openxmlformats.org/drawingml/2006/main">
            <a:pathLst>
              <a:path w="125387" h="138905">
                <a:moveTo>
                  <a:pt x="0" y="138905"/>
                </a:moveTo>
                <a:lnTo>
                  <a:pt x="0" y="129162"/>
                </a:lnTo>
                <a:lnTo>
                  <a:pt x="533" y="119972"/>
                </a:lnTo>
                <a:lnTo>
                  <a:pt x="1621" y="110800"/>
                </a:lnTo>
                <a:lnTo>
                  <a:pt x="2688" y="101609"/>
                </a:lnTo>
                <a:lnTo>
                  <a:pt x="4309" y="92419"/>
                </a:lnTo>
                <a:lnTo>
                  <a:pt x="6482" y="83229"/>
                </a:lnTo>
                <a:lnTo>
                  <a:pt x="8638" y="74572"/>
                </a:lnTo>
                <a:lnTo>
                  <a:pt x="11345" y="65401"/>
                </a:lnTo>
                <a:lnTo>
                  <a:pt x="14585" y="56744"/>
                </a:lnTo>
                <a:lnTo>
                  <a:pt x="17828" y="48088"/>
                </a:lnTo>
                <a:lnTo>
                  <a:pt x="21604" y="39451"/>
                </a:lnTo>
                <a:lnTo>
                  <a:pt x="25397" y="31347"/>
                </a:lnTo>
                <a:lnTo>
                  <a:pt x="29726" y="23224"/>
                </a:lnTo>
                <a:lnTo>
                  <a:pt x="34588" y="15121"/>
                </a:lnTo>
                <a:lnTo>
                  <a:pt x="39450" y="7551"/>
                </a:lnTo>
                <a:lnTo>
                  <a:pt x="44847" y="0"/>
                </a:lnTo>
                <a:lnTo>
                  <a:pt x="125387" y="57831"/>
                </a:lnTo>
                <a:lnTo>
                  <a:pt x="122145" y="62694"/>
                </a:lnTo>
                <a:lnTo>
                  <a:pt x="118904" y="67022"/>
                </a:lnTo>
                <a:lnTo>
                  <a:pt x="116197" y="71884"/>
                </a:lnTo>
                <a:lnTo>
                  <a:pt x="114041" y="76193"/>
                </a:lnTo>
                <a:lnTo>
                  <a:pt x="111334" y="81074"/>
                </a:lnTo>
                <a:lnTo>
                  <a:pt x="109179" y="85937"/>
                </a:lnTo>
                <a:lnTo>
                  <a:pt x="107560" y="91332"/>
                </a:lnTo>
                <a:lnTo>
                  <a:pt x="105385" y="96195"/>
                </a:lnTo>
                <a:lnTo>
                  <a:pt x="104298" y="101609"/>
                </a:lnTo>
                <a:lnTo>
                  <a:pt x="102677" y="106472"/>
                </a:lnTo>
                <a:lnTo>
                  <a:pt x="101609" y="111867"/>
                </a:lnTo>
                <a:lnTo>
                  <a:pt x="100523" y="117283"/>
                </a:lnTo>
                <a:lnTo>
                  <a:pt x="99989" y="122679"/>
                </a:lnTo>
                <a:lnTo>
                  <a:pt x="99436" y="128094"/>
                </a:lnTo>
                <a:lnTo>
                  <a:pt x="98901" y="133490"/>
                </a:lnTo>
                <a:lnTo>
                  <a:pt x="98901" y="138905"/>
                </a:lnTo>
                <a:lnTo>
                  <a:pt x="0" y="138905"/>
                </a:lnTo>
              </a:path>
            </a:pathLst>
          </a:custGeom>
          <a:solidFill xmlns:a="http://schemas.openxmlformats.org/drawingml/2006/main">
            <a:srgbClr val="509E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" name="path-536">
            <a:extLst xmlns:a="http://schemas.openxmlformats.org/drawingml/2006/main">
              <a:ext uri="{FF2B5EF4-FFF2-40B4-BE49-F238E27FC236}">
                <a16:creationId xmlns:a16="http://schemas.microsoft.com/office/drawing/2014/main" id="{9554F426-1731-4EF3-A007-E5517C22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2392" y="3672210"/>
            <a:ext cx="146459" cy="142214"/>
          </a:xfrm>
          <a:custGeom xmlns:a="http://schemas.openxmlformats.org/drawingml/2006/main">
            <a:pathLst>
              <a:path w="148628" h="144321">
                <a:moveTo>
                  <a:pt x="0" y="85403"/>
                </a:moveTo>
                <a:lnTo>
                  <a:pt x="5396" y="78386"/>
                </a:lnTo>
                <a:lnTo>
                  <a:pt x="11344" y="70817"/>
                </a:lnTo>
                <a:lnTo>
                  <a:pt x="17293" y="64334"/>
                </a:lnTo>
                <a:lnTo>
                  <a:pt x="23777" y="57297"/>
                </a:lnTo>
                <a:lnTo>
                  <a:pt x="30259" y="50815"/>
                </a:lnTo>
                <a:lnTo>
                  <a:pt x="37296" y="44866"/>
                </a:lnTo>
                <a:lnTo>
                  <a:pt x="44311" y="38917"/>
                </a:lnTo>
                <a:lnTo>
                  <a:pt x="51882" y="33521"/>
                </a:lnTo>
                <a:lnTo>
                  <a:pt x="59451" y="28125"/>
                </a:lnTo>
                <a:lnTo>
                  <a:pt x="67555" y="23244"/>
                </a:lnTo>
                <a:lnTo>
                  <a:pt x="75125" y="18382"/>
                </a:lnTo>
                <a:lnTo>
                  <a:pt x="83762" y="14072"/>
                </a:lnTo>
                <a:lnTo>
                  <a:pt x="91884" y="9744"/>
                </a:lnTo>
                <a:lnTo>
                  <a:pt x="100522" y="5950"/>
                </a:lnTo>
                <a:lnTo>
                  <a:pt x="109179" y="2708"/>
                </a:lnTo>
                <a:lnTo>
                  <a:pt x="117816" y="0"/>
                </a:lnTo>
                <a:lnTo>
                  <a:pt x="148628" y="94060"/>
                </a:lnTo>
                <a:lnTo>
                  <a:pt x="143233" y="96214"/>
                </a:lnTo>
                <a:lnTo>
                  <a:pt x="138352" y="97835"/>
                </a:lnTo>
                <a:lnTo>
                  <a:pt x="133489" y="100009"/>
                </a:lnTo>
                <a:lnTo>
                  <a:pt x="128627" y="102697"/>
                </a:lnTo>
                <a:lnTo>
                  <a:pt x="123764" y="104870"/>
                </a:lnTo>
                <a:lnTo>
                  <a:pt x="118904" y="107560"/>
                </a:lnTo>
                <a:lnTo>
                  <a:pt x="114574" y="110820"/>
                </a:lnTo>
                <a:lnTo>
                  <a:pt x="110247" y="113508"/>
                </a:lnTo>
                <a:lnTo>
                  <a:pt x="105937" y="116750"/>
                </a:lnTo>
                <a:lnTo>
                  <a:pt x="101609" y="120544"/>
                </a:lnTo>
                <a:lnTo>
                  <a:pt x="97815" y="123786"/>
                </a:lnTo>
                <a:lnTo>
                  <a:pt x="94040" y="127561"/>
                </a:lnTo>
                <a:lnTo>
                  <a:pt x="90264" y="131355"/>
                </a:lnTo>
                <a:lnTo>
                  <a:pt x="86469" y="135665"/>
                </a:lnTo>
                <a:lnTo>
                  <a:pt x="83229" y="139993"/>
                </a:lnTo>
                <a:lnTo>
                  <a:pt x="79988" y="144321"/>
                </a:lnTo>
                <a:lnTo>
                  <a:pt x="0" y="85403"/>
                </a:lnTo>
              </a:path>
            </a:pathLst>
          </a:custGeom>
          <a:solidFill xmlns:a="http://schemas.openxmlformats.org/drawingml/2006/main">
            <a:srgbClr val="8BB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4" name="path-537">
            <a:extLst xmlns:a="http://schemas.openxmlformats.org/drawingml/2006/main">
              <a:ext uri="{FF2B5EF4-FFF2-40B4-BE49-F238E27FC236}">
                <a16:creationId xmlns:a16="http://schemas.microsoft.com/office/drawing/2014/main" id="{BAA1BB37-8253-41CE-8338-C36D5E77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8488" y="3660505"/>
            <a:ext cx="143811" cy="104392"/>
          </a:xfrm>
          <a:custGeom xmlns:a="http://schemas.openxmlformats.org/drawingml/2006/main">
            <a:pathLst>
              <a:path w="145941" h="105938">
                <a:moveTo>
                  <a:pt x="0" y="11345"/>
                </a:moveTo>
                <a:lnTo>
                  <a:pt x="8657" y="8638"/>
                </a:lnTo>
                <a:lnTo>
                  <a:pt x="17847" y="6483"/>
                </a:lnTo>
                <a:lnTo>
                  <a:pt x="26485" y="4328"/>
                </a:lnTo>
                <a:lnTo>
                  <a:pt x="35675" y="2708"/>
                </a:lnTo>
                <a:lnTo>
                  <a:pt x="44865" y="1621"/>
                </a:lnTo>
                <a:lnTo>
                  <a:pt x="54056" y="535"/>
                </a:lnTo>
                <a:lnTo>
                  <a:pt x="63246" y="0"/>
                </a:lnTo>
                <a:lnTo>
                  <a:pt x="72971" y="0"/>
                </a:lnTo>
                <a:lnTo>
                  <a:pt x="82161" y="0"/>
                </a:lnTo>
                <a:lnTo>
                  <a:pt x="91351" y="535"/>
                </a:lnTo>
                <a:lnTo>
                  <a:pt x="100541" y="1621"/>
                </a:lnTo>
                <a:lnTo>
                  <a:pt x="109733" y="2708"/>
                </a:lnTo>
                <a:lnTo>
                  <a:pt x="118904" y="4328"/>
                </a:lnTo>
                <a:lnTo>
                  <a:pt x="127561" y="6483"/>
                </a:lnTo>
                <a:lnTo>
                  <a:pt x="136751" y="8638"/>
                </a:lnTo>
                <a:lnTo>
                  <a:pt x="145941" y="11345"/>
                </a:lnTo>
                <a:lnTo>
                  <a:pt x="115128" y="105938"/>
                </a:lnTo>
                <a:lnTo>
                  <a:pt x="109733" y="104318"/>
                </a:lnTo>
                <a:lnTo>
                  <a:pt x="104850" y="102697"/>
                </a:lnTo>
                <a:lnTo>
                  <a:pt x="99455" y="101610"/>
                </a:lnTo>
                <a:lnTo>
                  <a:pt x="94059" y="100523"/>
                </a:lnTo>
                <a:lnTo>
                  <a:pt x="88644" y="99989"/>
                </a:lnTo>
                <a:lnTo>
                  <a:pt x="83248" y="99455"/>
                </a:lnTo>
                <a:lnTo>
                  <a:pt x="77832" y="98903"/>
                </a:lnTo>
                <a:lnTo>
                  <a:pt x="72971" y="98903"/>
                </a:lnTo>
                <a:lnTo>
                  <a:pt x="67575" y="98903"/>
                </a:lnTo>
                <a:lnTo>
                  <a:pt x="62159" y="99455"/>
                </a:lnTo>
                <a:lnTo>
                  <a:pt x="56763" y="99989"/>
                </a:lnTo>
                <a:lnTo>
                  <a:pt x="51349" y="100523"/>
                </a:lnTo>
                <a:lnTo>
                  <a:pt x="45953" y="101610"/>
                </a:lnTo>
                <a:lnTo>
                  <a:pt x="40537" y="102697"/>
                </a:lnTo>
                <a:lnTo>
                  <a:pt x="35675" y="104318"/>
                </a:lnTo>
                <a:lnTo>
                  <a:pt x="30279" y="105938"/>
                </a:lnTo>
                <a:lnTo>
                  <a:pt x="0" y="11345"/>
                </a:lnTo>
              </a:path>
            </a:pathLst>
          </a:custGeom>
          <a:solidFill xmlns:a="http://schemas.openxmlformats.org/drawingml/2006/main">
            <a:srgbClr val="E2C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" name="path-538">
            <a:extLst xmlns:a="http://schemas.openxmlformats.org/drawingml/2006/main">
              <a:ext uri="{FF2B5EF4-FFF2-40B4-BE49-F238E27FC236}">
                <a16:creationId xmlns:a16="http://schemas.microsoft.com/office/drawing/2014/main" id="{AE232A52-A2E3-4924-9BAB-E76C1193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2462" y="3672210"/>
            <a:ext cx="146479" cy="142214"/>
          </a:xfrm>
          <a:custGeom xmlns:a="http://schemas.openxmlformats.org/drawingml/2006/main">
            <a:pathLst>
              <a:path w="148649" h="144321">
                <a:moveTo>
                  <a:pt x="30279" y="0"/>
                </a:moveTo>
                <a:lnTo>
                  <a:pt x="38916" y="2708"/>
                </a:lnTo>
                <a:lnTo>
                  <a:pt x="47573" y="5950"/>
                </a:lnTo>
                <a:lnTo>
                  <a:pt x="56211" y="9744"/>
                </a:lnTo>
                <a:lnTo>
                  <a:pt x="64333" y="14072"/>
                </a:lnTo>
                <a:lnTo>
                  <a:pt x="72971" y="18382"/>
                </a:lnTo>
                <a:lnTo>
                  <a:pt x="80540" y="23244"/>
                </a:lnTo>
                <a:lnTo>
                  <a:pt x="88643" y="28125"/>
                </a:lnTo>
                <a:lnTo>
                  <a:pt x="96214" y="33521"/>
                </a:lnTo>
                <a:lnTo>
                  <a:pt x="103783" y="38917"/>
                </a:lnTo>
                <a:lnTo>
                  <a:pt x="110800" y="44866"/>
                </a:lnTo>
                <a:lnTo>
                  <a:pt x="117836" y="50815"/>
                </a:lnTo>
                <a:lnTo>
                  <a:pt x="124319" y="57297"/>
                </a:lnTo>
                <a:lnTo>
                  <a:pt x="130802" y="64334"/>
                </a:lnTo>
                <a:lnTo>
                  <a:pt x="136751" y="70817"/>
                </a:lnTo>
                <a:lnTo>
                  <a:pt x="142700" y="78386"/>
                </a:lnTo>
                <a:lnTo>
                  <a:pt x="148649" y="85403"/>
                </a:lnTo>
                <a:lnTo>
                  <a:pt x="68109" y="144321"/>
                </a:lnTo>
                <a:lnTo>
                  <a:pt x="64866" y="139993"/>
                </a:lnTo>
                <a:lnTo>
                  <a:pt x="61625" y="135665"/>
                </a:lnTo>
                <a:lnTo>
                  <a:pt x="57831" y="131355"/>
                </a:lnTo>
                <a:lnTo>
                  <a:pt x="54056" y="127561"/>
                </a:lnTo>
                <a:lnTo>
                  <a:pt x="50281" y="123786"/>
                </a:lnTo>
                <a:lnTo>
                  <a:pt x="46486" y="120544"/>
                </a:lnTo>
                <a:lnTo>
                  <a:pt x="42157" y="116750"/>
                </a:lnTo>
                <a:lnTo>
                  <a:pt x="37848" y="113508"/>
                </a:lnTo>
                <a:lnTo>
                  <a:pt x="33520" y="110820"/>
                </a:lnTo>
                <a:lnTo>
                  <a:pt x="29191" y="107560"/>
                </a:lnTo>
                <a:lnTo>
                  <a:pt x="24330" y="104870"/>
                </a:lnTo>
                <a:lnTo>
                  <a:pt x="19468" y="102697"/>
                </a:lnTo>
                <a:lnTo>
                  <a:pt x="14605" y="100009"/>
                </a:lnTo>
                <a:lnTo>
                  <a:pt x="9743" y="97835"/>
                </a:lnTo>
                <a:lnTo>
                  <a:pt x="4862" y="96214"/>
                </a:lnTo>
                <a:lnTo>
                  <a:pt x="0" y="94060"/>
                </a:lnTo>
                <a:lnTo>
                  <a:pt x="30279" y="0"/>
                </a:lnTo>
              </a:path>
            </a:pathLst>
          </a:custGeom>
          <a:solidFill xmlns:a="http://schemas.openxmlformats.org/drawingml/2006/main">
            <a:srgbClr val="E88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6" name="path-539">
            <a:extLst xmlns:a="http://schemas.openxmlformats.org/drawingml/2006/main">
              <a:ext uri="{FF2B5EF4-FFF2-40B4-BE49-F238E27FC236}">
                <a16:creationId xmlns:a16="http://schemas.microsoft.com/office/drawing/2014/main" id="{6F68955F-BCFA-4A78-9FF2-EE5EF2AC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9577" y="3756912"/>
            <a:ext cx="123556" cy="136877"/>
          </a:xfrm>
          <a:custGeom xmlns:a="http://schemas.openxmlformats.org/drawingml/2006/main">
            <a:pathLst>
              <a:path w="125386" h="138905">
                <a:moveTo>
                  <a:pt x="79988" y="0"/>
                </a:moveTo>
                <a:lnTo>
                  <a:pt x="85402" y="7551"/>
                </a:lnTo>
                <a:lnTo>
                  <a:pt x="90264" y="15121"/>
                </a:lnTo>
                <a:lnTo>
                  <a:pt x="95126" y="23224"/>
                </a:lnTo>
                <a:lnTo>
                  <a:pt x="99455" y="31347"/>
                </a:lnTo>
                <a:lnTo>
                  <a:pt x="103230" y="39451"/>
                </a:lnTo>
                <a:lnTo>
                  <a:pt x="107024" y="48088"/>
                </a:lnTo>
                <a:lnTo>
                  <a:pt x="110265" y="56744"/>
                </a:lnTo>
                <a:lnTo>
                  <a:pt x="113507" y="65401"/>
                </a:lnTo>
                <a:lnTo>
                  <a:pt x="116214" y="74572"/>
                </a:lnTo>
                <a:lnTo>
                  <a:pt x="118369" y="83229"/>
                </a:lnTo>
                <a:lnTo>
                  <a:pt x="120524" y="92419"/>
                </a:lnTo>
                <a:lnTo>
                  <a:pt x="122145" y="101609"/>
                </a:lnTo>
                <a:lnTo>
                  <a:pt x="123231" y="110800"/>
                </a:lnTo>
                <a:lnTo>
                  <a:pt x="124318" y="119972"/>
                </a:lnTo>
                <a:lnTo>
                  <a:pt x="124852" y="129162"/>
                </a:lnTo>
                <a:lnTo>
                  <a:pt x="125386" y="138905"/>
                </a:lnTo>
                <a:lnTo>
                  <a:pt x="25950" y="138905"/>
                </a:lnTo>
                <a:lnTo>
                  <a:pt x="25950" y="133490"/>
                </a:lnTo>
                <a:lnTo>
                  <a:pt x="25397" y="128094"/>
                </a:lnTo>
                <a:lnTo>
                  <a:pt x="24863" y="122679"/>
                </a:lnTo>
                <a:lnTo>
                  <a:pt x="24330" y="117283"/>
                </a:lnTo>
                <a:lnTo>
                  <a:pt x="23242" y="111867"/>
                </a:lnTo>
                <a:lnTo>
                  <a:pt x="22156" y="106472"/>
                </a:lnTo>
                <a:lnTo>
                  <a:pt x="20534" y="101609"/>
                </a:lnTo>
                <a:lnTo>
                  <a:pt x="19447" y="96195"/>
                </a:lnTo>
                <a:lnTo>
                  <a:pt x="17293" y="91332"/>
                </a:lnTo>
                <a:lnTo>
                  <a:pt x="15673" y="85937"/>
                </a:lnTo>
                <a:lnTo>
                  <a:pt x="13519" y="81074"/>
                </a:lnTo>
                <a:lnTo>
                  <a:pt x="10810" y="76193"/>
                </a:lnTo>
                <a:lnTo>
                  <a:pt x="8656" y="71884"/>
                </a:lnTo>
                <a:lnTo>
                  <a:pt x="5948" y="67022"/>
                </a:lnTo>
                <a:lnTo>
                  <a:pt x="2707" y="62694"/>
                </a:lnTo>
                <a:lnTo>
                  <a:pt x="0" y="57831"/>
                </a:lnTo>
                <a:lnTo>
                  <a:pt x="79988" y="0"/>
                </a:lnTo>
              </a:path>
            </a:pathLst>
          </a:custGeom>
          <a:solidFill xmlns:a="http://schemas.openxmlformats.org/drawingml/2006/main">
            <a:srgbClr val="D33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7" name="path-540">
            <a:extLst xmlns:a="http://schemas.openxmlformats.org/drawingml/2006/main">
              <a:ext uri="{FF2B5EF4-FFF2-40B4-BE49-F238E27FC236}">
                <a16:creationId xmlns:a16="http://schemas.microsoft.com/office/drawing/2014/main" id="{2D7EDAAF-3AB7-4848-91FB-039FE615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0919" y="3717492"/>
            <a:ext cx="144882" cy="175752"/>
          </a:xfrm>
          <a:custGeom xmlns:a="http://schemas.openxmlformats.org/drawingml/2006/main">
            <a:pathLst>
              <a:path w="147028" h="178356">
                <a:moveTo>
                  <a:pt x="0" y="178356"/>
                </a:moveTo>
                <a:lnTo>
                  <a:pt x="1470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825">
            <a:solidFill>
              <a:srgbClr val="111111"/>
            </a:solidFill>
            <a:prstDash val="solid"/>
          </a:ln>
        </p:spPr>
      </p:sp>
      <p:sp>
        <p:nvSpPr>
          <p:cNvPr id="598" name="path-541">
            <a:extLst xmlns:a="http://schemas.openxmlformats.org/drawingml/2006/main">
              <a:ext uri="{FF2B5EF4-FFF2-40B4-BE49-F238E27FC236}">
                <a16:creationId xmlns:a16="http://schemas.microsoft.com/office/drawing/2014/main" id="{AD75BF77-26C0-4097-B522-B1C5F849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5765" y="3858635"/>
            <a:ext cx="69783" cy="69763"/>
          </a:xfrm>
          <a:custGeom xmlns:a="http://schemas.openxmlformats.org/drawingml/2006/main">
            <a:pathLst>
              <a:path w="70817" h="70797">
                <a:moveTo>
                  <a:pt x="0" y="35122"/>
                </a:moveTo>
                <a:lnTo>
                  <a:pt x="0" y="35122"/>
                </a:lnTo>
                <a:cubicBezTo>
                  <a:pt x="0" y="29173"/>
                  <a:pt x="1641" y="22690"/>
                  <a:pt x="4882" y="17294"/>
                </a:cubicBezTo>
                <a:cubicBezTo>
                  <a:pt x="8124" y="11879"/>
                  <a:pt x="12433" y="7570"/>
                  <a:pt x="17847" y="4328"/>
                </a:cubicBezTo>
                <a:cubicBezTo>
                  <a:pt x="23244" y="1621"/>
                  <a:pt x="29193" y="0"/>
                  <a:pt x="35675" y="0"/>
                </a:cubicBezTo>
                <a:cubicBezTo>
                  <a:pt x="41625" y="0"/>
                  <a:pt x="47574" y="1621"/>
                  <a:pt x="52969" y="4328"/>
                </a:cubicBezTo>
                <a:cubicBezTo>
                  <a:pt x="58384" y="7570"/>
                  <a:pt x="62712" y="11879"/>
                  <a:pt x="65955" y="17294"/>
                </a:cubicBezTo>
                <a:cubicBezTo>
                  <a:pt x="69196" y="22690"/>
                  <a:pt x="70817" y="29173"/>
                  <a:pt x="70817" y="35122"/>
                </a:cubicBezTo>
                <a:cubicBezTo>
                  <a:pt x="70817" y="41071"/>
                  <a:pt x="69196" y="47554"/>
                  <a:pt x="65955" y="52969"/>
                </a:cubicBezTo>
                <a:cubicBezTo>
                  <a:pt x="62712" y="58365"/>
                  <a:pt x="58384" y="62694"/>
                  <a:pt x="52969" y="65935"/>
                </a:cubicBezTo>
                <a:cubicBezTo>
                  <a:pt x="47574" y="68642"/>
                  <a:pt x="41625" y="70797"/>
                  <a:pt x="35675" y="70797"/>
                </a:cubicBezTo>
                <a:cubicBezTo>
                  <a:pt x="29193" y="70797"/>
                  <a:pt x="23244" y="68642"/>
                  <a:pt x="17847" y="65935"/>
                </a:cubicBezTo>
                <a:cubicBezTo>
                  <a:pt x="12433" y="62694"/>
                  <a:pt x="8124" y="58365"/>
                  <a:pt x="4882" y="52969"/>
                </a:cubicBezTo>
                <a:cubicBezTo>
                  <a:pt x="1641" y="47554"/>
                  <a:pt x="0" y="41071"/>
                  <a:pt x="0" y="35122"/>
                </a:cubicBez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9" name="text-542 f(x)">
            <a:extLst xmlns:a="http://schemas.openxmlformats.org/drawingml/2006/main">
              <a:ext uri="{FF2B5EF4-FFF2-40B4-BE49-F238E27FC236}">
                <a16:creationId xmlns:a16="http://schemas.microsoft.com/office/drawing/2014/main" id="{A85BF52F-C73A-42C6-87B6-039AABE3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96068" y="3595698"/>
            <a:ext cx="310044" cy="267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4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4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504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f(x)</a:t>
            </a:r>
          </a:p>
        </p:txBody>
      </p:sp>
      <p:sp>
        <p:nvSpPr>
          <p:cNvPr id="600" name="path-543">
            <a:extLst xmlns:a="http://schemas.openxmlformats.org/drawingml/2006/main">
              <a:ext uri="{FF2B5EF4-FFF2-40B4-BE49-F238E27FC236}">
                <a16:creationId xmlns:a16="http://schemas.microsoft.com/office/drawing/2014/main" id="{253A23AE-C06D-45B8-AACC-FF775EE8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2383" y="3638128"/>
            <a:ext cx="261504" cy="44210"/>
          </a:xfrm>
          <a:custGeom xmlns:a="http://schemas.openxmlformats.org/drawingml/2006/main">
            <a:pathLst>
              <a:path w="265378" h="44865">
                <a:moveTo>
                  <a:pt x="132955" y="44865"/>
                </a:moveTo>
                <a:lnTo>
                  <a:pt x="0" y="44865"/>
                </a:lnTo>
                <a:lnTo>
                  <a:pt x="0" y="0"/>
                </a:lnTo>
                <a:lnTo>
                  <a:pt x="265378" y="0"/>
                </a:lnTo>
                <a:lnTo>
                  <a:pt x="265378" y="44865"/>
                </a:lnTo>
                <a:lnTo>
                  <a:pt x="132955" y="44865"/>
                </a:lnTo>
              </a:path>
            </a:pathLst>
          </a:custGeom>
          <a:solidFill xmlns:a="http://schemas.openxmlformats.org/drawingml/2006/main">
            <a:srgbClr val="8FA9C6"/>
          </a:solidFill>
          <a:ln xmlns:a="http://schemas.openxmlformats.org/drawingml/2006/main" w="14913">
            <a:solidFill>
              <a:srgbClr val="333333"/>
            </a:solidFill>
            <a:prstDash val="solid"/>
          </a:ln>
        </p:spPr>
      </p:sp>
      <p:sp>
        <p:nvSpPr>
          <p:cNvPr id="601" name="path-544">
            <a:extLst xmlns:a="http://schemas.openxmlformats.org/drawingml/2006/main">
              <a:ext uri="{FF2B5EF4-FFF2-40B4-BE49-F238E27FC236}">
                <a16:creationId xmlns:a16="http://schemas.microsoft.com/office/drawing/2014/main" id="{4362B4ED-9B81-4034-8340-43BAC91F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2383" y="3682864"/>
            <a:ext cx="261504" cy="158185"/>
          </a:xfrm>
          <a:custGeom xmlns:a="http://schemas.openxmlformats.org/drawingml/2006/main">
            <a:pathLst>
              <a:path w="265378" h="160528">
                <a:moveTo>
                  <a:pt x="132955" y="160528"/>
                </a:moveTo>
                <a:lnTo>
                  <a:pt x="0" y="160528"/>
                </a:lnTo>
                <a:lnTo>
                  <a:pt x="0" y="0"/>
                </a:lnTo>
                <a:lnTo>
                  <a:pt x="265378" y="0"/>
                </a:lnTo>
                <a:lnTo>
                  <a:pt x="265378" y="160528"/>
                </a:lnTo>
                <a:lnTo>
                  <a:pt x="132955" y="16052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913">
            <a:solidFill>
              <a:srgbClr val="333333"/>
            </a:solidFill>
            <a:prstDash val="solid"/>
          </a:ln>
        </p:spPr>
      </p:sp>
      <p:sp>
        <p:nvSpPr>
          <p:cNvPr id="602" name="path-545">
            <a:extLst xmlns:a="http://schemas.openxmlformats.org/drawingml/2006/main">
              <a:ext uri="{FF2B5EF4-FFF2-40B4-BE49-F238E27FC236}">
                <a16:creationId xmlns:a16="http://schemas.microsoft.com/office/drawing/2014/main" id="{0B42E53B-4B5B-46E3-A614-6AEF993A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2383" y="3736131"/>
            <a:ext cx="262030" cy="191"/>
          </a:xfrm>
          <a:custGeom xmlns:a="http://schemas.openxmlformats.org/drawingml/2006/main">
            <a:pathLst>
              <a:path w="265912" h="191">
                <a:moveTo>
                  <a:pt x="0" y="0"/>
                </a:moveTo>
                <a:lnTo>
                  <a:pt x="2659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85">
            <a:solidFill>
              <a:srgbClr val="333333"/>
            </a:solidFill>
            <a:prstDash val="solid"/>
          </a:ln>
        </p:spPr>
      </p:sp>
      <p:sp>
        <p:nvSpPr>
          <p:cNvPr id="603" name="path-546">
            <a:extLst xmlns:a="http://schemas.openxmlformats.org/drawingml/2006/main">
              <a:ext uri="{FF2B5EF4-FFF2-40B4-BE49-F238E27FC236}">
                <a16:creationId xmlns:a16="http://schemas.microsoft.com/office/drawing/2014/main" id="{165FD8A7-DC96-4EF0-AF5D-7D538E05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2383" y="3789397"/>
            <a:ext cx="262030" cy="191"/>
          </a:xfrm>
          <a:custGeom xmlns:a="http://schemas.openxmlformats.org/drawingml/2006/main">
            <a:pathLst>
              <a:path w="265912" h="191">
                <a:moveTo>
                  <a:pt x="0" y="0"/>
                </a:moveTo>
                <a:lnTo>
                  <a:pt x="2659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85">
            <a:solidFill>
              <a:srgbClr val="333333"/>
            </a:solidFill>
            <a:prstDash val="solid"/>
          </a:ln>
        </p:spPr>
      </p:sp>
      <p:sp>
        <p:nvSpPr>
          <p:cNvPr id="604" name="path-547">
            <a:extLst xmlns:a="http://schemas.openxmlformats.org/drawingml/2006/main">
              <a:ext uri="{FF2B5EF4-FFF2-40B4-BE49-F238E27FC236}">
                <a16:creationId xmlns:a16="http://schemas.microsoft.com/office/drawing/2014/main" id="{2199FD1F-069B-4CEC-9DBC-58BB29BD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9732" y="3638673"/>
            <a:ext cx="191" cy="203446"/>
          </a:xfrm>
          <a:custGeom xmlns:a="http://schemas.openxmlformats.org/drawingml/2006/main">
            <a:pathLst>
              <a:path w="191" h="206460">
                <a:moveTo>
                  <a:pt x="0" y="0"/>
                </a:moveTo>
                <a:lnTo>
                  <a:pt x="0" y="206460"/>
                </a:lnTo>
              </a:path>
            </a:pathLst>
          </a:custGeom>
          <a:noFill xmlns:a="http://schemas.openxmlformats.org/drawingml/2006/main"/>
          <a:ln xmlns:a="http://schemas.openxmlformats.org/drawingml/2006/main" w="11185">
            <a:solidFill>
              <a:srgbClr val="333333"/>
            </a:solidFill>
            <a:prstDash val="solid"/>
          </a:ln>
        </p:spPr>
      </p:sp>
      <p:sp>
        <p:nvSpPr>
          <p:cNvPr id="605" name="path-548">
            <a:extLst xmlns:a="http://schemas.openxmlformats.org/drawingml/2006/main">
              <a:ext uri="{FF2B5EF4-FFF2-40B4-BE49-F238E27FC236}">
                <a16:creationId xmlns:a16="http://schemas.microsoft.com/office/drawing/2014/main" id="{DB265E2C-DDBA-48D8-AAF3-22F6BAE5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7082" y="3638673"/>
            <a:ext cx="191" cy="203446"/>
          </a:xfrm>
          <a:custGeom xmlns:a="http://schemas.openxmlformats.org/drawingml/2006/main">
            <a:pathLst>
              <a:path w="191" h="206460">
                <a:moveTo>
                  <a:pt x="0" y="0"/>
                </a:moveTo>
                <a:lnTo>
                  <a:pt x="0" y="206460"/>
                </a:lnTo>
              </a:path>
            </a:pathLst>
          </a:custGeom>
          <a:noFill xmlns:a="http://schemas.openxmlformats.org/drawingml/2006/main"/>
          <a:ln xmlns:a="http://schemas.openxmlformats.org/drawingml/2006/main" w="11185">
            <a:solidFill>
              <a:srgbClr val="333333"/>
            </a:solidFill>
            <a:prstDash val="solid"/>
          </a:ln>
        </p:spPr>
      </p:sp>
      <p:sp>
        <p:nvSpPr>
          <p:cNvPr id="606" name="path-549">
            <a:extLst xmlns:a="http://schemas.openxmlformats.org/drawingml/2006/main">
              <a:ext uri="{FF2B5EF4-FFF2-40B4-BE49-F238E27FC236}">
                <a16:creationId xmlns:a16="http://schemas.microsoft.com/office/drawing/2014/main" id="{A47C7474-6587-4AD5-BE88-D6F002DE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2597" y="3623754"/>
            <a:ext cx="175771" cy="247131"/>
          </a:xfrm>
          <a:custGeom xmlns:a="http://schemas.openxmlformats.org/drawingml/2006/main">
            <a:pathLst>
              <a:path w="178375" h="250792">
                <a:moveTo>
                  <a:pt x="52969" y="125386"/>
                </a:moveTo>
                <a:lnTo>
                  <a:pt x="52969" y="0"/>
                </a:lnTo>
                <a:lnTo>
                  <a:pt x="77300" y="2155"/>
                </a:lnTo>
                <a:lnTo>
                  <a:pt x="101076" y="9724"/>
                </a:lnTo>
                <a:lnTo>
                  <a:pt x="123232" y="21622"/>
                </a:lnTo>
                <a:lnTo>
                  <a:pt x="142147" y="37295"/>
                </a:lnTo>
                <a:lnTo>
                  <a:pt x="157841" y="56744"/>
                </a:lnTo>
                <a:lnTo>
                  <a:pt x="169185" y="78920"/>
                </a:lnTo>
                <a:lnTo>
                  <a:pt x="176201" y="102696"/>
                </a:lnTo>
                <a:lnTo>
                  <a:pt x="178375" y="127560"/>
                </a:lnTo>
                <a:lnTo>
                  <a:pt x="175134" y="152424"/>
                </a:lnTo>
                <a:lnTo>
                  <a:pt x="167563" y="176201"/>
                </a:lnTo>
                <a:lnTo>
                  <a:pt x="155131" y="197823"/>
                </a:lnTo>
                <a:lnTo>
                  <a:pt x="138905" y="216204"/>
                </a:lnTo>
                <a:lnTo>
                  <a:pt x="118923" y="231877"/>
                </a:lnTo>
                <a:lnTo>
                  <a:pt x="96747" y="242689"/>
                </a:lnTo>
                <a:lnTo>
                  <a:pt x="72971" y="249171"/>
                </a:lnTo>
                <a:lnTo>
                  <a:pt x="48108" y="250792"/>
                </a:lnTo>
                <a:lnTo>
                  <a:pt x="23244" y="246997"/>
                </a:lnTo>
                <a:lnTo>
                  <a:pt x="0" y="238894"/>
                </a:lnTo>
                <a:lnTo>
                  <a:pt x="52969" y="125386"/>
                </a:lnTo>
              </a:path>
            </a:pathLst>
          </a:custGeom>
          <a:solidFill xmlns:a="http://schemas.openxmlformats.org/drawingml/2006/main">
            <a:srgbClr val="5FA96F"/>
          </a:solidFill>
          <a:ln xmlns:a="http://schemas.openxmlformats.org/drawingml/2006/main" w="11185">
            <a:solidFill>
              <a:srgbClr val="FFFFFF"/>
            </a:solidFill>
            <a:prstDash val="solid"/>
          </a:ln>
        </p:spPr>
      </p:sp>
      <p:sp>
        <p:nvSpPr>
          <p:cNvPr id="607" name="path-550">
            <a:extLst xmlns:a="http://schemas.openxmlformats.org/drawingml/2006/main">
              <a:ext uri="{FF2B5EF4-FFF2-40B4-BE49-F238E27FC236}">
                <a16:creationId xmlns:a16="http://schemas.microsoft.com/office/drawing/2014/main" id="{6C77AB3F-FABE-424D-A11A-D9F9FB08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01237" y="3664770"/>
            <a:ext cx="123557" cy="194917"/>
          </a:xfrm>
          <a:custGeom xmlns:a="http://schemas.openxmlformats.org/drawingml/2006/main">
            <a:pathLst>
              <a:path w="125387" h="197805">
                <a:moveTo>
                  <a:pt x="125387" y="83763"/>
                </a:moveTo>
                <a:lnTo>
                  <a:pt x="71885" y="197805"/>
                </a:lnTo>
                <a:lnTo>
                  <a:pt x="60539" y="191322"/>
                </a:lnTo>
                <a:lnTo>
                  <a:pt x="49728" y="184305"/>
                </a:lnTo>
                <a:lnTo>
                  <a:pt x="40003" y="175648"/>
                </a:lnTo>
                <a:lnTo>
                  <a:pt x="30813" y="166458"/>
                </a:lnTo>
                <a:lnTo>
                  <a:pt x="22710" y="156200"/>
                </a:lnTo>
                <a:lnTo>
                  <a:pt x="15674" y="145389"/>
                </a:lnTo>
                <a:lnTo>
                  <a:pt x="10278" y="133490"/>
                </a:lnTo>
                <a:lnTo>
                  <a:pt x="5396" y="121612"/>
                </a:lnTo>
                <a:lnTo>
                  <a:pt x="2155" y="108627"/>
                </a:lnTo>
                <a:lnTo>
                  <a:pt x="535" y="95661"/>
                </a:lnTo>
                <a:lnTo>
                  <a:pt x="0" y="82695"/>
                </a:lnTo>
                <a:lnTo>
                  <a:pt x="535" y="69710"/>
                </a:lnTo>
                <a:lnTo>
                  <a:pt x="2708" y="57278"/>
                </a:lnTo>
                <a:lnTo>
                  <a:pt x="5949" y="44313"/>
                </a:lnTo>
                <a:lnTo>
                  <a:pt x="10812" y="32414"/>
                </a:lnTo>
                <a:lnTo>
                  <a:pt x="16761" y="20535"/>
                </a:lnTo>
                <a:lnTo>
                  <a:pt x="23777" y="9724"/>
                </a:lnTo>
                <a:lnTo>
                  <a:pt x="31881" y="0"/>
                </a:lnTo>
                <a:lnTo>
                  <a:pt x="125387" y="83763"/>
                </a:lnTo>
              </a:path>
            </a:pathLst>
          </a:custGeom>
          <a:solidFill xmlns:a="http://schemas.openxmlformats.org/drawingml/2006/main">
            <a:srgbClr val="A8CEEA"/>
          </a:solidFill>
          <a:ln xmlns:a="http://schemas.openxmlformats.org/drawingml/2006/main" w="11185">
            <a:solidFill>
              <a:srgbClr val="FFFFFF"/>
            </a:solidFill>
            <a:prstDash val="solid"/>
          </a:ln>
        </p:spPr>
      </p:sp>
      <p:sp>
        <p:nvSpPr>
          <p:cNvPr id="608" name="path-551">
            <a:extLst xmlns:a="http://schemas.openxmlformats.org/drawingml/2006/main">
              <a:ext uri="{FF2B5EF4-FFF2-40B4-BE49-F238E27FC236}">
                <a16:creationId xmlns:a16="http://schemas.microsoft.com/office/drawing/2014/main" id="{1D4BCEFB-9711-4C14-BF02-DA90BE60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3722" y="3623754"/>
            <a:ext cx="92141" cy="123556"/>
          </a:xfrm>
          <a:custGeom xmlns:a="http://schemas.openxmlformats.org/drawingml/2006/main">
            <a:pathLst>
              <a:path w="93506" h="125386">
                <a:moveTo>
                  <a:pt x="93506" y="125386"/>
                </a:moveTo>
                <a:lnTo>
                  <a:pt x="0" y="41071"/>
                </a:lnTo>
                <a:lnTo>
                  <a:pt x="3795" y="36761"/>
                </a:lnTo>
                <a:lnTo>
                  <a:pt x="8104" y="32967"/>
                </a:lnTo>
                <a:lnTo>
                  <a:pt x="12433" y="29192"/>
                </a:lnTo>
                <a:lnTo>
                  <a:pt x="16761" y="25397"/>
                </a:lnTo>
                <a:lnTo>
                  <a:pt x="21623" y="22156"/>
                </a:lnTo>
                <a:lnTo>
                  <a:pt x="26486" y="18914"/>
                </a:lnTo>
                <a:lnTo>
                  <a:pt x="31348" y="15673"/>
                </a:lnTo>
                <a:lnTo>
                  <a:pt x="36762" y="12965"/>
                </a:lnTo>
                <a:lnTo>
                  <a:pt x="42159" y="10811"/>
                </a:lnTo>
                <a:lnTo>
                  <a:pt x="47573" y="8103"/>
                </a:lnTo>
                <a:lnTo>
                  <a:pt x="52969" y="6482"/>
                </a:lnTo>
                <a:lnTo>
                  <a:pt x="58385" y="4328"/>
                </a:lnTo>
                <a:lnTo>
                  <a:pt x="64315" y="3241"/>
                </a:lnTo>
                <a:lnTo>
                  <a:pt x="69731" y="2155"/>
                </a:lnTo>
                <a:lnTo>
                  <a:pt x="75678" y="1087"/>
                </a:lnTo>
                <a:lnTo>
                  <a:pt x="81609" y="533"/>
                </a:lnTo>
                <a:lnTo>
                  <a:pt x="87558" y="0"/>
                </a:lnTo>
                <a:lnTo>
                  <a:pt x="93506" y="0"/>
                </a:lnTo>
                <a:lnTo>
                  <a:pt x="93506" y="125386"/>
                </a:lnTo>
              </a:path>
            </a:pathLst>
          </a:custGeom>
          <a:solidFill xmlns:a="http://schemas.openxmlformats.org/drawingml/2006/main">
            <a:srgbClr val="E4963C"/>
          </a:solidFill>
          <a:ln xmlns:a="http://schemas.openxmlformats.org/drawingml/2006/main" w="11185">
            <a:solidFill>
              <a:srgbClr val="FFFFFF"/>
            </a:solidFill>
            <a:prstDash val="solid"/>
          </a:ln>
        </p:spPr>
      </p:sp>
      <p:sp>
        <p:nvSpPr>
          <p:cNvPr id="609" name="path-552">
            <a:extLst xmlns:a="http://schemas.openxmlformats.org/drawingml/2006/main">
              <a:ext uri="{FF2B5EF4-FFF2-40B4-BE49-F238E27FC236}">
                <a16:creationId xmlns:a16="http://schemas.microsoft.com/office/drawing/2014/main" id="{EC56321A-683B-48B5-8AB7-7E254991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2396" y="3624280"/>
            <a:ext cx="66043" cy="66044"/>
          </a:xfrm>
          <a:custGeom xmlns:a="http://schemas.openxmlformats.org/drawingml/2006/main">
            <a:pathLst>
              <a:path w="67022" h="67022">
                <a:moveTo>
                  <a:pt x="33520" y="67022"/>
                </a:moveTo>
                <a:lnTo>
                  <a:pt x="0" y="67022"/>
                </a:lnTo>
                <a:lnTo>
                  <a:pt x="0" y="0"/>
                </a:lnTo>
                <a:lnTo>
                  <a:pt x="67022" y="0"/>
                </a:lnTo>
                <a:lnTo>
                  <a:pt x="67022" y="67022"/>
                </a:lnTo>
                <a:lnTo>
                  <a:pt x="33520" y="67022"/>
                </a:lnTo>
              </a:path>
            </a:pathLst>
          </a:custGeom>
          <a:solidFill xmlns:a="http://schemas.openxmlformats.org/drawingml/2006/main">
            <a:srgbClr val="C3DFC9"/>
          </a:solidFill>
          <a:ln xmlns:a="http://schemas.openxmlformats.org/drawingml/2006/main" w="13315">
            <a:solidFill>
              <a:srgbClr val="4E8B5C"/>
            </a:solidFill>
            <a:prstDash val="solid"/>
          </a:ln>
        </p:spPr>
      </p:sp>
      <p:sp>
        <p:nvSpPr>
          <p:cNvPr id="610" name="path-553">
            <a:extLst xmlns:a="http://schemas.openxmlformats.org/drawingml/2006/main">
              <a:ext uri="{FF2B5EF4-FFF2-40B4-BE49-F238E27FC236}">
                <a16:creationId xmlns:a16="http://schemas.microsoft.com/office/drawing/2014/main" id="{FD3DDE02-3FCD-4C3C-A3C0-C9BF289F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426" y="3690868"/>
            <a:ext cx="191" cy="61778"/>
          </a:xfrm>
          <a:custGeom xmlns:a="http://schemas.openxmlformats.org/drawingml/2006/main">
            <a:pathLst>
              <a:path w="191" h="62693">
                <a:moveTo>
                  <a:pt x="0" y="0"/>
                </a:moveTo>
                <a:lnTo>
                  <a:pt x="0" y="62693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4E8B5C"/>
            </a:solidFill>
            <a:prstDash val="solid"/>
          </a:ln>
        </p:spPr>
      </p:sp>
      <p:sp>
        <p:nvSpPr>
          <p:cNvPr id="611" name="path-554">
            <a:extLst xmlns:a="http://schemas.openxmlformats.org/drawingml/2006/main">
              <a:ext uri="{FF2B5EF4-FFF2-40B4-BE49-F238E27FC236}">
                <a16:creationId xmlns:a16="http://schemas.microsoft.com/office/drawing/2014/main" id="{9659B3D7-696E-443D-9414-35F0B8E5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54883" y="3752646"/>
            <a:ext cx="180542" cy="191"/>
          </a:xfrm>
          <a:custGeom xmlns:a="http://schemas.openxmlformats.org/drawingml/2006/main">
            <a:pathLst>
              <a:path w="183216" h="191">
                <a:moveTo>
                  <a:pt x="0" y="0"/>
                </a:moveTo>
                <a:lnTo>
                  <a:pt x="1832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4E8B5C"/>
            </a:solidFill>
            <a:prstDash val="solid"/>
          </a:ln>
        </p:spPr>
      </p:sp>
      <p:sp>
        <p:nvSpPr>
          <p:cNvPr id="612" name="path-555">
            <a:extLst xmlns:a="http://schemas.openxmlformats.org/drawingml/2006/main">
              <a:ext uri="{FF2B5EF4-FFF2-40B4-BE49-F238E27FC236}">
                <a16:creationId xmlns:a16="http://schemas.microsoft.com/office/drawing/2014/main" id="{05F2B194-C36F-4011-87F1-5C44742C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21871" y="3804842"/>
            <a:ext cx="66025" cy="66043"/>
          </a:xfrm>
          <a:custGeom xmlns:a="http://schemas.openxmlformats.org/drawingml/2006/main">
            <a:pathLst>
              <a:path w="67003" h="67021">
                <a:moveTo>
                  <a:pt x="33502" y="67021"/>
                </a:moveTo>
                <a:lnTo>
                  <a:pt x="0" y="67021"/>
                </a:lnTo>
                <a:lnTo>
                  <a:pt x="0" y="0"/>
                </a:lnTo>
                <a:lnTo>
                  <a:pt x="67003" y="0"/>
                </a:lnTo>
                <a:lnTo>
                  <a:pt x="67003" y="67021"/>
                </a:lnTo>
                <a:lnTo>
                  <a:pt x="33502" y="67021"/>
                </a:lnTo>
              </a:path>
            </a:pathLst>
          </a:custGeom>
          <a:solidFill xmlns:a="http://schemas.openxmlformats.org/drawingml/2006/main">
            <a:srgbClr val="C3DFC9"/>
          </a:solidFill>
          <a:ln xmlns:a="http://schemas.openxmlformats.org/drawingml/2006/main" w="13315">
            <a:solidFill>
              <a:srgbClr val="4E8B5C"/>
            </a:solidFill>
            <a:prstDash val="solid"/>
          </a:ln>
        </p:spPr>
      </p:sp>
      <p:sp>
        <p:nvSpPr>
          <p:cNvPr id="613" name="path-556">
            <a:extLst xmlns:a="http://schemas.openxmlformats.org/drawingml/2006/main">
              <a:ext uri="{FF2B5EF4-FFF2-40B4-BE49-F238E27FC236}">
                <a16:creationId xmlns:a16="http://schemas.microsoft.com/office/drawing/2014/main" id="{372EF25B-57D6-4947-A35C-A6C1506C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54883" y="3752646"/>
            <a:ext cx="191" cy="51652"/>
          </a:xfrm>
          <a:custGeom xmlns:a="http://schemas.openxmlformats.org/drawingml/2006/main">
            <a:pathLst>
              <a:path w="191" h="52417">
                <a:moveTo>
                  <a:pt x="0" y="0"/>
                </a:moveTo>
                <a:lnTo>
                  <a:pt x="0" y="52417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4E8B5C"/>
            </a:solidFill>
            <a:prstDash val="solid"/>
          </a:ln>
        </p:spPr>
      </p:sp>
      <p:sp>
        <p:nvSpPr>
          <p:cNvPr id="614" name="path-557">
            <a:extLst xmlns:a="http://schemas.openxmlformats.org/drawingml/2006/main">
              <a:ext uri="{FF2B5EF4-FFF2-40B4-BE49-F238E27FC236}">
                <a16:creationId xmlns:a16="http://schemas.microsoft.com/office/drawing/2014/main" id="{6DBF913B-5CD8-464D-A6A2-F32E9F52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2396" y="3804842"/>
            <a:ext cx="66043" cy="66043"/>
          </a:xfrm>
          <a:custGeom xmlns:a="http://schemas.openxmlformats.org/drawingml/2006/main">
            <a:pathLst>
              <a:path w="67022" h="67021">
                <a:moveTo>
                  <a:pt x="33520" y="67021"/>
                </a:moveTo>
                <a:lnTo>
                  <a:pt x="0" y="67021"/>
                </a:lnTo>
                <a:lnTo>
                  <a:pt x="0" y="0"/>
                </a:lnTo>
                <a:lnTo>
                  <a:pt x="67022" y="0"/>
                </a:lnTo>
                <a:lnTo>
                  <a:pt x="67022" y="67021"/>
                </a:lnTo>
                <a:lnTo>
                  <a:pt x="33520" y="67021"/>
                </a:lnTo>
              </a:path>
            </a:pathLst>
          </a:custGeom>
          <a:solidFill xmlns:a="http://schemas.openxmlformats.org/drawingml/2006/main">
            <a:srgbClr val="C3DFC9"/>
          </a:solidFill>
          <a:ln xmlns:a="http://schemas.openxmlformats.org/drawingml/2006/main" w="13315">
            <a:solidFill>
              <a:srgbClr val="4E8B5C"/>
            </a:solidFill>
            <a:prstDash val="solid"/>
          </a:ln>
        </p:spPr>
      </p:sp>
      <p:sp>
        <p:nvSpPr>
          <p:cNvPr id="615" name="path-558">
            <a:extLst xmlns:a="http://schemas.openxmlformats.org/drawingml/2006/main">
              <a:ext uri="{FF2B5EF4-FFF2-40B4-BE49-F238E27FC236}">
                <a16:creationId xmlns:a16="http://schemas.microsoft.com/office/drawing/2014/main" id="{AECB13DC-D8B4-4EBF-B423-CF265D7F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426" y="3752646"/>
            <a:ext cx="191" cy="51652"/>
          </a:xfrm>
          <a:custGeom xmlns:a="http://schemas.openxmlformats.org/drawingml/2006/main">
            <a:pathLst>
              <a:path w="191" h="52417">
                <a:moveTo>
                  <a:pt x="0" y="0"/>
                </a:moveTo>
                <a:lnTo>
                  <a:pt x="0" y="52417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4E8B5C"/>
            </a:solidFill>
            <a:prstDash val="solid"/>
          </a:ln>
        </p:spPr>
      </p:sp>
      <p:sp>
        <p:nvSpPr>
          <p:cNvPr id="616" name="path-559">
            <a:extLst xmlns:a="http://schemas.openxmlformats.org/drawingml/2006/main">
              <a:ext uri="{FF2B5EF4-FFF2-40B4-BE49-F238E27FC236}">
                <a16:creationId xmlns:a16="http://schemas.microsoft.com/office/drawing/2014/main" id="{A8BDBECC-E59E-4C27-98EE-DB2EA4E2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2413" y="3804842"/>
            <a:ext cx="66044" cy="66043"/>
          </a:xfrm>
          <a:custGeom xmlns:a="http://schemas.openxmlformats.org/drawingml/2006/main">
            <a:pathLst>
              <a:path w="67023" h="67021">
                <a:moveTo>
                  <a:pt x="33500" y="67021"/>
                </a:moveTo>
                <a:lnTo>
                  <a:pt x="0" y="67021"/>
                </a:lnTo>
                <a:lnTo>
                  <a:pt x="0" y="0"/>
                </a:lnTo>
                <a:lnTo>
                  <a:pt x="67023" y="0"/>
                </a:lnTo>
                <a:lnTo>
                  <a:pt x="67023" y="67021"/>
                </a:lnTo>
                <a:lnTo>
                  <a:pt x="33500" y="67021"/>
                </a:lnTo>
              </a:path>
            </a:pathLst>
          </a:custGeom>
          <a:solidFill xmlns:a="http://schemas.openxmlformats.org/drawingml/2006/main">
            <a:srgbClr val="C3DFC9"/>
          </a:solidFill>
          <a:ln xmlns:a="http://schemas.openxmlformats.org/drawingml/2006/main" w="13315">
            <a:solidFill>
              <a:srgbClr val="4E8B5C"/>
            </a:solidFill>
            <a:prstDash val="solid"/>
          </a:ln>
        </p:spPr>
      </p:sp>
      <p:sp>
        <p:nvSpPr>
          <p:cNvPr id="617" name="path-560">
            <a:extLst xmlns:a="http://schemas.openxmlformats.org/drawingml/2006/main">
              <a:ext uri="{FF2B5EF4-FFF2-40B4-BE49-F238E27FC236}">
                <a16:creationId xmlns:a16="http://schemas.microsoft.com/office/drawing/2014/main" id="{70699F66-5D54-407E-857D-C6581B98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5425" y="3752646"/>
            <a:ext cx="191" cy="51652"/>
          </a:xfrm>
          <a:custGeom xmlns:a="http://schemas.openxmlformats.org/drawingml/2006/main">
            <a:pathLst>
              <a:path w="191" h="52417">
                <a:moveTo>
                  <a:pt x="0" y="0"/>
                </a:moveTo>
                <a:lnTo>
                  <a:pt x="0" y="52417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4E8B5C"/>
            </a:solidFill>
            <a:prstDash val="solid"/>
          </a:ln>
        </p:spPr>
      </p:sp>
      <p:sp>
        <p:nvSpPr>
          <p:cNvPr id="618" name="path-561">
            <a:extLst xmlns:a="http://schemas.openxmlformats.org/drawingml/2006/main">
              <a:ext uri="{FF2B5EF4-FFF2-40B4-BE49-F238E27FC236}">
                <a16:creationId xmlns:a16="http://schemas.microsoft.com/office/drawing/2014/main" id="{1BF0CBB6-450F-440A-897F-DC401164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6334" y="3776076"/>
            <a:ext cx="84682" cy="94264"/>
          </a:xfrm>
          <a:custGeom xmlns:a="http://schemas.openxmlformats.org/drawingml/2006/main">
            <a:pathLst>
              <a:path w="85937" h="95661">
                <a:moveTo>
                  <a:pt x="0" y="95661"/>
                </a:moveTo>
                <a:lnTo>
                  <a:pt x="0" y="89178"/>
                </a:lnTo>
                <a:lnTo>
                  <a:pt x="0" y="82695"/>
                </a:lnTo>
                <a:lnTo>
                  <a:pt x="1086" y="76212"/>
                </a:lnTo>
                <a:lnTo>
                  <a:pt x="1619" y="69729"/>
                </a:lnTo>
                <a:lnTo>
                  <a:pt x="2705" y="63780"/>
                </a:lnTo>
                <a:lnTo>
                  <a:pt x="4327" y="57297"/>
                </a:lnTo>
                <a:lnTo>
                  <a:pt x="5949" y="51348"/>
                </a:lnTo>
                <a:lnTo>
                  <a:pt x="7568" y="44866"/>
                </a:lnTo>
                <a:lnTo>
                  <a:pt x="9724" y="38916"/>
                </a:lnTo>
                <a:lnTo>
                  <a:pt x="11898" y="32968"/>
                </a:lnTo>
                <a:lnTo>
                  <a:pt x="14587" y="27019"/>
                </a:lnTo>
                <a:lnTo>
                  <a:pt x="17292" y="21622"/>
                </a:lnTo>
                <a:lnTo>
                  <a:pt x="20533" y="15673"/>
                </a:lnTo>
                <a:lnTo>
                  <a:pt x="23777" y="10278"/>
                </a:lnTo>
                <a:lnTo>
                  <a:pt x="27018" y="4862"/>
                </a:lnTo>
                <a:lnTo>
                  <a:pt x="30812" y="0"/>
                </a:lnTo>
                <a:lnTo>
                  <a:pt x="85937" y="40003"/>
                </a:lnTo>
                <a:lnTo>
                  <a:pt x="83781" y="42692"/>
                </a:lnTo>
                <a:lnTo>
                  <a:pt x="81607" y="45953"/>
                </a:lnTo>
                <a:lnTo>
                  <a:pt x="79452" y="49194"/>
                </a:lnTo>
                <a:lnTo>
                  <a:pt x="77832" y="52436"/>
                </a:lnTo>
                <a:lnTo>
                  <a:pt x="76211" y="55677"/>
                </a:lnTo>
                <a:lnTo>
                  <a:pt x="75125" y="59452"/>
                </a:lnTo>
                <a:lnTo>
                  <a:pt x="73503" y="62694"/>
                </a:lnTo>
                <a:lnTo>
                  <a:pt x="72436" y="66488"/>
                </a:lnTo>
                <a:lnTo>
                  <a:pt x="71350" y="69729"/>
                </a:lnTo>
                <a:lnTo>
                  <a:pt x="70262" y="73505"/>
                </a:lnTo>
                <a:lnTo>
                  <a:pt x="69728" y="76746"/>
                </a:lnTo>
                <a:lnTo>
                  <a:pt x="68642" y="80541"/>
                </a:lnTo>
                <a:lnTo>
                  <a:pt x="68642" y="84316"/>
                </a:lnTo>
                <a:lnTo>
                  <a:pt x="68109" y="88111"/>
                </a:lnTo>
                <a:lnTo>
                  <a:pt x="67554" y="91886"/>
                </a:lnTo>
                <a:lnTo>
                  <a:pt x="67554" y="95661"/>
                </a:lnTo>
                <a:lnTo>
                  <a:pt x="0" y="95661"/>
                </a:lnTo>
              </a:path>
            </a:pathLst>
          </a:custGeom>
          <a:solidFill xmlns:a="http://schemas.openxmlformats.org/drawingml/2006/main">
            <a:srgbClr val="509E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9" name="path-562">
            <a:extLst xmlns:a="http://schemas.openxmlformats.org/drawingml/2006/main">
              <a:ext uri="{FF2B5EF4-FFF2-40B4-BE49-F238E27FC236}">
                <a16:creationId xmlns:a16="http://schemas.microsoft.com/office/drawing/2014/main" id="{A2E77C57-D6CE-4D87-AF96-8ECB6851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7221" y="3718018"/>
            <a:ext cx="100673" cy="97477"/>
          </a:xfrm>
          <a:custGeom xmlns:a="http://schemas.openxmlformats.org/drawingml/2006/main">
            <a:pathLst>
              <a:path w="102164" h="98921">
                <a:moveTo>
                  <a:pt x="0" y="58384"/>
                </a:moveTo>
                <a:lnTo>
                  <a:pt x="3796" y="53522"/>
                </a:lnTo>
                <a:lnTo>
                  <a:pt x="7571" y="48641"/>
                </a:lnTo>
                <a:lnTo>
                  <a:pt x="11898" y="43779"/>
                </a:lnTo>
                <a:lnTo>
                  <a:pt x="16228" y="39470"/>
                </a:lnTo>
                <a:lnTo>
                  <a:pt x="21088" y="35141"/>
                </a:lnTo>
                <a:lnTo>
                  <a:pt x="25399" y="30813"/>
                </a:lnTo>
                <a:lnTo>
                  <a:pt x="30279" y="26485"/>
                </a:lnTo>
                <a:lnTo>
                  <a:pt x="35675" y="22710"/>
                </a:lnTo>
                <a:lnTo>
                  <a:pt x="41091" y="18915"/>
                </a:lnTo>
                <a:lnTo>
                  <a:pt x="45954" y="15673"/>
                </a:lnTo>
                <a:lnTo>
                  <a:pt x="51883" y="12432"/>
                </a:lnTo>
                <a:lnTo>
                  <a:pt x="57297" y="9744"/>
                </a:lnTo>
                <a:lnTo>
                  <a:pt x="63246" y="6483"/>
                </a:lnTo>
                <a:lnTo>
                  <a:pt x="68642" y="4328"/>
                </a:lnTo>
                <a:lnTo>
                  <a:pt x="74591" y="1621"/>
                </a:lnTo>
                <a:lnTo>
                  <a:pt x="81074" y="0"/>
                </a:lnTo>
                <a:lnTo>
                  <a:pt x="102164" y="64333"/>
                </a:lnTo>
                <a:lnTo>
                  <a:pt x="98368" y="65954"/>
                </a:lnTo>
                <a:lnTo>
                  <a:pt x="95127" y="67022"/>
                </a:lnTo>
                <a:lnTo>
                  <a:pt x="91352" y="68643"/>
                </a:lnTo>
                <a:lnTo>
                  <a:pt x="88111" y="70263"/>
                </a:lnTo>
                <a:lnTo>
                  <a:pt x="84868" y="71884"/>
                </a:lnTo>
                <a:lnTo>
                  <a:pt x="81626" y="73505"/>
                </a:lnTo>
                <a:lnTo>
                  <a:pt x="78921" y="75678"/>
                </a:lnTo>
                <a:lnTo>
                  <a:pt x="75677" y="77833"/>
                </a:lnTo>
                <a:lnTo>
                  <a:pt x="72972" y="80006"/>
                </a:lnTo>
                <a:lnTo>
                  <a:pt x="69728" y="82161"/>
                </a:lnTo>
                <a:lnTo>
                  <a:pt x="67023" y="84869"/>
                </a:lnTo>
                <a:lnTo>
                  <a:pt x="64315" y="87558"/>
                </a:lnTo>
                <a:lnTo>
                  <a:pt x="61626" y="90265"/>
                </a:lnTo>
                <a:lnTo>
                  <a:pt x="59452" y="92972"/>
                </a:lnTo>
                <a:lnTo>
                  <a:pt x="57297" y="95680"/>
                </a:lnTo>
                <a:lnTo>
                  <a:pt x="54591" y="98921"/>
                </a:lnTo>
                <a:lnTo>
                  <a:pt x="0" y="58384"/>
                </a:lnTo>
              </a:path>
            </a:pathLst>
          </a:custGeom>
          <a:solidFill xmlns:a="http://schemas.openxmlformats.org/drawingml/2006/main">
            <a:srgbClr val="8BB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0" name="path-563">
            <a:extLst xmlns:a="http://schemas.openxmlformats.org/drawingml/2006/main">
              <a:ext uri="{FF2B5EF4-FFF2-40B4-BE49-F238E27FC236}">
                <a16:creationId xmlns:a16="http://schemas.microsoft.com/office/drawing/2014/main" id="{2638BDCD-6B68-4A29-9A62-7720FF93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6586" y="3710559"/>
            <a:ext cx="99056" cy="71905"/>
          </a:xfrm>
          <a:custGeom xmlns:a="http://schemas.openxmlformats.org/drawingml/2006/main">
            <a:pathLst>
              <a:path w="100523" h="72971">
                <a:moveTo>
                  <a:pt x="0" y="7570"/>
                </a:moveTo>
                <a:lnTo>
                  <a:pt x="5949" y="5949"/>
                </a:lnTo>
                <a:lnTo>
                  <a:pt x="11879" y="4328"/>
                </a:lnTo>
                <a:lnTo>
                  <a:pt x="18381" y="2708"/>
                </a:lnTo>
                <a:lnTo>
                  <a:pt x="24313" y="1621"/>
                </a:lnTo>
                <a:lnTo>
                  <a:pt x="30814" y="1087"/>
                </a:lnTo>
                <a:lnTo>
                  <a:pt x="37297" y="0"/>
                </a:lnTo>
                <a:lnTo>
                  <a:pt x="43779" y="0"/>
                </a:lnTo>
                <a:lnTo>
                  <a:pt x="50262" y="0"/>
                </a:lnTo>
                <a:lnTo>
                  <a:pt x="56211" y="0"/>
                </a:lnTo>
                <a:lnTo>
                  <a:pt x="62693" y="0"/>
                </a:lnTo>
                <a:lnTo>
                  <a:pt x="69175" y="1087"/>
                </a:lnTo>
                <a:lnTo>
                  <a:pt x="75660" y="1621"/>
                </a:lnTo>
                <a:lnTo>
                  <a:pt x="81609" y="2708"/>
                </a:lnTo>
                <a:lnTo>
                  <a:pt x="88092" y="4328"/>
                </a:lnTo>
                <a:lnTo>
                  <a:pt x="94041" y="5949"/>
                </a:lnTo>
                <a:lnTo>
                  <a:pt x="100523" y="7570"/>
                </a:lnTo>
                <a:lnTo>
                  <a:pt x="78901" y="72971"/>
                </a:lnTo>
                <a:lnTo>
                  <a:pt x="75660" y="71903"/>
                </a:lnTo>
                <a:lnTo>
                  <a:pt x="71883" y="70816"/>
                </a:lnTo>
                <a:lnTo>
                  <a:pt x="68642" y="69729"/>
                </a:lnTo>
                <a:lnTo>
                  <a:pt x="64848" y="69195"/>
                </a:lnTo>
                <a:lnTo>
                  <a:pt x="61074" y="68643"/>
                </a:lnTo>
                <a:lnTo>
                  <a:pt x="57297" y="68108"/>
                </a:lnTo>
                <a:lnTo>
                  <a:pt x="53503" y="68108"/>
                </a:lnTo>
                <a:lnTo>
                  <a:pt x="50262" y="68108"/>
                </a:lnTo>
                <a:lnTo>
                  <a:pt x="46487" y="68108"/>
                </a:lnTo>
                <a:lnTo>
                  <a:pt x="42693" y="68108"/>
                </a:lnTo>
                <a:lnTo>
                  <a:pt x="38916" y="68643"/>
                </a:lnTo>
                <a:lnTo>
                  <a:pt x="35122" y="69195"/>
                </a:lnTo>
                <a:lnTo>
                  <a:pt x="31348" y="69729"/>
                </a:lnTo>
                <a:lnTo>
                  <a:pt x="28107" y="70816"/>
                </a:lnTo>
                <a:lnTo>
                  <a:pt x="24313" y="71903"/>
                </a:lnTo>
                <a:lnTo>
                  <a:pt x="21071" y="72971"/>
                </a:lnTo>
                <a:lnTo>
                  <a:pt x="0" y="7570"/>
                </a:lnTo>
              </a:path>
            </a:pathLst>
          </a:custGeom>
          <a:solidFill xmlns:a="http://schemas.openxmlformats.org/drawingml/2006/main">
            <a:srgbClr val="E2C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1" name="path-564">
            <a:extLst xmlns:a="http://schemas.openxmlformats.org/drawingml/2006/main">
              <a:ext uri="{FF2B5EF4-FFF2-40B4-BE49-F238E27FC236}">
                <a16:creationId xmlns:a16="http://schemas.microsoft.com/office/drawing/2014/main" id="{D77A0416-904E-4A30-B118-020EE0FA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45406" y="3718018"/>
            <a:ext cx="100673" cy="97477"/>
          </a:xfrm>
          <a:custGeom xmlns:a="http://schemas.openxmlformats.org/drawingml/2006/main">
            <a:pathLst>
              <a:path w="102164" h="98921">
                <a:moveTo>
                  <a:pt x="20536" y="0"/>
                </a:moveTo>
                <a:lnTo>
                  <a:pt x="27018" y="1621"/>
                </a:lnTo>
                <a:lnTo>
                  <a:pt x="32967" y="4328"/>
                </a:lnTo>
                <a:lnTo>
                  <a:pt x="38383" y="6483"/>
                </a:lnTo>
                <a:lnTo>
                  <a:pt x="44313" y="9744"/>
                </a:lnTo>
                <a:lnTo>
                  <a:pt x="49728" y="12432"/>
                </a:lnTo>
                <a:lnTo>
                  <a:pt x="55677" y="15673"/>
                </a:lnTo>
                <a:lnTo>
                  <a:pt x="60538" y="18915"/>
                </a:lnTo>
                <a:lnTo>
                  <a:pt x="65934" y="22710"/>
                </a:lnTo>
                <a:lnTo>
                  <a:pt x="71350" y="26485"/>
                </a:lnTo>
                <a:lnTo>
                  <a:pt x="76213" y="30813"/>
                </a:lnTo>
                <a:lnTo>
                  <a:pt x="80540" y="35141"/>
                </a:lnTo>
                <a:lnTo>
                  <a:pt x="85403" y="39470"/>
                </a:lnTo>
                <a:lnTo>
                  <a:pt x="89731" y="43779"/>
                </a:lnTo>
                <a:lnTo>
                  <a:pt x="94041" y="48641"/>
                </a:lnTo>
                <a:lnTo>
                  <a:pt x="97835" y="53522"/>
                </a:lnTo>
                <a:lnTo>
                  <a:pt x="102164" y="58384"/>
                </a:lnTo>
                <a:lnTo>
                  <a:pt x="47020" y="98921"/>
                </a:lnTo>
                <a:lnTo>
                  <a:pt x="44313" y="95680"/>
                </a:lnTo>
                <a:lnTo>
                  <a:pt x="42157" y="92972"/>
                </a:lnTo>
                <a:lnTo>
                  <a:pt x="40005" y="90265"/>
                </a:lnTo>
                <a:lnTo>
                  <a:pt x="37297" y="87558"/>
                </a:lnTo>
                <a:lnTo>
                  <a:pt x="34589" y="84869"/>
                </a:lnTo>
                <a:lnTo>
                  <a:pt x="31900" y="82161"/>
                </a:lnTo>
                <a:lnTo>
                  <a:pt x="28640" y="80006"/>
                </a:lnTo>
                <a:lnTo>
                  <a:pt x="25951" y="77833"/>
                </a:lnTo>
                <a:lnTo>
                  <a:pt x="22708" y="75678"/>
                </a:lnTo>
                <a:lnTo>
                  <a:pt x="20002" y="73505"/>
                </a:lnTo>
                <a:lnTo>
                  <a:pt x="16761" y="71884"/>
                </a:lnTo>
                <a:lnTo>
                  <a:pt x="13518" y="70263"/>
                </a:lnTo>
                <a:lnTo>
                  <a:pt x="10276" y="68643"/>
                </a:lnTo>
                <a:lnTo>
                  <a:pt x="6482" y="67022"/>
                </a:lnTo>
                <a:lnTo>
                  <a:pt x="3241" y="65954"/>
                </a:lnTo>
                <a:lnTo>
                  <a:pt x="0" y="64333"/>
                </a:lnTo>
                <a:lnTo>
                  <a:pt x="20536" y="0"/>
                </a:lnTo>
              </a:path>
            </a:pathLst>
          </a:custGeom>
          <a:solidFill xmlns:a="http://schemas.openxmlformats.org/drawingml/2006/main">
            <a:srgbClr val="E88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2" name="path-565">
            <a:extLst xmlns:a="http://schemas.openxmlformats.org/drawingml/2006/main">
              <a:ext uri="{FF2B5EF4-FFF2-40B4-BE49-F238E27FC236}">
                <a16:creationId xmlns:a16="http://schemas.microsoft.com/office/drawing/2014/main" id="{E5D02CC4-D0BE-4CF4-A587-BFA9FE74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91740" y="3776076"/>
            <a:ext cx="84682" cy="94264"/>
          </a:xfrm>
          <a:custGeom xmlns:a="http://schemas.openxmlformats.org/drawingml/2006/main">
            <a:pathLst>
              <a:path w="85937" h="95661">
                <a:moveTo>
                  <a:pt x="54589" y="0"/>
                </a:moveTo>
                <a:lnTo>
                  <a:pt x="58385" y="4862"/>
                </a:lnTo>
                <a:lnTo>
                  <a:pt x="61626" y="10278"/>
                </a:lnTo>
                <a:lnTo>
                  <a:pt x="64868" y="15673"/>
                </a:lnTo>
                <a:lnTo>
                  <a:pt x="68109" y="21622"/>
                </a:lnTo>
                <a:lnTo>
                  <a:pt x="70817" y="27019"/>
                </a:lnTo>
                <a:lnTo>
                  <a:pt x="73505" y="32968"/>
                </a:lnTo>
                <a:lnTo>
                  <a:pt x="75677" y="38916"/>
                </a:lnTo>
                <a:lnTo>
                  <a:pt x="77832" y="44866"/>
                </a:lnTo>
                <a:lnTo>
                  <a:pt x="79454" y="51348"/>
                </a:lnTo>
                <a:lnTo>
                  <a:pt x="81074" y="57297"/>
                </a:lnTo>
                <a:lnTo>
                  <a:pt x="82695" y="63780"/>
                </a:lnTo>
                <a:lnTo>
                  <a:pt x="83781" y="69729"/>
                </a:lnTo>
                <a:lnTo>
                  <a:pt x="84315" y="76212"/>
                </a:lnTo>
                <a:lnTo>
                  <a:pt x="85403" y="82695"/>
                </a:lnTo>
                <a:lnTo>
                  <a:pt x="85403" y="89178"/>
                </a:lnTo>
                <a:lnTo>
                  <a:pt x="85937" y="95661"/>
                </a:lnTo>
                <a:lnTo>
                  <a:pt x="17847" y="95661"/>
                </a:lnTo>
                <a:lnTo>
                  <a:pt x="17847" y="91886"/>
                </a:lnTo>
                <a:lnTo>
                  <a:pt x="17294" y="88111"/>
                </a:lnTo>
                <a:lnTo>
                  <a:pt x="16761" y="84316"/>
                </a:lnTo>
                <a:lnTo>
                  <a:pt x="16761" y="80541"/>
                </a:lnTo>
                <a:lnTo>
                  <a:pt x="15673" y="76746"/>
                </a:lnTo>
                <a:lnTo>
                  <a:pt x="15139" y="73505"/>
                </a:lnTo>
                <a:lnTo>
                  <a:pt x="14053" y="69729"/>
                </a:lnTo>
                <a:lnTo>
                  <a:pt x="12984" y="66488"/>
                </a:lnTo>
                <a:lnTo>
                  <a:pt x="11898" y="62694"/>
                </a:lnTo>
                <a:lnTo>
                  <a:pt x="10276" y="59452"/>
                </a:lnTo>
                <a:lnTo>
                  <a:pt x="9190" y="55677"/>
                </a:lnTo>
                <a:lnTo>
                  <a:pt x="7568" y="52436"/>
                </a:lnTo>
                <a:lnTo>
                  <a:pt x="5949" y="49194"/>
                </a:lnTo>
                <a:lnTo>
                  <a:pt x="3794" y="45953"/>
                </a:lnTo>
                <a:lnTo>
                  <a:pt x="1622" y="42692"/>
                </a:lnTo>
                <a:lnTo>
                  <a:pt x="0" y="40003"/>
                </a:lnTo>
                <a:lnTo>
                  <a:pt x="54589" y="0"/>
                </a:lnTo>
              </a:path>
            </a:pathLst>
          </a:custGeom>
          <a:solidFill xmlns:a="http://schemas.openxmlformats.org/drawingml/2006/main">
            <a:srgbClr val="D33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3" name="path-566">
            <a:extLst xmlns:a="http://schemas.openxmlformats.org/drawingml/2006/main">
              <a:ext uri="{FF2B5EF4-FFF2-40B4-BE49-F238E27FC236}">
                <a16:creationId xmlns:a16="http://schemas.microsoft.com/office/drawing/2014/main" id="{1AC74CD1-3532-495D-8D65-A25E19DA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6114" y="3755841"/>
            <a:ext cx="107586" cy="114500"/>
          </a:xfrm>
          <a:custGeom xmlns:a="http://schemas.openxmlformats.org/drawingml/2006/main">
            <a:pathLst>
              <a:path w="109180" h="116196">
                <a:moveTo>
                  <a:pt x="0" y="116196"/>
                </a:moveTo>
                <a:lnTo>
                  <a:pt x="1091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111111"/>
            </a:solidFill>
            <a:prstDash val="solid"/>
          </a:ln>
        </p:spPr>
      </p:sp>
      <p:sp>
        <p:nvSpPr>
          <p:cNvPr id="624" name="path-567">
            <a:extLst xmlns:a="http://schemas.openxmlformats.org/drawingml/2006/main">
              <a:ext uri="{FF2B5EF4-FFF2-40B4-BE49-F238E27FC236}">
                <a16:creationId xmlns:a16="http://schemas.microsoft.com/office/drawing/2014/main" id="{8E7AEDBD-F945-4FC5-B664-7DCE3096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2139" y="3845840"/>
            <a:ext cx="47949" cy="47949"/>
          </a:xfrm>
          <a:custGeom xmlns:a="http://schemas.openxmlformats.org/drawingml/2006/main">
            <a:pathLst>
              <a:path w="48659" h="48659">
                <a:moveTo>
                  <a:pt x="0" y="24330"/>
                </a:moveTo>
                <a:lnTo>
                  <a:pt x="0" y="24330"/>
                </a:lnTo>
                <a:cubicBezTo>
                  <a:pt x="0" y="20001"/>
                  <a:pt x="1086" y="15673"/>
                  <a:pt x="3261" y="12431"/>
                </a:cubicBezTo>
                <a:cubicBezTo>
                  <a:pt x="5416" y="8656"/>
                  <a:pt x="8657" y="5415"/>
                  <a:pt x="12431" y="3261"/>
                </a:cubicBezTo>
                <a:cubicBezTo>
                  <a:pt x="15673" y="1087"/>
                  <a:pt x="20002" y="0"/>
                  <a:pt x="24330" y="0"/>
                </a:cubicBezTo>
                <a:cubicBezTo>
                  <a:pt x="28659" y="0"/>
                  <a:pt x="32987" y="1087"/>
                  <a:pt x="36761" y="3261"/>
                </a:cubicBezTo>
                <a:cubicBezTo>
                  <a:pt x="40002" y="5415"/>
                  <a:pt x="43243" y="8656"/>
                  <a:pt x="45418" y="12431"/>
                </a:cubicBezTo>
                <a:cubicBezTo>
                  <a:pt x="47573" y="15673"/>
                  <a:pt x="48659" y="20001"/>
                  <a:pt x="48659" y="24330"/>
                </a:cubicBezTo>
                <a:cubicBezTo>
                  <a:pt x="48659" y="28658"/>
                  <a:pt x="47573" y="32987"/>
                  <a:pt x="45418" y="36762"/>
                </a:cubicBezTo>
                <a:cubicBezTo>
                  <a:pt x="43243" y="40003"/>
                  <a:pt x="40002" y="43245"/>
                  <a:pt x="36761" y="45419"/>
                </a:cubicBezTo>
                <a:cubicBezTo>
                  <a:pt x="32987" y="47573"/>
                  <a:pt x="28659" y="48659"/>
                  <a:pt x="24330" y="48659"/>
                </a:cubicBezTo>
                <a:cubicBezTo>
                  <a:pt x="20002" y="48659"/>
                  <a:pt x="15673" y="47573"/>
                  <a:pt x="12431" y="45419"/>
                </a:cubicBezTo>
                <a:cubicBezTo>
                  <a:pt x="8657" y="43245"/>
                  <a:pt x="5416" y="40003"/>
                  <a:pt x="3261" y="36762"/>
                </a:cubicBezTo>
                <a:cubicBezTo>
                  <a:pt x="1086" y="32987"/>
                  <a:pt x="0" y="28658"/>
                  <a:pt x="0" y="24330"/>
                </a:cubicBez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5" name="path-568">
            <a:extLst xmlns:a="http://schemas.openxmlformats.org/drawingml/2006/main">
              <a:ext uri="{FF2B5EF4-FFF2-40B4-BE49-F238E27FC236}">
                <a16:creationId xmlns:a16="http://schemas.microsoft.com/office/drawing/2014/main" id="{14825FFF-1F67-42A4-B010-FA5C45D3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5083" y="4093516"/>
            <a:ext cx="191" cy="213030"/>
          </a:xfrm>
          <a:custGeom xmlns:a="http://schemas.openxmlformats.org/drawingml/2006/main">
            <a:pathLst>
              <a:path w="191" h="216186">
                <a:moveTo>
                  <a:pt x="0" y="0"/>
                </a:moveTo>
                <a:lnTo>
                  <a:pt x="0" y="216186"/>
                </a:lnTo>
              </a:path>
            </a:pathLst>
          </a:custGeom>
          <a:noFill xmlns:a="http://schemas.openxmlformats.org/drawingml/2006/main"/>
          <a:ln xmlns:a="http://schemas.openxmlformats.org/drawingml/2006/main" w="26097">
            <a:solidFill>
              <a:srgbClr val="2B2B2B"/>
            </a:solidFill>
            <a:prstDash val="solid"/>
          </a:ln>
        </p:spPr>
      </p:sp>
      <p:sp>
        <p:nvSpPr>
          <p:cNvPr id="626" name="path-569">
            <a:extLst xmlns:a="http://schemas.openxmlformats.org/drawingml/2006/main">
              <a:ext uri="{FF2B5EF4-FFF2-40B4-BE49-F238E27FC236}">
                <a16:creationId xmlns:a16="http://schemas.microsoft.com/office/drawing/2014/main" id="{4448FEC6-D443-4D9D-B1B3-A2041138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2657" y="4093516"/>
            <a:ext cx="191" cy="213030"/>
          </a:xfrm>
          <a:custGeom xmlns:a="http://schemas.openxmlformats.org/drawingml/2006/main">
            <a:pathLst>
              <a:path w="191" h="216186">
                <a:moveTo>
                  <a:pt x="0" y="0"/>
                </a:moveTo>
                <a:lnTo>
                  <a:pt x="0" y="216186"/>
                </a:lnTo>
              </a:path>
            </a:pathLst>
          </a:custGeom>
          <a:noFill xmlns:a="http://schemas.openxmlformats.org/drawingml/2006/main"/>
          <a:ln xmlns:a="http://schemas.openxmlformats.org/drawingml/2006/main" w="26097">
            <a:solidFill>
              <a:srgbClr val="2B2B2B"/>
            </a:solidFill>
            <a:prstDash val="solid"/>
          </a:ln>
        </p:spPr>
      </p:sp>
      <p:sp>
        <p:nvSpPr>
          <p:cNvPr id="627" name="path-570">
            <a:extLst xmlns:a="http://schemas.openxmlformats.org/drawingml/2006/main">
              <a:ext uri="{FF2B5EF4-FFF2-40B4-BE49-F238E27FC236}">
                <a16:creationId xmlns:a16="http://schemas.microsoft.com/office/drawing/2014/main" id="{B23FCBF5-ED8D-4615-BAE7-A206BA03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9706" y="4093516"/>
            <a:ext cx="191" cy="213030"/>
          </a:xfrm>
          <a:custGeom xmlns:a="http://schemas.openxmlformats.org/drawingml/2006/main">
            <a:pathLst>
              <a:path w="191" h="216186">
                <a:moveTo>
                  <a:pt x="0" y="0"/>
                </a:moveTo>
                <a:lnTo>
                  <a:pt x="0" y="216186"/>
                </a:lnTo>
              </a:path>
            </a:pathLst>
          </a:custGeom>
          <a:noFill xmlns:a="http://schemas.openxmlformats.org/drawingml/2006/main"/>
          <a:ln xmlns:a="http://schemas.openxmlformats.org/drawingml/2006/main" w="26097">
            <a:solidFill>
              <a:srgbClr val="2B2B2B"/>
            </a:solidFill>
            <a:prstDash val="solid"/>
          </a:ln>
        </p:spPr>
      </p:sp>
      <p:sp>
        <p:nvSpPr>
          <p:cNvPr id="628" name="path-571">
            <a:extLst xmlns:a="http://schemas.openxmlformats.org/drawingml/2006/main">
              <a:ext uri="{FF2B5EF4-FFF2-40B4-BE49-F238E27FC236}">
                <a16:creationId xmlns:a16="http://schemas.microsoft.com/office/drawing/2014/main" id="{21C81088-CFC3-4959-8471-43E0CA41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7280" y="4093516"/>
            <a:ext cx="191" cy="213030"/>
          </a:xfrm>
          <a:custGeom xmlns:a="http://schemas.openxmlformats.org/drawingml/2006/main">
            <a:pathLst>
              <a:path w="191" h="216186">
                <a:moveTo>
                  <a:pt x="0" y="0"/>
                </a:moveTo>
                <a:lnTo>
                  <a:pt x="0" y="216186"/>
                </a:lnTo>
              </a:path>
            </a:pathLst>
          </a:custGeom>
          <a:noFill xmlns:a="http://schemas.openxmlformats.org/drawingml/2006/main"/>
          <a:ln xmlns:a="http://schemas.openxmlformats.org/drawingml/2006/main" w="26097">
            <a:solidFill>
              <a:srgbClr val="2B2B2B"/>
            </a:solidFill>
            <a:prstDash val="solid"/>
          </a:ln>
        </p:spPr>
      </p:sp>
      <p:sp>
        <p:nvSpPr>
          <p:cNvPr id="629" name="path-572">
            <a:extLst xmlns:a="http://schemas.openxmlformats.org/drawingml/2006/main">
              <a:ext uri="{FF2B5EF4-FFF2-40B4-BE49-F238E27FC236}">
                <a16:creationId xmlns:a16="http://schemas.microsoft.com/office/drawing/2014/main" id="{F61DAECB-0DF4-4F32-AAAB-1BD9D77C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5083" y="4302825"/>
            <a:ext cx="6742197" cy="191"/>
          </a:xfrm>
          <a:custGeom xmlns:a="http://schemas.openxmlformats.org/drawingml/2006/main">
            <a:pathLst>
              <a:path w="6842081" h="191">
                <a:moveTo>
                  <a:pt x="0" y="0"/>
                </a:moveTo>
                <a:lnTo>
                  <a:pt x="68420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097">
            <a:solidFill>
              <a:srgbClr val="2B2B2B"/>
            </a:solidFill>
            <a:prstDash val="solid"/>
          </a:ln>
        </p:spPr>
      </p:sp>
      <p:sp>
        <p:nvSpPr>
          <p:cNvPr id="630" name="path-573">
            <a:extLst xmlns:a="http://schemas.openxmlformats.org/drawingml/2006/main">
              <a:ext uri="{FF2B5EF4-FFF2-40B4-BE49-F238E27FC236}">
                <a16:creationId xmlns:a16="http://schemas.microsoft.com/office/drawing/2014/main" id="{134F9CF4-62BD-4C45-94E3-172C8E17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6445" y="4320393"/>
            <a:ext cx="191" cy="82014"/>
          </a:xfrm>
          <a:custGeom xmlns:a="http://schemas.openxmlformats.org/drawingml/2006/main">
            <a:pathLst>
              <a:path w="191" h="83229">
                <a:moveTo>
                  <a:pt x="0" y="0"/>
                </a:moveTo>
                <a:lnTo>
                  <a:pt x="0" y="83229"/>
                </a:lnTo>
              </a:path>
            </a:pathLst>
          </a:custGeom>
          <a:noFill xmlns:a="http://schemas.openxmlformats.org/drawingml/2006/main"/>
          <a:ln xmlns:a="http://schemas.openxmlformats.org/drawingml/2006/main" w="41542">
            <a:solidFill>
              <a:srgbClr val="111111"/>
            </a:solidFill>
            <a:prstDash val="solid"/>
          </a:ln>
        </p:spPr>
      </p:sp>
      <p:sp>
        <p:nvSpPr>
          <p:cNvPr id="631" name="path-574">
            <a:extLst xmlns:a="http://schemas.openxmlformats.org/drawingml/2006/main">
              <a:ext uri="{FF2B5EF4-FFF2-40B4-BE49-F238E27FC236}">
                <a16:creationId xmlns:a16="http://schemas.microsoft.com/office/drawing/2014/main" id="{1A1C195F-B4A2-45EF-99E1-F42E59B2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903" y="4397089"/>
            <a:ext cx="83085" cy="83085"/>
          </a:xfrm>
          <a:custGeom xmlns:a="http://schemas.openxmlformats.org/drawingml/2006/main">
            <a:pathLst>
              <a:path w="84316" h="84316">
                <a:moveTo>
                  <a:pt x="42157" y="84316"/>
                </a:moveTo>
                <a:lnTo>
                  <a:pt x="0" y="0"/>
                </a:lnTo>
                <a:lnTo>
                  <a:pt x="84316" y="0"/>
                </a:lnTo>
                <a:lnTo>
                  <a:pt x="42157" y="84316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2" name="path-575">
            <a:extLst xmlns:a="http://schemas.openxmlformats.org/drawingml/2006/main">
              <a:ext uri="{FF2B5EF4-FFF2-40B4-BE49-F238E27FC236}">
                <a16:creationId xmlns:a16="http://schemas.microsoft.com/office/drawing/2014/main" id="{6BE633FB-61A9-4518-92DC-8E7116F9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823" y="4502006"/>
            <a:ext cx="8989769" cy="407439"/>
          </a:xfrm>
          <a:custGeom xmlns:a="http://schemas.openxmlformats.org/drawingml/2006/main">
            <a:pathLst>
              <a:path w="9122951" h="413475">
                <a:moveTo>
                  <a:pt x="0" y="173494"/>
                </a:moveTo>
                <a:lnTo>
                  <a:pt x="0" y="173494"/>
                </a:lnTo>
                <a:cubicBezTo>
                  <a:pt x="0" y="143235"/>
                  <a:pt x="8122" y="112975"/>
                  <a:pt x="23242" y="86490"/>
                </a:cubicBezTo>
                <a:cubicBezTo>
                  <a:pt x="38383" y="60539"/>
                  <a:pt x="60539" y="38383"/>
                  <a:pt x="87023" y="23244"/>
                </a:cubicBezTo>
                <a:cubicBezTo>
                  <a:pt x="112974" y="8104"/>
                  <a:pt x="143235" y="0"/>
                  <a:pt x="173512" y="0"/>
                </a:cubicBezTo>
                <a:lnTo>
                  <a:pt x="8948925" y="0"/>
                </a:lnTo>
                <a:cubicBezTo>
                  <a:pt x="8979184" y="0"/>
                  <a:pt x="9009463" y="8104"/>
                  <a:pt x="9035948" y="23244"/>
                </a:cubicBezTo>
                <a:cubicBezTo>
                  <a:pt x="9061880" y="38383"/>
                  <a:pt x="9084035" y="60539"/>
                  <a:pt x="9099174" y="87024"/>
                </a:cubicBezTo>
                <a:cubicBezTo>
                  <a:pt x="9114313" y="112975"/>
                  <a:pt x="9122418" y="143235"/>
                  <a:pt x="9122418" y="173494"/>
                </a:cubicBezTo>
                <a:lnTo>
                  <a:pt x="9122951" y="239448"/>
                </a:lnTo>
                <a:cubicBezTo>
                  <a:pt x="9122951" y="269708"/>
                  <a:pt x="9114849" y="299987"/>
                  <a:pt x="9099707" y="326471"/>
                </a:cubicBezTo>
                <a:cubicBezTo>
                  <a:pt x="9084588" y="352403"/>
                  <a:pt x="9062413" y="374559"/>
                  <a:pt x="9035948" y="389698"/>
                </a:cubicBezTo>
                <a:cubicBezTo>
                  <a:pt x="9009996" y="404838"/>
                  <a:pt x="8979718" y="412941"/>
                  <a:pt x="8949458" y="412941"/>
                </a:cubicBezTo>
                <a:lnTo>
                  <a:pt x="173512" y="413475"/>
                </a:lnTo>
                <a:cubicBezTo>
                  <a:pt x="143235" y="413475"/>
                  <a:pt x="112974" y="405372"/>
                  <a:pt x="86489" y="390232"/>
                </a:cubicBezTo>
                <a:cubicBezTo>
                  <a:pt x="60539" y="375112"/>
                  <a:pt x="38383" y="352956"/>
                  <a:pt x="23242" y="326471"/>
                </a:cubicBezTo>
                <a:cubicBezTo>
                  <a:pt x="8122" y="300521"/>
                  <a:pt x="0" y="270261"/>
                  <a:pt x="0" y="239981"/>
                </a:cubicBezTo>
                <a:lnTo>
                  <a:pt x="0" y="173494"/>
                </a:lnTo>
              </a:path>
            </a:pathLst>
          </a:custGeom>
          <a:solidFill xmlns:a="http://schemas.openxmlformats.org/drawingml/2006/main">
            <a:srgbClr val="E8F2E8"/>
          </a:solidFill>
          <a:ln xmlns:a="http://schemas.openxmlformats.org/drawingml/2006/main" w="24499">
            <a:solidFill>
              <a:srgbClr val="3A7D44"/>
            </a:solidFill>
            <a:prstDash val="solid"/>
          </a:ln>
        </p:spPr>
      </p:sp>
      <p:sp>
        <p:nvSpPr>
          <p:cNvPr id="633" name="text-576 Intervention">
            <a:extLst xmlns:a="http://schemas.openxmlformats.org/drawingml/2006/main">
              <a:ext uri="{FF2B5EF4-FFF2-40B4-BE49-F238E27FC236}">
                <a16:creationId xmlns:a16="http://schemas.microsoft.com/office/drawing/2014/main" id="{0B20E534-B6EA-459D-88A6-18FB1A24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14662" y="4576326"/>
            <a:ext cx="1220846" cy="2896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9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9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pPr>
            <a:r>
              <a:rPr sz="1629" b="1" i="0">
                <a:solidFill>
                  <a:srgbClr val="1B4728"/>
                </a:solidFill>
                <a:latin typeface="Arial"/>
                <a:ea typeface="Arial"/>
                <a:cs typeface="Arial"/>
              </a:rPr>
              <a:t>Intervention</a:t>
            </a:r>
          </a:p>
        </p:txBody>
      </p:sp>
      <p:sp>
        <p:nvSpPr>
          <p:cNvPr id="634" name="text-576 Priority">
            <a:extLst xmlns:a="http://schemas.openxmlformats.org/drawingml/2006/main">
              <a:ext uri="{FF2B5EF4-FFF2-40B4-BE49-F238E27FC236}">
                <a16:creationId xmlns:a16="http://schemas.microsoft.com/office/drawing/2014/main" id="{BDECBDE8-9609-4B8B-A304-7DBAD856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55747" y="4576214"/>
            <a:ext cx="761776" cy="289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0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0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pPr>
            <a:r>
              <a:rPr sz="1630" b="1" i="0">
                <a:solidFill>
                  <a:srgbClr val="1B4728"/>
                </a:solidFill>
                <a:latin typeface="Arial"/>
                <a:ea typeface="Arial"/>
                <a:cs typeface="Arial"/>
              </a:rPr>
              <a:t>Priority</a:t>
            </a:r>
          </a:p>
        </p:txBody>
      </p:sp>
      <p:sp>
        <p:nvSpPr>
          <p:cNvPr id="635" name="text-576 &amp;">
            <a:extLst xmlns:a="http://schemas.openxmlformats.org/drawingml/2006/main">
              <a:ext uri="{FF2B5EF4-FFF2-40B4-BE49-F238E27FC236}">
                <a16:creationId xmlns:a16="http://schemas.microsoft.com/office/drawing/2014/main" id="{FA473496-313A-4394-AAB2-A7BA38E9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37882" y="4576486"/>
            <a:ext cx="186442" cy="289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8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8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pPr>
            <a:r>
              <a:rPr sz="1628" b="1" i="0">
                <a:solidFill>
                  <a:srgbClr val="1B4728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636" name="text-576 Data-Availability">
            <a:extLst xmlns:a="http://schemas.openxmlformats.org/drawingml/2006/main">
              <a:ext uri="{FF2B5EF4-FFF2-40B4-BE49-F238E27FC236}">
                <a16:creationId xmlns:a16="http://schemas.microsoft.com/office/drawing/2014/main" id="{C8C9E03E-B2CD-4637-9C0D-8AD6CEBB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45143" y="4576273"/>
            <a:ext cx="1639161" cy="289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0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0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pPr>
            <a:r>
              <a:rPr sz="1630" b="1" i="0">
                <a:solidFill>
                  <a:srgbClr val="1B4728"/>
                </a:solidFill>
                <a:latin typeface="Arial"/>
                <a:ea typeface="Arial"/>
                <a:cs typeface="Arial"/>
              </a:rPr>
              <a:t>Data-Availability</a:t>
            </a:r>
          </a:p>
        </p:txBody>
      </p:sp>
      <p:sp>
        <p:nvSpPr>
          <p:cNvPr id="637" name="text-576 Decision">
            <a:extLst xmlns:a="http://schemas.openxmlformats.org/drawingml/2006/main">
              <a:ext uri="{FF2B5EF4-FFF2-40B4-BE49-F238E27FC236}">
                <a16:creationId xmlns:a16="http://schemas.microsoft.com/office/drawing/2014/main" id="{7B7BA473-B739-4E10-8FF5-90B7F7ED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04882" y="4576315"/>
            <a:ext cx="899314" cy="289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29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29" b="1" i="0">
                <a:solidFill>
                  <a:srgbClr val="1B4728"/>
                </a:solidFill>
                <a:latin typeface="Arial"/>
                <a:ea typeface="Arial"/>
                <a:cs typeface="Arial"/>
              </a:defRPr>
            </a:pPr>
            <a:r>
              <a:rPr sz="1629" b="1" i="0">
                <a:solidFill>
                  <a:srgbClr val="1B4728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638" name="path-577">
            <a:extLst xmlns:a="http://schemas.openxmlformats.org/drawingml/2006/main">
              <a:ext uri="{FF2B5EF4-FFF2-40B4-BE49-F238E27FC236}">
                <a16:creationId xmlns:a16="http://schemas.microsoft.com/office/drawing/2014/main" id="{8E21FD42-1E05-41A8-B7C5-B070D76B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6071" y="5241804"/>
            <a:ext cx="9339152" cy="4899919"/>
          </a:xfrm>
          <a:custGeom xmlns:a="http://schemas.openxmlformats.org/drawingml/2006/main">
            <a:pathLst>
              <a:path w="9477510" h="4972510">
                <a:moveTo>
                  <a:pt x="533" y="149164"/>
                </a:moveTo>
                <a:lnTo>
                  <a:pt x="533" y="149164"/>
                </a:lnTo>
                <a:cubicBezTo>
                  <a:pt x="533" y="123212"/>
                  <a:pt x="7570" y="97281"/>
                  <a:pt x="20536" y="74572"/>
                </a:cubicBezTo>
                <a:cubicBezTo>
                  <a:pt x="33520" y="51882"/>
                  <a:pt x="52435" y="32968"/>
                  <a:pt x="75125" y="19982"/>
                </a:cubicBezTo>
                <a:cubicBezTo>
                  <a:pt x="97835" y="7016"/>
                  <a:pt x="123766" y="0"/>
                  <a:pt x="149717" y="0"/>
                </a:cubicBezTo>
                <a:lnTo>
                  <a:pt x="9328344" y="534"/>
                </a:lnTo>
                <a:cubicBezTo>
                  <a:pt x="9354276" y="534"/>
                  <a:pt x="9380228" y="7551"/>
                  <a:pt x="9402918" y="20535"/>
                </a:cubicBezTo>
                <a:cubicBezTo>
                  <a:pt x="9425626" y="33501"/>
                  <a:pt x="9444542" y="52416"/>
                  <a:pt x="9457507" y="75125"/>
                </a:cubicBezTo>
                <a:cubicBezTo>
                  <a:pt x="9470491" y="97815"/>
                  <a:pt x="9477510" y="123766"/>
                  <a:pt x="9477510" y="149697"/>
                </a:cubicBezTo>
                <a:lnTo>
                  <a:pt x="9477510" y="4823328"/>
                </a:lnTo>
                <a:cubicBezTo>
                  <a:pt x="9477510" y="4849278"/>
                  <a:pt x="9470491" y="4875228"/>
                  <a:pt x="9457507" y="4897919"/>
                </a:cubicBezTo>
                <a:cubicBezTo>
                  <a:pt x="9444542" y="4920628"/>
                  <a:pt x="9425626" y="4939543"/>
                  <a:pt x="9402918" y="4952509"/>
                </a:cubicBezTo>
                <a:cubicBezTo>
                  <a:pt x="9380228" y="4965474"/>
                  <a:pt x="9354276" y="4972510"/>
                  <a:pt x="9328344" y="4972510"/>
                </a:cubicBezTo>
                <a:lnTo>
                  <a:pt x="149182" y="4972510"/>
                </a:lnTo>
                <a:cubicBezTo>
                  <a:pt x="123232" y="4972510"/>
                  <a:pt x="97282" y="4965474"/>
                  <a:pt x="74591" y="4952509"/>
                </a:cubicBezTo>
                <a:cubicBezTo>
                  <a:pt x="51882" y="4939543"/>
                  <a:pt x="32967" y="4920628"/>
                  <a:pt x="20001" y="4897919"/>
                </a:cubicBezTo>
                <a:cubicBezTo>
                  <a:pt x="7036" y="4875228"/>
                  <a:pt x="0" y="4849278"/>
                  <a:pt x="0" y="4823328"/>
                </a:cubicBezTo>
                <a:lnTo>
                  <a:pt x="533" y="14916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7814">
            <a:solidFill>
              <a:srgbClr val="8B63B8"/>
            </a:solidFill>
            <a:prstDash val="solid"/>
          </a:ln>
        </p:spPr>
      </p:sp>
      <p:sp>
        <p:nvSpPr>
          <p:cNvPr id="639" name="text-578 3.">
            <a:extLst xmlns:a="http://schemas.openxmlformats.org/drawingml/2006/main">
              <a:ext uri="{FF2B5EF4-FFF2-40B4-BE49-F238E27FC236}">
                <a16:creationId xmlns:a16="http://schemas.microsoft.com/office/drawing/2014/main" id="{0AAEF0E9-A028-4D8B-9D62-C9D7FB66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48850" y="5237642"/>
            <a:ext cx="294672" cy="406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89" b="1" i="0">
                <a:solidFill>
                  <a:srgbClr val="3824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89" b="1" i="0">
                <a:solidFill>
                  <a:srgbClr val="382456"/>
                </a:solidFill>
                <a:latin typeface="Arial"/>
                <a:ea typeface="Arial"/>
                <a:cs typeface="Arial"/>
              </a:defRPr>
            </a:pPr>
            <a:r>
              <a:rPr sz="2289" b="1" i="0">
                <a:solidFill>
                  <a:srgbClr val="382456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640" name="text-578 Targeted">
            <a:extLst xmlns:a="http://schemas.openxmlformats.org/drawingml/2006/main">
              <a:ext uri="{FF2B5EF4-FFF2-40B4-BE49-F238E27FC236}">
                <a16:creationId xmlns:a16="http://schemas.microsoft.com/office/drawing/2014/main" id="{E8EAF7C5-3D5C-4AA3-B8DC-7E9665E1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1657" y="5237344"/>
            <a:ext cx="1259363" cy="407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91" b="1" i="0">
                <a:solidFill>
                  <a:srgbClr val="3824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91" b="1" i="0">
                <a:solidFill>
                  <a:srgbClr val="382456"/>
                </a:solidFill>
                <a:latin typeface="Arial"/>
                <a:ea typeface="Arial"/>
                <a:cs typeface="Arial"/>
              </a:defRPr>
            </a:pPr>
            <a:r>
              <a:rPr sz="2291" b="1" i="0">
                <a:solidFill>
                  <a:srgbClr val="382456"/>
                </a:solidFill>
                <a:latin typeface="Arial"/>
                <a:ea typeface="Arial"/>
                <a:cs typeface="Arial"/>
              </a:rPr>
              <a:t>Targeted</a:t>
            </a:r>
          </a:p>
        </p:txBody>
      </p:sp>
      <p:sp>
        <p:nvSpPr>
          <p:cNvPr id="641" name="text-578 Data">
            <a:extLst xmlns:a="http://schemas.openxmlformats.org/drawingml/2006/main">
              <a:ext uri="{FF2B5EF4-FFF2-40B4-BE49-F238E27FC236}">
                <a16:creationId xmlns:a16="http://schemas.microsoft.com/office/drawing/2014/main" id="{561C7080-9C25-44F7-A884-AF33E029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58807" y="5237098"/>
            <a:ext cx="683514" cy="407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93" b="1" i="0">
                <a:solidFill>
                  <a:srgbClr val="3824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93" b="1" i="0">
                <a:solidFill>
                  <a:srgbClr val="382456"/>
                </a:solidFill>
                <a:latin typeface="Arial"/>
                <a:ea typeface="Arial"/>
                <a:cs typeface="Arial"/>
              </a:defRPr>
            </a:pPr>
            <a:r>
              <a:rPr sz="2293" b="1" i="0">
                <a:solidFill>
                  <a:srgbClr val="382456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642" name="text-578 Synthesis">
            <a:extLst xmlns:a="http://schemas.openxmlformats.org/drawingml/2006/main">
              <a:ext uri="{FF2B5EF4-FFF2-40B4-BE49-F238E27FC236}">
                <a16:creationId xmlns:a16="http://schemas.microsoft.com/office/drawing/2014/main" id="{C5F1CB30-AEA7-4A6E-812A-43E1FBA6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70555" y="5237329"/>
            <a:ext cx="1426686" cy="407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91" b="1" i="0">
                <a:solidFill>
                  <a:srgbClr val="3824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91" b="1" i="0">
                <a:solidFill>
                  <a:srgbClr val="382456"/>
                </a:solidFill>
                <a:latin typeface="Arial"/>
                <a:ea typeface="Arial"/>
                <a:cs typeface="Arial"/>
              </a:defRPr>
            </a:pPr>
            <a:r>
              <a:rPr sz="2291" b="1" i="0">
                <a:solidFill>
                  <a:srgbClr val="382456"/>
                </a:solidFill>
                <a:latin typeface="Arial"/>
                <a:ea typeface="Arial"/>
                <a:cs typeface="Arial"/>
              </a:rPr>
              <a:t>Synthesis</a:t>
            </a:r>
          </a:p>
        </p:txBody>
      </p:sp>
      <p:sp>
        <p:nvSpPr>
          <p:cNvPr id="643" name="path-579">
            <a:extLst xmlns:a="http://schemas.openxmlformats.org/drawingml/2006/main">
              <a:ext uri="{FF2B5EF4-FFF2-40B4-BE49-F238E27FC236}">
                <a16:creationId xmlns:a16="http://schemas.microsoft.com/office/drawing/2014/main" id="{EFCCB71E-B450-474C-9B81-FD1C269A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0381" y="4928629"/>
            <a:ext cx="191" cy="774406"/>
          </a:xfrm>
          <a:custGeom xmlns:a="http://schemas.openxmlformats.org/drawingml/2006/main">
            <a:pathLst>
              <a:path w="191" h="785879">
                <a:moveTo>
                  <a:pt x="0" y="0"/>
                </a:moveTo>
                <a:lnTo>
                  <a:pt x="0" y="785879"/>
                </a:lnTo>
              </a:path>
            </a:pathLst>
          </a:custGeom>
          <a:noFill xmlns:a="http://schemas.openxmlformats.org/drawingml/2006/main"/>
          <a:ln xmlns:a="http://schemas.openxmlformats.org/drawingml/2006/main" w="41542">
            <a:solidFill>
              <a:srgbClr val="111111"/>
            </a:solidFill>
            <a:prstDash val="solid"/>
          </a:ln>
        </p:spPr>
      </p:sp>
      <p:sp>
        <p:nvSpPr>
          <p:cNvPr id="644" name="path-580">
            <a:extLst xmlns:a="http://schemas.openxmlformats.org/drawingml/2006/main">
              <a:ext uri="{FF2B5EF4-FFF2-40B4-BE49-F238E27FC236}">
                <a16:creationId xmlns:a16="http://schemas.microsoft.com/office/drawing/2014/main" id="{E5EE6D80-C212-43BF-A66C-8A1CDF46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8839" y="5697700"/>
            <a:ext cx="83084" cy="83085"/>
          </a:xfrm>
          <a:custGeom xmlns:a="http://schemas.openxmlformats.org/drawingml/2006/main">
            <a:pathLst>
              <a:path w="84315" h="84315">
                <a:moveTo>
                  <a:pt x="42157" y="84315"/>
                </a:moveTo>
                <a:lnTo>
                  <a:pt x="0" y="0"/>
                </a:lnTo>
                <a:lnTo>
                  <a:pt x="84315" y="0"/>
                </a:lnTo>
                <a:lnTo>
                  <a:pt x="42157" y="84315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5" name="path-581">
            <a:extLst xmlns:a="http://schemas.openxmlformats.org/drawingml/2006/main">
              <a:ext uri="{FF2B5EF4-FFF2-40B4-BE49-F238E27FC236}">
                <a16:creationId xmlns:a16="http://schemas.microsoft.com/office/drawing/2014/main" id="{1E229CE2-2C83-4CF6-B534-13AC4267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7354" y="4906252"/>
            <a:ext cx="191" cy="774406"/>
          </a:xfrm>
          <a:custGeom xmlns:a="http://schemas.openxmlformats.org/drawingml/2006/main">
            <a:pathLst>
              <a:path w="191" h="785879">
                <a:moveTo>
                  <a:pt x="0" y="0"/>
                </a:moveTo>
                <a:lnTo>
                  <a:pt x="0" y="785879"/>
                </a:lnTo>
              </a:path>
            </a:pathLst>
          </a:custGeom>
          <a:noFill xmlns:a="http://schemas.openxmlformats.org/drawingml/2006/main"/>
          <a:ln xmlns:a="http://schemas.openxmlformats.org/drawingml/2006/main" w="41542">
            <a:solidFill>
              <a:srgbClr val="111111"/>
            </a:solidFill>
            <a:prstDash val="solid"/>
          </a:ln>
        </p:spPr>
      </p:sp>
      <p:sp>
        <p:nvSpPr>
          <p:cNvPr id="646" name="path-582">
            <a:extLst xmlns:a="http://schemas.openxmlformats.org/drawingml/2006/main">
              <a:ext uri="{FF2B5EF4-FFF2-40B4-BE49-F238E27FC236}">
                <a16:creationId xmlns:a16="http://schemas.microsoft.com/office/drawing/2014/main" id="{6817F21C-B302-40E7-8A2E-71D3B372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5812" y="5675340"/>
            <a:ext cx="83085" cy="83085"/>
          </a:xfrm>
          <a:custGeom xmlns:a="http://schemas.openxmlformats.org/drawingml/2006/main">
            <a:pathLst>
              <a:path w="84316" h="84316">
                <a:moveTo>
                  <a:pt x="42157" y="84316"/>
                </a:moveTo>
                <a:lnTo>
                  <a:pt x="0" y="0"/>
                </a:lnTo>
                <a:lnTo>
                  <a:pt x="84316" y="0"/>
                </a:lnTo>
                <a:lnTo>
                  <a:pt x="42157" y="84316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" name="path-583">
            <a:extLst xmlns:a="http://schemas.openxmlformats.org/drawingml/2006/main">
              <a:ext uri="{FF2B5EF4-FFF2-40B4-BE49-F238E27FC236}">
                <a16:creationId xmlns:a16="http://schemas.microsoft.com/office/drawing/2014/main" id="{67580D48-19FB-43ED-AAA5-849612AE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775" y="5777590"/>
            <a:ext cx="2298173" cy="610886"/>
          </a:xfrm>
          <a:custGeom xmlns:a="http://schemas.openxmlformats.org/drawingml/2006/main">
            <a:pathLst>
              <a:path w="2332220" h="619936">
                <a:moveTo>
                  <a:pt x="0" y="123766"/>
                </a:moveTo>
                <a:lnTo>
                  <a:pt x="0" y="123766"/>
                </a:lnTo>
                <a:cubicBezTo>
                  <a:pt x="0" y="102163"/>
                  <a:pt x="5949" y="80540"/>
                  <a:pt x="16760" y="61626"/>
                </a:cubicBezTo>
                <a:cubicBezTo>
                  <a:pt x="27571" y="42692"/>
                  <a:pt x="43245" y="27019"/>
                  <a:pt x="62160" y="16207"/>
                </a:cubicBezTo>
                <a:cubicBezTo>
                  <a:pt x="81074" y="5416"/>
                  <a:pt x="102144" y="0"/>
                  <a:pt x="123766" y="0"/>
                </a:cubicBezTo>
                <a:lnTo>
                  <a:pt x="2207901" y="0"/>
                </a:lnTo>
                <a:cubicBezTo>
                  <a:pt x="2229524" y="0"/>
                  <a:pt x="2251146" y="5949"/>
                  <a:pt x="2270060" y="16761"/>
                </a:cubicBezTo>
                <a:cubicBezTo>
                  <a:pt x="2288975" y="27572"/>
                  <a:pt x="2304649" y="43245"/>
                  <a:pt x="2315460" y="62160"/>
                </a:cubicBezTo>
                <a:cubicBezTo>
                  <a:pt x="2326271" y="81075"/>
                  <a:pt x="2331686" y="102163"/>
                  <a:pt x="2331686" y="123766"/>
                </a:cubicBezTo>
                <a:lnTo>
                  <a:pt x="2332220" y="495637"/>
                </a:lnTo>
                <a:cubicBezTo>
                  <a:pt x="2332220" y="517259"/>
                  <a:pt x="2326271" y="538862"/>
                  <a:pt x="2315460" y="557796"/>
                </a:cubicBezTo>
                <a:cubicBezTo>
                  <a:pt x="2304649" y="576710"/>
                  <a:pt x="2288975" y="592384"/>
                  <a:pt x="2270060" y="603195"/>
                </a:cubicBezTo>
                <a:cubicBezTo>
                  <a:pt x="2251146" y="614006"/>
                  <a:pt x="2230056" y="619402"/>
                  <a:pt x="2208454" y="619402"/>
                </a:cubicBezTo>
                <a:lnTo>
                  <a:pt x="123766" y="619936"/>
                </a:lnTo>
                <a:cubicBezTo>
                  <a:pt x="102144" y="619936"/>
                  <a:pt x="80540" y="614006"/>
                  <a:pt x="61606" y="603195"/>
                </a:cubicBezTo>
                <a:cubicBezTo>
                  <a:pt x="42692" y="592384"/>
                  <a:pt x="27018" y="576710"/>
                  <a:pt x="16207" y="557796"/>
                </a:cubicBezTo>
                <a:cubicBezTo>
                  <a:pt x="5396" y="538862"/>
                  <a:pt x="0" y="517792"/>
                  <a:pt x="0" y="496170"/>
                </a:cubicBezTo>
                <a:lnTo>
                  <a:pt x="0" y="123766"/>
                </a:lnTo>
              </a:path>
            </a:pathLst>
          </a:custGeom>
          <a:solidFill xmlns:a="http://schemas.openxmlformats.org/drawingml/2006/main">
            <a:srgbClr val="FEF2E2"/>
          </a:solidFill>
          <a:ln xmlns:a="http://schemas.openxmlformats.org/drawingml/2006/main" w="29825">
            <a:solidFill>
              <a:srgbClr val="B56B16"/>
            </a:solidFill>
            <a:prstDash val="solid"/>
          </a:ln>
        </p:spPr>
      </p:sp>
      <p:sp>
        <p:nvSpPr>
          <p:cNvPr id="648" name="path-584">
            <a:extLst xmlns:a="http://schemas.openxmlformats.org/drawingml/2006/main">
              <a:ext uri="{FF2B5EF4-FFF2-40B4-BE49-F238E27FC236}">
                <a16:creationId xmlns:a16="http://schemas.microsoft.com/office/drawing/2014/main" id="{9C960B62-9E95-4C66-A5E9-E8602670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414" y="5970384"/>
            <a:ext cx="82032" cy="225299"/>
          </a:xfrm>
          <a:custGeom xmlns:a="http://schemas.openxmlformats.org/drawingml/2006/main">
            <a:pathLst>
              <a:path w="83247" h="228637">
                <a:moveTo>
                  <a:pt x="83247" y="228637"/>
                </a:moveTo>
                <a:lnTo>
                  <a:pt x="68642" y="222688"/>
                </a:lnTo>
                <a:lnTo>
                  <a:pt x="55676" y="215671"/>
                </a:lnTo>
                <a:lnTo>
                  <a:pt x="43245" y="206480"/>
                </a:lnTo>
                <a:lnTo>
                  <a:pt x="32434" y="196203"/>
                </a:lnTo>
                <a:lnTo>
                  <a:pt x="22709" y="184857"/>
                </a:lnTo>
                <a:lnTo>
                  <a:pt x="14606" y="171892"/>
                </a:lnTo>
                <a:lnTo>
                  <a:pt x="8122" y="158373"/>
                </a:lnTo>
                <a:lnTo>
                  <a:pt x="3794" y="143787"/>
                </a:lnTo>
                <a:lnTo>
                  <a:pt x="553" y="129181"/>
                </a:lnTo>
                <a:lnTo>
                  <a:pt x="0" y="114061"/>
                </a:lnTo>
                <a:lnTo>
                  <a:pt x="553" y="98921"/>
                </a:lnTo>
                <a:lnTo>
                  <a:pt x="3794" y="84334"/>
                </a:lnTo>
                <a:lnTo>
                  <a:pt x="8122" y="69729"/>
                </a:lnTo>
                <a:lnTo>
                  <a:pt x="14606" y="56211"/>
                </a:lnTo>
                <a:lnTo>
                  <a:pt x="22709" y="43245"/>
                </a:lnTo>
                <a:lnTo>
                  <a:pt x="32434" y="31899"/>
                </a:lnTo>
                <a:lnTo>
                  <a:pt x="43245" y="21622"/>
                </a:lnTo>
                <a:lnTo>
                  <a:pt x="55676" y="12431"/>
                </a:lnTo>
                <a:lnTo>
                  <a:pt x="68642" y="5415"/>
                </a:lnTo>
                <a:lnTo>
                  <a:pt x="832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270">
            <a:solidFill>
              <a:srgbClr val="A56214"/>
            </a:solidFill>
            <a:prstDash val="solid"/>
          </a:ln>
        </p:spPr>
      </p:sp>
      <p:sp>
        <p:nvSpPr>
          <p:cNvPr id="649" name="path-585">
            <a:extLst xmlns:a="http://schemas.openxmlformats.org/drawingml/2006/main">
              <a:ext uri="{FF2B5EF4-FFF2-40B4-BE49-F238E27FC236}">
                <a16:creationId xmlns:a16="http://schemas.microsoft.com/office/drawing/2014/main" id="{831C9AA5-CFCB-4F3A-B6C0-5D42F0DD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206" y="5951745"/>
            <a:ext cx="80436" cy="49002"/>
          </a:xfrm>
          <a:custGeom xmlns:a="http://schemas.openxmlformats.org/drawingml/2006/main">
            <a:pathLst>
              <a:path w="81628" h="49728">
                <a:moveTo>
                  <a:pt x="81628" y="553"/>
                </a:moveTo>
                <a:lnTo>
                  <a:pt x="16227" y="49728"/>
                </a:lnTo>
                <a:lnTo>
                  <a:pt x="0" y="0"/>
                </a:lnTo>
                <a:lnTo>
                  <a:pt x="81628" y="553"/>
                </a:lnTo>
              </a:path>
            </a:pathLst>
          </a:custGeom>
          <a:solidFill xmlns:a="http://schemas.openxmlformats.org/drawingml/2006/main">
            <a:srgbClr val="A56214"/>
          </a:solidFill>
          <a:ln xmlns:a="http://schemas.openxmlformats.org/drawingml/2006/main" w="13847">
            <a:solidFill>
              <a:srgbClr val="A56214"/>
            </a:solidFill>
            <a:prstDash val="solid"/>
          </a:ln>
        </p:spPr>
      </p:sp>
      <p:sp>
        <p:nvSpPr>
          <p:cNvPr id="650" name="path-586">
            <a:extLst xmlns:a="http://schemas.openxmlformats.org/drawingml/2006/main">
              <a:ext uri="{FF2B5EF4-FFF2-40B4-BE49-F238E27FC236}">
                <a16:creationId xmlns:a16="http://schemas.microsoft.com/office/drawing/2014/main" id="{88300DCA-A103-4AB9-AB81-69BC2F6B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0405" y="5970384"/>
            <a:ext cx="82032" cy="225299"/>
          </a:xfrm>
          <a:custGeom xmlns:a="http://schemas.openxmlformats.org/drawingml/2006/main">
            <a:pathLst>
              <a:path w="83247" h="228637">
                <a:moveTo>
                  <a:pt x="0" y="0"/>
                </a:moveTo>
                <a:lnTo>
                  <a:pt x="14052" y="5415"/>
                </a:lnTo>
                <a:lnTo>
                  <a:pt x="27037" y="12431"/>
                </a:lnTo>
                <a:lnTo>
                  <a:pt x="39469" y="21622"/>
                </a:lnTo>
                <a:lnTo>
                  <a:pt x="50280" y="31899"/>
                </a:lnTo>
                <a:lnTo>
                  <a:pt x="60003" y="43245"/>
                </a:lnTo>
                <a:lnTo>
                  <a:pt x="68108" y="56211"/>
                </a:lnTo>
                <a:lnTo>
                  <a:pt x="74591" y="69729"/>
                </a:lnTo>
                <a:lnTo>
                  <a:pt x="78918" y="84334"/>
                </a:lnTo>
                <a:lnTo>
                  <a:pt x="82161" y="98921"/>
                </a:lnTo>
                <a:lnTo>
                  <a:pt x="83247" y="114061"/>
                </a:lnTo>
                <a:lnTo>
                  <a:pt x="82161" y="129181"/>
                </a:lnTo>
                <a:lnTo>
                  <a:pt x="78918" y="143787"/>
                </a:lnTo>
                <a:lnTo>
                  <a:pt x="74591" y="158373"/>
                </a:lnTo>
                <a:lnTo>
                  <a:pt x="68108" y="171892"/>
                </a:lnTo>
                <a:lnTo>
                  <a:pt x="60003" y="184857"/>
                </a:lnTo>
                <a:lnTo>
                  <a:pt x="50280" y="196203"/>
                </a:lnTo>
                <a:lnTo>
                  <a:pt x="39469" y="206480"/>
                </a:lnTo>
                <a:lnTo>
                  <a:pt x="27037" y="215671"/>
                </a:lnTo>
                <a:lnTo>
                  <a:pt x="14052" y="222688"/>
                </a:lnTo>
                <a:lnTo>
                  <a:pt x="0" y="228637"/>
                </a:lnTo>
              </a:path>
            </a:pathLst>
          </a:custGeom>
          <a:noFill xmlns:a="http://schemas.openxmlformats.org/drawingml/2006/main"/>
          <a:ln xmlns:a="http://schemas.openxmlformats.org/drawingml/2006/main" w="45270">
            <a:solidFill>
              <a:srgbClr val="A56214"/>
            </a:solidFill>
            <a:prstDash val="solid"/>
          </a:ln>
        </p:spPr>
      </p:sp>
      <p:sp>
        <p:nvSpPr>
          <p:cNvPr id="651" name="path-587">
            <a:extLst xmlns:a="http://schemas.openxmlformats.org/drawingml/2006/main">
              <a:ext uri="{FF2B5EF4-FFF2-40B4-BE49-F238E27FC236}">
                <a16:creationId xmlns:a16="http://schemas.microsoft.com/office/drawing/2014/main" id="{81816DC7-77DE-48ED-9243-EBC0EC35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280" y="6163722"/>
            <a:ext cx="80417" cy="49001"/>
          </a:xfrm>
          <a:custGeom xmlns:a="http://schemas.openxmlformats.org/drawingml/2006/main">
            <a:pathLst>
              <a:path w="81608" h="49727">
                <a:moveTo>
                  <a:pt x="0" y="48641"/>
                </a:moveTo>
                <a:lnTo>
                  <a:pt x="64866" y="0"/>
                </a:lnTo>
                <a:lnTo>
                  <a:pt x="81608" y="49727"/>
                </a:lnTo>
                <a:lnTo>
                  <a:pt x="0" y="48641"/>
                </a:lnTo>
              </a:path>
            </a:pathLst>
          </a:custGeom>
          <a:solidFill xmlns:a="http://schemas.openxmlformats.org/drawingml/2006/main">
            <a:srgbClr val="A56214"/>
          </a:solidFill>
          <a:ln xmlns:a="http://schemas.openxmlformats.org/drawingml/2006/main" w="13847">
            <a:solidFill>
              <a:srgbClr val="A56214"/>
            </a:solidFill>
            <a:prstDash val="solid"/>
          </a:ln>
        </p:spPr>
      </p:sp>
      <p:sp>
        <p:nvSpPr>
          <p:cNvPr id="652" name="text-588 Residual-Aware">
            <a:extLst xmlns:a="http://schemas.openxmlformats.org/drawingml/2006/main">
              <a:ext uri="{FF2B5EF4-FFF2-40B4-BE49-F238E27FC236}">
                <a16:creationId xmlns:a16="http://schemas.microsoft.com/office/drawing/2014/main" id="{063F80A1-95AA-4F86-86D7-3DCD4E37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6664" y="5885899"/>
            <a:ext cx="1349591" cy="246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7" b="1" i="0">
                <a:solidFill>
                  <a:srgbClr val="A5621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7" b="1" i="0">
                <a:solidFill>
                  <a:srgbClr val="A56214"/>
                </a:solidFill>
                <a:latin typeface="Arial"/>
                <a:ea typeface="Arial"/>
                <a:cs typeface="Arial"/>
              </a:defRPr>
            </a:pPr>
            <a:r>
              <a:rPr sz="1387" b="1" i="0">
                <a:solidFill>
                  <a:srgbClr val="A56214"/>
                </a:solidFill>
                <a:latin typeface="Arial"/>
                <a:ea typeface="Arial"/>
                <a:cs typeface="Arial"/>
              </a:rPr>
              <a:t>Residual-Aware</a:t>
            </a:r>
          </a:p>
        </p:txBody>
      </p:sp>
      <p:sp>
        <p:nvSpPr>
          <p:cNvPr id="653" name="text-589 Replay">
            <a:extLst xmlns:a="http://schemas.openxmlformats.org/drawingml/2006/main">
              <a:ext uri="{FF2B5EF4-FFF2-40B4-BE49-F238E27FC236}">
                <a16:creationId xmlns:a16="http://schemas.microsoft.com/office/drawing/2014/main" id="{8A6DC04E-A95D-49F4-9F17-E5C8FC92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9966" y="6105771"/>
            <a:ext cx="609423" cy="246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7" b="1" i="0">
                <a:solidFill>
                  <a:srgbClr val="A5621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7" b="1" i="0">
                <a:solidFill>
                  <a:srgbClr val="A56214"/>
                </a:solidFill>
                <a:latin typeface="Arial"/>
                <a:ea typeface="Arial"/>
                <a:cs typeface="Arial"/>
              </a:defRPr>
            </a:pPr>
            <a:r>
              <a:rPr sz="1387" b="1" i="0">
                <a:solidFill>
                  <a:srgbClr val="A56214"/>
                </a:solidFill>
                <a:latin typeface="Arial"/>
                <a:ea typeface="Arial"/>
                <a:cs typeface="Arial"/>
              </a:rPr>
              <a:t>Replay</a:t>
            </a:r>
          </a:p>
        </p:txBody>
      </p:sp>
      <p:sp>
        <p:nvSpPr>
          <p:cNvPr id="654" name="text-589 Allocation">
            <a:extLst xmlns:a="http://schemas.openxmlformats.org/drawingml/2006/main">
              <a:ext uri="{FF2B5EF4-FFF2-40B4-BE49-F238E27FC236}">
                <a16:creationId xmlns:a16="http://schemas.microsoft.com/office/drawing/2014/main" id="{5B7DD212-B782-42FD-A9BB-E62E643C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9557" y="6105838"/>
            <a:ext cx="882902" cy="246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7" b="1" i="0">
                <a:solidFill>
                  <a:srgbClr val="A5621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7" b="1" i="0">
                <a:solidFill>
                  <a:srgbClr val="A56214"/>
                </a:solidFill>
                <a:latin typeface="Arial"/>
                <a:ea typeface="Arial"/>
                <a:cs typeface="Arial"/>
              </a:defRPr>
            </a:pPr>
            <a:r>
              <a:rPr sz="1387" b="1" i="0">
                <a:solidFill>
                  <a:srgbClr val="A56214"/>
                </a:solidFill>
                <a:latin typeface="Arial"/>
                <a:ea typeface="Arial"/>
                <a:cs typeface="Arial"/>
              </a:rPr>
              <a:t>Allocation</a:t>
            </a:r>
          </a:p>
        </p:txBody>
      </p:sp>
      <p:sp>
        <p:nvSpPr>
          <p:cNvPr id="655" name="path-590">
            <a:extLst xmlns:a="http://schemas.openxmlformats.org/drawingml/2006/main">
              <a:ext uri="{FF2B5EF4-FFF2-40B4-BE49-F238E27FC236}">
                <a16:creationId xmlns:a16="http://schemas.microsoft.com/office/drawing/2014/main" id="{D55B007F-31AA-49E6-8F03-0F6DA169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056" y="5777590"/>
            <a:ext cx="1920027" cy="610886"/>
          </a:xfrm>
          <a:custGeom xmlns:a="http://schemas.openxmlformats.org/drawingml/2006/main">
            <a:pathLst>
              <a:path w="1948472" h="619936">
                <a:moveTo>
                  <a:pt x="0" y="123766"/>
                </a:moveTo>
                <a:lnTo>
                  <a:pt x="0" y="123766"/>
                </a:lnTo>
                <a:cubicBezTo>
                  <a:pt x="0" y="102163"/>
                  <a:pt x="5950" y="80540"/>
                  <a:pt x="16760" y="61626"/>
                </a:cubicBezTo>
                <a:cubicBezTo>
                  <a:pt x="27572" y="42692"/>
                  <a:pt x="43245" y="27019"/>
                  <a:pt x="62160" y="16207"/>
                </a:cubicBezTo>
                <a:cubicBezTo>
                  <a:pt x="81075" y="5416"/>
                  <a:pt x="102163" y="0"/>
                  <a:pt x="123766" y="0"/>
                </a:cubicBezTo>
                <a:lnTo>
                  <a:pt x="1824153" y="0"/>
                </a:lnTo>
                <a:cubicBezTo>
                  <a:pt x="1845774" y="0"/>
                  <a:pt x="1867396" y="5949"/>
                  <a:pt x="1886312" y="16761"/>
                </a:cubicBezTo>
                <a:cubicBezTo>
                  <a:pt x="1905226" y="27572"/>
                  <a:pt x="1920899" y="43245"/>
                  <a:pt x="1931711" y="62160"/>
                </a:cubicBezTo>
                <a:cubicBezTo>
                  <a:pt x="1942523" y="81075"/>
                  <a:pt x="1947936" y="102163"/>
                  <a:pt x="1947936" y="123766"/>
                </a:cubicBezTo>
                <a:lnTo>
                  <a:pt x="1948472" y="495637"/>
                </a:lnTo>
                <a:cubicBezTo>
                  <a:pt x="1948472" y="517259"/>
                  <a:pt x="1942523" y="538862"/>
                  <a:pt x="1931711" y="557796"/>
                </a:cubicBezTo>
                <a:cubicBezTo>
                  <a:pt x="1920899" y="576710"/>
                  <a:pt x="1905226" y="592384"/>
                  <a:pt x="1886312" y="603195"/>
                </a:cubicBezTo>
                <a:cubicBezTo>
                  <a:pt x="1867396" y="614006"/>
                  <a:pt x="1846327" y="619402"/>
                  <a:pt x="1824705" y="619402"/>
                </a:cubicBezTo>
                <a:lnTo>
                  <a:pt x="123766" y="619936"/>
                </a:lnTo>
                <a:cubicBezTo>
                  <a:pt x="102163" y="619936"/>
                  <a:pt x="80540" y="614006"/>
                  <a:pt x="61626" y="603195"/>
                </a:cubicBezTo>
                <a:cubicBezTo>
                  <a:pt x="42711" y="592384"/>
                  <a:pt x="27019" y="576710"/>
                  <a:pt x="16227" y="557796"/>
                </a:cubicBezTo>
                <a:cubicBezTo>
                  <a:pt x="5416" y="538862"/>
                  <a:pt x="0" y="517792"/>
                  <a:pt x="0" y="496170"/>
                </a:cubicBezTo>
                <a:lnTo>
                  <a:pt x="0" y="123766"/>
                </a:lnTo>
              </a:path>
            </a:pathLst>
          </a:custGeom>
          <a:solidFill xmlns:a="http://schemas.openxmlformats.org/drawingml/2006/main">
            <a:srgbClr val="F3F9F3"/>
          </a:solidFill>
          <a:ln xmlns:a="http://schemas.openxmlformats.org/drawingml/2006/main" w="24499">
            <a:solidFill>
              <a:srgbClr val="7AAE85"/>
            </a:solidFill>
            <a:prstDash val="solid"/>
          </a:ln>
        </p:spPr>
      </p:sp>
      <p:sp>
        <p:nvSpPr>
          <p:cNvPr id="656" name="path-591">
            <a:extLst xmlns:a="http://schemas.openxmlformats.org/drawingml/2006/main">
              <a:ext uri="{FF2B5EF4-FFF2-40B4-BE49-F238E27FC236}">
                <a16:creationId xmlns:a16="http://schemas.microsoft.com/office/drawing/2014/main" id="{826CDD5B-4B2B-444C-8290-2956FC31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3729" y="5944831"/>
            <a:ext cx="250308" cy="298256"/>
          </a:xfrm>
          <a:custGeom xmlns:a="http://schemas.openxmlformats.org/drawingml/2006/main">
            <a:pathLst>
              <a:path w="254016" h="302675">
                <a:moveTo>
                  <a:pt x="535" y="25397"/>
                </a:moveTo>
                <a:lnTo>
                  <a:pt x="535" y="25397"/>
                </a:lnTo>
                <a:cubicBezTo>
                  <a:pt x="535" y="21070"/>
                  <a:pt x="1622" y="16760"/>
                  <a:pt x="3776" y="12965"/>
                </a:cubicBezTo>
                <a:cubicBezTo>
                  <a:pt x="5930" y="8638"/>
                  <a:pt x="9172" y="5396"/>
                  <a:pt x="12966" y="3241"/>
                </a:cubicBezTo>
                <a:cubicBezTo>
                  <a:pt x="17294" y="1087"/>
                  <a:pt x="21604" y="0"/>
                  <a:pt x="25932" y="0"/>
                </a:cubicBezTo>
                <a:lnTo>
                  <a:pt x="228617" y="534"/>
                </a:lnTo>
                <a:cubicBezTo>
                  <a:pt x="232946" y="534"/>
                  <a:pt x="237274" y="1621"/>
                  <a:pt x="241049" y="3775"/>
                </a:cubicBezTo>
                <a:cubicBezTo>
                  <a:pt x="245378" y="5948"/>
                  <a:pt x="248620" y="9190"/>
                  <a:pt x="250774" y="12965"/>
                </a:cubicBezTo>
                <a:cubicBezTo>
                  <a:pt x="252948" y="17294"/>
                  <a:pt x="254016" y="21622"/>
                  <a:pt x="254016" y="25931"/>
                </a:cubicBezTo>
                <a:lnTo>
                  <a:pt x="254016" y="277277"/>
                </a:lnTo>
                <a:cubicBezTo>
                  <a:pt x="254016" y="281586"/>
                  <a:pt x="252948" y="285915"/>
                  <a:pt x="250774" y="289709"/>
                </a:cubicBezTo>
                <a:cubicBezTo>
                  <a:pt x="248620" y="294018"/>
                  <a:pt x="245378" y="297259"/>
                  <a:pt x="241583" y="299433"/>
                </a:cubicBezTo>
                <a:cubicBezTo>
                  <a:pt x="237274" y="301588"/>
                  <a:pt x="232946" y="302675"/>
                  <a:pt x="228617" y="302675"/>
                </a:cubicBezTo>
                <a:lnTo>
                  <a:pt x="25397" y="302675"/>
                </a:lnTo>
                <a:cubicBezTo>
                  <a:pt x="21069" y="302675"/>
                  <a:pt x="16742" y="301588"/>
                  <a:pt x="12966" y="299433"/>
                </a:cubicBezTo>
                <a:cubicBezTo>
                  <a:pt x="8638" y="297259"/>
                  <a:pt x="5398" y="294018"/>
                  <a:pt x="3241" y="290243"/>
                </a:cubicBezTo>
                <a:cubicBezTo>
                  <a:pt x="1068" y="285915"/>
                  <a:pt x="0" y="281586"/>
                  <a:pt x="0" y="277277"/>
                </a:cubicBezTo>
                <a:lnTo>
                  <a:pt x="535" y="2539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641">
            <a:solidFill>
              <a:srgbClr val="2B2B2B"/>
            </a:solidFill>
            <a:prstDash val="solid"/>
          </a:ln>
        </p:spPr>
      </p:sp>
      <p:sp>
        <p:nvSpPr>
          <p:cNvPr id="657" name="path-592">
            <a:extLst xmlns:a="http://schemas.openxmlformats.org/drawingml/2006/main">
              <a:ext uri="{FF2B5EF4-FFF2-40B4-BE49-F238E27FC236}">
                <a16:creationId xmlns:a16="http://schemas.microsoft.com/office/drawing/2014/main" id="{4B630BC7-56EB-4278-A6D2-BB61B65E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3493" y="5922453"/>
            <a:ext cx="109183" cy="41016"/>
          </a:xfrm>
          <a:custGeom xmlns:a="http://schemas.openxmlformats.org/drawingml/2006/main">
            <a:pathLst>
              <a:path w="110801" h="41624">
                <a:moveTo>
                  <a:pt x="55677" y="41624"/>
                </a:moveTo>
                <a:lnTo>
                  <a:pt x="0" y="41624"/>
                </a:lnTo>
                <a:lnTo>
                  <a:pt x="0" y="0"/>
                </a:lnTo>
                <a:lnTo>
                  <a:pt x="110801" y="0"/>
                </a:lnTo>
                <a:lnTo>
                  <a:pt x="110801" y="41624"/>
                </a:lnTo>
                <a:lnTo>
                  <a:pt x="55677" y="41624"/>
                </a:lnTo>
              </a:path>
            </a:pathLst>
          </a:custGeom>
          <a:solidFill xmlns:a="http://schemas.openxmlformats.org/drawingml/2006/main">
            <a:srgbClr val="C9D5E2"/>
          </a:solidFill>
          <a:ln xmlns:a="http://schemas.openxmlformats.org/drawingml/2006/main" w="17043">
            <a:solidFill>
              <a:srgbClr val="2B2B2B"/>
            </a:solidFill>
            <a:prstDash val="solid"/>
          </a:ln>
        </p:spPr>
      </p:sp>
      <p:sp>
        <p:nvSpPr>
          <p:cNvPr id="658" name="path-593">
            <a:extLst xmlns:a="http://schemas.openxmlformats.org/drawingml/2006/main">
              <a:ext uri="{FF2B5EF4-FFF2-40B4-BE49-F238E27FC236}">
                <a16:creationId xmlns:a16="http://schemas.microsoft.com/office/drawing/2014/main" id="{FA7833B5-26C5-49AE-973D-0B51BD9E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6216" y="6018333"/>
            <a:ext cx="40997" cy="40998"/>
          </a:xfrm>
          <a:custGeom xmlns:a="http://schemas.openxmlformats.org/drawingml/2006/main">
            <a:pathLst>
              <a:path w="41605" h="41605">
                <a:moveTo>
                  <a:pt x="21069" y="41605"/>
                </a:moveTo>
                <a:lnTo>
                  <a:pt x="0" y="41605"/>
                </a:lnTo>
                <a:lnTo>
                  <a:pt x="0" y="0"/>
                </a:lnTo>
                <a:lnTo>
                  <a:pt x="41605" y="0"/>
                </a:lnTo>
                <a:lnTo>
                  <a:pt x="41605" y="41605"/>
                </a:lnTo>
                <a:lnTo>
                  <a:pt x="21069" y="4160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15">
            <a:solidFill>
              <a:srgbClr val="2B2B2B"/>
            </a:solidFill>
            <a:prstDash val="solid"/>
          </a:ln>
        </p:spPr>
      </p:sp>
      <p:sp>
        <p:nvSpPr>
          <p:cNvPr id="659" name="path-594">
            <a:extLst xmlns:a="http://schemas.openxmlformats.org/drawingml/2006/main">
              <a:ext uri="{FF2B5EF4-FFF2-40B4-BE49-F238E27FC236}">
                <a16:creationId xmlns:a16="http://schemas.microsoft.com/office/drawing/2014/main" id="{24199177-4DE3-4081-8219-D6843B2A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5799" y="6041763"/>
            <a:ext cx="9582" cy="10108"/>
          </a:xfrm>
          <a:custGeom xmlns:a="http://schemas.openxmlformats.org/drawingml/2006/main">
            <a:pathLst>
              <a:path w="9724" h="10258">
                <a:moveTo>
                  <a:pt x="0" y="0"/>
                </a:moveTo>
                <a:lnTo>
                  <a:pt x="9724" y="10258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2B2B2B"/>
            </a:solidFill>
            <a:prstDash val="solid"/>
          </a:ln>
        </p:spPr>
      </p:sp>
      <p:sp>
        <p:nvSpPr>
          <p:cNvPr id="660" name="path-595">
            <a:extLst xmlns:a="http://schemas.openxmlformats.org/drawingml/2006/main">
              <a:ext uri="{FF2B5EF4-FFF2-40B4-BE49-F238E27FC236}">
                <a16:creationId xmlns:a16="http://schemas.microsoft.com/office/drawing/2014/main" id="{761AB2C5-0A10-415B-A101-78647106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5381" y="6027915"/>
            <a:ext cx="15444" cy="23956"/>
          </a:xfrm>
          <a:custGeom xmlns:a="http://schemas.openxmlformats.org/drawingml/2006/main">
            <a:pathLst>
              <a:path w="15673" h="24311">
                <a:moveTo>
                  <a:pt x="0" y="24311"/>
                </a:moveTo>
                <a:lnTo>
                  <a:pt x="156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2B2B2B"/>
            </a:solidFill>
            <a:prstDash val="solid"/>
          </a:ln>
        </p:spPr>
      </p:sp>
      <p:sp>
        <p:nvSpPr>
          <p:cNvPr id="661" name="path-596">
            <a:extLst xmlns:a="http://schemas.openxmlformats.org/drawingml/2006/main">
              <a:ext uri="{FF2B5EF4-FFF2-40B4-BE49-F238E27FC236}">
                <a16:creationId xmlns:a16="http://schemas.microsoft.com/office/drawing/2014/main" id="{9578507D-F1E3-4CB7-B3EC-21177F08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3856" y="6039621"/>
            <a:ext cx="119835" cy="191"/>
          </a:xfrm>
          <a:custGeom xmlns:a="http://schemas.openxmlformats.org/drawingml/2006/main">
            <a:pathLst>
              <a:path w="121610" h="191">
                <a:moveTo>
                  <a:pt x="0" y="0"/>
                </a:moveTo>
                <a:lnTo>
                  <a:pt x="1216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43">
            <a:solidFill>
              <a:srgbClr val="2B2B2B"/>
            </a:solidFill>
            <a:prstDash val="solid"/>
          </a:ln>
        </p:spPr>
      </p:sp>
      <p:sp>
        <p:nvSpPr>
          <p:cNvPr id="662" name="path-597">
            <a:extLst xmlns:a="http://schemas.openxmlformats.org/drawingml/2006/main">
              <a:ext uri="{FF2B5EF4-FFF2-40B4-BE49-F238E27FC236}">
                <a16:creationId xmlns:a16="http://schemas.microsoft.com/office/drawing/2014/main" id="{FFD9650A-7C71-4D52-9CC2-594C1B6F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6216" y="6085428"/>
            <a:ext cx="40997" cy="41016"/>
          </a:xfrm>
          <a:custGeom xmlns:a="http://schemas.openxmlformats.org/drawingml/2006/main">
            <a:pathLst>
              <a:path w="41605" h="41624">
                <a:moveTo>
                  <a:pt x="21069" y="41624"/>
                </a:moveTo>
                <a:lnTo>
                  <a:pt x="0" y="41624"/>
                </a:lnTo>
                <a:lnTo>
                  <a:pt x="0" y="0"/>
                </a:lnTo>
                <a:lnTo>
                  <a:pt x="41605" y="0"/>
                </a:lnTo>
                <a:lnTo>
                  <a:pt x="41605" y="41624"/>
                </a:lnTo>
                <a:lnTo>
                  <a:pt x="21069" y="4162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15">
            <a:solidFill>
              <a:srgbClr val="2B2B2B"/>
            </a:solidFill>
            <a:prstDash val="solid"/>
          </a:ln>
        </p:spPr>
      </p:sp>
      <p:sp>
        <p:nvSpPr>
          <p:cNvPr id="663" name="path-598">
            <a:extLst xmlns:a="http://schemas.openxmlformats.org/drawingml/2006/main">
              <a:ext uri="{FF2B5EF4-FFF2-40B4-BE49-F238E27FC236}">
                <a16:creationId xmlns:a16="http://schemas.microsoft.com/office/drawing/2014/main" id="{59403015-15C5-4F75-8A10-7884111B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5799" y="6108877"/>
            <a:ext cx="9582" cy="10108"/>
          </a:xfrm>
          <a:custGeom xmlns:a="http://schemas.openxmlformats.org/drawingml/2006/main">
            <a:pathLst>
              <a:path w="9724" h="10258">
                <a:moveTo>
                  <a:pt x="0" y="0"/>
                </a:moveTo>
                <a:lnTo>
                  <a:pt x="9724" y="10258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2B2B2B"/>
            </a:solidFill>
            <a:prstDash val="solid"/>
          </a:ln>
        </p:spPr>
      </p:sp>
      <p:sp>
        <p:nvSpPr>
          <p:cNvPr id="664" name="path-599">
            <a:extLst xmlns:a="http://schemas.openxmlformats.org/drawingml/2006/main">
              <a:ext uri="{FF2B5EF4-FFF2-40B4-BE49-F238E27FC236}">
                <a16:creationId xmlns:a16="http://schemas.microsoft.com/office/drawing/2014/main" id="{3E953293-1C2C-4C30-947B-1119759A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5381" y="6095030"/>
            <a:ext cx="15444" cy="23956"/>
          </a:xfrm>
          <a:custGeom xmlns:a="http://schemas.openxmlformats.org/drawingml/2006/main">
            <a:pathLst>
              <a:path w="15673" h="24311">
                <a:moveTo>
                  <a:pt x="0" y="24311"/>
                </a:moveTo>
                <a:lnTo>
                  <a:pt x="156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2B2B2B"/>
            </a:solidFill>
            <a:prstDash val="solid"/>
          </a:ln>
        </p:spPr>
      </p:sp>
      <p:sp>
        <p:nvSpPr>
          <p:cNvPr id="665" name="path-600">
            <a:extLst xmlns:a="http://schemas.openxmlformats.org/drawingml/2006/main">
              <a:ext uri="{FF2B5EF4-FFF2-40B4-BE49-F238E27FC236}">
                <a16:creationId xmlns:a16="http://schemas.microsoft.com/office/drawing/2014/main" id="{9FA25C0B-8609-4257-8AA8-4E8FAB6C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3856" y="6106735"/>
            <a:ext cx="119835" cy="191"/>
          </a:xfrm>
          <a:custGeom xmlns:a="http://schemas.openxmlformats.org/drawingml/2006/main">
            <a:pathLst>
              <a:path w="121610" h="191">
                <a:moveTo>
                  <a:pt x="0" y="0"/>
                </a:moveTo>
                <a:lnTo>
                  <a:pt x="1216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43">
            <a:solidFill>
              <a:srgbClr val="2B2B2B"/>
            </a:solidFill>
            <a:prstDash val="solid"/>
          </a:ln>
        </p:spPr>
      </p:sp>
      <p:sp>
        <p:nvSpPr>
          <p:cNvPr id="666" name="path-601">
            <a:extLst xmlns:a="http://schemas.openxmlformats.org/drawingml/2006/main">
              <a:ext uri="{FF2B5EF4-FFF2-40B4-BE49-F238E27FC236}">
                <a16:creationId xmlns:a16="http://schemas.microsoft.com/office/drawing/2014/main" id="{B16D0F35-CF2A-476F-8D7D-F048E349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6216" y="6152542"/>
            <a:ext cx="40997" cy="41016"/>
          </a:xfrm>
          <a:custGeom xmlns:a="http://schemas.openxmlformats.org/drawingml/2006/main">
            <a:pathLst>
              <a:path w="41605" h="41624">
                <a:moveTo>
                  <a:pt x="21069" y="41624"/>
                </a:moveTo>
                <a:lnTo>
                  <a:pt x="0" y="41624"/>
                </a:lnTo>
                <a:lnTo>
                  <a:pt x="0" y="0"/>
                </a:lnTo>
                <a:lnTo>
                  <a:pt x="41605" y="0"/>
                </a:lnTo>
                <a:lnTo>
                  <a:pt x="41605" y="41624"/>
                </a:lnTo>
                <a:lnTo>
                  <a:pt x="21069" y="4162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15">
            <a:solidFill>
              <a:srgbClr val="2B2B2B"/>
            </a:solidFill>
            <a:prstDash val="solid"/>
          </a:ln>
        </p:spPr>
      </p:sp>
      <p:sp>
        <p:nvSpPr>
          <p:cNvPr id="667" name="path-602">
            <a:extLst xmlns:a="http://schemas.openxmlformats.org/drawingml/2006/main">
              <a:ext uri="{FF2B5EF4-FFF2-40B4-BE49-F238E27FC236}">
                <a16:creationId xmlns:a16="http://schemas.microsoft.com/office/drawing/2014/main" id="{124AFE75-FC0C-4547-A1CD-AD3F687E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5799" y="6175973"/>
            <a:ext cx="9582" cy="10127"/>
          </a:xfrm>
          <a:custGeom xmlns:a="http://schemas.openxmlformats.org/drawingml/2006/main">
            <a:pathLst>
              <a:path w="9724" h="10277">
                <a:moveTo>
                  <a:pt x="0" y="0"/>
                </a:moveTo>
                <a:lnTo>
                  <a:pt x="9724" y="10277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2B2B2B"/>
            </a:solidFill>
            <a:prstDash val="solid"/>
          </a:ln>
        </p:spPr>
      </p:sp>
      <p:sp>
        <p:nvSpPr>
          <p:cNvPr id="668" name="path-603">
            <a:extLst xmlns:a="http://schemas.openxmlformats.org/drawingml/2006/main">
              <a:ext uri="{FF2B5EF4-FFF2-40B4-BE49-F238E27FC236}">
                <a16:creationId xmlns:a16="http://schemas.microsoft.com/office/drawing/2014/main" id="{73CBE698-187F-478E-B35D-A6EE4417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5381" y="6162125"/>
            <a:ext cx="15444" cy="23974"/>
          </a:xfrm>
          <a:custGeom xmlns:a="http://schemas.openxmlformats.org/drawingml/2006/main">
            <a:pathLst>
              <a:path w="15673" h="24330">
                <a:moveTo>
                  <a:pt x="0" y="24330"/>
                </a:moveTo>
                <a:lnTo>
                  <a:pt x="156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2B2B2B"/>
            </a:solidFill>
            <a:prstDash val="solid"/>
          </a:ln>
        </p:spPr>
      </p:sp>
      <p:sp>
        <p:nvSpPr>
          <p:cNvPr id="669" name="path-604">
            <a:extLst xmlns:a="http://schemas.openxmlformats.org/drawingml/2006/main">
              <a:ext uri="{FF2B5EF4-FFF2-40B4-BE49-F238E27FC236}">
                <a16:creationId xmlns:a16="http://schemas.microsoft.com/office/drawing/2014/main" id="{41CE6EED-307C-4FB1-9DFF-397C041F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3856" y="6173850"/>
            <a:ext cx="119835" cy="191"/>
          </a:xfrm>
          <a:custGeom xmlns:a="http://schemas.openxmlformats.org/drawingml/2006/main">
            <a:pathLst>
              <a:path w="121610" h="191">
                <a:moveTo>
                  <a:pt x="0" y="0"/>
                </a:moveTo>
                <a:lnTo>
                  <a:pt x="1216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043">
            <a:solidFill>
              <a:srgbClr val="2B2B2B"/>
            </a:solidFill>
            <a:prstDash val="solid"/>
          </a:ln>
        </p:spPr>
      </p:sp>
      <p:sp>
        <p:nvSpPr>
          <p:cNvPr id="670" name="text-605 Coverage-Gap">
            <a:extLst xmlns:a="http://schemas.openxmlformats.org/drawingml/2006/main">
              <a:ext uri="{FF2B5EF4-FFF2-40B4-BE49-F238E27FC236}">
                <a16:creationId xmlns:a16="http://schemas.microsoft.com/office/drawing/2014/main" id="{6F1EEC07-F182-48F7-AA33-84581B8E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26558" y="5912575"/>
            <a:ext cx="1048160" cy="209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7" b="1" i="0">
                <a:solidFill>
                  <a:srgbClr val="1B33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7" b="1" i="0">
                <a:solidFill>
                  <a:srgbClr val="1B332A"/>
                </a:solidFill>
                <a:latin typeface="Arial"/>
                <a:ea typeface="Arial"/>
                <a:cs typeface="Arial"/>
              </a:defRPr>
            </a:pPr>
            <a:r>
              <a:rPr sz="1177" b="1" i="0">
                <a:solidFill>
                  <a:srgbClr val="1B332A"/>
                </a:solidFill>
                <a:latin typeface="Arial"/>
                <a:ea typeface="Arial"/>
                <a:cs typeface="Arial"/>
              </a:rPr>
              <a:t>Coverage-Gap</a:t>
            </a:r>
          </a:p>
        </p:txBody>
      </p:sp>
      <p:sp>
        <p:nvSpPr>
          <p:cNvPr id="671" name="text-606 Specifications">
            <a:extLst xmlns:a="http://schemas.openxmlformats.org/drawingml/2006/main">
              <a:ext uri="{FF2B5EF4-FFF2-40B4-BE49-F238E27FC236}">
                <a16:creationId xmlns:a16="http://schemas.microsoft.com/office/drawing/2014/main" id="{71E15095-5B6C-49A8-8864-73034248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36685" y="6134306"/>
            <a:ext cx="1027561" cy="206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3" b="1" i="0">
                <a:solidFill>
                  <a:srgbClr val="1B33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3" b="1" i="0">
                <a:solidFill>
                  <a:srgbClr val="1B332A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1B332A"/>
                </a:solidFill>
                <a:latin typeface="Arial"/>
                <a:ea typeface="Arial"/>
                <a:cs typeface="Arial"/>
              </a:rPr>
              <a:t>Specifications</a:t>
            </a:r>
          </a:p>
        </p:txBody>
      </p:sp>
      <p:sp>
        <p:nvSpPr>
          <p:cNvPr id="672" name="path-607">
            <a:extLst xmlns:a="http://schemas.openxmlformats.org/drawingml/2006/main">
              <a:ext uri="{FF2B5EF4-FFF2-40B4-BE49-F238E27FC236}">
                <a16:creationId xmlns:a16="http://schemas.microsoft.com/office/drawing/2014/main" id="{2A032CEE-8EA1-481B-A229-B75426FB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4814" y="6407659"/>
            <a:ext cx="191" cy="135281"/>
          </a:xfrm>
          <a:custGeom xmlns:a="http://schemas.openxmlformats.org/drawingml/2006/main">
            <a:pathLst>
              <a:path w="191" h="137285">
                <a:moveTo>
                  <a:pt x="0" y="0"/>
                </a:moveTo>
                <a:lnTo>
                  <a:pt x="0" y="137285"/>
                </a:lnTo>
              </a:path>
            </a:pathLst>
          </a:custGeom>
          <a:noFill xmlns:a="http://schemas.openxmlformats.org/drawingml/2006/main"/>
          <a:ln xmlns:a="http://schemas.openxmlformats.org/drawingml/2006/main" w="41542">
            <a:solidFill>
              <a:srgbClr val="111111"/>
            </a:solidFill>
            <a:prstDash val="solid"/>
          </a:ln>
        </p:spPr>
      </p:sp>
      <p:sp>
        <p:nvSpPr>
          <p:cNvPr id="673" name="path-608">
            <a:extLst xmlns:a="http://schemas.openxmlformats.org/drawingml/2006/main">
              <a:ext uri="{FF2B5EF4-FFF2-40B4-BE49-F238E27FC236}">
                <a16:creationId xmlns:a16="http://schemas.microsoft.com/office/drawing/2014/main" id="{7E214824-AF5A-409B-8647-581D4DCF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271" y="6537603"/>
            <a:ext cx="83085" cy="83085"/>
          </a:xfrm>
          <a:custGeom xmlns:a="http://schemas.openxmlformats.org/drawingml/2006/main">
            <a:pathLst>
              <a:path w="84316" h="84316">
                <a:moveTo>
                  <a:pt x="42159" y="84316"/>
                </a:moveTo>
                <a:lnTo>
                  <a:pt x="0" y="0"/>
                </a:lnTo>
                <a:lnTo>
                  <a:pt x="84316" y="0"/>
                </a:lnTo>
                <a:lnTo>
                  <a:pt x="42159" y="84316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4" name="path-609">
            <a:extLst xmlns:a="http://schemas.openxmlformats.org/drawingml/2006/main">
              <a:ext uri="{FF2B5EF4-FFF2-40B4-BE49-F238E27FC236}">
                <a16:creationId xmlns:a16="http://schemas.microsoft.com/office/drawing/2014/main" id="{63172174-B0D9-42EA-BEA2-DC38C51D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7723" y="6637749"/>
            <a:ext cx="4800864" cy="1164258"/>
          </a:xfrm>
          <a:custGeom xmlns:a="http://schemas.openxmlformats.org/drawingml/2006/main">
            <a:pathLst>
              <a:path w="4871988" h="1181506">
                <a:moveTo>
                  <a:pt x="535" y="94574"/>
                </a:moveTo>
                <a:lnTo>
                  <a:pt x="535" y="94574"/>
                </a:lnTo>
                <a:cubicBezTo>
                  <a:pt x="535" y="77814"/>
                  <a:pt x="4863" y="61606"/>
                  <a:pt x="12966" y="47554"/>
                </a:cubicBezTo>
                <a:cubicBezTo>
                  <a:pt x="21622" y="32968"/>
                  <a:pt x="33500" y="21070"/>
                  <a:pt x="47555" y="12965"/>
                </a:cubicBezTo>
                <a:cubicBezTo>
                  <a:pt x="62160" y="4309"/>
                  <a:pt x="78367" y="0"/>
                  <a:pt x="95127" y="0"/>
                </a:cubicBezTo>
                <a:lnTo>
                  <a:pt x="4777395" y="534"/>
                </a:lnTo>
                <a:cubicBezTo>
                  <a:pt x="4794155" y="534"/>
                  <a:pt x="4810361" y="4862"/>
                  <a:pt x="4824414" y="12965"/>
                </a:cubicBezTo>
                <a:cubicBezTo>
                  <a:pt x="4839020" y="21603"/>
                  <a:pt x="4850899" y="33501"/>
                  <a:pt x="4859002" y="47554"/>
                </a:cubicBezTo>
                <a:cubicBezTo>
                  <a:pt x="4867659" y="62140"/>
                  <a:pt x="4871988" y="78366"/>
                  <a:pt x="4871988" y="95127"/>
                </a:cubicBezTo>
                <a:lnTo>
                  <a:pt x="4871988" y="1086914"/>
                </a:lnTo>
                <a:cubicBezTo>
                  <a:pt x="4871988" y="1103674"/>
                  <a:pt x="4867659" y="1119881"/>
                  <a:pt x="4859555" y="1133934"/>
                </a:cubicBezTo>
                <a:cubicBezTo>
                  <a:pt x="4850899" y="1148539"/>
                  <a:pt x="4839020" y="1160418"/>
                  <a:pt x="4824968" y="1168541"/>
                </a:cubicBezTo>
                <a:cubicBezTo>
                  <a:pt x="4810361" y="1177179"/>
                  <a:pt x="4794155" y="1181506"/>
                  <a:pt x="4777395" y="1181506"/>
                </a:cubicBezTo>
                <a:lnTo>
                  <a:pt x="94573" y="1181506"/>
                </a:lnTo>
                <a:cubicBezTo>
                  <a:pt x="77832" y="1181506"/>
                  <a:pt x="61607" y="1177179"/>
                  <a:pt x="47555" y="1169075"/>
                </a:cubicBezTo>
                <a:cubicBezTo>
                  <a:pt x="32967" y="1160418"/>
                  <a:pt x="21069" y="1148539"/>
                  <a:pt x="12966" y="1134487"/>
                </a:cubicBezTo>
                <a:cubicBezTo>
                  <a:pt x="4328" y="1119881"/>
                  <a:pt x="0" y="1103674"/>
                  <a:pt x="0" y="1086914"/>
                </a:cubicBezTo>
                <a:lnTo>
                  <a:pt x="535" y="94574"/>
                </a:lnTo>
              </a:path>
            </a:pathLst>
          </a:custGeom>
          <a:solidFill xmlns:a="http://schemas.openxmlformats.org/drawingml/2006/main">
            <a:srgbClr val="F9F6FC"/>
          </a:solidFill>
          <a:ln xmlns:a="http://schemas.openxmlformats.org/drawingml/2006/main" w="22369">
            <a:solidFill>
              <a:srgbClr val="B499D2"/>
            </a:solidFill>
            <a:prstDash val="solid"/>
          </a:ln>
        </p:spPr>
      </p:sp>
      <p:sp>
        <p:nvSpPr>
          <p:cNvPr id="675" name="text-610 Controllable">
            <a:extLst xmlns:a="http://schemas.openxmlformats.org/drawingml/2006/main">
              <a:ext uri="{FF2B5EF4-FFF2-40B4-BE49-F238E27FC236}">
                <a16:creationId xmlns:a16="http://schemas.microsoft.com/office/drawing/2014/main" id="{EAF8F897-E5E1-494B-AA00-820D2D5E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23215" y="6684229"/>
            <a:ext cx="1177626" cy="274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2" b="1" i="0">
                <a:solidFill>
                  <a:srgbClr val="3824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2" b="1" i="0">
                <a:solidFill>
                  <a:srgbClr val="382456"/>
                </a:solidFill>
                <a:latin typeface="Arial"/>
                <a:ea typeface="Arial"/>
                <a:cs typeface="Arial"/>
              </a:defRPr>
            </a:pPr>
            <a:r>
              <a:rPr sz="1542" b="1" i="0">
                <a:solidFill>
                  <a:srgbClr val="382456"/>
                </a:solidFill>
                <a:latin typeface="Arial"/>
                <a:ea typeface="Arial"/>
                <a:cs typeface="Arial"/>
              </a:rPr>
              <a:t>Controllable</a:t>
            </a:r>
          </a:p>
        </p:txBody>
      </p:sp>
      <p:sp>
        <p:nvSpPr>
          <p:cNvPr id="676" name="text-610 Page">
            <a:extLst xmlns:a="http://schemas.openxmlformats.org/drawingml/2006/main">
              <a:ext uri="{FF2B5EF4-FFF2-40B4-BE49-F238E27FC236}">
                <a16:creationId xmlns:a16="http://schemas.microsoft.com/office/drawing/2014/main" id="{87DFE6D2-F6C9-426F-A8C5-7BA031CF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19158" y="6683842"/>
            <a:ext cx="504348" cy="274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5" b="1" i="0">
                <a:solidFill>
                  <a:srgbClr val="3824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5" b="1" i="0">
                <a:solidFill>
                  <a:srgbClr val="382456"/>
                </a:solidFill>
                <a:latin typeface="Arial"/>
                <a:ea typeface="Arial"/>
                <a:cs typeface="Arial"/>
              </a:defRPr>
            </a:pPr>
            <a:r>
              <a:rPr sz="1545" b="1" i="0">
                <a:solidFill>
                  <a:srgbClr val="382456"/>
                </a:solidFill>
                <a:latin typeface="Arial"/>
                <a:ea typeface="Arial"/>
                <a:cs typeface="Arial"/>
              </a:rPr>
              <a:t>Page</a:t>
            </a:r>
          </a:p>
        </p:txBody>
      </p:sp>
      <p:sp>
        <p:nvSpPr>
          <p:cNvPr id="677" name="text-610 Program">
            <a:extLst xmlns:a="http://schemas.openxmlformats.org/drawingml/2006/main">
              <a:ext uri="{FF2B5EF4-FFF2-40B4-BE49-F238E27FC236}">
                <a16:creationId xmlns:a16="http://schemas.microsoft.com/office/drawing/2014/main" id="{C24DAA8D-F1DA-4C04-B293-8216889F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41753" y="6683960"/>
            <a:ext cx="841693" cy="274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4" b="1" i="0">
                <a:solidFill>
                  <a:srgbClr val="3824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4" b="1" i="0">
                <a:solidFill>
                  <a:srgbClr val="382456"/>
                </a:solidFill>
                <a:latin typeface="Arial"/>
                <a:ea typeface="Arial"/>
                <a:cs typeface="Arial"/>
              </a:defRPr>
            </a:pPr>
            <a:r>
              <a:rPr sz="1544" b="1" i="0">
                <a:solidFill>
                  <a:srgbClr val="382456"/>
                </a:solidFill>
                <a:latin typeface="Arial"/>
                <a:ea typeface="Arial"/>
                <a:cs typeface="Arial"/>
              </a:rPr>
              <a:t>Program</a:t>
            </a:r>
          </a:p>
        </p:txBody>
      </p:sp>
      <p:sp>
        <p:nvSpPr>
          <p:cNvPr id="678" name="text-611 Element">
            <a:extLst xmlns:a="http://schemas.openxmlformats.org/drawingml/2006/main">
              <a:ext uri="{FF2B5EF4-FFF2-40B4-BE49-F238E27FC236}">
                <a16:creationId xmlns:a16="http://schemas.microsoft.com/office/drawing/2014/main" id="{86481311-673D-4A7B-89F9-71FD8EB0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17794" y="6961678"/>
            <a:ext cx="508922" cy="175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985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Element</a:t>
            </a:r>
          </a:p>
        </p:txBody>
      </p:sp>
      <p:sp>
        <p:nvSpPr>
          <p:cNvPr id="679" name="text-612 Density">
            <a:extLst xmlns:a="http://schemas.openxmlformats.org/drawingml/2006/main">
              <a:ext uri="{FF2B5EF4-FFF2-40B4-BE49-F238E27FC236}">
                <a16:creationId xmlns:a16="http://schemas.microsoft.com/office/drawing/2014/main" id="{94FB9231-CAF3-437E-98AE-9C4ABAF0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8576" y="7135055"/>
            <a:ext cx="467040" cy="172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0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0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97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Density</a:t>
            </a:r>
          </a:p>
        </p:txBody>
      </p:sp>
      <p:sp>
        <p:nvSpPr>
          <p:cNvPr id="680" name="text-613 Proportion">
            <a:extLst xmlns:a="http://schemas.openxmlformats.org/drawingml/2006/main">
              <a:ext uri="{FF2B5EF4-FFF2-40B4-BE49-F238E27FC236}">
                <a16:creationId xmlns:a16="http://schemas.microsoft.com/office/drawing/2014/main" id="{6AE954A3-CF55-482D-A6B0-494B1E3E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2309" y="6961658"/>
            <a:ext cx="661651" cy="175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985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Proportion</a:t>
            </a:r>
          </a:p>
        </p:txBody>
      </p:sp>
      <p:sp>
        <p:nvSpPr>
          <p:cNvPr id="681" name="text-614 Nesting">
            <a:extLst xmlns:a="http://schemas.openxmlformats.org/drawingml/2006/main">
              <a:ext uri="{FF2B5EF4-FFF2-40B4-BE49-F238E27FC236}">
                <a16:creationId xmlns:a16="http://schemas.microsoft.com/office/drawing/2014/main" id="{6108E05E-0C9F-4EF7-BA0B-6847E557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79384" y="6964881"/>
            <a:ext cx="468729" cy="170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59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59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959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Nesting</a:t>
            </a:r>
          </a:p>
        </p:txBody>
      </p:sp>
      <p:sp>
        <p:nvSpPr>
          <p:cNvPr id="682" name="text-615 Adjacency">
            <a:extLst xmlns:a="http://schemas.openxmlformats.org/drawingml/2006/main">
              <a:ext uri="{FF2B5EF4-FFF2-40B4-BE49-F238E27FC236}">
                <a16:creationId xmlns:a16="http://schemas.microsoft.com/office/drawing/2014/main" id="{82F97DA8-AA5C-495D-84A6-AFDB1DDA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2828" y="6966260"/>
            <a:ext cx="624283" cy="168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9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9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949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Adjacency</a:t>
            </a:r>
          </a:p>
        </p:txBody>
      </p:sp>
      <p:sp>
        <p:nvSpPr>
          <p:cNvPr id="683" name="text-616 Language">
            <a:extLst xmlns:a="http://schemas.openxmlformats.org/drawingml/2006/main">
              <a:ext uri="{FF2B5EF4-FFF2-40B4-BE49-F238E27FC236}">
                <a16:creationId xmlns:a16="http://schemas.microsoft.com/office/drawing/2014/main" id="{F187171E-57E9-4765-8484-DBFF72B3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19539" y="6968747"/>
            <a:ext cx="578409" cy="165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9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9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929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Language</a:t>
            </a:r>
          </a:p>
        </p:txBody>
      </p:sp>
      <p:sp>
        <p:nvSpPr>
          <p:cNvPr id="684" name="text-616 /">
            <a:extLst xmlns:a="http://schemas.openxmlformats.org/drawingml/2006/main">
              <a:ext uri="{FF2B5EF4-FFF2-40B4-BE49-F238E27FC236}">
                <a16:creationId xmlns:a16="http://schemas.microsoft.com/office/drawing/2014/main" id="{2EA4C8E9-59CE-44EF-A09D-566FECCB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08198" y="6943990"/>
            <a:ext cx="87027" cy="1998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4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4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124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/</a:t>
            </a:r>
          </a:p>
        </p:txBody>
      </p:sp>
      <p:sp>
        <p:nvSpPr>
          <p:cNvPr id="685" name="text-617 Context">
            <a:extLst xmlns:a="http://schemas.openxmlformats.org/drawingml/2006/main">
              <a:ext uri="{FF2B5EF4-FFF2-40B4-BE49-F238E27FC236}">
                <a16:creationId xmlns:a16="http://schemas.microsoft.com/office/drawing/2014/main" id="{1333FCE1-A3D9-450D-B226-B3275AD8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15945" y="7135186"/>
            <a:ext cx="480009" cy="172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69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69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969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686" name="text-618 Layout">
            <a:extLst xmlns:a="http://schemas.openxmlformats.org/drawingml/2006/main">
              <a:ext uri="{FF2B5EF4-FFF2-40B4-BE49-F238E27FC236}">
                <a16:creationId xmlns:a16="http://schemas.microsoft.com/office/drawing/2014/main" id="{80DA3657-F5FE-49E2-8686-4DC081F8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18572" y="6966247"/>
            <a:ext cx="416603" cy="168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9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9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949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Layout</a:t>
            </a:r>
          </a:p>
        </p:txBody>
      </p:sp>
      <p:sp>
        <p:nvSpPr>
          <p:cNvPr id="687" name="text-619 Complexity">
            <a:extLst xmlns:a="http://schemas.openxmlformats.org/drawingml/2006/main">
              <a:ext uri="{FF2B5EF4-FFF2-40B4-BE49-F238E27FC236}">
                <a16:creationId xmlns:a16="http://schemas.microsoft.com/office/drawing/2014/main" id="{6C421694-D486-4470-A0BB-E7589979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83818" y="7135131"/>
            <a:ext cx="685557" cy="17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69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69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969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Complexity</a:t>
            </a:r>
          </a:p>
        </p:txBody>
      </p:sp>
      <p:sp>
        <p:nvSpPr>
          <p:cNvPr id="688" name="path-620">
            <a:extLst xmlns:a="http://schemas.openxmlformats.org/drawingml/2006/main">
              <a:ext uri="{FF2B5EF4-FFF2-40B4-BE49-F238E27FC236}">
                <a16:creationId xmlns:a16="http://schemas.microsoft.com/office/drawing/2014/main" id="{C39FE722-ED08-4482-B6D1-87C64B09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8030" y="7394568"/>
            <a:ext cx="451123" cy="191"/>
          </a:xfrm>
          <a:custGeom xmlns:a="http://schemas.openxmlformats.org/drawingml/2006/main">
            <a:pathLst>
              <a:path w="457807" h="191">
                <a:moveTo>
                  <a:pt x="0" y="0"/>
                </a:moveTo>
                <a:lnTo>
                  <a:pt x="4578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499">
            <a:solidFill>
              <a:srgbClr val="5B4A74"/>
            </a:solidFill>
            <a:prstDash val="solid"/>
          </a:ln>
        </p:spPr>
      </p:sp>
      <p:sp>
        <p:nvSpPr>
          <p:cNvPr id="689" name="path-621">
            <a:extLst xmlns:a="http://schemas.openxmlformats.org/drawingml/2006/main">
              <a:ext uri="{FF2B5EF4-FFF2-40B4-BE49-F238E27FC236}">
                <a16:creationId xmlns:a16="http://schemas.microsoft.com/office/drawing/2014/main" id="{DEAAB426-C44F-4586-B79D-24292885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4855" y="7343445"/>
            <a:ext cx="94790" cy="94789"/>
          </a:xfrm>
          <a:custGeom xmlns:a="http://schemas.openxmlformats.org/drawingml/2006/main">
            <a:pathLst>
              <a:path w="96195" h="96194">
                <a:moveTo>
                  <a:pt x="0" y="48087"/>
                </a:moveTo>
                <a:lnTo>
                  <a:pt x="0" y="48087"/>
                </a:lnTo>
                <a:cubicBezTo>
                  <a:pt x="0" y="39450"/>
                  <a:pt x="2154" y="31345"/>
                  <a:pt x="6482" y="24310"/>
                </a:cubicBezTo>
                <a:cubicBezTo>
                  <a:pt x="10791" y="16741"/>
                  <a:pt x="16741" y="10810"/>
                  <a:pt x="24310" y="6482"/>
                </a:cubicBezTo>
                <a:cubicBezTo>
                  <a:pt x="31347" y="2154"/>
                  <a:pt x="39450" y="0"/>
                  <a:pt x="48087" y="0"/>
                </a:cubicBezTo>
                <a:cubicBezTo>
                  <a:pt x="56744" y="0"/>
                  <a:pt x="64848" y="2154"/>
                  <a:pt x="72418" y="6482"/>
                </a:cubicBezTo>
                <a:cubicBezTo>
                  <a:pt x="79434" y="10810"/>
                  <a:pt x="85383" y="16741"/>
                  <a:pt x="89711" y="24310"/>
                </a:cubicBezTo>
                <a:cubicBezTo>
                  <a:pt x="94040" y="31345"/>
                  <a:pt x="96195" y="39450"/>
                  <a:pt x="96195" y="48087"/>
                </a:cubicBezTo>
                <a:cubicBezTo>
                  <a:pt x="96195" y="56744"/>
                  <a:pt x="94040" y="64847"/>
                  <a:pt x="89711" y="72417"/>
                </a:cubicBezTo>
                <a:cubicBezTo>
                  <a:pt x="85383" y="79453"/>
                  <a:pt x="79434" y="85383"/>
                  <a:pt x="72418" y="89711"/>
                </a:cubicBezTo>
                <a:cubicBezTo>
                  <a:pt x="64848" y="94038"/>
                  <a:pt x="56744" y="96194"/>
                  <a:pt x="48087" y="96194"/>
                </a:cubicBezTo>
                <a:cubicBezTo>
                  <a:pt x="39450" y="96194"/>
                  <a:pt x="31347" y="94038"/>
                  <a:pt x="24310" y="89711"/>
                </a:cubicBezTo>
                <a:cubicBezTo>
                  <a:pt x="16741" y="85383"/>
                  <a:pt x="10791" y="79453"/>
                  <a:pt x="6482" y="72417"/>
                </a:cubicBezTo>
                <a:cubicBezTo>
                  <a:pt x="2154" y="64847"/>
                  <a:pt x="0" y="56744"/>
                  <a:pt x="0" y="48087"/>
                </a:cubicBezTo>
              </a:path>
            </a:pathLst>
          </a:custGeom>
          <a:solidFill xmlns:a="http://schemas.openxmlformats.org/drawingml/2006/main">
            <a:srgbClr val="A895C6"/>
          </a:solidFill>
          <a:ln xmlns:a="http://schemas.openxmlformats.org/drawingml/2006/main" w="13315">
            <a:solidFill>
              <a:srgbClr val="5B4A74"/>
            </a:solidFill>
            <a:prstDash val="solid"/>
          </a:ln>
        </p:spPr>
      </p:sp>
      <p:sp>
        <p:nvSpPr>
          <p:cNvPr id="690" name="path-622">
            <a:extLst xmlns:a="http://schemas.openxmlformats.org/drawingml/2006/main">
              <a:ext uri="{FF2B5EF4-FFF2-40B4-BE49-F238E27FC236}">
                <a16:creationId xmlns:a16="http://schemas.microsoft.com/office/drawing/2014/main" id="{CE5FC07C-9FFF-4AD4-91C8-0CE0C8AA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8030" y="7525584"/>
            <a:ext cx="451123" cy="191"/>
          </a:xfrm>
          <a:custGeom xmlns:a="http://schemas.openxmlformats.org/drawingml/2006/main">
            <a:pathLst>
              <a:path w="457807" h="191">
                <a:moveTo>
                  <a:pt x="0" y="0"/>
                </a:moveTo>
                <a:lnTo>
                  <a:pt x="4578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499">
            <a:solidFill>
              <a:srgbClr val="5B4A74"/>
            </a:solidFill>
            <a:prstDash val="solid"/>
          </a:ln>
        </p:spPr>
      </p:sp>
      <p:sp>
        <p:nvSpPr>
          <p:cNvPr id="691" name="path-623">
            <a:extLst xmlns:a="http://schemas.openxmlformats.org/drawingml/2006/main">
              <a:ext uri="{FF2B5EF4-FFF2-40B4-BE49-F238E27FC236}">
                <a16:creationId xmlns:a16="http://schemas.microsoft.com/office/drawing/2014/main" id="{093BE784-910C-4CF8-ADBA-C83FFDA0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3928" y="7474460"/>
            <a:ext cx="94790" cy="94810"/>
          </a:xfrm>
          <a:custGeom xmlns:a="http://schemas.openxmlformats.org/drawingml/2006/main">
            <a:pathLst>
              <a:path w="96195" h="96214">
                <a:moveTo>
                  <a:pt x="0" y="48106"/>
                </a:moveTo>
                <a:lnTo>
                  <a:pt x="0" y="48106"/>
                </a:lnTo>
                <a:cubicBezTo>
                  <a:pt x="0" y="39451"/>
                  <a:pt x="2154" y="31347"/>
                  <a:pt x="6482" y="24311"/>
                </a:cubicBezTo>
                <a:cubicBezTo>
                  <a:pt x="10791" y="16760"/>
                  <a:pt x="16741" y="10811"/>
                  <a:pt x="24310" y="6482"/>
                </a:cubicBezTo>
                <a:cubicBezTo>
                  <a:pt x="31347" y="2154"/>
                  <a:pt x="39450" y="0"/>
                  <a:pt x="48087" y="0"/>
                </a:cubicBezTo>
                <a:cubicBezTo>
                  <a:pt x="56744" y="0"/>
                  <a:pt x="64848" y="2154"/>
                  <a:pt x="72417" y="6482"/>
                </a:cubicBezTo>
                <a:cubicBezTo>
                  <a:pt x="79434" y="10811"/>
                  <a:pt x="85383" y="16760"/>
                  <a:pt x="89711" y="24311"/>
                </a:cubicBezTo>
                <a:cubicBezTo>
                  <a:pt x="94040" y="31347"/>
                  <a:pt x="96195" y="39451"/>
                  <a:pt x="96195" y="48106"/>
                </a:cubicBezTo>
                <a:cubicBezTo>
                  <a:pt x="96195" y="56744"/>
                  <a:pt x="94040" y="64847"/>
                  <a:pt x="89711" y="72418"/>
                </a:cubicBezTo>
                <a:cubicBezTo>
                  <a:pt x="85383" y="79453"/>
                  <a:pt x="79434" y="85402"/>
                  <a:pt x="72417" y="89711"/>
                </a:cubicBezTo>
                <a:cubicBezTo>
                  <a:pt x="64848" y="94040"/>
                  <a:pt x="56744" y="96214"/>
                  <a:pt x="48087" y="96214"/>
                </a:cubicBezTo>
                <a:cubicBezTo>
                  <a:pt x="39450" y="96214"/>
                  <a:pt x="31347" y="94040"/>
                  <a:pt x="24310" y="89711"/>
                </a:cubicBezTo>
                <a:cubicBezTo>
                  <a:pt x="16741" y="85402"/>
                  <a:pt x="10791" y="79453"/>
                  <a:pt x="6482" y="72418"/>
                </a:cubicBezTo>
                <a:cubicBezTo>
                  <a:pt x="2154" y="64847"/>
                  <a:pt x="0" y="56744"/>
                  <a:pt x="0" y="48106"/>
                </a:cubicBezTo>
              </a:path>
            </a:pathLst>
          </a:custGeom>
          <a:solidFill xmlns:a="http://schemas.openxmlformats.org/drawingml/2006/main">
            <a:srgbClr val="A895C6"/>
          </a:solidFill>
          <a:ln xmlns:a="http://schemas.openxmlformats.org/drawingml/2006/main" w="13315">
            <a:solidFill>
              <a:srgbClr val="5B4A74"/>
            </a:solidFill>
            <a:prstDash val="solid"/>
          </a:ln>
        </p:spPr>
      </p:sp>
      <p:sp>
        <p:nvSpPr>
          <p:cNvPr id="692" name="path-624">
            <a:extLst xmlns:a="http://schemas.openxmlformats.org/drawingml/2006/main">
              <a:ext uri="{FF2B5EF4-FFF2-40B4-BE49-F238E27FC236}">
                <a16:creationId xmlns:a16="http://schemas.microsoft.com/office/drawing/2014/main" id="{A08ED525-F34E-4249-9B39-620E4A57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8970" y="7350358"/>
            <a:ext cx="206641" cy="290796"/>
          </a:xfrm>
          <a:custGeom xmlns:a="http://schemas.openxmlformats.org/drawingml/2006/main">
            <a:pathLst>
              <a:path w="209702" h="295104">
                <a:moveTo>
                  <a:pt x="62160" y="147562"/>
                </a:moveTo>
                <a:lnTo>
                  <a:pt x="62160" y="0"/>
                </a:lnTo>
                <a:lnTo>
                  <a:pt x="91332" y="2708"/>
                </a:lnTo>
                <a:lnTo>
                  <a:pt x="118903" y="11345"/>
                </a:lnTo>
                <a:lnTo>
                  <a:pt x="144854" y="25397"/>
                </a:lnTo>
                <a:lnTo>
                  <a:pt x="167544" y="43779"/>
                </a:lnTo>
                <a:lnTo>
                  <a:pt x="185391" y="67022"/>
                </a:lnTo>
                <a:lnTo>
                  <a:pt x="198890" y="92972"/>
                </a:lnTo>
                <a:lnTo>
                  <a:pt x="206993" y="121078"/>
                </a:lnTo>
                <a:lnTo>
                  <a:pt x="209702" y="150252"/>
                </a:lnTo>
                <a:lnTo>
                  <a:pt x="205926" y="179443"/>
                </a:lnTo>
                <a:lnTo>
                  <a:pt x="196736" y="207014"/>
                </a:lnTo>
                <a:lnTo>
                  <a:pt x="182130" y="232411"/>
                </a:lnTo>
                <a:lnTo>
                  <a:pt x="163216" y="254569"/>
                </a:lnTo>
                <a:lnTo>
                  <a:pt x="139973" y="272416"/>
                </a:lnTo>
                <a:lnTo>
                  <a:pt x="114041" y="285381"/>
                </a:lnTo>
                <a:lnTo>
                  <a:pt x="85383" y="292950"/>
                </a:lnTo>
                <a:lnTo>
                  <a:pt x="56209" y="295104"/>
                </a:lnTo>
                <a:lnTo>
                  <a:pt x="27553" y="290796"/>
                </a:lnTo>
                <a:lnTo>
                  <a:pt x="0" y="281052"/>
                </a:lnTo>
                <a:lnTo>
                  <a:pt x="62160" y="147562"/>
                </a:lnTo>
              </a:path>
            </a:pathLst>
          </a:custGeom>
          <a:solidFill xmlns:a="http://schemas.openxmlformats.org/drawingml/2006/main">
            <a:srgbClr val="8FACCE"/>
          </a:solidFill>
          <a:ln xmlns:a="http://schemas.openxmlformats.org/drawingml/2006/main" w="11185">
            <a:solidFill>
              <a:srgbClr val="FFFFFF"/>
            </a:solidFill>
            <a:prstDash val="solid"/>
          </a:ln>
        </p:spPr>
      </p:sp>
      <p:sp>
        <p:nvSpPr>
          <p:cNvPr id="693" name="path-625">
            <a:extLst xmlns:a="http://schemas.openxmlformats.org/drawingml/2006/main">
              <a:ext uri="{FF2B5EF4-FFF2-40B4-BE49-F238E27FC236}">
                <a16:creationId xmlns:a16="http://schemas.microsoft.com/office/drawing/2014/main" id="{ABD93091-E8AD-4856-93A5-639E1C85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5885" y="7398834"/>
            <a:ext cx="145389" cy="229020"/>
          </a:xfrm>
          <a:custGeom xmlns:a="http://schemas.openxmlformats.org/drawingml/2006/main">
            <a:pathLst>
              <a:path w="147542" h="232412">
                <a:moveTo>
                  <a:pt x="147542" y="98368"/>
                </a:moveTo>
                <a:lnTo>
                  <a:pt x="84848" y="232412"/>
                </a:lnTo>
                <a:lnTo>
                  <a:pt x="71331" y="224842"/>
                </a:lnTo>
                <a:lnTo>
                  <a:pt x="58899" y="216186"/>
                </a:lnTo>
                <a:lnTo>
                  <a:pt x="47020" y="206461"/>
                </a:lnTo>
                <a:lnTo>
                  <a:pt x="36208" y="195650"/>
                </a:lnTo>
                <a:lnTo>
                  <a:pt x="27018" y="183752"/>
                </a:lnTo>
                <a:lnTo>
                  <a:pt x="18361" y="170786"/>
                </a:lnTo>
                <a:lnTo>
                  <a:pt x="11879" y="156734"/>
                </a:lnTo>
                <a:lnTo>
                  <a:pt x="6482" y="142681"/>
                </a:lnTo>
                <a:lnTo>
                  <a:pt x="2688" y="128095"/>
                </a:lnTo>
                <a:lnTo>
                  <a:pt x="533" y="112955"/>
                </a:lnTo>
                <a:lnTo>
                  <a:pt x="0" y="97281"/>
                </a:lnTo>
                <a:lnTo>
                  <a:pt x="533" y="82141"/>
                </a:lnTo>
                <a:lnTo>
                  <a:pt x="3241" y="67022"/>
                </a:lnTo>
                <a:lnTo>
                  <a:pt x="7017" y="52416"/>
                </a:lnTo>
                <a:lnTo>
                  <a:pt x="12431" y="37829"/>
                </a:lnTo>
                <a:lnTo>
                  <a:pt x="19448" y="24311"/>
                </a:lnTo>
                <a:lnTo>
                  <a:pt x="28105" y="11345"/>
                </a:lnTo>
                <a:lnTo>
                  <a:pt x="37829" y="0"/>
                </a:lnTo>
                <a:lnTo>
                  <a:pt x="147542" y="98368"/>
                </a:lnTo>
              </a:path>
            </a:pathLst>
          </a:custGeom>
          <a:solidFill xmlns:a="http://schemas.openxmlformats.org/drawingml/2006/main">
            <a:srgbClr val="C2D3E6"/>
          </a:solidFill>
          <a:ln xmlns:a="http://schemas.openxmlformats.org/drawingml/2006/main" w="11185">
            <a:solidFill>
              <a:srgbClr val="FFFFFF"/>
            </a:solidFill>
            <a:prstDash val="solid"/>
          </a:ln>
        </p:spPr>
      </p:sp>
      <p:sp>
        <p:nvSpPr>
          <p:cNvPr id="694" name="path-626">
            <a:extLst xmlns:a="http://schemas.openxmlformats.org/drawingml/2006/main">
              <a:ext uri="{FF2B5EF4-FFF2-40B4-BE49-F238E27FC236}">
                <a16:creationId xmlns:a16="http://schemas.microsoft.com/office/drawing/2014/main" id="{35B49D43-DDFB-408A-9032-EAF5E9F9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3162" y="7350885"/>
            <a:ext cx="108112" cy="145408"/>
          </a:xfrm>
          <a:custGeom xmlns:a="http://schemas.openxmlformats.org/drawingml/2006/main">
            <a:pathLst>
              <a:path w="109713" h="147562">
                <a:moveTo>
                  <a:pt x="109713" y="147562"/>
                </a:moveTo>
                <a:lnTo>
                  <a:pt x="0" y="48659"/>
                </a:lnTo>
                <a:lnTo>
                  <a:pt x="4328" y="43797"/>
                </a:lnTo>
                <a:lnTo>
                  <a:pt x="9191" y="38916"/>
                </a:lnTo>
                <a:lnTo>
                  <a:pt x="14587" y="34054"/>
                </a:lnTo>
                <a:lnTo>
                  <a:pt x="20001" y="29744"/>
                </a:lnTo>
                <a:lnTo>
                  <a:pt x="25397" y="25950"/>
                </a:lnTo>
                <a:lnTo>
                  <a:pt x="31347" y="22174"/>
                </a:lnTo>
                <a:lnTo>
                  <a:pt x="37297" y="18933"/>
                </a:lnTo>
                <a:lnTo>
                  <a:pt x="43245" y="15692"/>
                </a:lnTo>
                <a:lnTo>
                  <a:pt x="49176" y="12431"/>
                </a:lnTo>
                <a:lnTo>
                  <a:pt x="55677" y="9743"/>
                </a:lnTo>
                <a:lnTo>
                  <a:pt x="62160" y="7570"/>
                </a:lnTo>
                <a:lnTo>
                  <a:pt x="68642" y="5415"/>
                </a:lnTo>
                <a:lnTo>
                  <a:pt x="75659" y="3794"/>
                </a:lnTo>
                <a:lnTo>
                  <a:pt x="82161" y="2173"/>
                </a:lnTo>
                <a:lnTo>
                  <a:pt x="88644" y="1086"/>
                </a:lnTo>
                <a:lnTo>
                  <a:pt x="95661" y="553"/>
                </a:lnTo>
                <a:lnTo>
                  <a:pt x="102697" y="0"/>
                </a:lnTo>
                <a:lnTo>
                  <a:pt x="109713" y="0"/>
                </a:lnTo>
                <a:lnTo>
                  <a:pt x="109713" y="147562"/>
                </a:lnTo>
              </a:path>
            </a:pathLst>
          </a:custGeom>
          <a:solidFill xmlns:a="http://schemas.openxmlformats.org/drawingml/2006/main">
            <a:srgbClr val="6384B0"/>
          </a:solidFill>
          <a:ln xmlns:a="http://schemas.openxmlformats.org/drawingml/2006/main" w="11185">
            <a:solidFill>
              <a:srgbClr val="FFFFFF"/>
            </a:solidFill>
            <a:prstDash val="solid"/>
          </a:ln>
        </p:spPr>
      </p:sp>
      <p:sp>
        <p:nvSpPr>
          <p:cNvPr id="695" name="path-627">
            <a:extLst xmlns:a="http://schemas.openxmlformats.org/drawingml/2006/main">
              <a:ext uri="{FF2B5EF4-FFF2-40B4-BE49-F238E27FC236}">
                <a16:creationId xmlns:a16="http://schemas.microsoft.com/office/drawing/2014/main" id="{E97F6A26-C9A2-4D28-BDA0-9C431A9E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5317" y="7336511"/>
            <a:ext cx="191" cy="261504"/>
          </a:xfrm>
          <a:custGeom xmlns:a="http://schemas.openxmlformats.org/drawingml/2006/main">
            <a:pathLst>
              <a:path w="191" h="265378">
                <a:moveTo>
                  <a:pt x="0" y="0"/>
                </a:moveTo>
                <a:lnTo>
                  <a:pt x="0" y="265378"/>
                </a:lnTo>
              </a:path>
            </a:pathLst>
          </a:custGeom>
          <a:noFill xmlns:a="http://schemas.openxmlformats.org/drawingml/2006/main"/>
          <a:ln xmlns:a="http://schemas.openxmlformats.org/drawingml/2006/main" w="22369">
            <a:solidFill>
              <a:srgbClr val="5B4A74"/>
            </a:solidFill>
            <a:prstDash val="solid"/>
          </a:ln>
        </p:spPr>
      </p:sp>
      <p:sp>
        <p:nvSpPr>
          <p:cNvPr id="696" name="path-628">
            <a:extLst xmlns:a="http://schemas.openxmlformats.org/drawingml/2006/main">
              <a:ext uri="{FF2B5EF4-FFF2-40B4-BE49-F238E27FC236}">
                <a16:creationId xmlns:a16="http://schemas.microsoft.com/office/drawing/2014/main" id="{1A6BCD4F-82B5-4FF1-90ED-570F5E55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5317" y="7350885"/>
            <a:ext cx="116642" cy="191"/>
          </a:xfrm>
          <a:custGeom xmlns:a="http://schemas.openxmlformats.org/drawingml/2006/main">
            <a:pathLst>
              <a:path w="118370" h="191">
                <a:moveTo>
                  <a:pt x="0" y="0"/>
                </a:moveTo>
                <a:lnTo>
                  <a:pt x="1183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B4A74"/>
            </a:solidFill>
            <a:prstDash val="solid"/>
          </a:ln>
        </p:spPr>
      </p:sp>
      <p:sp>
        <p:nvSpPr>
          <p:cNvPr id="697" name="path-629">
            <a:extLst xmlns:a="http://schemas.openxmlformats.org/drawingml/2006/main">
              <a:ext uri="{FF2B5EF4-FFF2-40B4-BE49-F238E27FC236}">
                <a16:creationId xmlns:a16="http://schemas.microsoft.com/office/drawing/2014/main" id="{2C47330F-95BF-43CD-921B-81F7A76F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1960" y="7350885"/>
            <a:ext cx="159762" cy="191"/>
          </a:xfrm>
          <a:custGeom xmlns:a="http://schemas.openxmlformats.org/drawingml/2006/main">
            <a:pathLst>
              <a:path w="162129" h="191">
                <a:moveTo>
                  <a:pt x="0" y="0"/>
                </a:moveTo>
                <a:lnTo>
                  <a:pt x="1621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8A78A8"/>
            </a:solidFill>
            <a:prstDash val="solid"/>
          </a:ln>
        </p:spPr>
      </p:sp>
      <p:sp>
        <p:nvSpPr>
          <p:cNvPr id="698" name="path-630">
            <a:extLst xmlns:a="http://schemas.openxmlformats.org/drawingml/2006/main">
              <a:ext uri="{FF2B5EF4-FFF2-40B4-BE49-F238E27FC236}">
                <a16:creationId xmlns:a16="http://schemas.microsoft.com/office/drawing/2014/main" id="{DE744DE5-63D4-4C9D-9190-6B8EF2BE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5317" y="7452627"/>
            <a:ext cx="116642" cy="191"/>
          </a:xfrm>
          <a:custGeom xmlns:a="http://schemas.openxmlformats.org/drawingml/2006/main">
            <a:pathLst>
              <a:path w="118370" h="191">
                <a:moveTo>
                  <a:pt x="0" y="0"/>
                </a:moveTo>
                <a:lnTo>
                  <a:pt x="1183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B4A74"/>
            </a:solidFill>
            <a:prstDash val="solid"/>
          </a:ln>
        </p:spPr>
      </p:sp>
      <p:sp>
        <p:nvSpPr>
          <p:cNvPr id="699" name="path-631">
            <a:extLst xmlns:a="http://schemas.openxmlformats.org/drawingml/2006/main">
              <a:ext uri="{FF2B5EF4-FFF2-40B4-BE49-F238E27FC236}">
                <a16:creationId xmlns:a16="http://schemas.microsoft.com/office/drawing/2014/main" id="{F035DA4C-F5C8-4208-BA89-67D267D2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1960" y="7452627"/>
            <a:ext cx="159762" cy="191"/>
          </a:xfrm>
          <a:custGeom xmlns:a="http://schemas.openxmlformats.org/drawingml/2006/main">
            <a:pathLst>
              <a:path w="162129" h="191">
                <a:moveTo>
                  <a:pt x="0" y="0"/>
                </a:moveTo>
                <a:lnTo>
                  <a:pt x="1621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8A78A8"/>
            </a:solidFill>
            <a:prstDash val="solid"/>
          </a:ln>
        </p:spPr>
      </p:sp>
      <p:sp>
        <p:nvSpPr>
          <p:cNvPr id="700" name="path-632">
            <a:extLst xmlns:a="http://schemas.openxmlformats.org/drawingml/2006/main">
              <a:ext uri="{FF2B5EF4-FFF2-40B4-BE49-F238E27FC236}">
                <a16:creationId xmlns:a16="http://schemas.microsoft.com/office/drawing/2014/main" id="{76CF43AD-2B24-4F34-8DF9-1A090310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5317" y="7554350"/>
            <a:ext cx="116642" cy="191"/>
          </a:xfrm>
          <a:custGeom xmlns:a="http://schemas.openxmlformats.org/drawingml/2006/main">
            <a:pathLst>
              <a:path w="118370" h="191">
                <a:moveTo>
                  <a:pt x="0" y="0"/>
                </a:moveTo>
                <a:lnTo>
                  <a:pt x="1183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5B4A74"/>
            </a:solidFill>
            <a:prstDash val="solid"/>
          </a:ln>
        </p:spPr>
      </p:sp>
      <p:sp>
        <p:nvSpPr>
          <p:cNvPr id="701" name="path-633">
            <a:extLst xmlns:a="http://schemas.openxmlformats.org/drawingml/2006/main">
              <a:ext uri="{FF2B5EF4-FFF2-40B4-BE49-F238E27FC236}">
                <a16:creationId xmlns:a16="http://schemas.microsoft.com/office/drawing/2014/main" id="{73EF4B5C-E21C-49A5-AD74-46A0D391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1960" y="7554350"/>
            <a:ext cx="159762" cy="191"/>
          </a:xfrm>
          <a:custGeom xmlns:a="http://schemas.openxmlformats.org/drawingml/2006/main">
            <a:pathLst>
              <a:path w="162129" h="191">
                <a:moveTo>
                  <a:pt x="0" y="0"/>
                </a:moveTo>
                <a:lnTo>
                  <a:pt x="1621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8A78A8"/>
            </a:solidFill>
            <a:prstDash val="solid"/>
          </a:ln>
        </p:spPr>
      </p:sp>
      <p:sp>
        <p:nvSpPr>
          <p:cNvPr id="702" name="path-634">
            <a:extLst xmlns:a="http://schemas.openxmlformats.org/drawingml/2006/main">
              <a:ext uri="{FF2B5EF4-FFF2-40B4-BE49-F238E27FC236}">
                <a16:creationId xmlns:a16="http://schemas.microsoft.com/office/drawing/2014/main" id="{6A9C5B59-AEAC-4EC6-8ED0-98A4163C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7219" y="7335984"/>
            <a:ext cx="130491" cy="130489"/>
          </a:xfrm>
          <a:custGeom xmlns:a="http://schemas.openxmlformats.org/drawingml/2006/main">
            <a:pathLst>
              <a:path w="132424" h="132422">
                <a:moveTo>
                  <a:pt x="66488" y="132422"/>
                </a:moveTo>
                <a:lnTo>
                  <a:pt x="0" y="132422"/>
                </a:lnTo>
                <a:lnTo>
                  <a:pt x="0" y="0"/>
                </a:lnTo>
                <a:lnTo>
                  <a:pt x="132424" y="0"/>
                </a:lnTo>
                <a:lnTo>
                  <a:pt x="132424" y="132422"/>
                </a:lnTo>
                <a:lnTo>
                  <a:pt x="66488" y="132422"/>
                </a:lnTo>
              </a:path>
            </a:pathLst>
          </a:custGeom>
          <a:solidFill xmlns:a="http://schemas.openxmlformats.org/drawingml/2006/main">
            <a:srgbClr val="CDDAE9"/>
          </a:solidFill>
          <a:ln xmlns:a="http://schemas.openxmlformats.org/drawingml/2006/main" w="14913">
            <a:solidFill>
              <a:srgbClr val="6384B0"/>
            </a:solidFill>
            <a:prstDash val="solid"/>
          </a:ln>
        </p:spPr>
      </p:sp>
      <p:sp>
        <p:nvSpPr>
          <p:cNvPr id="703" name="path-635">
            <a:extLst xmlns:a="http://schemas.openxmlformats.org/drawingml/2006/main">
              <a:ext uri="{FF2B5EF4-FFF2-40B4-BE49-F238E27FC236}">
                <a16:creationId xmlns:a16="http://schemas.microsoft.com/office/drawing/2014/main" id="{9FC685E7-302A-4C60-9085-256BD282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1919" y="7336511"/>
            <a:ext cx="188548" cy="188548"/>
          </a:xfrm>
          <a:custGeom xmlns:a="http://schemas.openxmlformats.org/drawingml/2006/main">
            <a:pathLst>
              <a:path w="191341" h="191341">
                <a:moveTo>
                  <a:pt x="95661" y="191341"/>
                </a:moveTo>
                <a:lnTo>
                  <a:pt x="0" y="191341"/>
                </a:lnTo>
                <a:lnTo>
                  <a:pt x="0" y="0"/>
                </a:lnTo>
                <a:lnTo>
                  <a:pt x="191341" y="0"/>
                </a:lnTo>
                <a:lnTo>
                  <a:pt x="191341" y="191341"/>
                </a:lnTo>
                <a:lnTo>
                  <a:pt x="95661" y="191341"/>
                </a:lnTo>
              </a:path>
            </a:pathLst>
          </a:custGeom>
          <a:solidFill xmlns:a="http://schemas.openxmlformats.org/drawingml/2006/main">
            <a:srgbClr val="CDDAE9"/>
          </a:solidFill>
          <a:ln xmlns:a="http://schemas.openxmlformats.org/drawingml/2006/main" w="14913">
            <a:solidFill>
              <a:srgbClr val="6384B0"/>
            </a:solidFill>
            <a:prstDash val="solid"/>
          </a:ln>
        </p:spPr>
      </p:sp>
      <p:sp>
        <p:nvSpPr>
          <p:cNvPr id="704" name="path-636">
            <a:extLst xmlns:a="http://schemas.openxmlformats.org/drawingml/2006/main">
              <a:ext uri="{FF2B5EF4-FFF2-40B4-BE49-F238E27FC236}">
                <a16:creationId xmlns:a16="http://schemas.microsoft.com/office/drawing/2014/main" id="{29E926B2-C704-4827-8884-AA9BEB33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7765" y="7511211"/>
            <a:ext cx="188527" cy="188529"/>
          </a:xfrm>
          <a:custGeom xmlns:a="http://schemas.openxmlformats.org/drawingml/2006/main">
            <a:pathLst>
              <a:path w="191320" h="191322">
                <a:moveTo>
                  <a:pt x="95659" y="191322"/>
                </a:moveTo>
                <a:lnTo>
                  <a:pt x="0" y="191322"/>
                </a:lnTo>
                <a:lnTo>
                  <a:pt x="0" y="0"/>
                </a:lnTo>
                <a:lnTo>
                  <a:pt x="191320" y="0"/>
                </a:lnTo>
                <a:lnTo>
                  <a:pt x="191320" y="191322"/>
                </a:lnTo>
                <a:lnTo>
                  <a:pt x="95659" y="191322"/>
                </a:lnTo>
              </a:path>
            </a:pathLst>
          </a:custGeom>
          <a:solidFill xmlns:a="http://schemas.openxmlformats.org/drawingml/2006/main">
            <a:srgbClr val="CDDAE9"/>
          </a:solidFill>
          <a:ln xmlns:a="http://schemas.openxmlformats.org/drawingml/2006/main" w="14913">
            <a:solidFill>
              <a:srgbClr val="6384B0"/>
            </a:solidFill>
            <a:prstDash val="solid"/>
          </a:ln>
        </p:spPr>
      </p:sp>
      <p:sp>
        <p:nvSpPr>
          <p:cNvPr id="705" name="path-637">
            <a:extLst xmlns:a="http://schemas.openxmlformats.org/drawingml/2006/main">
              <a:ext uri="{FF2B5EF4-FFF2-40B4-BE49-F238E27FC236}">
                <a16:creationId xmlns:a16="http://schemas.microsoft.com/office/drawing/2014/main" id="{94893AF3-15BB-41D0-9B26-2A17163D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5059" y="7539431"/>
            <a:ext cx="130489" cy="130489"/>
          </a:xfrm>
          <a:custGeom xmlns:a="http://schemas.openxmlformats.org/drawingml/2006/main">
            <a:pathLst>
              <a:path w="132422" h="132422">
                <a:moveTo>
                  <a:pt x="66488" y="132422"/>
                </a:moveTo>
                <a:lnTo>
                  <a:pt x="0" y="132422"/>
                </a:lnTo>
                <a:lnTo>
                  <a:pt x="0" y="0"/>
                </a:lnTo>
                <a:lnTo>
                  <a:pt x="132422" y="0"/>
                </a:lnTo>
                <a:lnTo>
                  <a:pt x="132422" y="132422"/>
                </a:lnTo>
                <a:lnTo>
                  <a:pt x="66488" y="132422"/>
                </a:lnTo>
              </a:path>
            </a:pathLst>
          </a:custGeom>
          <a:solidFill xmlns:a="http://schemas.openxmlformats.org/drawingml/2006/main">
            <a:srgbClr val="CDDAE9"/>
          </a:solidFill>
          <a:ln xmlns:a="http://schemas.openxmlformats.org/drawingml/2006/main" w="14913">
            <a:solidFill>
              <a:srgbClr val="6384B0"/>
            </a:solidFill>
            <a:prstDash val="solid"/>
          </a:ln>
        </p:spPr>
      </p:sp>
      <p:sp>
        <p:nvSpPr>
          <p:cNvPr id="706" name="path-638">
            <a:extLst xmlns:a="http://schemas.openxmlformats.org/drawingml/2006/main">
              <a:ext uri="{FF2B5EF4-FFF2-40B4-BE49-F238E27FC236}">
                <a16:creationId xmlns:a16="http://schemas.microsoft.com/office/drawing/2014/main" id="{AE0DDCEB-0D74-4A71-8735-90FB252B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4528" y="7335984"/>
            <a:ext cx="290816" cy="290797"/>
          </a:xfrm>
          <a:custGeom xmlns:a="http://schemas.openxmlformats.org/drawingml/2006/main">
            <a:pathLst>
              <a:path w="295125" h="295105">
                <a:moveTo>
                  <a:pt x="0" y="147544"/>
                </a:moveTo>
                <a:lnTo>
                  <a:pt x="0" y="147544"/>
                </a:lnTo>
                <a:cubicBezTo>
                  <a:pt x="0" y="121612"/>
                  <a:pt x="7036" y="96195"/>
                  <a:pt x="20002" y="74038"/>
                </a:cubicBezTo>
                <a:cubicBezTo>
                  <a:pt x="32987" y="51349"/>
                  <a:pt x="51348" y="32967"/>
                  <a:pt x="73523" y="20002"/>
                </a:cubicBezTo>
                <a:cubicBezTo>
                  <a:pt x="96214" y="7017"/>
                  <a:pt x="121612" y="0"/>
                  <a:pt x="147562" y="0"/>
                </a:cubicBezTo>
                <a:cubicBezTo>
                  <a:pt x="173512" y="0"/>
                  <a:pt x="198911" y="7017"/>
                  <a:pt x="221067" y="20002"/>
                </a:cubicBezTo>
                <a:cubicBezTo>
                  <a:pt x="243776" y="32967"/>
                  <a:pt x="262157" y="51349"/>
                  <a:pt x="275123" y="74038"/>
                </a:cubicBezTo>
                <a:cubicBezTo>
                  <a:pt x="288089" y="96195"/>
                  <a:pt x="295125" y="121612"/>
                  <a:pt x="295125" y="147544"/>
                </a:cubicBezTo>
                <a:cubicBezTo>
                  <a:pt x="295125" y="173494"/>
                  <a:pt x="288089" y="198891"/>
                  <a:pt x="275123" y="221600"/>
                </a:cubicBezTo>
                <a:cubicBezTo>
                  <a:pt x="262157" y="243757"/>
                  <a:pt x="243776" y="262138"/>
                  <a:pt x="221067" y="275103"/>
                </a:cubicBezTo>
                <a:cubicBezTo>
                  <a:pt x="198911" y="288069"/>
                  <a:pt x="173512" y="295105"/>
                  <a:pt x="147562" y="295105"/>
                </a:cubicBezTo>
                <a:cubicBezTo>
                  <a:pt x="121612" y="295105"/>
                  <a:pt x="96214" y="288069"/>
                  <a:pt x="73523" y="275103"/>
                </a:cubicBezTo>
                <a:cubicBezTo>
                  <a:pt x="51348" y="262138"/>
                  <a:pt x="32987" y="243757"/>
                  <a:pt x="20002" y="221600"/>
                </a:cubicBezTo>
                <a:cubicBezTo>
                  <a:pt x="7036" y="198891"/>
                  <a:pt x="0" y="173494"/>
                  <a:pt x="0" y="147544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771">
            <a:solidFill>
              <a:srgbClr val="333333"/>
            </a:solidFill>
            <a:prstDash val="solid"/>
          </a:ln>
        </p:spPr>
      </p:sp>
      <p:sp>
        <p:nvSpPr>
          <p:cNvPr id="707" name="path-639">
            <a:extLst xmlns:a="http://schemas.openxmlformats.org/drawingml/2006/main">
              <a:ext uri="{FF2B5EF4-FFF2-40B4-BE49-F238E27FC236}">
                <a16:creationId xmlns:a16="http://schemas.microsoft.com/office/drawing/2014/main" id="{1FD37B6A-69C2-498D-BE01-D62D533E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4547" y="7335984"/>
            <a:ext cx="110779" cy="290797"/>
          </a:xfrm>
          <a:custGeom xmlns:a="http://schemas.openxmlformats.org/drawingml/2006/main">
            <a:pathLst>
              <a:path w="112420" h="295105">
                <a:moveTo>
                  <a:pt x="0" y="147544"/>
                </a:moveTo>
                <a:lnTo>
                  <a:pt x="0" y="147544"/>
                </a:lnTo>
                <a:cubicBezTo>
                  <a:pt x="0" y="121612"/>
                  <a:pt x="2707" y="96195"/>
                  <a:pt x="7568" y="74038"/>
                </a:cubicBezTo>
                <a:cubicBezTo>
                  <a:pt x="12431" y="51349"/>
                  <a:pt x="19467" y="32967"/>
                  <a:pt x="28104" y="20002"/>
                </a:cubicBezTo>
                <a:cubicBezTo>
                  <a:pt x="36761" y="7017"/>
                  <a:pt x="46486" y="0"/>
                  <a:pt x="56209" y="0"/>
                </a:cubicBezTo>
                <a:cubicBezTo>
                  <a:pt x="65934" y="0"/>
                  <a:pt x="75677" y="7017"/>
                  <a:pt x="84315" y="20002"/>
                </a:cubicBezTo>
                <a:cubicBezTo>
                  <a:pt x="92972" y="32967"/>
                  <a:pt x="99989" y="51349"/>
                  <a:pt x="104850" y="74038"/>
                </a:cubicBezTo>
                <a:cubicBezTo>
                  <a:pt x="109712" y="96195"/>
                  <a:pt x="112420" y="121612"/>
                  <a:pt x="112420" y="147544"/>
                </a:cubicBezTo>
                <a:cubicBezTo>
                  <a:pt x="112420" y="173494"/>
                  <a:pt x="109712" y="198891"/>
                  <a:pt x="104850" y="221600"/>
                </a:cubicBezTo>
                <a:cubicBezTo>
                  <a:pt x="99989" y="243757"/>
                  <a:pt x="92972" y="262138"/>
                  <a:pt x="84315" y="275103"/>
                </a:cubicBezTo>
                <a:cubicBezTo>
                  <a:pt x="75677" y="288069"/>
                  <a:pt x="65934" y="295105"/>
                  <a:pt x="56209" y="295105"/>
                </a:cubicBezTo>
                <a:cubicBezTo>
                  <a:pt x="46486" y="295105"/>
                  <a:pt x="36761" y="288069"/>
                  <a:pt x="28104" y="275103"/>
                </a:cubicBezTo>
                <a:cubicBezTo>
                  <a:pt x="19467" y="262138"/>
                  <a:pt x="12431" y="243757"/>
                  <a:pt x="7568" y="221600"/>
                </a:cubicBezTo>
                <a:cubicBezTo>
                  <a:pt x="2707" y="198891"/>
                  <a:pt x="0" y="173494"/>
                  <a:pt x="0" y="14754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333333"/>
            </a:solidFill>
            <a:prstDash val="solid"/>
          </a:ln>
        </p:spPr>
      </p:sp>
      <p:sp>
        <p:nvSpPr>
          <p:cNvPr id="708" name="path-640">
            <a:extLst xmlns:a="http://schemas.openxmlformats.org/drawingml/2006/main">
              <a:ext uri="{FF2B5EF4-FFF2-40B4-BE49-F238E27FC236}">
                <a16:creationId xmlns:a16="http://schemas.microsoft.com/office/drawing/2014/main" id="{C627BC8B-88AB-4A8D-B8E6-33943DAF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4528" y="7481919"/>
            <a:ext cx="290816" cy="191"/>
          </a:xfrm>
          <a:custGeom xmlns:a="http://schemas.openxmlformats.org/drawingml/2006/main">
            <a:pathLst>
              <a:path w="295125" h="191">
                <a:moveTo>
                  <a:pt x="0" y="0"/>
                </a:moveTo>
                <a:lnTo>
                  <a:pt x="295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333333"/>
            </a:solidFill>
            <a:prstDash val="solid"/>
          </a:ln>
        </p:spPr>
      </p:sp>
      <p:sp>
        <p:nvSpPr>
          <p:cNvPr id="709" name="path-641">
            <a:extLst xmlns:a="http://schemas.openxmlformats.org/drawingml/2006/main">
              <a:ext uri="{FF2B5EF4-FFF2-40B4-BE49-F238E27FC236}">
                <a16:creationId xmlns:a16="http://schemas.microsoft.com/office/drawing/2014/main" id="{7DAB48DD-A319-43D8-A519-E26353BC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0625" y="7412136"/>
            <a:ext cx="238620" cy="191"/>
          </a:xfrm>
          <a:custGeom xmlns:a="http://schemas.openxmlformats.org/drawingml/2006/main">
            <a:pathLst>
              <a:path w="242155" h="191">
                <a:moveTo>
                  <a:pt x="0" y="0"/>
                </a:moveTo>
                <a:lnTo>
                  <a:pt x="2421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85">
            <a:solidFill>
              <a:srgbClr val="333333"/>
            </a:solidFill>
            <a:prstDash val="solid"/>
          </a:ln>
        </p:spPr>
      </p:sp>
      <p:sp>
        <p:nvSpPr>
          <p:cNvPr id="710" name="path-642">
            <a:extLst xmlns:a="http://schemas.openxmlformats.org/drawingml/2006/main">
              <a:ext uri="{FF2B5EF4-FFF2-40B4-BE49-F238E27FC236}">
                <a16:creationId xmlns:a16="http://schemas.microsoft.com/office/drawing/2014/main" id="{E43A89DA-BC6A-4A63-83C1-07BE843E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0625" y="7551683"/>
            <a:ext cx="238620" cy="191"/>
          </a:xfrm>
          <a:custGeom xmlns:a="http://schemas.openxmlformats.org/drawingml/2006/main">
            <a:pathLst>
              <a:path w="242155" h="191">
                <a:moveTo>
                  <a:pt x="0" y="0"/>
                </a:moveTo>
                <a:lnTo>
                  <a:pt x="2421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85">
            <a:solidFill>
              <a:srgbClr val="333333"/>
            </a:solidFill>
            <a:prstDash val="solid"/>
          </a:ln>
        </p:spPr>
      </p:sp>
      <p:sp>
        <p:nvSpPr>
          <p:cNvPr id="711" name="path-643">
            <a:extLst xmlns:a="http://schemas.openxmlformats.org/drawingml/2006/main">
              <a:ext uri="{FF2B5EF4-FFF2-40B4-BE49-F238E27FC236}">
                <a16:creationId xmlns:a16="http://schemas.microsoft.com/office/drawing/2014/main" id="{7EFFFE43-EA20-40C8-B4C6-1DB26452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367" y="7336511"/>
            <a:ext cx="319563" cy="275897"/>
          </a:xfrm>
          <a:custGeom xmlns:a="http://schemas.openxmlformats.org/drawingml/2006/main">
            <a:pathLst>
              <a:path w="324297" h="279984">
                <a:moveTo>
                  <a:pt x="162148" y="279984"/>
                </a:moveTo>
                <a:lnTo>
                  <a:pt x="0" y="279984"/>
                </a:lnTo>
                <a:lnTo>
                  <a:pt x="0" y="0"/>
                </a:lnTo>
                <a:lnTo>
                  <a:pt x="324297" y="0"/>
                </a:lnTo>
                <a:lnTo>
                  <a:pt x="324297" y="279984"/>
                </a:lnTo>
                <a:lnTo>
                  <a:pt x="162148" y="27998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043">
            <a:solidFill>
              <a:srgbClr val="6384B0"/>
            </a:solidFill>
            <a:prstDash val="solid"/>
          </a:ln>
        </p:spPr>
      </p:sp>
      <p:sp>
        <p:nvSpPr>
          <p:cNvPr id="712" name="path-644">
            <a:extLst xmlns:a="http://schemas.openxmlformats.org/drawingml/2006/main">
              <a:ext uri="{FF2B5EF4-FFF2-40B4-BE49-F238E27FC236}">
                <a16:creationId xmlns:a16="http://schemas.microsoft.com/office/drawing/2014/main" id="{DDFDE38C-E6F9-4608-9568-4955B1D1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367" y="7335984"/>
            <a:ext cx="144863" cy="115571"/>
          </a:xfrm>
          <a:custGeom xmlns:a="http://schemas.openxmlformats.org/drawingml/2006/main">
            <a:pathLst>
              <a:path w="147009" h="117283">
                <a:moveTo>
                  <a:pt x="73504" y="117283"/>
                </a:moveTo>
                <a:lnTo>
                  <a:pt x="0" y="117283"/>
                </a:lnTo>
                <a:lnTo>
                  <a:pt x="0" y="0"/>
                </a:lnTo>
                <a:lnTo>
                  <a:pt x="147009" y="0"/>
                </a:lnTo>
                <a:lnTo>
                  <a:pt x="147009" y="117283"/>
                </a:lnTo>
                <a:lnTo>
                  <a:pt x="73504" y="117283"/>
                </a:lnTo>
              </a:path>
            </a:pathLst>
          </a:custGeom>
          <a:solidFill xmlns:a="http://schemas.openxmlformats.org/drawingml/2006/main">
            <a:srgbClr val="CDDAE9"/>
          </a:solidFill>
          <a:ln xmlns:a="http://schemas.openxmlformats.org/drawingml/2006/main" w="13315">
            <a:solidFill>
              <a:srgbClr val="6384B0"/>
            </a:solidFill>
            <a:prstDash val="solid"/>
          </a:ln>
        </p:spPr>
      </p:sp>
      <p:sp>
        <p:nvSpPr>
          <p:cNvPr id="713" name="path-645">
            <a:extLst xmlns:a="http://schemas.openxmlformats.org/drawingml/2006/main">
              <a:ext uri="{FF2B5EF4-FFF2-40B4-BE49-F238E27FC236}">
                <a16:creationId xmlns:a16="http://schemas.microsoft.com/office/drawing/2014/main" id="{882B0B66-4B71-41B1-8D80-3E217DE6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6230" y="7452627"/>
            <a:ext cx="174155" cy="159237"/>
          </a:xfrm>
          <a:custGeom xmlns:a="http://schemas.openxmlformats.org/drawingml/2006/main">
            <a:pathLst>
              <a:path w="176735" h="161596">
                <a:moveTo>
                  <a:pt x="88643" y="161596"/>
                </a:moveTo>
                <a:lnTo>
                  <a:pt x="0" y="161596"/>
                </a:lnTo>
                <a:lnTo>
                  <a:pt x="0" y="0"/>
                </a:lnTo>
                <a:lnTo>
                  <a:pt x="176735" y="0"/>
                </a:lnTo>
                <a:lnTo>
                  <a:pt x="176735" y="161596"/>
                </a:lnTo>
                <a:lnTo>
                  <a:pt x="88643" y="161596"/>
                </a:lnTo>
              </a:path>
            </a:pathLst>
          </a:custGeom>
          <a:solidFill xmlns:a="http://schemas.openxmlformats.org/drawingml/2006/main">
            <a:srgbClr val="CDDAE9"/>
          </a:solidFill>
          <a:ln xmlns:a="http://schemas.openxmlformats.org/drawingml/2006/main" w="13315">
            <a:solidFill>
              <a:srgbClr val="6384B0"/>
            </a:solidFill>
            <a:prstDash val="solid"/>
          </a:ln>
        </p:spPr>
      </p:sp>
      <p:sp>
        <p:nvSpPr>
          <p:cNvPr id="714" name="path-646">
            <a:extLst xmlns:a="http://schemas.openxmlformats.org/drawingml/2006/main">
              <a:ext uri="{FF2B5EF4-FFF2-40B4-BE49-F238E27FC236}">
                <a16:creationId xmlns:a16="http://schemas.microsoft.com/office/drawing/2014/main" id="{83A32816-7775-481E-B8F6-F1FF9E44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9053" y="7237455"/>
            <a:ext cx="748307" cy="191"/>
          </a:xfrm>
          <a:custGeom xmlns:a="http://schemas.openxmlformats.org/drawingml/2006/main">
            <a:pathLst>
              <a:path w="759393" h="191">
                <a:moveTo>
                  <a:pt x="75939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5270">
            <a:solidFill>
              <a:srgbClr val="111111"/>
            </a:solidFill>
            <a:prstDash val="solid"/>
          </a:ln>
        </p:spPr>
      </p:sp>
      <p:sp>
        <p:nvSpPr>
          <p:cNvPr id="715" name="path-647">
            <a:extLst xmlns:a="http://schemas.openxmlformats.org/drawingml/2006/main">
              <a:ext uri="{FF2B5EF4-FFF2-40B4-BE49-F238E27FC236}">
                <a16:creationId xmlns:a16="http://schemas.microsoft.com/office/drawing/2014/main" id="{54E5712F-564C-4B4D-81FA-D027D92A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4371" y="7192174"/>
            <a:ext cx="90544" cy="90544"/>
          </a:xfrm>
          <a:custGeom xmlns:a="http://schemas.openxmlformats.org/drawingml/2006/main">
            <a:pathLst>
              <a:path w="91886" h="91886">
                <a:moveTo>
                  <a:pt x="0" y="45953"/>
                </a:moveTo>
                <a:lnTo>
                  <a:pt x="91886" y="0"/>
                </a:lnTo>
                <a:lnTo>
                  <a:pt x="91886" y="91886"/>
                </a:lnTo>
                <a:lnTo>
                  <a:pt x="0" y="45953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6" name="path-648">
            <a:extLst xmlns:a="http://schemas.openxmlformats.org/drawingml/2006/main">
              <a:ext uri="{FF2B5EF4-FFF2-40B4-BE49-F238E27FC236}">
                <a16:creationId xmlns:a16="http://schemas.microsoft.com/office/drawing/2014/main" id="{F3183E73-7B8F-4D5B-9E7A-E813A6BD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539" y="6718692"/>
            <a:ext cx="1338958" cy="1015675"/>
          </a:xfrm>
          <a:custGeom xmlns:a="http://schemas.openxmlformats.org/drawingml/2006/main">
            <a:pathLst>
              <a:path w="1358795" h="1030722">
                <a:moveTo>
                  <a:pt x="535" y="144321"/>
                </a:moveTo>
                <a:lnTo>
                  <a:pt x="535" y="144321"/>
                </a:lnTo>
                <a:cubicBezTo>
                  <a:pt x="535" y="118904"/>
                  <a:pt x="7017" y="94059"/>
                  <a:pt x="20002" y="72437"/>
                </a:cubicBezTo>
                <a:cubicBezTo>
                  <a:pt x="32434" y="50262"/>
                  <a:pt x="50795" y="31899"/>
                  <a:pt x="72417" y="19468"/>
                </a:cubicBezTo>
                <a:cubicBezTo>
                  <a:pt x="94574" y="6482"/>
                  <a:pt x="119437" y="0"/>
                  <a:pt x="144854" y="0"/>
                </a:cubicBezTo>
                <a:lnTo>
                  <a:pt x="1214474" y="553"/>
                </a:lnTo>
                <a:cubicBezTo>
                  <a:pt x="1239891" y="553"/>
                  <a:pt x="1264755" y="7036"/>
                  <a:pt x="1286358" y="20001"/>
                </a:cubicBezTo>
                <a:cubicBezTo>
                  <a:pt x="1308534" y="32434"/>
                  <a:pt x="1326896" y="50814"/>
                  <a:pt x="1339328" y="72437"/>
                </a:cubicBezTo>
                <a:cubicBezTo>
                  <a:pt x="1352312" y="94593"/>
                  <a:pt x="1358795" y="119456"/>
                  <a:pt x="1358795" y="144854"/>
                </a:cubicBezTo>
                <a:lnTo>
                  <a:pt x="1358795" y="886402"/>
                </a:lnTo>
                <a:cubicBezTo>
                  <a:pt x="1358795" y="911818"/>
                  <a:pt x="1352312" y="936682"/>
                  <a:pt x="1339328" y="958286"/>
                </a:cubicBezTo>
                <a:cubicBezTo>
                  <a:pt x="1326896" y="980460"/>
                  <a:pt x="1308534" y="998823"/>
                  <a:pt x="1286911" y="1011254"/>
                </a:cubicBezTo>
                <a:cubicBezTo>
                  <a:pt x="1264755" y="1024239"/>
                  <a:pt x="1239891" y="1030722"/>
                  <a:pt x="1214474" y="1030722"/>
                </a:cubicBezTo>
                <a:lnTo>
                  <a:pt x="144301" y="1030722"/>
                </a:lnTo>
                <a:cubicBezTo>
                  <a:pt x="118904" y="1030722"/>
                  <a:pt x="94040" y="1024239"/>
                  <a:pt x="72417" y="1011254"/>
                </a:cubicBezTo>
                <a:cubicBezTo>
                  <a:pt x="50262" y="998823"/>
                  <a:pt x="31881" y="980460"/>
                  <a:pt x="19450" y="958839"/>
                </a:cubicBezTo>
                <a:cubicBezTo>
                  <a:pt x="6484" y="936682"/>
                  <a:pt x="0" y="911818"/>
                  <a:pt x="0" y="886402"/>
                </a:cubicBezTo>
                <a:lnTo>
                  <a:pt x="535" y="144321"/>
                </a:lnTo>
              </a:path>
            </a:pathLst>
          </a:custGeom>
          <a:solidFill xmlns:a="http://schemas.openxmlformats.org/drawingml/2006/main">
            <a:srgbClr val="F3F9F3"/>
          </a:solidFill>
          <a:ln xmlns:a="http://schemas.openxmlformats.org/drawingml/2006/main" w="24499">
            <a:solidFill>
              <a:srgbClr val="7AAE85"/>
            </a:solidFill>
            <a:prstDash val="solid"/>
          </a:ln>
        </p:spPr>
      </p:sp>
      <p:sp>
        <p:nvSpPr>
          <p:cNvPr id="717" name="text-649 Semantic">
            <a:extLst xmlns:a="http://schemas.openxmlformats.org/drawingml/2006/main">
              <a:ext uri="{FF2B5EF4-FFF2-40B4-BE49-F238E27FC236}">
                <a16:creationId xmlns:a16="http://schemas.microsoft.com/office/drawing/2014/main" id="{B6C70FA1-40DB-40CA-9854-E1A85BE3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09766" y="6802622"/>
            <a:ext cx="732740" cy="2217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7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7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47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Semantic</a:t>
            </a:r>
          </a:p>
        </p:txBody>
      </p:sp>
      <p:sp>
        <p:nvSpPr>
          <p:cNvPr id="718" name="text-650 HTML/CSS">
            <a:extLst xmlns:a="http://schemas.openxmlformats.org/drawingml/2006/main">
              <a:ext uri="{FF2B5EF4-FFF2-40B4-BE49-F238E27FC236}">
                <a16:creationId xmlns:a16="http://schemas.microsoft.com/office/drawing/2014/main" id="{27CCEA11-8DE2-415F-8FD4-30918E43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62361" y="7034177"/>
            <a:ext cx="827321" cy="21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1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1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31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HTML/CSS</a:t>
            </a:r>
          </a:p>
        </p:txBody>
      </p:sp>
      <p:sp>
        <p:nvSpPr>
          <p:cNvPr id="719" name="text-651 &lt;/&gt;">
            <a:extLst xmlns:a="http://schemas.openxmlformats.org/drawingml/2006/main">
              <a:ext uri="{FF2B5EF4-FFF2-40B4-BE49-F238E27FC236}">
                <a16:creationId xmlns:a16="http://schemas.microsoft.com/office/drawing/2014/main" id="{B97F27DA-2DF7-4EF7-9BD4-682904F8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92451" y="7267459"/>
            <a:ext cx="390939" cy="336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94" b="1" i="0">
                <a:solidFill>
                  <a:srgbClr val="2B2B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94" b="1" i="0">
                <a:solidFill>
                  <a:srgbClr val="2B2B2B"/>
                </a:solidFill>
                <a:latin typeface="Arial"/>
                <a:ea typeface="Arial"/>
                <a:cs typeface="Arial"/>
              </a:defRPr>
            </a:pPr>
            <a:r>
              <a:rPr sz="1894" b="1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&lt;/&gt;</a:t>
            </a:r>
          </a:p>
        </p:txBody>
      </p:sp>
      <p:sp>
        <p:nvSpPr>
          <p:cNvPr id="720" name="path-652">
            <a:extLst xmlns:a="http://schemas.openxmlformats.org/drawingml/2006/main">
              <a:ext uri="{FF2B5EF4-FFF2-40B4-BE49-F238E27FC236}">
                <a16:creationId xmlns:a16="http://schemas.microsoft.com/office/drawing/2014/main" id="{35564257-745A-4EC5-8EDB-6FED4756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024" y="7751409"/>
            <a:ext cx="191" cy="191"/>
          </a:xfrm>
          <a:custGeom xmlns:a="http://schemas.openxmlformats.org/drawingml/2006/main">
            <a:pathLst>
              <a:path w="191" h="191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542">
            <a:solidFill>
              <a:srgbClr val="111111"/>
            </a:solidFill>
            <a:prstDash val="solid"/>
          </a:ln>
        </p:spPr>
      </p:sp>
      <p:sp>
        <p:nvSpPr>
          <p:cNvPr id="721" name="path-653">
            <a:extLst xmlns:a="http://schemas.openxmlformats.org/drawingml/2006/main">
              <a:ext uri="{FF2B5EF4-FFF2-40B4-BE49-F238E27FC236}">
                <a16:creationId xmlns:a16="http://schemas.microsoft.com/office/drawing/2014/main" id="{84A5A71A-B152-4A39-AD8E-00DBB5FB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663" y="7757797"/>
            <a:ext cx="191" cy="135281"/>
          </a:xfrm>
          <a:custGeom xmlns:a="http://schemas.openxmlformats.org/drawingml/2006/main">
            <a:pathLst>
              <a:path w="191" h="137286">
                <a:moveTo>
                  <a:pt x="0" y="0"/>
                </a:moveTo>
                <a:lnTo>
                  <a:pt x="0" y="137286"/>
                </a:lnTo>
              </a:path>
            </a:pathLst>
          </a:custGeom>
          <a:noFill xmlns:a="http://schemas.openxmlformats.org/drawingml/2006/main"/>
          <a:ln xmlns:a="http://schemas.openxmlformats.org/drawingml/2006/main" w="41542">
            <a:solidFill>
              <a:srgbClr val="111111"/>
            </a:solidFill>
            <a:prstDash val="solid"/>
          </a:ln>
        </p:spPr>
      </p:sp>
      <p:sp>
        <p:nvSpPr>
          <p:cNvPr id="722" name="path-654">
            <a:extLst xmlns:a="http://schemas.openxmlformats.org/drawingml/2006/main">
              <a:ext uri="{FF2B5EF4-FFF2-40B4-BE49-F238E27FC236}">
                <a16:creationId xmlns:a16="http://schemas.microsoft.com/office/drawing/2014/main" id="{10D0C82A-3E12-43D7-99A9-870DBE38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4119" y="7887760"/>
            <a:ext cx="83085" cy="83085"/>
          </a:xfrm>
          <a:custGeom xmlns:a="http://schemas.openxmlformats.org/drawingml/2006/main">
            <a:pathLst>
              <a:path w="84316" h="84316">
                <a:moveTo>
                  <a:pt x="42159" y="84316"/>
                </a:moveTo>
                <a:lnTo>
                  <a:pt x="0" y="0"/>
                </a:lnTo>
                <a:lnTo>
                  <a:pt x="84316" y="0"/>
                </a:lnTo>
                <a:lnTo>
                  <a:pt x="42159" y="84316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3" name="path-655">
            <a:extLst xmlns:a="http://schemas.openxmlformats.org/drawingml/2006/main">
              <a:ext uri="{FF2B5EF4-FFF2-40B4-BE49-F238E27FC236}">
                <a16:creationId xmlns:a16="http://schemas.microsoft.com/office/drawing/2014/main" id="{8FB86EE2-A083-41B6-A8F3-CEDB8891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823" y="7997469"/>
            <a:ext cx="8989769" cy="1454529"/>
          </a:xfrm>
          <a:custGeom xmlns:a="http://schemas.openxmlformats.org/drawingml/2006/main">
            <a:pathLst>
              <a:path w="9122951" h="1476078">
                <a:moveTo>
                  <a:pt x="0" y="103230"/>
                </a:moveTo>
                <a:lnTo>
                  <a:pt x="0" y="103230"/>
                </a:lnTo>
                <a:cubicBezTo>
                  <a:pt x="0" y="84849"/>
                  <a:pt x="4881" y="67022"/>
                  <a:pt x="14052" y="51348"/>
                </a:cubicBezTo>
                <a:cubicBezTo>
                  <a:pt x="22709" y="35675"/>
                  <a:pt x="36228" y="22709"/>
                  <a:pt x="51902" y="13519"/>
                </a:cubicBezTo>
                <a:cubicBezTo>
                  <a:pt x="67574" y="4862"/>
                  <a:pt x="85402" y="0"/>
                  <a:pt x="103249" y="0"/>
                </a:cubicBezTo>
                <a:lnTo>
                  <a:pt x="9019189" y="0"/>
                </a:lnTo>
                <a:cubicBezTo>
                  <a:pt x="9037570" y="0"/>
                  <a:pt x="9055397" y="4862"/>
                  <a:pt x="9071070" y="14052"/>
                </a:cubicBezTo>
                <a:cubicBezTo>
                  <a:pt x="9086743" y="22709"/>
                  <a:pt x="9099707" y="36208"/>
                  <a:pt x="9108898" y="51882"/>
                </a:cubicBezTo>
                <a:cubicBezTo>
                  <a:pt x="9117557" y="67555"/>
                  <a:pt x="9122418" y="85402"/>
                  <a:pt x="9122418" y="103230"/>
                </a:cubicBezTo>
                <a:lnTo>
                  <a:pt x="9122951" y="1372313"/>
                </a:lnTo>
                <a:cubicBezTo>
                  <a:pt x="9122951" y="1390695"/>
                  <a:pt x="9118090" y="1408523"/>
                  <a:pt x="9108898" y="1424195"/>
                </a:cubicBezTo>
                <a:cubicBezTo>
                  <a:pt x="9100260" y="1439869"/>
                  <a:pt x="9086743" y="1452835"/>
                  <a:pt x="9071070" y="1462026"/>
                </a:cubicBezTo>
                <a:cubicBezTo>
                  <a:pt x="9055397" y="1470681"/>
                  <a:pt x="9037570" y="1475544"/>
                  <a:pt x="9019720" y="1475544"/>
                </a:cubicBezTo>
                <a:lnTo>
                  <a:pt x="103249" y="1476078"/>
                </a:lnTo>
                <a:cubicBezTo>
                  <a:pt x="84869" y="1476078"/>
                  <a:pt x="67022" y="1471216"/>
                  <a:pt x="51349" y="1462026"/>
                </a:cubicBezTo>
                <a:cubicBezTo>
                  <a:pt x="35675" y="1453388"/>
                  <a:pt x="22709" y="1439869"/>
                  <a:pt x="13519" y="1424195"/>
                </a:cubicBezTo>
                <a:cubicBezTo>
                  <a:pt x="4881" y="1408523"/>
                  <a:pt x="0" y="1390695"/>
                  <a:pt x="0" y="1372848"/>
                </a:cubicBezTo>
                <a:lnTo>
                  <a:pt x="0" y="103230"/>
                </a:lnTo>
              </a:path>
            </a:pathLst>
          </a:custGeom>
          <a:solidFill xmlns:a="http://schemas.openxmlformats.org/drawingml/2006/main">
            <a:srgbClr val="F9F6FC"/>
          </a:solidFill>
          <a:ln xmlns:a="http://schemas.openxmlformats.org/drawingml/2006/main" w="22369">
            <a:solidFill>
              <a:srgbClr val="B499D2"/>
            </a:solidFill>
            <a:prstDash val="solid"/>
          </a:ln>
        </p:spPr>
      </p:sp>
      <p:sp>
        <p:nvSpPr>
          <p:cNvPr id="724" name="text-656 Synchronized">
            <a:extLst xmlns:a="http://schemas.openxmlformats.org/drawingml/2006/main">
              <a:ext uri="{FF2B5EF4-FFF2-40B4-BE49-F238E27FC236}">
                <a16:creationId xmlns:a16="http://schemas.microsoft.com/office/drawing/2014/main" id="{79666540-AC9A-4269-830A-5FAEB766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49880" y="8043391"/>
            <a:ext cx="1319453" cy="274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2" b="1" i="0">
                <a:solidFill>
                  <a:srgbClr val="3824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2" b="1" i="0">
                <a:solidFill>
                  <a:srgbClr val="382456"/>
                </a:solidFill>
                <a:latin typeface="Arial"/>
                <a:ea typeface="Arial"/>
                <a:cs typeface="Arial"/>
              </a:defRPr>
            </a:pPr>
            <a:r>
              <a:rPr sz="1542" b="1" i="0">
                <a:solidFill>
                  <a:srgbClr val="382456"/>
                </a:solidFill>
                <a:latin typeface="Arial"/>
                <a:ea typeface="Arial"/>
                <a:cs typeface="Arial"/>
              </a:rPr>
              <a:t>Synchronized</a:t>
            </a:r>
          </a:p>
        </p:txBody>
      </p:sp>
      <p:sp>
        <p:nvSpPr>
          <p:cNvPr id="725" name="text-656 Outputs">
            <a:extLst xmlns:a="http://schemas.openxmlformats.org/drawingml/2006/main">
              <a:ext uri="{FF2B5EF4-FFF2-40B4-BE49-F238E27FC236}">
                <a16:creationId xmlns:a16="http://schemas.microsoft.com/office/drawing/2014/main" id="{97782C61-B165-4E2D-BBB9-3D1A3D5D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87904" y="8043357"/>
            <a:ext cx="786086" cy="274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43" b="1" i="0">
                <a:solidFill>
                  <a:srgbClr val="38245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43" b="1" i="0">
                <a:solidFill>
                  <a:srgbClr val="382456"/>
                </a:solidFill>
                <a:latin typeface="Arial"/>
                <a:ea typeface="Arial"/>
                <a:cs typeface="Arial"/>
              </a:defRPr>
            </a:pPr>
            <a:r>
              <a:rPr sz="1543" b="1" i="0">
                <a:solidFill>
                  <a:srgbClr val="382456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726" name="path-657">
            <a:extLst xmlns:a="http://schemas.openxmlformats.org/drawingml/2006/main">
              <a:ext uri="{FF2B5EF4-FFF2-40B4-BE49-F238E27FC236}">
                <a16:creationId xmlns:a16="http://schemas.microsoft.com/office/drawing/2014/main" id="{166B14D0-D2F1-4502-B9DF-EF69466E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6868" y="8316506"/>
            <a:ext cx="1775163" cy="1047616"/>
          </a:xfrm>
          <a:custGeom xmlns:a="http://schemas.openxmlformats.org/drawingml/2006/main">
            <a:pathLst>
              <a:path w="1801462" h="1063136">
                <a:moveTo>
                  <a:pt x="553" y="106471"/>
                </a:moveTo>
                <a:lnTo>
                  <a:pt x="553" y="106471"/>
                </a:lnTo>
                <a:cubicBezTo>
                  <a:pt x="553" y="87557"/>
                  <a:pt x="5415" y="69710"/>
                  <a:pt x="14605" y="53503"/>
                </a:cubicBezTo>
                <a:cubicBezTo>
                  <a:pt x="24330" y="37296"/>
                  <a:pt x="37296" y="23777"/>
                  <a:pt x="53521" y="14587"/>
                </a:cubicBezTo>
                <a:cubicBezTo>
                  <a:pt x="69728" y="4862"/>
                  <a:pt x="88110" y="0"/>
                  <a:pt x="107025" y="0"/>
                </a:cubicBezTo>
                <a:lnTo>
                  <a:pt x="1694990" y="533"/>
                </a:lnTo>
                <a:cubicBezTo>
                  <a:pt x="1713903" y="533"/>
                  <a:pt x="1731732" y="5395"/>
                  <a:pt x="1747958" y="14587"/>
                </a:cubicBezTo>
                <a:cubicBezTo>
                  <a:pt x="1764166" y="24310"/>
                  <a:pt x="1777685" y="37296"/>
                  <a:pt x="1786875" y="53503"/>
                </a:cubicBezTo>
                <a:cubicBezTo>
                  <a:pt x="1796599" y="69710"/>
                  <a:pt x="1801462" y="88091"/>
                  <a:pt x="1801462" y="107006"/>
                </a:cubicBezTo>
                <a:lnTo>
                  <a:pt x="1801462" y="956664"/>
                </a:lnTo>
                <a:cubicBezTo>
                  <a:pt x="1801462" y="975579"/>
                  <a:pt x="1796599" y="993407"/>
                  <a:pt x="1787409" y="1009633"/>
                </a:cubicBezTo>
                <a:cubicBezTo>
                  <a:pt x="1777685" y="1025841"/>
                  <a:pt x="1764700" y="1039359"/>
                  <a:pt x="1748492" y="1048550"/>
                </a:cubicBezTo>
                <a:cubicBezTo>
                  <a:pt x="1732285" y="1058275"/>
                  <a:pt x="1713903" y="1063136"/>
                  <a:pt x="1694990" y="1063136"/>
                </a:cubicBezTo>
                <a:lnTo>
                  <a:pt x="106490" y="1063136"/>
                </a:lnTo>
                <a:cubicBezTo>
                  <a:pt x="87556" y="1063136"/>
                  <a:pt x="69728" y="1058275"/>
                  <a:pt x="53521" y="1049084"/>
                </a:cubicBezTo>
                <a:cubicBezTo>
                  <a:pt x="37296" y="1039359"/>
                  <a:pt x="23795" y="1026393"/>
                  <a:pt x="14605" y="1010167"/>
                </a:cubicBezTo>
                <a:cubicBezTo>
                  <a:pt x="4862" y="993960"/>
                  <a:pt x="0" y="975579"/>
                  <a:pt x="0" y="956664"/>
                </a:cubicBezTo>
                <a:lnTo>
                  <a:pt x="553" y="10647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641">
            <a:solidFill>
              <a:srgbClr val="B499D2"/>
            </a:solidFill>
            <a:prstDash val="solid"/>
          </a:ln>
        </p:spPr>
      </p:sp>
      <p:sp>
        <p:nvSpPr>
          <p:cNvPr id="727" name="text-658 Rendered">
            <a:extLst xmlns:a="http://schemas.openxmlformats.org/drawingml/2006/main">
              <a:ext uri="{FF2B5EF4-FFF2-40B4-BE49-F238E27FC236}">
                <a16:creationId xmlns:a16="http://schemas.microsoft.com/office/drawing/2014/main" id="{A63BA09E-A206-4D5F-8947-5647CAC6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0262" y="8352341"/>
            <a:ext cx="754494" cy="2204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0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0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4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Rendered</a:t>
            </a:r>
          </a:p>
        </p:txBody>
      </p:sp>
      <p:sp>
        <p:nvSpPr>
          <p:cNvPr id="728" name="text-658 Page">
            <a:extLst xmlns:a="http://schemas.openxmlformats.org/drawingml/2006/main">
              <a:ext uri="{FF2B5EF4-FFF2-40B4-BE49-F238E27FC236}">
                <a16:creationId xmlns:a16="http://schemas.microsoft.com/office/drawing/2014/main" id="{A6371051-7822-4C05-B160-A4A35ADF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0264" y="8352318"/>
            <a:ext cx="404706" cy="220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0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0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4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Page</a:t>
            </a:r>
          </a:p>
        </p:txBody>
      </p:sp>
      <p:sp>
        <p:nvSpPr>
          <p:cNvPr id="729" name="text-658 Image">
            <a:extLst xmlns:a="http://schemas.openxmlformats.org/drawingml/2006/main">
              <a:ext uri="{FF2B5EF4-FFF2-40B4-BE49-F238E27FC236}">
                <a16:creationId xmlns:a16="http://schemas.microsoft.com/office/drawing/2014/main" id="{57F68DFC-5AB3-4E0A-9B52-66CF7203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70265" y="8352163"/>
            <a:ext cx="483879" cy="220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1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1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41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730" name="path-659">
            <a:extLst xmlns:a="http://schemas.openxmlformats.org/drawingml/2006/main">
              <a:ext uri="{FF2B5EF4-FFF2-40B4-BE49-F238E27FC236}">
                <a16:creationId xmlns:a16="http://schemas.microsoft.com/office/drawing/2014/main" id="{A5B34E16-EA27-4C87-A49C-558CA84B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581" y="8779335"/>
            <a:ext cx="1541335" cy="377602"/>
          </a:xfrm>
          <a:custGeom xmlns:a="http://schemas.openxmlformats.org/drawingml/2006/main">
            <a:pathLst>
              <a:path w="1564169" h="383196">
                <a:moveTo>
                  <a:pt x="782084" y="383196"/>
                </a:moveTo>
                <a:lnTo>
                  <a:pt x="0" y="383196"/>
                </a:lnTo>
                <a:lnTo>
                  <a:pt x="0" y="0"/>
                </a:lnTo>
                <a:lnTo>
                  <a:pt x="1564169" y="0"/>
                </a:lnTo>
                <a:lnTo>
                  <a:pt x="1564169" y="383196"/>
                </a:lnTo>
                <a:lnTo>
                  <a:pt x="782084" y="38319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913">
            <a:solidFill>
              <a:srgbClr val="9A9A9A"/>
            </a:solidFill>
            <a:prstDash val="solid"/>
          </a:ln>
        </p:spPr>
      </p:sp>
      <p:sp>
        <p:nvSpPr>
          <p:cNvPr id="731" name="path-660">
            <a:extLst xmlns:a="http://schemas.openxmlformats.org/drawingml/2006/main">
              <a:ext uri="{FF2B5EF4-FFF2-40B4-BE49-F238E27FC236}">
                <a16:creationId xmlns:a16="http://schemas.microsoft.com/office/drawing/2014/main" id="{A93C9C5C-645F-42A3-9556-49DCCCAF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2093" y="8837919"/>
            <a:ext cx="436732" cy="191"/>
          </a:xfrm>
          <a:custGeom xmlns:a="http://schemas.openxmlformats.org/drawingml/2006/main">
            <a:pathLst>
              <a:path w="443202" h="191">
                <a:moveTo>
                  <a:pt x="0" y="0"/>
                </a:moveTo>
                <a:lnTo>
                  <a:pt x="4432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93ACC8"/>
            </a:solidFill>
            <a:prstDash val="solid"/>
          </a:ln>
        </p:spPr>
      </p:sp>
      <p:sp>
        <p:nvSpPr>
          <p:cNvPr id="732" name="path-661">
            <a:extLst xmlns:a="http://schemas.openxmlformats.org/drawingml/2006/main">
              <a:ext uri="{FF2B5EF4-FFF2-40B4-BE49-F238E27FC236}">
                <a16:creationId xmlns:a16="http://schemas.microsoft.com/office/drawing/2014/main" id="{949449CE-C1DC-4FCA-8404-B1693403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2093" y="8895976"/>
            <a:ext cx="436732" cy="191"/>
          </a:xfrm>
          <a:custGeom xmlns:a="http://schemas.openxmlformats.org/drawingml/2006/main">
            <a:pathLst>
              <a:path w="443202" h="191">
                <a:moveTo>
                  <a:pt x="0" y="0"/>
                </a:moveTo>
                <a:lnTo>
                  <a:pt x="4432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93ACC8"/>
            </a:solidFill>
            <a:prstDash val="solid"/>
          </a:ln>
        </p:spPr>
      </p:sp>
      <p:sp>
        <p:nvSpPr>
          <p:cNvPr id="733" name="path-662">
            <a:extLst xmlns:a="http://schemas.openxmlformats.org/drawingml/2006/main">
              <a:ext uri="{FF2B5EF4-FFF2-40B4-BE49-F238E27FC236}">
                <a16:creationId xmlns:a16="http://schemas.microsoft.com/office/drawing/2014/main" id="{5AB0C03E-AE6E-4ED7-9C55-8E19B7FE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2093" y="8954015"/>
            <a:ext cx="436732" cy="191"/>
          </a:xfrm>
          <a:custGeom xmlns:a="http://schemas.openxmlformats.org/drawingml/2006/main">
            <a:pathLst>
              <a:path w="443202" h="191">
                <a:moveTo>
                  <a:pt x="0" y="0"/>
                </a:moveTo>
                <a:lnTo>
                  <a:pt x="4432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93ACC8"/>
            </a:solidFill>
            <a:prstDash val="solid"/>
          </a:ln>
        </p:spPr>
      </p:sp>
      <p:sp>
        <p:nvSpPr>
          <p:cNvPr id="734" name="path-663">
            <a:extLst xmlns:a="http://schemas.openxmlformats.org/drawingml/2006/main">
              <a:ext uri="{FF2B5EF4-FFF2-40B4-BE49-F238E27FC236}">
                <a16:creationId xmlns:a16="http://schemas.microsoft.com/office/drawing/2014/main" id="{48E7AFDC-C27E-437E-8EFF-665BF947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2093" y="9012074"/>
            <a:ext cx="436732" cy="191"/>
          </a:xfrm>
          <a:custGeom xmlns:a="http://schemas.openxmlformats.org/drawingml/2006/main">
            <a:pathLst>
              <a:path w="443202" h="191">
                <a:moveTo>
                  <a:pt x="0" y="0"/>
                </a:moveTo>
                <a:lnTo>
                  <a:pt x="4432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93ACC8"/>
            </a:solidFill>
            <a:prstDash val="solid"/>
          </a:ln>
        </p:spPr>
      </p:sp>
      <p:sp>
        <p:nvSpPr>
          <p:cNvPr id="735" name="path-664">
            <a:extLst xmlns:a="http://schemas.openxmlformats.org/drawingml/2006/main">
              <a:ext uri="{FF2B5EF4-FFF2-40B4-BE49-F238E27FC236}">
                <a16:creationId xmlns:a16="http://schemas.microsoft.com/office/drawing/2014/main" id="{9FCC0C28-AD5D-47EC-A50E-D2DA531F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6174" y="8823526"/>
            <a:ext cx="435678" cy="188548"/>
          </a:xfrm>
          <a:custGeom xmlns:a="http://schemas.openxmlformats.org/drawingml/2006/main">
            <a:pathLst>
              <a:path w="442133" h="191341">
                <a:moveTo>
                  <a:pt x="221066" y="191341"/>
                </a:moveTo>
                <a:lnTo>
                  <a:pt x="0" y="191341"/>
                </a:lnTo>
                <a:lnTo>
                  <a:pt x="0" y="0"/>
                </a:lnTo>
                <a:lnTo>
                  <a:pt x="442133" y="0"/>
                </a:lnTo>
                <a:lnTo>
                  <a:pt x="442133" y="191341"/>
                </a:lnTo>
                <a:lnTo>
                  <a:pt x="221066" y="191341"/>
                </a:lnTo>
              </a:path>
            </a:pathLst>
          </a:custGeom>
          <a:solidFill xmlns:a="http://schemas.openxmlformats.org/drawingml/2006/main">
            <a:srgbClr val="C4DBEC"/>
          </a:solidFill>
          <a:ln xmlns:a="http://schemas.openxmlformats.org/drawingml/2006/main" w="11185">
            <a:solidFill>
              <a:srgbClr val="8A9CAE"/>
            </a:solidFill>
            <a:prstDash val="solid"/>
          </a:ln>
        </p:spPr>
      </p:sp>
      <p:sp>
        <p:nvSpPr>
          <p:cNvPr id="736" name="path-665">
            <a:extLst xmlns:a="http://schemas.openxmlformats.org/drawingml/2006/main">
              <a:ext uri="{FF2B5EF4-FFF2-40B4-BE49-F238E27FC236}">
                <a16:creationId xmlns:a16="http://schemas.microsoft.com/office/drawing/2014/main" id="{700BE23B-B172-4C80-B0A1-FE9122A8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8224" y="8852818"/>
            <a:ext cx="65497" cy="65518"/>
          </a:xfrm>
          <a:custGeom xmlns:a="http://schemas.openxmlformats.org/drawingml/2006/main">
            <a:pathLst>
              <a:path w="66468" h="66488">
                <a:moveTo>
                  <a:pt x="0" y="32987"/>
                </a:moveTo>
                <a:lnTo>
                  <a:pt x="0" y="32987"/>
                </a:lnTo>
                <a:cubicBezTo>
                  <a:pt x="0" y="27037"/>
                  <a:pt x="1621" y="21623"/>
                  <a:pt x="4308" y="16227"/>
                </a:cubicBezTo>
                <a:cubicBezTo>
                  <a:pt x="7550" y="11365"/>
                  <a:pt x="11344" y="7036"/>
                  <a:pt x="16741" y="4328"/>
                </a:cubicBezTo>
                <a:cubicBezTo>
                  <a:pt x="21604" y="1087"/>
                  <a:pt x="27553" y="0"/>
                  <a:pt x="33500" y="0"/>
                </a:cubicBezTo>
                <a:cubicBezTo>
                  <a:pt x="38915" y="0"/>
                  <a:pt x="44846" y="1087"/>
                  <a:pt x="49727" y="4328"/>
                </a:cubicBezTo>
                <a:cubicBezTo>
                  <a:pt x="55123" y="7036"/>
                  <a:pt x="58899" y="11365"/>
                  <a:pt x="62140" y="16227"/>
                </a:cubicBezTo>
                <a:cubicBezTo>
                  <a:pt x="64848" y="21623"/>
                  <a:pt x="66468" y="27037"/>
                  <a:pt x="66468" y="32987"/>
                </a:cubicBezTo>
                <a:cubicBezTo>
                  <a:pt x="66468" y="38916"/>
                  <a:pt x="64848" y="44332"/>
                  <a:pt x="62140" y="49728"/>
                </a:cubicBezTo>
                <a:cubicBezTo>
                  <a:pt x="58899" y="54590"/>
                  <a:pt x="55123" y="58919"/>
                  <a:pt x="49727" y="61625"/>
                </a:cubicBezTo>
                <a:cubicBezTo>
                  <a:pt x="44846" y="64868"/>
                  <a:pt x="38915" y="66488"/>
                  <a:pt x="33500" y="66488"/>
                </a:cubicBezTo>
                <a:cubicBezTo>
                  <a:pt x="27553" y="66488"/>
                  <a:pt x="21604" y="64868"/>
                  <a:pt x="16741" y="61625"/>
                </a:cubicBezTo>
                <a:cubicBezTo>
                  <a:pt x="11344" y="58919"/>
                  <a:pt x="7550" y="54590"/>
                  <a:pt x="4308" y="49728"/>
                </a:cubicBezTo>
                <a:cubicBezTo>
                  <a:pt x="1621" y="44332"/>
                  <a:pt x="0" y="38916"/>
                  <a:pt x="0" y="32987"/>
                </a:cubicBezTo>
              </a:path>
            </a:pathLst>
          </a:custGeom>
          <a:solidFill xmlns:a="http://schemas.openxmlformats.org/drawingml/2006/main">
            <a:srgbClr val="F0D2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7" name="path-666">
            <a:extLst xmlns:a="http://schemas.openxmlformats.org/drawingml/2006/main">
              <a:ext uri="{FF2B5EF4-FFF2-40B4-BE49-F238E27FC236}">
                <a16:creationId xmlns:a16="http://schemas.microsoft.com/office/drawing/2014/main" id="{40032DC6-A1E9-4624-B473-217D929E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729" y="9012074"/>
            <a:ext cx="72432" cy="86824"/>
          </a:xfrm>
          <a:custGeom xmlns:a="http://schemas.openxmlformats.org/drawingml/2006/main">
            <a:pathLst>
              <a:path w="73505" h="88110">
                <a:moveTo>
                  <a:pt x="36743" y="88110"/>
                </a:moveTo>
                <a:lnTo>
                  <a:pt x="0" y="88110"/>
                </a:lnTo>
                <a:lnTo>
                  <a:pt x="0" y="0"/>
                </a:lnTo>
                <a:lnTo>
                  <a:pt x="73505" y="0"/>
                </a:lnTo>
                <a:lnTo>
                  <a:pt x="73505" y="88110"/>
                </a:lnTo>
                <a:lnTo>
                  <a:pt x="36743" y="88110"/>
                </a:lnTo>
              </a:path>
            </a:pathLst>
          </a:custGeom>
          <a:solidFill xmlns:a="http://schemas.openxmlformats.org/drawingml/2006/main">
            <a:srgbClr val="96B9E0"/>
          </a:solidFill>
          <a:ln xmlns:a="http://schemas.openxmlformats.org/drawingml/2006/main" w="9587">
            <a:solidFill>
              <a:srgbClr val="6384B0"/>
            </a:solidFill>
            <a:prstDash val="solid"/>
          </a:ln>
        </p:spPr>
      </p:sp>
      <p:sp>
        <p:nvSpPr>
          <p:cNvPr id="738" name="path-667">
            <a:extLst xmlns:a="http://schemas.openxmlformats.org/drawingml/2006/main">
              <a:ext uri="{FF2B5EF4-FFF2-40B4-BE49-F238E27FC236}">
                <a16:creationId xmlns:a16="http://schemas.microsoft.com/office/drawing/2014/main" id="{D58F4C04-CC71-424F-A497-C71462BD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1979" y="8954560"/>
            <a:ext cx="72431" cy="144863"/>
          </a:xfrm>
          <a:custGeom xmlns:a="http://schemas.openxmlformats.org/drawingml/2006/main">
            <a:pathLst>
              <a:path w="73504" h="147009">
                <a:moveTo>
                  <a:pt x="36761" y="147009"/>
                </a:moveTo>
                <a:lnTo>
                  <a:pt x="0" y="147009"/>
                </a:lnTo>
                <a:lnTo>
                  <a:pt x="0" y="0"/>
                </a:lnTo>
                <a:lnTo>
                  <a:pt x="73504" y="0"/>
                </a:lnTo>
                <a:lnTo>
                  <a:pt x="73504" y="147009"/>
                </a:lnTo>
                <a:lnTo>
                  <a:pt x="36761" y="147009"/>
                </a:lnTo>
              </a:path>
            </a:pathLst>
          </a:custGeom>
          <a:solidFill xmlns:a="http://schemas.openxmlformats.org/drawingml/2006/main">
            <a:srgbClr val="96B9E0"/>
          </a:solidFill>
          <a:ln xmlns:a="http://schemas.openxmlformats.org/drawingml/2006/main" w="9587">
            <a:solidFill>
              <a:srgbClr val="6384B0"/>
            </a:solidFill>
            <a:prstDash val="solid"/>
          </a:ln>
        </p:spPr>
      </p:sp>
      <p:sp>
        <p:nvSpPr>
          <p:cNvPr id="739" name="path-668">
            <a:extLst xmlns:a="http://schemas.openxmlformats.org/drawingml/2006/main">
              <a:ext uri="{FF2B5EF4-FFF2-40B4-BE49-F238E27FC236}">
                <a16:creationId xmlns:a16="http://schemas.microsoft.com/office/drawing/2014/main" id="{18477B08-18BC-4058-A5E5-514B5BF0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3702" y="8982782"/>
            <a:ext cx="72451" cy="115571"/>
          </a:xfrm>
          <a:custGeom xmlns:a="http://schemas.openxmlformats.org/drawingml/2006/main">
            <a:pathLst>
              <a:path w="73525" h="117283">
                <a:moveTo>
                  <a:pt x="36761" y="117283"/>
                </a:moveTo>
                <a:lnTo>
                  <a:pt x="0" y="117283"/>
                </a:lnTo>
                <a:lnTo>
                  <a:pt x="0" y="0"/>
                </a:lnTo>
                <a:lnTo>
                  <a:pt x="73525" y="0"/>
                </a:lnTo>
                <a:lnTo>
                  <a:pt x="73525" y="117283"/>
                </a:lnTo>
                <a:lnTo>
                  <a:pt x="36761" y="117283"/>
                </a:lnTo>
              </a:path>
            </a:pathLst>
          </a:custGeom>
          <a:solidFill xmlns:a="http://schemas.openxmlformats.org/drawingml/2006/main">
            <a:srgbClr val="96B9E0"/>
          </a:solidFill>
          <a:ln xmlns:a="http://schemas.openxmlformats.org/drawingml/2006/main" w="9587">
            <a:solidFill>
              <a:srgbClr val="6384B0"/>
            </a:solidFill>
            <a:prstDash val="solid"/>
          </a:ln>
        </p:spPr>
      </p:sp>
      <p:sp>
        <p:nvSpPr>
          <p:cNvPr id="740" name="path-669">
            <a:extLst xmlns:a="http://schemas.openxmlformats.org/drawingml/2006/main">
              <a:ext uri="{FF2B5EF4-FFF2-40B4-BE49-F238E27FC236}">
                <a16:creationId xmlns:a16="http://schemas.microsoft.com/office/drawing/2014/main" id="{7ABD3B82-8916-4793-ABAC-BBA7D4E2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444" y="8924723"/>
            <a:ext cx="72432" cy="174174"/>
          </a:xfrm>
          <a:custGeom xmlns:a="http://schemas.openxmlformats.org/drawingml/2006/main">
            <a:pathLst>
              <a:path w="73505" h="176754">
                <a:moveTo>
                  <a:pt x="36743" y="176754"/>
                </a:moveTo>
                <a:lnTo>
                  <a:pt x="0" y="176754"/>
                </a:lnTo>
                <a:lnTo>
                  <a:pt x="0" y="0"/>
                </a:lnTo>
                <a:lnTo>
                  <a:pt x="73505" y="0"/>
                </a:lnTo>
                <a:lnTo>
                  <a:pt x="73505" y="176754"/>
                </a:lnTo>
                <a:lnTo>
                  <a:pt x="36743" y="176754"/>
                </a:lnTo>
              </a:path>
            </a:pathLst>
          </a:custGeom>
          <a:solidFill xmlns:a="http://schemas.openxmlformats.org/drawingml/2006/main">
            <a:srgbClr val="96B9E0"/>
          </a:solidFill>
          <a:ln xmlns:a="http://schemas.openxmlformats.org/drawingml/2006/main" w="9587">
            <a:solidFill>
              <a:srgbClr val="6384B0"/>
            </a:solidFill>
            <a:prstDash val="solid"/>
          </a:ln>
        </p:spPr>
      </p:sp>
      <p:sp>
        <p:nvSpPr>
          <p:cNvPr id="741" name="path-670">
            <a:extLst xmlns:a="http://schemas.openxmlformats.org/drawingml/2006/main">
              <a:ext uri="{FF2B5EF4-FFF2-40B4-BE49-F238E27FC236}">
                <a16:creationId xmlns:a16="http://schemas.microsoft.com/office/drawing/2014/main" id="{922626CC-C676-4766-A001-3AB3BAF8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7964" y="8317032"/>
            <a:ext cx="6836985" cy="1047091"/>
          </a:xfrm>
          <a:custGeom xmlns:a="http://schemas.openxmlformats.org/drawingml/2006/main">
            <a:pathLst>
              <a:path w="6938274" h="1062603">
                <a:moveTo>
                  <a:pt x="0" y="84849"/>
                </a:moveTo>
                <a:lnTo>
                  <a:pt x="0" y="84849"/>
                </a:lnTo>
                <a:cubicBezTo>
                  <a:pt x="0" y="69729"/>
                  <a:pt x="3776" y="55123"/>
                  <a:pt x="11345" y="42157"/>
                </a:cubicBezTo>
                <a:cubicBezTo>
                  <a:pt x="18915" y="29193"/>
                  <a:pt x="29726" y="18915"/>
                  <a:pt x="42692" y="11345"/>
                </a:cubicBezTo>
                <a:cubicBezTo>
                  <a:pt x="55677" y="3776"/>
                  <a:pt x="70263" y="0"/>
                  <a:pt x="84849" y="0"/>
                </a:cubicBezTo>
                <a:lnTo>
                  <a:pt x="6852892" y="0"/>
                </a:lnTo>
                <a:cubicBezTo>
                  <a:pt x="6868012" y="0"/>
                  <a:pt x="6882618" y="3776"/>
                  <a:pt x="6895583" y="11345"/>
                </a:cubicBezTo>
                <a:cubicBezTo>
                  <a:pt x="6908550" y="18915"/>
                  <a:pt x="6918827" y="29726"/>
                  <a:pt x="6926395" y="42692"/>
                </a:cubicBezTo>
                <a:cubicBezTo>
                  <a:pt x="6933966" y="55677"/>
                  <a:pt x="6937740" y="70263"/>
                  <a:pt x="6937740" y="84849"/>
                </a:cubicBezTo>
                <a:lnTo>
                  <a:pt x="6938274" y="977201"/>
                </a:lnTo>
                <a:cubicBezTo>
                  <a:pt x="6938274" y="992340"/>
                  <a:pt x="6934499" y="1006927"/>
                  <a:pt x="6926931" y="1019911"/>
                </a:cubicBezTo>
                <a:cubicBezTo>
                  <a:pt x="6919360" y="1032877"/>
                  <a:pt x="6908550" y="1043155"/>
                  <a:pt x="6895583" y="1050705"/>
                </a:cubicBezTo>
                <a:cubicBezTo>
                  <a:pt x="6882618" y="1058275"/>
                  <a:pt x="6868012" y="1062070"/>
                  <a:pt x="6853426" y="1062070"/>
                </a:cubicBezTo>
                <a:lnTo>
                  <a:pt x="84849" y="1062603"/>
                </a:lnTo>
                <a:cubicBezTo>
                  <a:pt x="69729" y="1062603"/>
                  <a:pt x="55123" y="1058827"/>
                  <a:pt x="42157" y="1051258"/>
                </a:cubicBezTo>
                <a:cubicBezTo>
                  <a:pt x="29193" y="1043688"/>
                  <a:pt x="18915" y="1032877"/>
                  <a:pt x="11345" y="1019911"/>
                </a:cubicBezTo>
                <a:cubicBezTo>
                  <a:pt x="3776" y="1006927"/>
                  <a:pt x="0" y="992340"/>
                  <a:pt x="0" y="977754"/>
                </a:cubicBezTo>
                <a:lnTo>
                  <a:pt x="0" y="8484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8641">
            <a:solidFill>
              <a:srgbClr val="B499D2"/>
            </a:solidFill>
            <a:prstDash val="solid"/>
          </a:ln>
        </p:spPr>
      </p:sp>
      <p:sp>
        <p:nvSpPr>
          <p:cNvPr id="742" name="text-671 Exact">
            <a:extLst xmlns:a="http://schemas.openxmlformats.org/drawingml/2006/main">
              <a:ext uri="{FF2B5EF4-FFF2-40B4-BE49-F238E27FC236}">
                <a16:creationId xmlns:a16="http://schemas.microsoft.com/office/drawing/2014/main" id="{EA50911A-2272-4C75-89FB-77E83CEE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04178" y="8348121"/>
            <a:ext cx="468088" cy="230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4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4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94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Exact</a:t>
            </a:r>
          </a:p>
        </p:txBody>
      </p:sp>
      <p:sp>
        <p:nvSpPr>
          <p:cNvPr id="743" name="text-671 Structured">
            <a:extLst xmlns:a="http://schemas.openxmlformats.org/drawingml/2006/main">
              <a:ext uri="{FF2B5EF4-FFF2-40B4-BE49-F238E27FC236}">
                <a16:creationId xmlns:a16="http://schemas.microsoft.com/office/drawing/2014/main" id="{A4DDCDBB-AE06-4493-998A-97E5692F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88246" y="8347906"/>
            <a:ext cx="861529" cy="2304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6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6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96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Structured</a:t>
            </a:r>
          </a:p>
        </p:txBody>
      </p:sp>
      <p:sp>
        <p:nvSpPr>
          <p:cNvPr id="744" name="text-671 Supervision">
            <a:extLst xmlns:a="http://schemas.openxmlformats.org/drawingml/2006/main">
              <a:ext uri="{FF2B5EF4-FFF2-40B4-BE49-F238E27FC236}">
                <a16:creationId xmlns:a16="http://schemas.microsoft.com/office/drawing/2014/main" id="{07B4BD11-1815-43D1-AC35-AAE9C5B1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65084" y="8348006"/>
            <a:ext cx="970806" cy="230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295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Supervision</a:t>
            </a:r>
          </a:p>
        </p:txBody>
      </p:sp>
      <p:sp>
        <p:nvSpPr>
          <p:cNvPr id="745" name="text-672 Structured">
            <a:extLst xmlns:a="http://schemas.openxmlformats.org/drawingml/2006/main">
              <a:ext uri="{FF2B5EF4-FFF2-40B4-BE49-F238E27FC236}">
                <a16:creationId xmlns:a16="http://schemas.microsoft.com/office/drawing/2014/main" id="{A55D8AD6-F70D-4D19-A99B-44918D68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1592" y="8908702"/>
            <a:ext cx="635860" cy="185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045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Structured</a:t>
            </a:r>
          </a:p>
        </p:txBody>
      </p:sp>
      <p:sp>
        <p:nvSpPr>
          <p:cNvPr id="746" name="text-673 Markdown">
            <a:extLst xmlns:a="http://schemas.openxmlformats.org/drawingml/2006/main">
              <a:ext uri="{FF2B5EF4-FFF2-40B4-BE49-F238E27FC236}">
                <a16:creationId xmlns:a16="http://schemas.microsoft.com/office/drawing/2014/main" id="{CE516C1D-D380-489D-B7B6-6D352D90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5205" y="9077403"/>
            <a:ext cx="649213" cy="189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7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7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067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Markdown</a:t>
            </a:r>
          </a:p>
        </p:txBody>
      </p:sp>
      <p:sp>
        <p:nvSpPr>
          <p:cNvPr id="747" name="text-674 Element">
            <a:extLst xmlns:a="http://schemas.openxmlformats.org/drawingml/2006/main">
              <a:ext uri="{FF2B5EF4-FFF2-40B4-BE49-F238E27FC236}">
                <a16:creationId xmlns:a16="http://schemas.microsoft.com/office/drawing/2014/main" id="{C32E1C60-71FF-483C-810E-7522EAB8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08483" y="8911202"/>
            <a:ext cx="500889" cy="1822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Element</a:t>
            </a:r>
          </a:p>
        </p:txBody>
      </p:sp>
      <p:sp>
        <p:nvSpPr>
          <p:cNvPr id="748" name="text-675 Categories">
            <a:extLst xmlns:a="http://schemas.openxmlformats.org/drawingml/2006/main">
              <a:ext uri="{FF2B5EF4-FFF2-40B4-BE49-F238E27FC236}">
                <a16:creationId xmlns:a16="http://schemas.microsoft.com/office/drawing/2014/main" id="{79691BB3-E171-408D-A914-A30AE6EE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43492" y="9087198"/>
            <a:ext cx="630282" cy="175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99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Categories</a:t>
            </a:r>
          </a:p>
        </p:txBody>
      </p:sp>
      <p:sp>
        <p:nvSpPr>
          <p:cNvPr id="749" name="text-676 Bounding">
            <a:extLst xmlns:a="http://schemas.openxmlformats.org/drawingml/2006/main">
              <a:ext uri="{FF2B5EF4-FFF2-40B4-BE49-F238E27FC236}">
                <a16:creationId xmlns:a16="http://schemas.microsoft.com/office/drawing/2014/main" id="{7E6358FF-794F-4F35-9E89-6A222660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11491" y="8911235"/>
            <a:ext cx="573358" cy="182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025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Bounding</a:t>
            </a:r>
          </a:p>
        </p:txBody>
      </p:sp>
      <p:sp>
        <p:nvSpPr>
          <p:cNvPr id="750" name="text-677 Boxes">
            <a:extLst xmlns:a="http://schemas.openxmlformats.org/drawingml/2006/main">
              <a:ext uri="{FF2B5EF4-FFF2-40B4-BE49-F238E27FC236}">
                <a16:creationId xmlns:a16="http://schemas.microsoft.com/office/drawing/2014/main" id="{32C894E4-C564-424F-B8D9-D1534EB1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20146" y="9092945"/>
            <a:ext cx="354900" cy="167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4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4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944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Boxes</a:t>
            </a:r>
          </a:p>
        </p:txBody>
      </p:sp>
      <p:sp>
        <p:nvSpPr>
          <p:cNvPr id="751" name="text-678 HTML">
            <a:extLst xmlns:a="http://schemas.openxmlformats.org/drawingml/2006/main">
              <a:ext uri="{FF2B5EF4-FFF2-40B4-BE49-F238E27FC236}">
                <a16:creationId xmlns:a16="http://schemas.microsoft.com/office/drawing/2014/main" id="{1335F163-2308-4402-BC4B-5A94AA12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57236" y="8916849"/>
            <a:ext cx="361336" cy="1743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0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0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98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HTML</a:t>
            </a:r>
          </a:p>
        </p:txBody>
      </p:sp>
      <p:sp>
        <p:nvSpPr>
          <p:cNvPr id="752" name="text-679 Tables">
            <a:extLst xmlns:a="http://schemas.openxmlformats.org/drawingml/2006/main">
              <a:ext uri="{FF2B5EF4-FFF2-40B4-BE49-F238E27FC236}">
                <a16:creationId xmlns:a16="http://schemas.microsoft.com/office/drawing/2014/main" id="{B92036A2-2A97-40A0-8C36-569906E0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46583" y="9088552"/>
            <a:ext cx="381670" cy="17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9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9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979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Tables</a:t>
            </a:r>
          </a:p>
        </p:txBody>
      </p:sp>
      <p:sp>
        <p:nvSpPr>
          <p:cNvPr id="753" name="text-680 LaTeX">
            <a:extLst xmlns:a="http://schemas.openxmlformats.org/drawingml/2006/main">
              <a:ext uri="{FF2B5EF4-FFF2-40B4-BE49-F238E27FC236}">
                <a16:creationId xmlns:a16="http://schemas.microsoft.com/office/drawing/2014/main" id="{90543760-09A7-4CCB-ABC4-37704A45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01278" y="8925474"/>
            <a:ext cx="349454" cy="16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13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13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913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LaTeX</a:t>
            </a:r>
          </a:p>
        </p:txBody>
      </p:sp>
      <p:sp>
        <p:nvSpPr>
          <p:cNvPr id="754" name="text-681 Formulas">
            <a:extLst xmlns:a="http://schemas.openxmlformats.org/drawingml/2006/main">
              <a:ext uri="{FF2B5EF4-FFF2-40B4-BE49-F238E27FC236}">
                <a16:creationId xmlns:a16="http://schemas.microsoft.com/office/drawing/2014/main" id="{1F5F59D3-8C76-4409-AB49-03975AA7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99536" y="9085277"/>
            <a:ext cx="554689" cy="178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005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Formulas</a:t>
            </a:r>
          </a:p>
        </p:txBody>
      </p:sp>
      <p:sp>
        <p:nvSpPr>
          <p:cNvPr id="755" name="text-682 Reading-Order">
            <a:extLst xmlns:a="http://schemas.openxmlformats.org/drawingml/2006/main">
              <a:ext uri="{FF2B5EF4-FFF2-40B4-BE49-F238E27FC236}">
                <a16:creationId xmlns:a16="http://schemas.microsoft.com/office/drawing/2014/main" id="{4E3B6C83-03CC-4AD2-A09D-A6648FB1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83796" y="8914186"/>
            <a:ext cx="864005" cy="1780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1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1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001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Reading-Order</a:t>
            </a:r>
          </a:p>
        </p:txBody>
      </p:sp>
      <p:sp>
        <p:nvSpPr>
          <p:cNvPr id="756" name="text-683 Indices">
            <a:extLst xmlns:a="http://schemas.openxmlformats.org/drawingml/2006/main">
              <a:ext uri="{FF2B5EF4-FFF2-40B4-BE49-F238E27FC236}">
                <a16:creationId xmlns:a16="http://schemas.microsoft.com/office/drawing/2014/main" id="{215954AF-007F-46B3-A328-5BC4927A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3214" y="9085369"/>
            <a:ext cx="426922" cy="17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4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4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004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Indices</a:t>
            </a:r>
          </a:p>
        </p:txBody>
      </p:sp>
      <p:sp>
        <p:nvSpPr>
          <p:cNvPr id="757" name="path-684">
            <a:extLst xmlns:a="http://schemas.openxmlformats.org/drawingml/2006/main">
              <a:ext uri="{FF2B5EF4-FFF2-40B4-BE49-F238E27FC236}">
                <a16:creationId xmlns:a16="http://schemas.microsoft.com/office/drawing/2014/main" id="{EB36E6B4-4E70-444F-8D42-D8FB0A22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8235" y="8665361"/>
            <a:ext cx="377621" cy="174155"/>
          </a:xfrm>
          <a:custGeom xmlns:a="http://schemas.openxmlformats.org/drawingml/2006/main">
            <a:pathLst>
              <a:path w="383215" h="176735">
                <a:moveTo>
                  <a:pt x="191874" y="176735"/>
                </a:moveTo>
                <a:lnTo>
                  <a:pt x="0" y="176735"/>
                </a:lnTo>
                <a:lnTo>
                  <a:pt x="0" y="0"/>
                </a:lnTo>
                <a:lnTo>
                  <a:pt x="383215" y="0"/>
                </a:lnTo>
                <a:lnTo>
                  <a:pt x="383215" y="176735"/>
                </a:lnTo>
                <a:lnTo>
                  <a:pt x="191874" y="17673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043">
            <a:solidFill>
              <a:srgbClr val="3A3A3A"/>
            </a:solidFill>
            <a:prstDash val="solid"/>
          </a:ln>
        </p:spPr>
      </p:sp>
      <p:sp>
        <p:nvSpPr>
          <p:cNvPr id="758" name="path-685">
            <a:extLst xmlns:a="http://schemas.openxmlformats.org/drawingml/2006/main">
              <a:ext uri="{FF2B5EF4-FFF2-40B4-BE49-F238E27FC236}">
                <a16:creationId xmlns:a16="http://schemas.microsoft.com/office/drawing/2014/main" id="{EEDA6B1F-8DE3-4C28-ADB1-2875454E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6819" y="8716486"/>
            <a:ext cx="261523" cy="191"/>
          </a:xfrm>
          <a:custGeom xmlns:a="http://schemas.openxmlformats.org/drawingml/2006/main">
            <a:pathLst>
              <a:path w="265398" h="191">
                <a:moveTo>
                  <a:pt x="0" y="0"/>
                </a:moveTo>
                <a:lnTo>
                  <a:pt x="2653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6E86A4"/>
            </a:solidFill>
            <a:prstDash val="solid"/>
          </a:ln>
        </p:spPr>
      </p:sp>
      <p:sp>
        <p:nvSpPr>
          <p:cNvPr id="759" name="path-686">
            <a:extLst xmlns:a="http://schemas.openxmlformats.org/drawingml/2006/main">
              <a:ext uri="{FF2B5EF4-FFF2-40B4-BE49-F238E27FC236}">
                <a16:creationId xmlns:a16="http://schemas.microsoft.com/office/drawing/2014/main" id="{AC3D19B2-7CED-4177-B6A3-B2DB623D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6819" y="8774543"/>
            <a:ext cx="261523" cy="191"/>
          </a:xfrm>
          <a:custGeom xmlns:a="http://schemas.openxmlformats.org/drawingml/2006/main">
            <a:pathLst>
              <a:path w="265398" h="191">
                <a:moveTo>
                  <a:pt x="0" y="0"/>
                </a:moveTo>
                <a:lnTo>
                  <a:pt x="2653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6E86A4"/>
            </a:solidFill>
            <a:prstDash val="solid"/>
          </a:ln>
        </p:spPr>
      </p:sp>
      <p:sp>
        <p:nvSpPr>
          <p:cNvPr id="760" name="path-687">
            <a:extLst xmlns:a="http://schemas.openxmlformats.org/drawingml/2006/main">
              <a:ext uri="{FF2B5EF4-FFF2-40B4-BE49-F238E27FC236}">
                <a16:creationId xmlns:a16="http://schemas.microsoft.com/office/drawing/2014/main" id="{6D71E91E-4EE7-44C8-A8A2-AD8656E2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3618" y="8665361"/>
            <a:ext cx="406913" cy="79345"/>
          </a:xfrm>
          <a:custGeom xmlns:a="http://schemas.openxmlformats.org/drawingml/2006/main">
            <a:pathLst>
              <a:path w="412941" h="80521">
                <a:moveTo>
                  <a:pt x="206482" y="80521"/>
                </a:moveTo>
                <a:lnTo>
                  <a:pt x="0" y="80521"/>
                </a:lnTo>
                <a:lnTo>
                  <a:pt x="0" y="0"/>
                </a:lnTo>
                <a:lnTo>
                  <a:pt x="412941" y="0"/>
                </a:lnTo>
                <a:lnTo>
                  <a:pt x="412941" y="80521"/>
                </a:lnTo>
                <a:lnTo>
                  <a:pt x="206482" y="80521"/>
                </a:lnTo>
              </a:path>
            </a:pathLst>
          </a:custGeom>
          <a:solidFill xmlns:a="http://schemas.openxmlformats.org/drawingml/2006/main">
            <a:srgbClr val="C9D9EC"/>
          </a:solidFill>
          <a:ln xmlns:a="http://schemas.openxmlformats.org/drawingml/2006/main" w="13315">
            <a:solidFill>
              <a:srgbClr val="6384B0"/>
            </a:solidFill>
            <a:prstDash val="solid"/>
          </a:ln>
        </p:spPr>
      </p:sp>
      <p:sp>
        <p:nvSpPr>
          <p:cNvPr id="761" name="path-688">
            <a:extLst xmlns:a="http://schemas.openxmlformats.org/drawingml/2006/main">
              <a:ext uri="{FF2B5EF4-FFF2-40B4-BE49-F238E27FC236}">
                <a16:creationId xmlns:a16="http://schemas.microsoft.com/office/drawing/2014/main" id="{1CAF5AEC-FBF4-492E-95AF-5DEDECC9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3618" y="8759625"/>
            <a:ext cx="406913" cy="79347"/>
          </a:xfrm>
          <a:custGeom xmlns:a="http://schemas.openxmlformats.org/drawingml/2006/main">
            <a:pathLst>
              <a:path w="412941" h="80522">
                <a:moveTo>
                  <a:pt x="206482" y="80522"/>
                </a:moveTo>
                <a:lnTo>
                  <a:pt x="0" y="80522"/>
                </a:lnTo>
                <a:lnTo>
                  <a:pt x="0" y="0"/>
                </a:lnTo>
                <a:lnTo>
                  <a:pt x="412941" y="0"/>
                </a:lnTo>
                <a:lnTo>
                  <a:pt x="412941" y="80522"/>
                </a:lnTo>
                <a:lnTo>
                  <a:pt x="206482" y="80522"/>
                </a:lnTo>
              </a:path>
            </a:pathLst>
          </a:custGeom>
          <a:solidFill xmlns:a="http://schemas.openxmlformats.org/drawingml/2006/main">
            <a:srgbClr val="D9E7D2"/>
          </a:solidFill>
          <a:ln xmlns:a="http://schemas.openxmlformats.org/drawingml/2006/main" w="13315">
            <a:solidFill>
              <a:srgbClr val="6384B0"/>
            </a:solidFill>
            <a:prstDash val="solid"/>
          </a:ln>
        </p:spPr>
      </p:sp>
      <p:sp>
        <p:nvSpPr>
          <p:cNvPr id="762" name="path-689">
            <a:extLst xmlns:a="http://schemas.openxmlformats.org/drawingml/2006/main">
              <a:ext uri="{FF2B5EF4-FFF2-40B4-BE49-F238E27FC236}">
                <a16:creationId xmlns:a16="http://schemas.microsoft.com/office/drawing/2014/main" id="{360E8174-56FD-4D78-939A-0AF7D777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3395" y="8665361"/>
            <a:ext cx="406894" cy="174155"/>
          </a:xfrm>
          <a:custGeom xmlns:a="http://schemas.openxmlformats.org/drawingml/2006/main">
            <a:pathLst>
              <a:path w="412922" h="176735">
                <a:moveTo>
                  <a:pt x="206461" y="176735"/>
                </a:moveTo>
                <a:lnTo>
                  <a:pt x="0" y="176735"/>
                </a:lnTo>
                <a:lnTo>
                  <a:pt x="0" y="0"/>
                </a:lnTo>
                <a:lnTo>
                  <a:pt x="412922" y="0"/>
                </a:lnTo>
                <a:lnTo>
                  <a:pt x="412922" y="176735"/>
                </a:lnTo>
                <a:lnTo>
                  <a:pt x="206461" y="17673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185">
            <a:solidFill>
              <a:srgbClr val="AAAAAA"/>
            </a:solidFill>
            <a:prstDash val="solid"/>
          </a:ln>
        </p:spPr>
      </p:sp>
      <p:sp>
        <p:nvSpPr>
          <p:cNvPr id="763" name="path-690">
            <a:extLst xmlns:a="http://schemas.openxmlformats.org/drawingml/2006/main">
              <a:ext uri="{FF2B5EF4-FFF2-40B4-BE49-F238E27FC236}">
                <a16:creationId xmlns:a16="http://schemas.microsoft.com/office/drawing/2014/main" id="{B76AA52E-CC8A-4E7E-AE2A-E14D176E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6008" y="8694653"/>
            <a:ext cx="174156" cy="72431"/>
          </a:xfrm>
          <a:custGeom xmlns:a="http://schemas.openxmlformats.org/drawingml/2006/main">
            <a:pathLst>
              <a:path w="176736" h="73504">
                <a:moveTo>
                  <a:pt x="88625" y="73504"/>
                </a:moveTo>
                <a:lnTo>
                  <a:pt x="0" y="73504"/>
                </a:lnTo>
                <a:lnTo>
                  <a:pt x="0" y="0"/>
                </a:lnTo>
                <a:lnTo>
                  <a:pt x="176736" y="0"/>
                </a:lnTo>
                <a:lnTo>
                  <a:pt x="176736" y="73504"/>
                </a:lnTo>
                <a:lnTo>
                  <a:pt x="88625" y="73504"/>
                </a:lnTo>
              </a:path>
            </a:pathLst>
          </a:custGeom>
          <a:noFill xmlns:a="http://schemas.openxmlformats.org/drawingml/2006/main"/>
          <a:ln xmlns:a="http://schemas.openxmlformats.org/drawingml/2006/main" w="17043">
            <a:solidFill>
              <a:srgbClr val="2B2B2B"/>
            </a:solidFill>
            <a:prstDash val="dash"/>
          </a:ln>
        </p:spPr>
      </p:sp>
      <p:sp>
        <p:nvSpPr>
          <p:cNvPr id="764" name="path-691">
            <a:extLst xmlns:a="http://schemas.openxmlformats.org/drawingml/2006/main">
              <a:ext uri="{FF2B5EF4-FFF2-40B4-BE49-F238E27FC236}">
                <a16:creationId xmlns:a16="http://schemas.microsoft.com/office/drawing/2014/main" id="{7E8955C4-D1E3-4A75-8F31-4A4736F2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7551" y="8753237"/>
            <a:ext cx="188547" cy="64972"/>
          </a:xfrm>
          <a:custGeom xmlns:a="http://schemas.openxmlformats.org/drawingml/2006/main">
            <a:pathLst>
              <a:path w="191340" h="65934">
                <a:moveTo>
                  <a:pt x="95660" y="65934"/>
                </a:moveTo>
                <a:lnTo>
                  <a:pt x="0" y="65934"/>
                </a:lnTo>
                <a:lnTo>
                  <a:pt x="0" y="0"/>
                </a:lnTo>
                <a:lnTo>
                  <a:pt x="191340" y="0"/>
                </a:lnTo>
                <a:lnTo>
                  <a:pt x="191340" y="65934"/>
                </a:lnTo>
                <a:lnTo>
                  <a:pt x="95660" y="65934"/>
                </a:lnTo>
              </a:path>
            </a:pathLst>
          </a:custGeom>
          <a:noFill xmlns:a="http://schemas.openxmlformats.org/drawingml/2006/main"/>
          <a:ln xmlns:a="http://schemas.openxmlformats.org/drawingml/2006/main" w="17043">
            <a:solidFill>
              <a:srgbClr val="B0393C"/>
            </a:solidFill>
            <a:prstDash val="dash"/>
          </a:ln>
        </p:spPr>
      </p:sp>
      <p:sp>
        <p:nvSpPr>
          <p:cNvPr id="765" name="path-692">
            <a:extLst xmlns:a="http://schemas.openxmlformats.org/drawingml/2006/main">
              <a:ext uri="{FF2B5EF4-FFF2-40B4-BE49-F238E27FC236}">
                <a16:creationId xmlns:a16="http://schemas.microsoft.com/office/drawing/2014/main" id="{17BAFED7-9AF3-43A0-89DB-D1AE0108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6292" y="8665361"/>
            <a:ext cx="319563" cy="37803"/>
          </a:xfrm>
          <a:custGeom xmlns:a="http://schemas.openxmlformats.org/drawingml/2006/main">
            <a:pathLst>
              <a:path w="324297" h="38363">
                <a:moveTo>
                  <a:pt x="162148" y="38363"/>
                </a:moveTo>
                <a:lnTo>
                  <a:pt x="0" y="38363"/>
                </a:lnTo>
                <a:lnTo>
                  <a:pt x="0" y="0"/>
                </a:lnTo>
                <a:lnTo>
                  <a:pt x="324297" y="0"/>
                </a:lnTo>
                <a:lnTo>
                  <a:pt x="324297" y="38363"/>
                </a:lnTo>
                <a:lnTo>
                  <a:pt x="162148" y="38363"/>
                </a:lnTo>
              </a:path>
            </a:pathLst>
          </a:custGeom>
          <a:solidFill xmlns:a="http://schemas.openxmlformats.org/drawingml/2006/main">
            <a:srgbClr val="8FA9C6"/>
          </a:solidFill>
          <a:ln xmlns:a="http://schemas.openxmlformats.org/drawingml/2006/main" w="14913">
            <a:solidFill>
              <a:srgbClr val="333333"/>
            </a:solidFill>
            <a:prstDash val="solid"/>
          </a:ln>
        </p:spPr>
      </p:sp>
      <p:sp>
        <p:nvSpPr>
          <p:cNvPr id="766" name="path-693">
            <a:extLst xmlns:a="http://schemas.openxmlformats.org/drawingml/2006/main">
              <a:ext uri="{FF2B5EF4-FFF2-40B4-BE49-F238E27FC236}">
                <a16:creationId xmlns:a16="http://schemas.microsoft.com/office/drawing/2014/main" id="{17BD6569-2AA8-4273-B3B5-F617D1ED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6292" y="8703690"/>
            <a:ext cx="319563" cy="135826"/>
          </a:xfrm>
          <a:custGeom xmlns:a="http://schemas.openxmlformats.org/drawingml/2006/main">
            <a:pathLst>
              <a:path w="324297" h="137838">
                <a:moveTo>
                  <a:pt x="162148" y="137838"/>
                </a:moveTo>
                <a:lnTo>
                  <a:pt x="0" y="137838"/>
                </a:lnTo>
                <a:lnTo>
                  <a:pt x="0" y="0"/>
                </a:lnTo>
                <a:lnTo>
                  <a:pt x="324297" y="0"/>
                </a:lnTo>
                <a:lnTo>
                  <a:pt x="324297" y="137838"/>
                </a:lnTo>
                <a:lnTo>
                  <a:pt x="162148" y="13783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913">
            <a:solidFill>
              <a:srgbClr val="333333"/>
            </a:solidFill>
            <a:prstDash val="solid"/>
          </a:ln>
        </p:spPr>
      </p:sp>
      <p:sp>
        <p:nvSpPr>
          <p:cNvPr id="767" name="path-694">
            <a:extLst xmlns:a="http://schemas.openxmlformats.org/drawingml/2006/main">
              <a:ext uri="{FF2B5EF4-FFF2-40B4-BE49-F238E27FC236}">
                <a16:creationId xmlns:a16="http://schemas.microsoft.com/office/drawing/2014/main" id="{C2C4F729-FE66-4CBB-9748-E0AFA027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5767" y="8749498"/>
            <a:ext cx="320088" cy="191"/>
          </a:xfrm>
          <a:custGeom xmlns:a="http://schemas.openxmlformats.org/drawingml/2006/main">
            <a:pathLst>
              <a:path w="324830" h="191">
                <a:moveTo>
                  <a:pt x="0" y="0"/>
                </a:moveTo>
                <a:lnTo>
                  <a:pt x="3248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85">
            <a:solidFill>
              <a:srgbClr val="333333"/>
            </a:solidFill>
            <a:prstDash val="solid"/>
          </a:ln>
        </p:spPr>
      </p:sp>
      <p:sp>
        <p:nvSpPr>
          <p:cNvPr id="768" name="path-695">
            <a:extLst xmlns:a="http://schemas.openxmlformats.org/drawingml/2006/main">
              <a:ext uri="{FF2B5EF4-FFF2-40B4-BE49-F238E27FC236}">
                <a16:creationId xmlns:a16="http://schemas.microsoft.com/office/drawing/2014/main" id="{88B07176-BE20-44B8-99F3-D2880012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5767" y="8794779"/>
            <a:ext cx="320088" cy="191"/>
          </a:xfrm>
          <a:custGeom xmlns:a="http://schemas.openxmlformats.org/drawingml/2006/main">
            <a:pathLst>
              <a:path w="324830" h="191">
                <a:moveTo>
                  <a:pt x="0" y="0"/>
                </a:moveTo>
                <a:lnTo>
                  <a:pt x="3248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85">
            <a:solidFill>
              <a:srgbClr val="333333"/>
            </a:solidFill>
            <a:prstDash val="solid"/>
          </a:ln>
        </p:spPr>
      </p:sp>
      <p:sp>
        <p:nvSpPr>
          <p:cNvPr id="769" name="path-696">
            <a:extLst xmlns:a="http://schemas.openxmlformats.org/drawingml/2006/main">
              <a:ext uri="{FF2B5EF4-FFF2-40B4-BE49-F238E27FC236}">
                <a16:creationId xmlns:a16="http://schemas.microsoft.com/office/drawing/2014/main" id="{9C3B4598-A692-4BE5-9B83-3E530541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2826" y="8665361"/>
            <a:ext cx="191" cy="174681"/>
          </a:xfrm>
          <a:custGeom xmlns:a="http://schemas.openxmlformats.org/drawingml/2006/main">
            <a:pathLst>
              <a:path w="191" h="177268">
                <a:moveTo>
                  <a:pt x="0" y="0"/>
                </a:moveTo>
                <a:lnTo>
                  <a:pt x="0" y="177268"/>
                </a:lnTo>
              </a:path>
            </a:pathLst>
          </a:custGeom>
          <a:noFill xmlns:a="http://schemas.openxmlformats.org/drawingml/2006/main"/>
          <a:ln xmlns:a="http://schemas.openxmlformats.org/drawingml/2006/main" w="11185">
            <a:solidFill>
              <a:srgbClr val="333333"/>
            </a:solidFill>
            <a:prstDash val="solid"/>
          </a:ln>
        </p:spPr>
      </p:sp>
      <p:sp>
        <p:nvSpPr>
          <p:cNvPr id="770" name="path-697">
            <a:extLst xmlns:a="http://schemas.openxmlformats.org/drawingml/2006/main">
              <a:ext uri="{FF2B5EF4-FFF2-40B4-BE49-F238E27FC236}">
                <a16:creationId xmlns:a16="http://schemas.microsoft.com/office/drawing/2014/main" id="{77F0C8AD-9FDC-4FE5-BBCC-1BE9DCC8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9341" y="8665361"/>
            <a:ext cx="191" cy="174681"/>
          </a:xfrm>
          <a:custGeom xmlns:a="http://schemas.openxmlformats.org/drawingml/2006/main">
            <a:pathLst>
              <a:path w="191" h="177268">
                <a:moveTo>
                  <a:pt x="0" y="0"/>
                </a:moveTo>
                <a:lnTo>
                  <a:pt x="0" y="177268"/>
                </a:lnTo>
              </a:path>
            </a:pathLst>
          </a:custGeom>
          <a:noFill xmlns:a="http://schemas.openxmlformats.org/drawingml/2006/main"/>
          <a:ln xmlns:a="http://schemas.openxmlformats.org/drawingml/2006/main" w="11185">
            <a:solidFill>
              <a:srgbClr val="333333"/>
            </a:solidFill>
            <a:prstDash val="solid"/>
          </a:ln>
        </p:spPr>
      </p:sp>
      <p:sp>
        <p:nvSpPr>
          <p:cNvPr id="771" name="text-698 f(x)">
            <a:extLst xmlns:a="http://schemas.openxmlformats.org/drawingml/2006/main">
              <a:ext uri="{FF2B5EF4-FFF2-40B4-BE49-F238E27FC236}">
                <a16:creationId xmlns:a16="http://schemas.microsoft.com/office/drawing/2014/main" id="{92FAD2BC-F69F-42E6-8C49-3EE84984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20442" y="8608578"/>
            <a:ext cx="326472" cy="281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3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3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583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f(x)</a:t>
            </a:r>
          </a:p>
        </p:txBody>
      </p:sp>
      <p:sp>
        <p:nvSpPr>
          <p:cNvPr id="772" name="text-699 1">
            <a:extLst xmlns:a="http://schemas.openxmlformats.org/drawingml/2006/main">
              <a:ext uri="{FF2B5EF4-FFF2-40B4-BE49-F238E27FC236}">
                <a16:creationId xmlns:a16="http://schemas.microsoft.com/office/drawing/2014/main" id="{0C7B5E31-BA2A-4BC4-AA44-2F1E235B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74992" y="8631806"/>
            <a:ext cx="73262" cy="139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84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84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784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73" name="path-700">
            <a:extLst xmlns:a="http://schemas.openxmlformats.org/drawingml/2006/main">
              <a:ext uri="{FF2B5EF4-FFF2-40B4-BE49-F238E27FC236}">
                <a16:creationId xmlns:a16="http://schemas.microsoft.com/office/drawing/2014/main" id="{C0E88F95-240C-41CF-A49E-1A09A395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4048" y="8688791"/>
            <a:ext cx="334482" cy="191"/>
          </a:xfrm>
          <a:custGeom xmlns:a="http://schemas.openxmlformats.org/drawingml/2006/main">
            <a:pathLst>
              <a:path w="339437" h="191">
                <a:moveTo>
                  <a:pt x="0" y="0"/>
                </a:moveTo>
                <a:lnTo>
                  <a:pt x="3394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3A3A3A"/>
            </a:solidFill>
            <a:prstDash val="solid"/>
          </a:ln>
        </p:spPr>
      </p:sp>
      <p:sp>
        <p:nvSpPr>
          <p:cNvPr id="774" name="text-701 2">
            <a:extLst xmlns:a="http://schemas.openxmlformats.org/drawingml/2006/main">
              <a:ext uri="{FF2B5EF4-FFF2-40B4-BE49-F238E27FC236}">
                <a16:creationId xmlns:a16="http://schemas.microsoft.com/office/drawing/2014/main" id="{D0876FF2-A070-436F-9F31-417C1092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74992" y="8715961"/>
            <a:ext cx="73262" cy="139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84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84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784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75" name="path-702">
            <a:extLst xmlns:a="http://schemas.openxmlformats.org/drawingml/2006/main">
              <a:ext uri="{FF2B5EF4-FFF2-40B4-BE49-F238E27FC236}">
                <a16:creationId xmlns:a16="http://schemas.microsoft.com/office/drawing/2014/main" id="{4B49E6A8-242C-4185-8CEF-B6FA2709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4048" y="8778264"/>
            <a:ext cx="334482" cy="191"/>
          </a:xfrm>
          <a:custGeom xmlns:a="http://schemas.openxmlformats.org/drawingml/2006/main">
            <a:pathLst>
              <a:path w="339437" h="191">
                <a:moveTo>
                  <a:pt x="0" y="0"/>
                </a:moveTo>
                <a:lnTo>
                  <a:pt x="3394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3A3A3A"/>
            </a:solidFill>
            <a:prstDash val="solid"/>
          </a:ln>
        </p:spPr>
      </p:sp>
      <p:sp>
        <p:nvSpPr>
          <p:cNvPr id="776" name="text-703 3">
            <a:extLst xmlns:a="http://schemas.openxmlformats.org/drawingml/2006/main">
              <a:ext uri="{FF2B5EF4-FFF2-40B4-BE49-F238E27FC236}">
                <a16:creationId xmlns:a16="http://schemas.microsoft.com/office/drawing/2014/main" id="{D3C5AF0D-5BB6-4F84-9A46-8FA78962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74992" y="8799592"/>
            <a:ext cx="73262" cy="139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84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84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784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77" name="path-704">
            <a:extLst xmlns:a="http://schemas.openxmlformats.org/drawingml/2006/main">
              <a:ext uri="{FF2B5EF4-FFF2-40B4-BE49-F238E27FC236}">
                <a16:creationId xmlns:a16="http://schemas.microsoft.com/office/drawing/2014/main" id="{5121E092-2A68-4CDD-B5C8-809DE62C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4048" y="8856557"/>
            <a:ext cx="334482" cy="191"/>
          </a:xfrm>
          <a:custGeom xmlns:a="http://schemas.openxmlformats.org/drawingml/2006/main">
            <a:pathLst>
              <a:path w="339437" h="191">
                <a:moveTo>
                  <a:pt x="0" y="0"/>
                </a:moveTo>
                <a:lnTo>
                  <a:pt x="3394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3A3A3A"/>
            </a:solidFill>
            <a:prstDash val="solid"/>
          </a:ln>
        </p:spPr>
      </p:sp>
      <p:sp>
        <p:nvSpPr>
          <p:cNvPr id="778" name="path-705">
            <a:extLst xmlns:a="http://schemas.openxmlformats.org/drawingml/2006/main">
              <a:ext uri="{FF2B5EF4-FFF2-40B4-BE49-F238E27FC236}">
                <a16:creationId xmlns:a16="http://schemas.microsoft.com/office/drawing/2014/main" id="{3A3969B5-090C-434A-86F5-9CDDE1F3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0927" y="9473831"/>
            <a:ext cx="191" cy="82033"/>
          </a:xfrm>
          <a:custGeom xmlns:a="http://schemas.openxmlformats.org/drawingml/2006/main">
            <a:pathLst>
              <a:path w="191" h="83248">
                <a:moveTo>
                  <a:pt x="0" y="0"/>
                </a:moveTo>
                <a:lnTo>
                  <a:pt x="0" y="83248"/>
                </a:lnTo>
              </a:path>
            </a:pathLst>
          </a:custGeom>
          <a:noFill xmlns:a="http://schemas.openxmlformats.org/drawingml/2006/main"/>
          <a:ln xmlns:a="http://schemas.openxmlformats.org/drawingml/2006/main" w="41542">
            <a:solidFill>
              <a:srgbClr val="111111"/>
            </a:solidFill>
            <a:prstDash val="solid"/>
          </a:ln>
        </p:spPr>
      </p:sp>
      <p:sp>
        <p:nvSpPr>
          <p:cNvPr id="779" name="path-706">
            <a:extLst xmlns:a="http://schemas.openxmlformats.org/drawingml/2006/main">
              <a:ext uri="{FF2B5EF4-FFF2-40B4-BE49-F238E27FC236}">
                <a16:creationId xmlns:a16="http://schemas.microsoft.com/office/drawing/2014/main" id="{677B69FA-7A7C-4A68-AECF-054825C5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9384" y="9550527"/>
            <a:ext cx="83085" cy="83085"/>
          </a:xfrm>
          <a:custGeom xmlns:a="http://schemas.openxmlformats.org/drawingml/2006/main">
            <a:pathLst>
              <a:path w="84316" h="84316">
                <a:moveTo>
                  <a:pt x="42159" y="84316"/>
                </a:moveTo>
                <a:lnTo>
                  <a:pt x="0" y="0"/>
                </a:lnTo>
                <a:lnTo>
                  <a:pt x="84316" y="0"/>
                </a:lnTo>
                <a:lnTo>
                  <a:pt x="42159" y="84316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0" name="path-707">
            <a:extLst xmlns:a="http://schemas.openxmlformats.org/drawingml/2006/main">
              <a:ext uri="{FF2B5EF4-FFF2-40B4-BE49-F238E27FC236}">
                <a16:creationId xmlns:a16="http://schemas.microsoft.com/office/drawing/2014/main" id="{6C015627-C71E-4943-90DF-2B0D454A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8250" y="9661852"/>
            <a:ext cx="3665878" cy="320089"/>
          </a:xfrm>
          <a:custGeom xmlns:a="http://schemas.openxmlformats.org/drawingml/2006/main">
            <a:pathLst>
              <a:path w="3720187" h="324831">
                <a:moveTo>
                  <a:pt x="0" y="129716"/>
                </a:moveTo>
                <a:lnTo>
                  <a:pt x="0" y="129716"/>
                </a:lnTo>
                <a:cubicBezTo>
                  <a:pt x="0" y="107006"/>
                  <a:pt x="5930" y="84316"/>
                  <a:pt x="17293" y="64848"/>
                </a:cubicBezTo>
                <a:cubicBezTo>
                  <a:pt x="28639" y="44865"/>
                  <a:pt x="45400" y="28640"/>
                  <a:pt x="64847" y="17294"/>
                </a:cubicBezTo>
                <a:cubicBezTo>
                  <a:pt x="84849" y="5949"/>
                  <a:pt x="107006" y="0"/>
                  <a:pt x="129716" y="0"/>
                </a:cubicBezTo>
                <a:lnTo>
                  <a:pt x="3589939" y="0"/>
                </a:lnTo>
                <a:cubicBezTo>
                  <a:pt x="3612629" y="0"/>
                  <a:pt x="3635338" y="5949"/>
                  <a:pt x="3654786" y="17294"/>
                </a:cubicBezTo>
                <a:cubicBezTo>
                  <a:pt x="3674788" y="28640"/>
                  <a:pt x="3691014" y="45400"/>
                  <a:pt x="3702360" y="64848"/>
                </a:cubicBezTo>
                <a:cubicBezTo>
                  <a:pt x="3713705" y="84849"/>
                  <a:pt x="3719654" y="107006"/>
                  <a:pt x="3719654" y="129716"/>
                </a:cubicBezTo>
                <a:lnTo>
                  <a:pt x="3720187" y="194563"/>
                </a:lnTo>
                <a:cubicBezTo>
                  <a:pt x="3720187" y="217273"/>
                  <a:pt x="3714238" y="239982"/>
                  <a:pt x="3702893" y="259430"/>
                </a:cubicBezTo>
                <a:cubicBezTo>
                  <a:pt x="3691549" y="279432"/>
                  <a:pt x="3674788" y="295639"/>
                  <a:pt x="3655340" y="307004"/>
                </a:cubicBezTo>
                <a:cubicBezTo>
                  <a:pt x="3635338" y="318348"/>
                  <a:pt x="3613182" y="324297"/>
                  <a:pt x="3590472" y="324297"/>
                </a:cubicBezTo>
                <a:lnTo>
                  <a:pt x="129716" y="324831"/>
                </a:lnTo>
                <a:cubicBezTo>
                  <a:pt x="107006" y="324831"/>
                  <a:pt x="84315" y="318882"/>
                  <a:pt x="64847" y="307537"/>
                </a:cubicBezTo>
                <a:cubicBezTo>
                  <a:pt x="44846" y="296193"/>
                  <a:pt x="28639" y="279432"/>
                  <a:pt x="17293" y="259964"/>
                </a:cubicBezTo>
                <a:cubicBezTo>
                  <a:pt x="5930" y="239982"/>
                  <a:pt x="0" y="217806"/>
                  <a:pt x="0" y="195117"/>
                </a:cubicBezTo>
                <a:lnTo>
                  <a:pt x="0" y="12971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2369">
            <a:solidFill>
              <a:srgbClr val="B499D2"/>
            </a:solidFill>
            <a:prstDash val="solid"/>
          </a:ln>
        </p:spPr>
      </p:sp>
      <p:sp>
        <p:nvSpPr>
          <p:cNvPr id="781" name="path-708">
            <a:extLst xmlns:a="http://schemas.openxmlformats.org/drawingml/2006/main">
              <a:ext uri="{FF2B5EF4-FFF2-40B4-BE49-F238E27FC236}">
                <a16:creationId xmlns:a16="http://schemas.microsoft.com/office/drawing/2014/main" id="{E4A76375-A8B4-4EAB-BA9C-4910A3AE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5055" y="9719911"/>
            <a:ext cx="203447" cy="203447"/>
          </a:xfrm>
          <a:custGeom xmlns:a="http://schemas.openxmlformats.org/drawingml/2006/main">
            <a:pathLst>
              <a:path w="206461" h="206461">
                <a:moveTo>
                  <a:pt x="0" y="103230"/>
                </a:moveTo>
                <a:lnTo>
                  <a:pt x="0" y="103230"/>
                </a:lnTo>
                <a:cubicBezTo>
                  <a:pt x="0" y="84849"/>
                  <a:pt x="4862" y="67555"/>
                  <a:pt x="14052" y="51882"/>
                </a:cubicBezTo>
                <a:cubicBezTo>
                  <a:pt x="22710" y="35656"/>
                  <a:pt x="35675" y="22690"/>
                  <a:pt x="51882" y="14052"/>
                </a:cubicBezTo>
                <a:cubicBezTo>
                  <a:pt x="67556" y="4862"/>
                  <a:pt x="84849" y="0"/>
                  <a:pt x="103231" y="0"/>
                </a:cubicBezTo>
                <a:cubicBezTo>
                  <a:pt x="121612" y="0"/>
                  <a:pt x="138906" y="4862"/>
                  <a:pt x="155133" y="14052"/>
                </a:cubicBezTo>
                <a:cubicBezTo>
                  <a:pt x="170805" y="22690"/>
                  <a:pt x="183771" y="35656"/>
                  <a:pt x="192409" y="51882"/>
                </a:cubicBezTo>
                <a:cubicBezTo>
                  <a:pt x="201599" y="67555"/>
                  <a:pt x="206461" y="84849"/>
                  <a:pt x="206461" y="103230"/>
                </a:cubicBezTo>
                <a:cubicBezTo>
                  <a:pt x="206461" y="121592"/>
                  <a:pt x="201599" y="138905"/>
                  <a:pt x="192409" y="155112"/>
                </a:cubicBezTo>
                <a:cubicBezTo>
                  <a:pt x="183771" y="170786"/>
                  <a:pt x="170805" y="183752"/>
                  <a:pt x="155133" y="192408"/>
                </a:cubicBezTo>
                <a:cubicBezTo>
                  <a:pt x="138906" y="201599"/>
                  <a:pt x="121612" y="206461"/>
                  <a:pt x="103231" y="206461"/>
                </a:cubicBezTo>
                <a:cubicBezTo>
                  <a:pt x="84849" y="206461"/>
                  <a:pt x="67556" y="201599"/>
                  <a:pt x="51882" y="192408"/>
                </a:cubicBezTo>
                <a:cubicBezTo>
                  <a:pt x="35675" y="183752"/>
                  <a:pt x="22710" y="170786"/>
                  <a:pt x="14052" y="155112"/>
                </a:cubicBezTo>
                <a:cubicBezTo>
                  <a:pt x="4862" y="138905"/>
                  <a:pt x="0" y="121592"/>
                  <a:pt x="0" y="10323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6097">
            <a:solidFill>
              <a:srgbClr val="3D8C4B"/>
            </a:solidFill>
            <a:prstDash val="solid"/>
          </a:ln>
        </p:spPr>
      </p:sp>
      <p:sp>
        <p:nvSpPr>
          <p:cNvPr id="782" name="path-709">
            <a:extLst xmlns:a="http://schemas.openxmlformats.org/drawingml/2006/main">
              <a:ext uri="{FF2B5EF4-FFF2-40B4-BE49-F238E27FC236}">
                <a16:creationId xmlns:a16="http://schemas.microsoft.com/office/drawing/2014/main" id="{0EF18563-7460-49EE-904F-2418946C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0445" y="9825880"/>
            <a:ext cx="36226" cy="36752"/>
          </a:xfrm>
          <a:custGeom xmlns:a="http://schemas.openxmlformats.org/drawingml/2006/main">
            <a:pathLst>
              <a:path w="36762" h="37297">
                <a:moveTo>
                  <a:pt x="0" y="0"/>
                </a:moveTo>
                <a:lnTo>
                  <a:pt x="36762" y="37297"/>
                </a:lnTo>
              </a:path>
            </a:pathLst>
          </a:custGeom>
          <a:noFill xmlns:a="http://schemas.openxmlformats.org/drawingml/2006/main"/>
          <a:ln xmlns:a="http://schemas.openxmlformats.org/drawingml/2006/main" w="31423">
            <a:solidFill>
              <a:srgbClr val="3D8C4B"/>
            </a:solidFill>
            <a:prstDash val="solid"/>
          </a:ln>
        </p:spPr>
      </p:sp>
      <p:sp>
        <p:nvSpPr>
          <p:cNvPr id="783" name="path-710">
            <a:extLst xmlns:a="http://schemas.openxmlformats.org/drawingml/2006/main">
              <a:ext uri="{FF2B5EF4-FFF2-40B4-BE49-F238E27FC236}">
                <a16:creationId xmlns:a16="http://schemas.microsoft.com/office/drawing/2014/main" id="{2093F520-E4F3-445E-A178-FA7E938A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6671" y="9781144"/>
            <a:ext cx="63375" cy="81488"/>
          </a:xfrm>
          <a:custGeom xmlns:a="http://schemas.openxmlformats.org/drawingml/2006/main">
            <a:pathLst>
              <a:path w="64314" h="82695">
                <a:moveTo>
                  <a:pt x="0" y="82695"/>
                </a:moveTo>
                <a:lnTo>
                  <a:pt x="643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423">
            <a:solidFill>
              <a:srgbClr val="3D8C4B"/>
            </a:solidFill>
            <a:prstDash val="solid"/>
          </a:ln>
        </p:spPr>
      </p:sp>
      <p:sp>
        <p:nvSpPr>
          <p:cNvPr id="784" name="text-711 Validation">
            <a:extLst xmlns:a="http://schemas.openxmlformats.org/drawingml/2006/main">
              <a:ext uri="{FF2B5EF4-FFF2-40B4-BE49-F238E27FC236}">
                <a16:creationId xmlns:a16="http://schemas.microsoft.com/office/drawing/2014/main" id="{DE9DC66A-FBA2-4366-949F-DC040531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47105" y="9705767"/>
            <a:ext cx="863083" cy="246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6" b="1" i="0">
                <a:solidFill>
                  <a:srgbClr val="2E24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6" b="1" i="0">
                <a:solidFill>
                  <a:srgbClr val="2E2440"/>
                </a:solidFill>
                <a:latin typeface="Arial"/>
                <a:ea typeface="Arial"/>
                <a:cs typeface="Arial"/>
              </a:defRPr>
            </a:pPr>
            <a:r>
              <a:rPr sz="1386" b="1" i="0">
                <a:solidFill>
                  <a:srgbClr val="2E2440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785" name="text-711 &amp;">
            <a:extLst xmlns:a="http://schemas.openxmlformats.org/drawingml/2006/main">
              <a:ext uri="{FF2B5EF4-FFF2-40B4-BE49-F238E27FC236}">
                <a16:creationId xmlns:a16="http://schemas.microsoft.com/office/drawing/2014/main" id="{046AD18C-23F8-47E0-B465-3280B696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27156" y="9705039"/>
            <a:ext cx="159515" cy="247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92" b="1" i="0">
                <a:solidFill>
                  <a:srgbClr val="2E24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92" b="1" i="0">
                <a:solidFill>
                  <a:srgbClr val="2E2440"/>
                </a:solidFill>
                <a:latin typeface="Arial"/>
                <a:ea typeface="Arial"/>
                <a:cs typeface="Arial"/>
              </a:defRPr>
            </a:pPr>
            <a:r>
              <a:rPr sz="1392" b="1" i="0">
                <a:solidFill>
                  <a:srgbClr val="2E2440"/>
                </a:solidFill>
                <a:latin typeface="Arial"/>
                <a:ea typeface="Arial"/>
                <a:cs typeface="Arial"/>
              </a:rPr>
              <a:t>&amp;</a:t>
            </a:r>
          </a:p>
        </p:txBody>
      </p:sp>
      <p:sp>
        <p:nvSpPr>
          <p:cNvPr id="786" name="text-711 Fixed-Cluster">
            <a:extLst xmlns:a="http://schemas.openxmlformats.org/drawingml/2006/main">
              <a:ext uri="{FF2B5EF4-FFF2-40B4-BE49-F238E27FC236}">
                <a16:creationId xmlns:a16="http://schemas.microsoft.com/office/drawing/2014/main" id="{63E864DF-7CB1-4610-ACEE-B95C34CA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03095" y="9705644"/>
            <a:ext cx="1157398" cy="246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7" b="1" i="0">
                <a:solidFill>
                  <a:srgbClr val="2E24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7" b="1" i="0">
                <a:solidFill>
                  <a:srgbClr val="2E2440"/>
                </a:solidFill>
                <a:latin typeface="Arial"/>
                <a:ea typeface="Arial"/>
                <a:cs typeface="Arial"/>
              </a:defRPr>
            </a:pPr>
            <a:r>
              <a:rPr sz="1387" b="1" i="0">
                <a:solidFill>
                  <a:srgbClr val="2E2440"/>
                </a:solidFill>
                <a:latin typeface="Arial"/>
                <a:ea typeface="Arial"/>
                <a:cs typeface="Arial"/>
              </a:rPr>
              <a:t>Fixed-Cluster</a:t>
            </a:r>
          </a:p>
        </p:txBody>
      </p:sp>
      <p:sp>
        <p:nvSpPr>
          <p:cNvPr id="787" name="text-711 Assignment">
            <a:extLst xmlns:a="http://schemas.openxmlformats.org/drawingml/2006/main">
              <a:ext uri="{FF2B5EF4-FFF2-40B4-BE49-F238E27FC236}">
                <a16:creationId xmlns:a16="http://schemas.microsoft.com/office/drawing/2014/main" id="{F8596615-A19A-41E4-9107-71FB0C59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0838" y="9705759"/>
            <a:ext cx="1039232" cy="246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6" b="1" i="0">
                <a:solidFill>
                  <a:srgbClr val="2E24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86" b="1" i="0">
                <a:solidFill>
                  <a:srgbClr val="2E2440"/>
                </a:solidFill>
                <a:latin typeface="Arial"/>
                <a:ea typeface="Arial"/>
                <a:cs typeface="Arial"/>
              </a:defRPr>
            </a:pPr>
            <a:r>
              <a:rPr sz="1386" b="1" i="0">
                <a:solidFill>
                  <a:srgbClr val="2E2440"/>
                </a:solidFill>
                <a:latin typeface="Arial"/>
                <a:ea typeface="Arial"/>
                <a:cs typeface="Arial"/>
              </a:rPr>
              <a:t>Assignment</a:t>
            </a:r>
          </a:p>
        </p:txBody>
      </p:sp>
      <p:sp>
        <p:nvSpPr>
          <p:cNvPr id="788" name="path-712">
            <a:extLst xmlns:a="http://schemas.openxmlformats.org/drawingml/2006/main">
              <a:ext uri="{FF2B5EF4-FFF2-40B4-BE49-F238E27FC236}">
                <a16:creationId xmlns:a16="http://schemas.microsoft.com/office/drawing/2014/main" id="{13B3171D-5CED-43B6-BE33-E83071F6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2895" y="9821633"/>
            <a:ext cx="1048687" cy="191"/>
          </a:xfrm>
          <a:custGeom xmlns:a="http://schemas.openxmlformats.org/drawingml/2006/main">
            <a:pathLst>
              <a:path w="1064224" h="191">
                <a:moveTo>
                  <a:pt x="0" y="0"/>
                </a:moveTo>
                <a:lnTo>
                  <a:pt x="10642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086">
            <a:solidFill>
              <a:srgbClr val="AE3639"/>
            </a:solidFill>
            <a:prstDash val="solid"/>
          </a:ln>
        </p:spPr>
      </p:sp>
      <p:sp>
        <p:nvSpPr>
          <p:cNvPr id="789" name="path-713">
            <a:extLst xmlns:a="http://schemas.openxmlformats.org/drawingml/2006/main">
              <a:ext uri="{FF2B5EF4-FFF2-40B4-BE49-F238E27FC236}">
                <a16:creationId xmlns:a16="http://schemas.microsoft.com/office/drawing/2014/main" id="{2EE55B7B-2420-4369-A99B-C6A369FF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6790" y="9784338"/>
            <a:ext cx="74574" cy="74574"/>
          </a:xfrm>
          <a:custGeom xmlns:a="http://schemas.openxmlformats.org/drawingml/2006/main">
            <a:pathLst>
              <a:path w="75678" h="75678">
                <a:moveTo>
                  <a:pt x="75678" y="37848"/>
                </a:moveTo>
                <a:lnTo>
                  <a:pt x="0" y="75678"/>
                </a:lnTo>
                <a:lnTo>
                  <a:pt x="0" y="0"/>
                </a:lnTo>
                <a:lnTo>
                  <a:pt x="75678" y="37848"/>
                </a:lnTo>
              </a:path>
            </a:pathLst>
          </a:custGeom>
          <a:solidFill xmlns:a="http://schemas.openxmlformats.org/drawingml/2006/main">
            <a:srgbClr val="AE36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0" name="path-714">
            <a:extLst xmlns:a="http://schemas.openxmlformats.org/drawingml/2006/main">
              <a:ext uri="{FF2B5EF4-FFF2-40B4-BE49-F238E27FC236}">
                <a16:creationId xmlns:a16="http://schemas.microsoft.com/office/drawing/2014/main" id="{B6A29372-D67C-493E-8262-E05F1196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5974" y="9661852"/>
            <a:ext cx="989032" cy="320089"/>
          </a:xfrm>
          <a:custGeom xmlns:a="http://schemas.openxmlformats.org/drawingml/2006/main">
            <a:pathLst>
              <a:path w="1003684" h="324831">
                <a:moveTo>
                  <a:pt x="0" y="129716"/>
                </a:moveTo>
                <a:lnTo>
                  <a:pt x="0" y="129716"/>
                </a:lnTo>
                <a:cubicBezTo>
                  <a:pt x="0" y="107006"/>
                  <a:pt x="5948" y="84316"/>
                  <a:pt x="17294" y="64848"/>
                </a:cubicBezTo>
                <a:cubicBezTo>
                  <a:pt x="28639" y="44865"/>
                  <a:pt x="45400" y="28640"/>
                  <a:pt x="64866" y="17294"/>
                </a:cubicBezTo>
                <a:cubicBezTo>
                  <a:pt x="84849" y="5949"/>
                  <a:pt x="107025" y="0"/>
                  <a:pt x="129715" y="0"/>
                </a:cubicBezTo>
                <a:lnTo>
                  <a:pt x="873435" y="0"/>
                </a:lnTo>
                <a:cubicBezTo>
                  <a:pt x="896126" y="0"/>
                  <a:pt x="918834" y="5949"/>
                  <a:pt x="938303" y="17294"/>
                </a:cubicBezTo>
                <a:cubicBezTo>
                  <a:pt x="958286" y="28640"/>
                  <a:pt x="974511" y="45400"/>
                  <a:pt x="985857" y="64848"/>
                </a:cubicBezTo>
                <a:cubicBezTo>
                  <a:pt x="997200" y="84849"/>
                  <a:pt x="1003151" y="107006"/>
                  <a:pt x="1003151" y="129716"/>
                </a:cubicBezTo>
                <a:lnTo>
                  <a:pt x="1003684" y="194563"/>
                </a:lnTo>
                <a:cubicBezTo>
                  <a:pt x="1003684" y="217273"/>
                  <a:pt x="997755" y="239982"/>
                  <a:pt x="986390" y="259430"/>
                </a:cubicBezTo>
                <a:cubicBezTo>
                  <a:pt x="975045" y="279432"/>
                  <a:pt x="958286" y="295639"/>
                  <a:pt x="938836" y="307004"/>
                </a:cubicBezTo>
                <a:cubicBezTo>
                  <a:pt x="918834" y="318348"/>
                  <a:pt x="896679" y="324297"/>
                  <a:pt x="873969" y="324297"/>
                </a:cubicBezTo>
                <a:lnTo>
                  <a:pt x="129715" y="324831"/>
                </a:lnTo>
                <a:cubicBezTo>
                  <a:pt x="107025" y="324831"/>
                  <a:pt x="84316" y="318882"/>
                  <a:pt x="64866" y="307537"/>
                </a:cubicBezTo>
                <a:cubicBezTo>
                  <a:pt x="44865" y="296193"/>
                  <a:pt x="28639" y="279432"/>
                  <a:pt x="17294" y="259964"/>
                </a:cubicBezTo>
                <a:cubicBezTo>
                  <a:pt x="5948" y="239982"/>
                  <a:pt x="0" y="217806"/>
                  <a:pt x="0" y="195117"/>
                </a:cubicBezTo>
                <a:lnTo>
                  <a:pt x="0" y="129716"/>
                </a:lnTo>
              </a:path>
            </a:pathLst>
          </a:custGeom>
          <a:solidFill xmlns:a="http://schemas.openxmlformats.org/drawingml/2006/main">
            <a:srgbClr val="FCF3F2"/>
          </a:solidFill>
          <a:ln xmlns:a="http://schemas.openxmlformats.org/drawingml/2006/main" w="22369">
            <a:solidFill>
              <a:srgbClr val="AE3639"/>
            </a:solidFill>
            <a:prstDash val="dash"/>
          </a:ln>
        </p:spPr>
      </p:sp>
      <p:sp>
        <p:nvSpPr>
          <p:cNvPr id="791" name="text-715 Reject">
            <a:extLst xmlns:a="http://schemas.openxmlformats.org/drawingml/2006/main">
              <a:ext uri="{FF2B5EF4-FFF2-40B4-BE49-F238E27FC236}">
                <a16:creationId xmlns:a16="http://schemas.microsoft.com/office/drawing/2014/main" id="{CBDD6544-1459-4BAE-944B-DCE0BFFE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93631" y="9714270"/>
            <a:ext cx="522733" cy="230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4" b="1" i="0">
                <a:solidFill>
                  <a:srgbClr val="AE36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4" b="1" i="0">
                <a:solidFill>
                  <a:srgbClr val="AE3639"/>
                </a:solidFill>
                <a:latin typeface="Arial"/>
                <a:ea typeface="Arial"/>
                <a:cs typeface="Arial"/>
              </a:defRPr>
            </a:pPr>
            <a:r>
              <a:rPr sz="1294" b="1" i="0">
                <a:solidFill>
                  <a:srgbClr val="AE3639"/>
                </a:solidFill>
                <a:latin typeface="Arial"/>
                <a:ea typeface="Arial"/>
                <a:cs typeface="Arial"/>
              </a:rPr>
              <a:t>Reject</a:t>
            </a:r>
          </a:p>
        </p:txBody>
      </p:sp>
      <p:sp>
        <p:nvSpPr>
          <p:cNvPr id="792" name="path-716">
            <a:extLst xmlns:a="http://schemas.openxmlformats.org/drawingml/2006/main">
              <a:ext uri="{FF2B5EF4-FFF2-40B4-BE49-F238E27FC236}">
                <a16:creationId xmlns:a16="http://schemas.microsoft.com/office/drawing/2014/main" id="{8E4FF2EA-1517-4AFA-86CE-256F9774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480" y="9661852"/>
            <a:ext cx="2705612" cy="320089"/>
          </a:xfrm>
          <a:custGeom xmlns:a="http://schemas.openxmlformats.org/drawingml/2006/main">
            <a:pathLst>
              <a:path w="2745696" h="324831">
                <a:moveTo>
                  <a:pt x="0" y="129716"/>
                </a:moveTo>
                <a:lnTo>
                  <a:pt x="0" y="129716"/>
                </a:lnTo>
                <a:cubicBezTo>
                  <a:pt x="0" y="107006"/>
                  <a:pt x="5931" y="84316"/>
                  <a:pt x="17294" y="64848"/>
                </a:cubicBezTo>
                <a:cubicBezTo>
                  <a:pt x="28640" y="44865"/>
                  <a:pt x="45400" y="28640"/>
                  <a:pt x="64848" y="17294"/>
                </a:cubicBezTo>
                <a:cubicBezTo>
                  <a:pt x="84851" y="5949"/>
                  <a:pt x="107007" y="0"/>
                  <a:pt x="129716" y="0"/>
                </a:cubicBezTo>
                <a:lnTo>
                  <a:pt x="2615427" y="0"/>
                </a:lnTo>
                <a:cubicBezTo>
                  <a:pt x="2638137" y="0"/>
                  <a:pt x="2660827" y="5949"/>
                  <a:pt x="2680295" y="17294"/>
                </a:cubicBezTo>
                <a:cubicBezTo>
                  <a:pt x="2700276" y="28640"/>
                  <a:pt x="2716503" y="45400"/>
                  <a:pt x="2727850" y="64848"/>
                </a:cubicBezTo>
                <a:cubicBezTo>
                  <a:pt x="2739194" y="84849"/>
                  <a:pt x="2745143" y="107006"/>
                  <a:pt x="2745143" y="129716"/>
                </a:cubicBezTo>
                <a:lnTo>
                  <a:pt x="2745696" y="194563"/>
                </a:lnTo>
                <a:cubicBezTo>
                  <a:pt x="2745696" y="217273"/>
                  <a:pt x="2739747" y="239982"/>
                  <a:pt x="2728382" y="259430"/>
                </a:cubicBezTo>
                <a:cubicBezTo>
                  <a:pt x="2717038" y="279432"/>
                  <a:pt x="2700276" y="295639"/>
                  <a:pt x="2680829" y="307004"/>
                </a:cubicBezTo>
                <a:cubicBezTo>
                  <a:pt x="2660827" y="318348"/>
                  <a:pt x="2638672" y="324297"/>
                  <a:pt x="2615962" y="324297"/>
                </a:cubicBezTo>
                <a:lnTo>
                  <a:pt x="129716" y="324831"/>
                </a:lnTo>
                <a:cubicBezTo>
                  <a:pt x="107007" y="324831"/>
                  <a:pt x="84316" y="318882"/>
                  <a:pt x="64848" y="307537"/>
                </a:cubicBezTo>
                <a:cubicBezTo>
                  <a:pt x="44847" y="296193"/>
                  <a:pt x="28640" y="279432"/>
                  <a:pt x="17294" y="259964"/>
                </a:cubicBezTo>
                <a:cubicBezTo>
                  <a:pt x="5931" y="239982"/>
                  <a:pt x="0" y="217806"/>
                  <a:pt x="0" y="195117"/>
                </a:cubicBezTo>
                <a:lnTo>
                  <a:pt x="0" y="129716"/>
                </a:lnTo>
              </a:path>
            </a:pathLst>
          </a:custGeom>
          <a:solidFill xmlns:a="http://schemas.openxmlformats.org/drawingml/2006/main">
            <a:srgbClr val="ECF6EA"/>
          </a:solidFill>
          <a:ln xmlns:a="http://schemas.openxmlformats.org/drawingml/2006/main" w="29825">
            <a:solidFill>
              <a:srgbClr val="4F8E66"/>
            </a:solidFill>
            <a:prstDash val="solid"/>
          </a:ln>
        </p:spPr>
      </p:sp>
      <p:sp>
        <p:nvSpPr>
          <p:cNvPr id="793" name="path-717">
            <a:extLst xmlns:a="http://schemas.openxmlformats.org/drawingml/2006/main">
              <a:ext uri="{FF2B5EF4-FFF2-40B4-BE49-F238E27FC236}">
                <a16:creationId xmlns:a16="http://schemas.microsoft.com/office/drawing/2014/main" id="{4D9244FC-0C29-41BA-AA6F-8AC2640C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103" y="9705518"/>
            <a:ext cx="181633" cy="232758"/>
          </a:xfrm>
          <a:custGeom xmlns:a="http://schemas.openxmlformats.org/drawingml/2006/main">
            <a:pathLst>
              <a:path w="184324" h="236206">
                <a:moveTo>
                  <a:pt x="0" y="0"/>
                </a:moveTo>
                <a:lnTo>
                  <a:pt x="128648" y="0"/>
                </a:lnTo>
                <a:lnTo>
                  <a:pt x="184324" y="55123"/>
                </a:lnTo>
                <a:lnTo>
                  <a:pt x="184324" y="236206"/>
                </a:lnTo>
                <a:lnTo>
                  <a:pt x="0" y="236206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043">
            <a:solidFill>
              <a:srgbClr val="606060"/>
            </a:solidFill>
            <a:prstDash val="solid"/>
          </a:ln>
        </p:spPr>
      </p:sp>
      <p:sp>
        <p:nvSpPr>
          <p:cNvPr id="794" name="path-718">
            <a:extLst xmlns:a="http://schemas.openxmlformats.org/drawingml/2006/main">
              <a:ext uri="{FF2B5EF4-FFF2-40B4-BE49-F238E27FC236}">
                <a16:creationId xmlns:a16="http://schemas.microsoft.com/office/drawing/2014/main" id="{E56BCC41-97C8-4073-8C89-3BCB7562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4398" y="9705518"/>
            <a:ext cx="191" cy="54319"/>
          </a:xfrm>
          <a:custGeom xmlns:a="http://schemas.openxmlformats.org/drawingml/2006/main">
            <a:pathLst>
              <a:path w="191" h="55123">
                <a:moveTo>
                  <a:pt x="0" y="0"/>
                </a:moveTo>
                <a:lnTo>
                  <a:pt x="0" y="55123"/>
                </a:lnTo>
              </a:path>
            </a:pathLst>
          </a:custGeom>
          <a:noFill xmlns:a="http://schemas.openxmlformats.org/drawingml/2006/main"/>
          <a:ln xmlns:a="http://schemas.openxmlformats.org/drawingml/2006/main" w="13315">
            <a:solidFill>
              <a:srgbClr val="606060"/>
            </a:solidFill>
            <a:prstDash val="solid"/>
          </a:ln>
        </p:spPr>
      </p:sp>
      <p:sp>
        <p:nvSpPr>
          <p:cNvPr id="795" name="path-719">
            <a:extLst xmlns:a="http://schemas.openxmlformats.org/drawingml/2006/main">
              <a:ext uri="{FF2B5EF4-FFF2-40B4-BE49-F238E27FC236}">
                <a16:creationId xmlns:a16="http://schemas.microsoft.com/office/drawing/2014/main" id="{E1E852F0-B88C-420F-AE38-336EABA6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4398" y="9759836"/>
            <a:ext cx="54338" cy="191"/>
          </a:xfrm>
          <a:custGeom xmlns:a="http://schemas.openxmlformats.org/drawingml/2006/main">
            <a:pathLst>
              <a:path w="55143" h="191">
                <a:moveTo>
                  <a:pt x="0" y="0"/>
                </a:moveTo>
                <a:lnTo>
                  <a:pt x="551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15">
            <a:solidFill>
              <a:srgbClr val="606060"/>
            </a:solidFill>
            <a:prstDash val="solid"/>
          </a:ln>
        </p:spPr>
      </p:sp>
      <p:sp>
        <p:nvSpPr>
          <p:cNvPr id="796" name="path-720">
            <a:extLst xmlns:a="http://schemas.openxmlformats.org/drawingml/2006/main">
              <a:ext uri="{FF2B5EF4-FFF2-40B4-BE49-F238E27FC236}">
                <a16:creationId xmlns:a16="http://schemas.microsoft.com/office/drawing/2014/main" id="{9B59026B-9123-423A-942D-228511A9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8011" y="9798730"/>
            <a:ext cx="119817" cy="191"/>
          </a:xfrm>
          <a:custGeom xmlns:a="http://schemas.openxmlformats.org/drawingml/2006/main">
            <a:pathLst>
              <a:path w="121592" h="191">
                <a:moveTo>
                  <a:pt x="0" y="0"/>
                </a:moveTo>
                <a:lnTo>
                  <a:pt x="121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606060"/>
            </a:solidFill>
            <a:prstDash val="solid"/>
          </a:ln>
        </p:spPr>
      </p:sp>
      <p:sp>
        <p:nvSpPr>
          <p:cNvPr id="797" name="path-721">
            <a:extLst xmlns:a="http://schemas.openxmlformats.org/drawingml/2006/main">
              <a:ext uri="{FF2B5EF4-FFF2-40B4-BE49-F238E27FC236}">
                <a16:creationId xmlns:a16="http://schemas.microsoft.com/office/drawing/2014/main" id="{212A7886-F6BF-44DA-BC7E-C6730558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8011" y="9838131"/>
            <a:ext cx="119817" cy="191"/>
          </a:xfrm>
          <a:custGeom xmlns:a="http://schemas.openxmlformats.org/drawingml/2006/main">
            <a:pathLst>
              <a:path w="121592" h="191">
                <a:moveTo>
                  <a:pt x="0" y="0"/>
                </a:moveTo>
                <a:lnTo>
                  <a:pt x="1215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913">
            <a:solidFill>
              <a:srgbClr val="606060"/>
            </a:solidFill>
            <a:prstDash val="solid"/>
          </a:ln>
        </p:spPr>
      </p:sp>
      <p:sp>
        <p:nvSpPr>
          <p:cNvPr id="798" name="text-722 Validated">
            <a:extLst xmlns:a="http://schemas.openxmlformats.org/drawingml/2006/main">
              <a:ext uri="{FF2B5EF4-FFF2-40B4-BE49-F238E27FC236}">
                <a16:creationId xmlns:a16="http://schemas.microsoft.com/office/drawing/2014/main" id="{3692166C-DB4C-4DA5-9210-6F849A9E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8445" y="9703060"/>
            <a:ext cx="824295" cy="252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0" b="1" i="0">
                <a:solidFill>
                  <a:srgbClr val="1E5B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0" b="1" i="0">
                <a:solidFill>
                  <a:srgbClr val="1E5B33"/>
                </a:solidFill>
                <a:latin typeface="Arial"/>
                <a:ea typeface="Arial"/>
                <a:cs typeface="Arial"/>
              </a:defRPr>
            </a:pPr>
            <a:r>
              <a:rPr sz="1420" b="1" i="0">
                <a:solidFill>
                  <a:srgbClr val="1E5B33"/>
                </a:solidFill>
                <a:latin typeface="Arial"/>
                <a:ea typeface="Arial"/>
                <a:cs typeface="Arial"/>
              </a:rPr>
              <a:t>Validated</a:t>
            </a:r>
          </a:p>
        </p:txBody>
      </p:sp>
      <p:sp>
        <p:nvSpPr>
          <p:cNvPr id="799" name="text-722 Targeted">
            <a:extLst xmlns:a="http://schemas.openxmlformats.org/drawingml/2006/main">
              <a:ext uri="{FF2B5EF4-FFF2-40B4-BE49-F238E27FC236}">
                <a16:creationId xmlns:a16="http://schemas.microsoft.com/office/drawing/2014/main" id="{7B0A6A9A-4D17-4786-AE9D-955DC3AE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0316" y="9703087"/>
            <a:ext cx="780600" cy="2524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0" b="1" i="0">
                <a:solidFill>
                  <a:srgbClr val="1E5B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0" b="1" i="0">
                <a:solidFill>
                  <a:srgbClr val="1E5B33"/>
                </a:solidFill>
                <a:latin typeface="Arial"/>
                <a:ea typeface="Arial"/>
                <a:cs typeface="Arial"/>
              </a:defRPr>
            </a:pPr>
            <a:r>
              <a:rPr sz="1420" b="1" i="0">
                <a:solidFill>
                  <a:srgbClr val="1E5B33"/>
                </a:solidFill>
                <a:latin typeface="Arial"/>
                <a:ea typeface="Arial"/>
                <a:cs typeface="Arial"/>
              </a:rPr>
              <a:t>Targeted</a:t>
            </a:r>
          </a:p>
        </p:txBody>
      </p:sp>
      <p:sp>
        <p:nvSpPr>
          <p:cNvPr id="800" name="text-722 Refill">
            <a:extLst xmlns:a="http://schemas.openxmlformats.org/drawingml/2006/main">
              <a:ext uri="{FF2B5EF4-FFF2-40B4-BE49-F238E27FC236}">
                <a16:creationId xmlns:a16="http://schemas.microsoft.com/office/drawing/2014/main" id="{EEBFFE77-63EB-45FC-976D-DAB989F8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8316" y="9703014"/>
            <a:ext cx="473506" cy="252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0" b="1" i="0">
                <a:solidFill>
                  <a:srgbClr val="1E5B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0" b="1" i="0">
                <a:solidFill>
                  <a:srgbClr val="1E5B33"/>
                </a:solidFill>
                <a:latin typeface="Arial"/>
                <a:ea typeface="Arial"/>
                <a:cs typeface="Arial"/>
              </a:defRPr>
            </a:pPr>
            <a:r>
              <a:rPr sz="1420" b="1" i="0">
                <a:solidFill>
                  <a:srgbClr val="1E5B33"/>
                </a:solidFill>
                <a:latin typeface="Arial"/>
                <a:ea typeface="Arial"/>
                <a:cs typeface="Arial"/>
              </a:rPr>
              <a:t>Refill</a:t>
            </a:r>
          </a:p>
        </p:txBody>
      </p:sp>
      <p:sp>
        <p:nvSpPr>
          <p:cNvPr id="801" name="path-723">
            <a:extLst xmlns:a="http://schemas.openxmlformats.org/drawingml/2006/main">
              <a:ext uri="{FF2B5EF4-FFF2-40B4-BE49-F238E27FC236}">
                <a16:creationId xmlns:a16="http://schemas.microsoft.com/office/drawing/2014/main" id="{8E06EBA0-DF67-4FA7-897B-0F7C52A1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6617" y="9821633"/>
            <a:ext cx="161923" cy="191"/>
          </a:xfrm>
          <a:custGeom xmlns:a="http://schemas.openxmlformats.org/drawingml/2006/main">
            <a:pathLst>
              <a:path w="164322" h="191">
                <a:moveTo>
                  <a:pt x="16432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7814">
            <a:solidFill>
              <a:srgbClr val="111111"/>
            </a:solidFill>
            <a:prstDash val="solid"/>
          </a:ln>
        </p:spPr>
      </p:sp>
      <p:sp>
        <p:nvSpPr>
          <p:cNvPr id="802" name="path-724">
            <a:extLst xmlns:a="http://schemas.openxmlformats.org/drawingml/2006/main">
              <a:ext uri="{FF2B5EF4-FFF2-40B4-BE49-F238E27FC236}">
                <a16:creationId xmlns:a16="http://schemas.microsoft.com/office/drawing/2014/main" id="{BDF9F126-D42C-485E-91A2-8AECA440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5782" y="9783812"/>
            <a:ext cx="75645" cy="75625"/>
          </a:xfrm>
          <a:custGeom xmlns:a="http://schemas.openxmlformats.org/drawingml/2006/main">
            <a:pathLst>
              <a:path w="76766" h="76745">
                <a:moveTo>
                  <a:pt x="0" y="38382"/>
                </a:moveTo>
                <a:lnTo>
                  <a:pt x="76766" y="0"/>
                </a:lnTo>
                <a:lnTo>
                  <a:pt x="76766" y="76745"/>
                </a:lnTo>
                <a:lnTo>
                  <a:pt x="0" y="38382"/>
                </a:lnTo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3" name="path-725">
            <a:extLst xmlns:a="http://schemas.openxmlformats.org/drawingml/2006/main">
              <a:ext uri="{FF2B5EF4-FFF2-40B4-BE49-F238E27FC236}">
                <a16:creationId xmlns:a16="http://schemas.microsoft.com/office/drawing/2014/main" id="{26716A2D-AF54-4AF6-9604-EA0F2728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74" y="9835482"/>
            <a:ext cx="1379975" cy="191"/>
          </a:xfrm>
          <a:custGeom xmlns:a="http://schemas.openxmlformats.org/drawingml/2006/main">
            <a:pathLst>
              <a:path w="1400419" h="191">
                <a:moveTo>
                  <a:pt x="0" y="0"/>
                </a:moveTo>
                <a:lnTo>
                  <a:pt x="14004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183">
            <a:solidFill>
              <a:srgbClr val="1F4E99"/>
            </a:solidFill>
            <a:prstDash val="solid"/>
          </a:ln>
        </p:spPr>
      </p:sp>
      <p:sp>
        <p:nvSpPr>
          <p:cNvPr id="804" name="path-726">
            <a:extLst xmlns:a="http://schemas.openxmlformats.org/drawingml/2006/main">
              <a:ext uri="{FF2B5EF4-FFF2-40B4-BE49-F238E27FC236}">
                <a16:creationId xmlns:a16="http://schemas.microsoft.com/office/drawing/2014/main" id="{DA0E642F-5105-4D42-9716-8FC0DA50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96" y="9090894"/>
            <a:ext cx="191" cy="737129"/>
          </a:xfrm>
          <a:custGeom xmlns:a="http://schemas.openxmlformats.org/drawingml/2006/main">
            <a:pathLst>
              <a:path w="191" h="748049">
                <a:moveTo>
                  <a:pt x="0" y="74804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183">
            <a:solidFill>
              <a:srgbClr val="1F4E99"/>
            </a:solidFill>
            <a:prstDash val="solid"/>
          </a:ln>
        </p:spPr>
      </p:sp>
      <p:sp>
        <p:nvSpPr>
          <p:cNvPr id="805" name="path-727">
            <a:extLst xmlns:a="http://schemas.openxmlformats.org/drawingml/2006/main">
              <a:ext uri="{FF2B5EF4-FFF2-40B4-BE49-F238E27FC236}">
                <a16:creationId xmlns:a16="http://schemas.microsoft.com/office/drawing/2014/main" id="{5FF1CF3E-5F89-4CFB-907A-25B7833E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279" y="8922601"/>
            <a:ext cx="180543" cy="180543"/>
          </a:xfrm>
          <a:custGeom xmlns:a="http://schemas.openxmlformats.org/drawingml/2006/main">
            <a:pathLst>
              <a:path w="183217" h="183217">
                <a:moveTo>
                  <a:pt x="91351" y="0"/>
                </a:moveTo>
                <a:lnTo>
                  <a:pt x="183217" y="183217"/>
                </a:lnTo>
                <a:lnTo>
                  <a:pt x="0" y="183217"/>
                </a:lnTo>
                <a:lnTo>
                  <a:pt x="91351" y="0"/>
                </a:lnTo>
              </a:path>
            </a:pathLst>
          </a:custGeom>
          <a:solidFill xmlns:a="http://schemas.openxmlformats.org/drawingml/2006/main">
            <a:srgbClr val="1F4E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6" name="path-728">
            <a:extLst xmlns:a="http://schemas.openxmlformats.org/drawingml/2006/main">
              <a:ext uri="{FF2B5EF4-FFF2-40B4-BE49-F238E27FC236}">
                <a16:creationId xmlns:a16="http://schemas.microsoft.com/office/drawing/2014/main" id="{0CA6378C-532A-4992-BD25-0B953BEF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742" y="9808839"/>
            <a:ext cx="1272389" cy="191"/>
          </a:xfrm>
          <a:custGeom xmlns:a="http://schemas.openxmlformats.org/drawingml/2006/main">
            <a:pathLst>
              <a:path w="1291240" h="191">
                <a:moveTo>
                  <a:pt x="129124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183">
            <a:solidFill>
              <a:srgbClr val="2E6B3D"/>
            </a:solidFill>
            <a:prstDash val="solid"/>
          </a:ln>
        </p:spPr>
      </p:sp>
      <p:sp>
        <p:nvSpPr>
          <p:cNvPr id="807" name="path-729">
            <a:extLst xmlns:a="http://schemas.openxmlformats.org/drawingml/2006/main">
              <a:ext uri="{FF2B5EF4-FFF2-40B4-BE49-F238E27FC236}">
                <a16:creationId xmlns:a16="http://schemas.microsoft.com/office/drawing/2014/main" id="{E043C100-CD76-4366-889C-B23F493A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131" y="9128715"/>
            <a:ext cx="191" cy="712629"/>
          </a:xfrm>
          <a:custGeom xmlns:a="http://schemas.openxmlformats.org/drawingml/2006/main">
            <a:pathLst>
              <a:path w="191" h="723186">
                <a:moveTo>
                  <a:pt x="0" y="72318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183">
            <a:solidFill>
              <a:srgbClr val="2E6B3D"/>
            </a:solidFill>
            <a:prstDash val="solid"/>
          </a:ln>
        </p:spPr>
      </p:sp>
      <p:sp>
        <p:nvSpPr>
          <p:cNvPr id="808" name="path-730">
            <a:extLst xmlns:a="http://schemas.openxmlformats.org/drawingml/2006/main">
              <a:ext uri="{FF2B5EF4-FFF2-40B4-BE49-F238E27FC236}">
                <a16:creationId xmlns:a16="http://schemas.microsoft.com/office/drawing/2014/main" id="{27BEF1A7-D8F0-4A88-9382-542B16F3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131" y="8960404"/>
            <a:ext cx="180544" cy="180562"/>
          </a:xfrm>
          <a:custGeom xmlns:a="http://schemas.openxmlformats.org/drawingml/2006/main">
            <a:pathLst>
              <a:path w="183219" h="183237">
                <a:moveTo>
                  <a:pt x="91333" y="0"/>
                </a:moveTo>
                <a:lnTo>
                  <a:pt x="183219" y="183237"/>
                </a:lnTo>
                <a:lnTo>
                  <a:pt x="0" y="183237"/>
                </a:lnTo>
                <a:lnTo>
                  <a:pt x="91333" y="0"/>
                </a:lnTo>
              </a:path>
            </a:pathLst>
          </a:custGeom>
          <a:solidFill xmlns:a="http://schemas.openxmlformats.org/drawingml/2006/main">
            <a:srgbClr val="2E6B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9" name="path-731">
            <a:extLst xmlns:a="http://schemas.openxmlformats.org/drawingml/2006/main">
              <a:ext uri="{FF2B5EF4-FFF2-40B4-BE49-F238E27FC236}">
                <a16:creationId xmlns:a16="http://schemas.microsoft.com/office/drawing/2014/main" id="{0F26D7FB-0A6A-4653-B275-E40DB4A6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929" y="6097679"/>
            <a:ext cx="630596" cy="191"/>
          </a:xfrm>
          <a:custGeom xmlns:a="http://schemas.openxmlformats.org/drawingml/2006/main">
            <a:pathLst>
              <a:path w="639938" h="191">
                <a:moveTo>
                  <a:pt x="63993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183">
            <a:solidFill>
              <a:srgbClr val="B56B16"/>
            </a:solidFill>
            <a:prstDash val="solid"/>
          </a:ln>
        </p:spPr>
      </p:sp>
      <p:sp>
        <p:nvSpPr>
          <p:cNvPr id="810" name="path-732">
            <a:extLst xmlns:a="http://schemas.openxmlformats.org/drawingml/2006/main">
              <a:ext uri="{FF2B5EF4-FFF2-40B4-BE49-F238E27FC236}">
                <a16:creationId xmlns:a16="http://schemas.microsoft.com/office/drawing/2014/main" id="{945A3C58-5F47-4A2D-98F2-7B1EEB5E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6617" y="6007679"/>
            <a:ext cx="180562" cy="180544"/>
          </a:xfrm>
          <a:custGeom xmlns:a="http://schemas.openxmlformats.org/drawingml/2006/main">
            <a:pathLst>
              <a:path w="183237" h="183219">
                <a:moveTo>
                  <a:pt x="0" y="91333"/>
                </a:moveTo>
                <a:lnTo>
                  <a:pt x="183237" y="0"/>
                </a:lnTo>
                <a:lnTo>
                  <a:pt x="183237" y="183219"/>
                </a:lnTo>
                <a:lnTo>
                  <a:pt x="0" y="91333"/>
                </a:lnTo>
              </a:path>
            </a:pathLst>
          </a:custGeom>
          <a:solidFill xmlns:a="http://schemas.openxmlformats.org/drawingml/2006/main">
            <a:srgbClr val="B56B1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461592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2026-10-14T12:41:16.2100000Z</dcterms:created>
  <dcterms:modified xsi:type="dcterms:W3CDTF">2026-10-14T12:41:16.2100000Z</dcterms:modified>
</coreProperties>
</file>