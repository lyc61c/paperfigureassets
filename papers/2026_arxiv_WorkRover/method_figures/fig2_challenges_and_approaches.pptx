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f97bda389444c" /><Relationship Type="http://schemas.openxmlformats.org/officeDocument/2006/relationships/extended-properties" Target="/docProps/app.xml" Id="Rfb53d44b748f4152" /><Relationship Type="http://schemas.openxmlformats.org/officeDocument/2006/relationships/officeDocument" Target="/ppt/presentation.xml" Id="Rf7f93db60958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3bee47930940d3"/>
  </p:sldMasterIdLst>
  <p:notesMasterIdLst>
    <p:notesMasterId xmlns:r="http://schemas.openxmlformats.org/officeDocument/2006/relationships" r:id="Rc201a27578f345f0"/>
  </p:notesMasterIdLst>
  <p:sldIdLst>
    <p:sldId xmlns:r="http://schemas.openxmlformats.org/officeDocument/2006/relationships" id="256" r:id="R962dc56f51654fbc"/>
  </p:sldIdLst>
  <p:sldSz cx="15240000" cy="75871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a43fa2066b48b8" /><Relationship Type="http://schemas.openxmlformats.org/officeDocument/2006/relationships/slideMaster" Target="/ppt/slideMasters/slideMaster1.xml" Id="R553bee47930940d3" /><Relationship Type="http://schemas.openxmlformats.org/officeDocument/2006/relationships/notesMaster" Target="/ppt/notesMasters/notesMaster1.xml" Id="Rc201a27578f345f0" /><Relationship Type="http://schemas.openxmlformats.org/officeDocument/2006/relationships/presProps" Target="/ppt/presProps.xml" Id="R1c662f45b799407a" /><Relationship Type="http://schemas.openxmlformats.org/officeDocument/2006/relationships/tableStyles" Target="/ppt/tableStyles.xml" Id="R3a30c68e13a64f8e" /><Relationship Type="http://schemas.openxmlformats.org/officeDocument/2006/relationships/slide" Target="/ppt/slides/slide1.xml" Id="R962dc56f51654f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14f2ce70094d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baeddbe6f474d" /><Relationship Type="http://schemas.openxmlformats.org/officeDocument/2006/relationships/notesMaster" Target="/ppt/notesMasters/notesMaster1.xml" Id="R4a9236b1f843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Cowork agent challenges and approaches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fig2_challenges_and_approaches.png; SHA-256: 327c642fa25cb70db081e5bce7e140c88f3374e78bfbca79c4ce0f988c2c605d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(86), whose internal pixels are not editable.</a:t>
            </a:r>
          </a:p>
          <a:p xmlns:a="http://schemas.openxmlformats.org/drawingml/2006/main">
            <a:r>
              <a:t>Font substitution: source PDF families mapped to Calibri, Segoe UI Symbol, Consolas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cb0a03f6a4f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2852bfbdb4d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633a17acb42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2ae1550a54c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83060850c43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cfa7d0cf8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EE41D1-B23C-4D2A-93B9-5DB03CAD9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866259"/>
            <a:ext cx="12192000" cy="109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3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E87D83-6149-4AD2-9E0C-FD79147774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172935"/>
            <a:ext cx="10668000" cy="843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B1584F-31A6-4847-80EB-100A0BE55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161315"/>
            <a:ext cx="12192000" cy="1264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2DE4B3-F5FF-4E0F-9920-C12077A71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90112"/>
            <a:ext cx="13525500" cy="927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86584E-E0A7-43BB-8D69-90C3AA2994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107543"/>
            <a:ext cx="13525500" cy="472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2905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112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319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4526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173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3894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6147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335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056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920601-4045-40D4-B422-C4CA0EB22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90112"/>
            <a:ext cx="13525500" cy="927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A4225B-E8EA-4C23-93A7-C6E5D395B8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107543"/>
            <a:ext cx="6286500" cy="472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2905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112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319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4526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173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3894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6147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335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056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450114-D04C-47BF-B913-73F72B8235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107543"/>
            <a:ext cx="6286500" cy="472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2905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112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319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4526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173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3894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6147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335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056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30A57B-7816-4C25-A3AD-C21B81FCA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90112"/>
            <a:ext cx="13525500" cy="927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D15C99-B1D1-4F0E-A3CA-A0C5365E4A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107543"/>
            <a:ext cx="6286500" cy="472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2905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112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319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4526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173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3894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6147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3353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0560" indent="-252905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2ddbe66bdd493d" /><Relationship Type="http://schemas.openxmlformats.org/officeDocument/2006/relationships/slideLayout" Target="/ppt/slideLayouts/slideLayout1.xml" Id="R1d47f466a44d40e5" /><Relationship Type="http://schemas.openxmlformats.org/officeDocument/2006/relationships/slideLayout" Target="/ppt/slideLayouts/slideLayout2.xml" Id="Rf5179e35e69148c1" /><Relationship Type="http://schemas.openxmlformats.org/officeDocument/2006/relationships/slideLayout" Target="/ppt/slideLayouts/slideLayout3.xml" Id="R56b3c4920f504e78" /><Relationship Type="http://schemas.openxmlformats.org/officeDocument/2006/relationships/slideLayout" Target="/ppt/slideLayouts/slideLayout4.xml" Id="R1a7fe1ab67624114" /><Relationship Type="http://schemas.openxmlformats.org/officeDocument/2006/relationships/slideLayout" Target="/ppt/slideLayouts/slideLayout5.xml" Id="R596dcc0af10549ca" /><Relationship Type="http://schemas.openxmlformats.org/officeDocument/2006/relationships/slideLayout" Target="/ppt/slideLayouts/slideLayout6.xml" Id="R6500be2ae66043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7f466a44d40e5"/>
    <p:sldLayoutId xmlns:r="http://schemas.openxmlformats.org/officeDocument/2006/relationships" id="2147483650" r:id="Rf5179e35e69148c1"/>
    <p:sldLayoutId xmlns:r="http://schemas.openxmlformats.org/officeDocument/2006/relationships" id="2147483651" r:id="R56b3c4920f504e78"/>
    <p:sldLayoutId xmlns:r="http://schemas.openxmlformats.org/officeDocument/2006/relationships" id="2147483652" r:id="R1a7fe1ab67624114"/>
    <p:sldLayoutId xmlns:r="http://schemas.openxmlformats.org/officeDocument/2006/relationships" id="2147483653" r:id="R596dcc0af10549ca"/>
    <p:sldLayoutId xmlns:r="http://schemas.openxmlformats.org/officeDocument/2006/relationships" id="2147483654" r:id="R6500be2ae660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a1d4f73744210" /><Relationship Type="http://schemas.openxmlformats.org/officeDocument/2006/relationships/image" Target="/ppt/media/image.png" Id="R0e54a5168fac41bc" /><Relationship Type="http://schemas.openxmlformats.org/officeDocument/2006/relationships/image" Target="/ppt/media/image2.png" Id="R997618cce8e64072" /><Relationship Type="http://schemas.openxmlformats.org/officeDocument/2006/relationships/image" Target="/ppt/media/image3.png" Id="R7fb29dbcef3a4db7" /><Relationship Type="http://schemas.openxmlformats.org/officeDocument/2006/relationships/image" Target="/ppt/media/image4.png" Id="Rde5cc71921a444ce" /><Relationship Type="http://schemas.openxmlformats.org/officeDocument/2006/relationships/image" Target="/ppt/media/image5.png" Id="R5c2a321543de4889" /><Relationship Type="http://schemas.openxmlformats.org/officeDocument/2006/relationships/image" Target="/ppt/media/image6.png" Id="R2f23690e2fa0489e" /><Relationship Type="http://schemas.openxmlformats.org/officeDocument/2006/relationships/image" Target="/ppt/media/image7.png" Id="R1fb46c5ad367464b" /><Relationship Type="http://schemas.openxmlformats.org/officeDocument/2006/relationships/image" Target="/ppt/media/image8.png" Id="R9cc0466cd0d64c69" /><Relationship Type="http://schemas.openxmlformats.org/officeDocument/2006/relationships/image" Target="/ppt/media/image9.png" Id="R9cd45c3d7b9d4949" /><Relationship Type="http://schemas.openxmlformats.org/officeDocument/2006/relationships/image" Target="/ppt/media/image10.png" Id="R02c1823812984b06" /><Relationship Type="http://schemas.openxmlformats.org/officeDocument/2006/relationships/image" Target="/ppt/media/image11.png" Id="Rdd577f7660d640a9" /><Relationship Type="http://schemas.openxmlformats.org/officeDocument/2006/relationships/image" Target="/ppt/media/image12.png" Id="Rb5f4e3ea0e184580" /><Relationship Type="http://schemas.openxmlformats.org/officeDocument/2006/relationships/image" Target="/ppt/media/image13.png" Id="Rd965bd2329fc45a2" /><Relationship Type="http://schemas.openxmlformats.org/officeDocument/2006/relationships/image" Target="/ppt/media/image14.png" Id="Rf045c67a6f164848" /><Relationship Type="http://schemas.openxmlformats.org/officeDocument/2006/relationships/image" Target="/ppt/media/image15.png" Id="R28f3bea1fcac4a0f" /><Relationship Type="http://schemas.openxmlformats.org/officeDocument/2006/relationships/image" Target="/ppt/media/image16.png" Id="Rf7f88522f15c48b5" /><Relationship Type="http://schemas.openxmlformats.org/officeDocument/2006/relationships/image" Target="/ppt/media/image17.png" Id="Rd0349c22c1c943c4" /><Relationship Type="http://schemas.openxmlformats.org/officeDocument/2006/relationships/image" Target="/ppt/media/image18.png" Id="R9f38ab9405964a6c" /><Relationship Type="http://schemas.openxmlformats.org/officeDocument/2006/relationships/image" Target="/ppt/media/image19.png" Id="R05570739b9bb403b" /><Relationship Type="http://schemas.openxmlformats.org/officeDocument/2006/relationships/image" Target="/ppt/media/image20.png" Id="Rdbe3d9eb87d94f38" /><Relationship Type="http://schemas.openxmlformats.org/officeDocument/2006/relationships/image" Target="/ppt/media/image21.png" Id="Rf2ac27d47361447b" /><Relationship Type="http://schemas.openxmlformats.org/officeDocument/2006/relationships/image" Target="/ppt/media/image22.png" Id="R1098b517c04e4988" /><Relationship Type="http://schemas.openxmlformats.org/officeDocument/2006/relationships/image" Target="/ppt/media/image23.png" Id="R4b130dbecf2c4f93" /><Relationship Type="http://schemas.openxmlformats.org/officeDocument/2006/relationships/image" Target="/ppt/media/image24.png" Id="R6d0b0aeb0ba44bf4" /><Relationship Type="http://schemas.openxmlformats.org/officeDocument/2006/relationships/image" Target="/ppt/media/image25.png" Id="R68517e35bb9e4259" /><Relationship Type="http://schemas.openxmlformats.org/officeDocument/2006/relationships/image" Target="/ppt/media/image26.png" Id="Rccb3e070024a437f" /><Relationship Type="http://schemas.openxmlformats.org/officeDocument/2006/relationships/image" Target="/ppt/media/image27.png" Id="Rd68bf84db97f484c" /><Relationship Type="http://schemas.openxmlformats.org/officeDocument/2006/relationships/image" Target="/ppt/media/image28.png" Id="Rbfb854c9853c47c2" /><Relationship Type="http://schemas.openxmlformats.org/officeDocument/2006/relationships/image" Target="/ppt/media/image29.png" Id="Rbfa72dc4fa414a02" /><Relationship Type="http://schemas.openxmlformats.org/officeDocument/2006/relationships/image" Target="/ppt/media/image30.png" Id="Rcabdae0ef31149b3" /><Relationship Type="http://schemas.openxmlformats.org/officeDocument/2006/relationships/image" Target="/ppt/media/image31.png" Id="Rb97939754b5745fd" /><Relationship Type="http://schemas.openxmlformats.org/officeDocument/2006/relationships/image" Target="/ppt/media/image32.png" Id="R84717f7d5caa4a18" /><Relationship Type="http://schemas.openxmlformats.org/officeDocument/2006/relationships/image" Target="/ppt/media/image33.png" Id="R05c73676a9584d89" /><Relationship Type="http://schemas.openxmlformats.org/officeDocument/2006/relationships/image" Target="/ppt/media/image34.png" Id="R51aed93f709e4d99" /><Relationship Type="http://schemas.openxmlformats.org/officeDocument/2006/relationships/image" Target="/ppt/media/image35.png" Id="Rfd86679b60fc409a" /><Relationship Type="http://schemas.openxmlformats.org/officeDocument/2006/relationships/image" Target="/ppt/media/image36.png" Id="R21aabcb45cac414c" /><Relationship Type="http://schemas.openxmlformats.org/officeDocument/2006/relationships/image" Target="/ppt/media/image37.png" Id="R7d0de2137e1e4b04" /><Relationship Type="http://schemas.openxmlformats.org/officeDocument/2006/relationships/image" Target="/ppt/media/image38.png" Id="R52dbe27aa28c46c2" /><Relationship Type="http://schemas.openxmlformats.org/officeDocument/2006/relationships/image" Target="/ppt/media/image39.png" Id="Rf028cfaf2e6c4512" /><Relationship Type="http://schemas.openxmlformats.org/officeDocument/2006/relationships/image" Target="/ppt/media/image40.png" Id="R3a5af7cb85cc4287" /><Relationship Type="http://schemas.openxmlformats.org/officeDocument/2006/relationships/image" Target="/ppt/media/image41.png" Id="R90d66bce1d4a42dc" /><Relationship Type="http://schemas.openxmlformats.org/officeDocument/2006/relationships/image" Target="/ppt/media/image42.png" Id="R45270b208a424a67" /><Relationship Type="http://schemas.openxmlformats.org/officeDocument/2006/relationships/image" Target="/ppt/media/image43.png" Id="Raf64197d6d014b18" /><Relationship Type="http://schemas.openxmlformats.org/officeDocument/2006/relationships/image" Target="/ppt/media/image44.png" Id="R6188f77e490e4880" /><Relationship Type="http://schemas.openxmlformats.org/officeDocument/2006/relationships/image" Target="/ppt/media/image45.png" Id="R3f318f73038d42f8" /><Relationship Type="http://schemas.openxmlformats.org/officeDocument/2006/relationships/image" Target="/ppt/media/image46.png" Id="Re80d9a309ce44964" /><Relationship Type="http://schemas.openxmlformats.org/officeDocument/2006/relationships/image" Target="/ppt/media/image47.png" Id="Ra748b9358a94445b" /><Relationship Type="http://schemas.openxmlformats.org/officeDocument/2006/relationships/image" Target="/ppt/media/image48.png" Id="R873a021ebe974260" /><Relationship Type="http://schemas.openxmlformats.org/officeDocument/2006/relationships/image" Target="/ppt/media/image49.png" Id="R5c51c61329e24938" /><Relationship Type="http://schemas.openxmlformats.org/officeDocument/2006/relationships/image" Target="/ppt/media/image50.png" Id="R81e5c0fe4bac427c" /><Relationship Type="http://schemas.openxmlformats.org/officeDocument/2006/relationships/image" Target="/ppt/media/image51.png" Id="Rb6ec1328c34649b8" /><Relationship Type="http://schemas.openxmlformats.org/officeDocument/2006/relationships/image" Target="/ppt/media/image52.png" Id="Rfee07f15ba024943" /><Relationship Type="http://schemas.openxmlformats.org/officeDocument/2006/relationships/image" Target="/ppt/media/image53.png" Id="R4ef5c5c6b9684d39" /><Relationship Type="http://schemas.openxmlformats.org/officeDocument/2006/relationships/image" Target="/ppt/media/image54.png" Id="Rf80ca54ca33f410b" /><Relationship Type="http://schemas.openxmlformats.org/officeDocument/2006/relationships/image" Target="/ppt/media/image55.png" Id="Re4d439a8113f41cf" /><Relationship Type="http://schemas.openxmlformats.org/officeDocument/2006/relationships/image" Target="/ppt/media/image56.png" Id="Re4745eb6a6a34015" /><Relationship Type="http://schemas.openxmlformats.org/officeDocument/2006/relationships/image" Target="/ppt/media/image57.png" Id="R539bc92fc2534371" /><Relationship Type="http://schemas.openxmlformats.org/officeDocument/2006/relationships/image" Target="/ppt/media/image58.png" Id="Ra18b6a0d5b564c4d" /><Relationship Type="http://schemas.openxmlformats.org/officeDocument/2006/relationships/image" Target="/ppt/media/image59.png" Id="Ree1a8e3f9015482c" /><Relationship Type="http://schemas.openxmlformats.org/officeDocument/2006/relationships/image" Target="/ppt/media/image60.png" Id="Rbf4ba56774004a8b" /><Relationship Type="http://schemas.openxmlformats.org/officeDocument/2006/relationships/image" Target="/ppt/media/image61.png" Id="R07f7a0df09b8457e" /><Relationship Type="http://schemas.openxmlformats.org/officeDocument/2006/relationships/image" Target="/ppt/media/image62.png" Id="R7b5433ec602e483f" /><Relationship Type="http://schemas.openxmlformats.org/officeDocument/2006/relationships/image" Target="/ppt/media/image63.png" Id="Ra0e8f11c9a684234" /><Relationship Type="http://schemas.openxmlformats.org/officeDocument/2006/relationships/image" Target="/ppt/media/image64.png" Id="R70f862f1451c4431" /><Relationship Type="http://schemas.openxmlformats.org/officeDocument/2006/relationships/image" Target="/ppt/media/image65.png" Id="Re38c737b78bb4828" /><Relationship Type="http://schemas.openxmlformats.org/officeDocument/2006/relationships/image" Target="/ppt/media/image66.png" Id="R1c592b2b0f5a4c89" /><Relationship Type="http://schemas.openxmlformats.org/officeDocument/2006/relationships/image" Target="/ppt/media/image67.png" Id="R3f4ea3a29a3e4309" /><Relationship Type="http://schemas.openxmlformats.org/officeDocument/2006/relationships/image" Target="/ppt/media/image68.png" Id="R97b708516f624fa7" /><Relationship Type="http://schemas.openxmlformats.org/officeDocument/2006/relationships/image" Target="/ppt/media/image69.png" Id="R9a39e9c371064fb5" /><Relationship Type="http://schemas.openxmlformats.org/officeDocument/2006/relationships/image" Target="/ppt/media/image70.png" Id="R83f836d592614907" /><Relationship Type="http://schemas.openxmlformats.org/officeDocument/2006/relationships/image" Target="/ppt/media/image71.png" Id="Rae6939ef0be2467a" /><Relationship Type="http://schemas.openxmlformats.org/officeDocument/2006/relationships/image" Target="/ppt/media/image72.png" Id="R9502daa10bdc46b5" /><Relationship Type="http://schemas.openxmlformats.org/officeDocument/2006/relationships/image" Target="/ppt/media/image73.png" Id="Rfefa57e0f6c44c6f" /><Relationship Type="http://schemas.openxmlformats.org/officeDocument/2006/relationships/image" Target="/ppt/media/image74.png" Id="Re65d01350af542b1" /><Relationship Type="http://schemas.openxmlformats.org/officeDocument/2006/relationships/image" Target="/ppt/media/image75.png" Id="R0a704bb7939c4f5c" /><Relationship Type="http://schemas.openxmlformats.org/officeDocument/2006/relationships/image" Target="/ppt/media/image76.png" Id="Rf9c6513857c44b04" /><Relationship Type="http://schemas.openxmlformats.org/officeDocument/2006/relationships/image" Target="/ppt/media/image77.png" Id="Ra582c09b043545ad" /><Relationship Type="http://schemas.openxmlformats.org/officeDocument/2006/relationships/image" Target="/ppt/media/image78.png" Id="R0ba46546e1484020" /><Relationship Type="http://schemas.openxmlformats.org/officeDocument/2006/relationships/image" Target="/ppt/media/image79.png" Id="Rc06c540e0ca14af8" /><Relationship Type="http://schemas.openxmlformats.org/officeDocument/2006/relationships/image" Target="/ppt/media/image80.png" Id="Rd773430cc69b4866" /><Relationship Type="http://schemas.openxmlformats.org/officeDocument/2006/relationships/image" Target="/ppt/media/image81.png" Id="Rd46547a342284bd6" /><Relationship Type="http://schemas.openxmlformats.org/officeDocument/2006/relationships/image" Target="/ppt/media/image82.png" Id="R8d8a0f131a9c428f" /><Relationship Type="http://schemas.openxmlformats.org/officeDocument/2006/relationships/image" Target="/ppt/media/image83.png" Id="Ra872d0ce4bb44dc3" /><Relationship Type="http://schemas.openxmlformats.org/officeDocument/2006/relationships/image" Target="/ppt/media/image84.png" Id="R327702028bfd4e92" /><Relationship Type="http://schemas.openxmlformats.org/officeDocument/2006/relationships/image" Target="/ppt/media/image85.png" Id="R9c850b49704541af" /><Relationship Type="http://schemas.openxmlformats.org/officeDocument/2006/relationships/image" Target="/ppt/media/image86.png" Id="R0c6166deed674325" /><Relationship Type="http://schemas.openxmlformats.org/officeDocument/2006/relationships/notesSlide" Target="/ppt/notesSlides/notesSlide1.xml" Id="R00fea129e7de4c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1" name="path-1">
            <a:extLst xmlns:a="http://schemas.openxmlformats.org/drawingml/2006/main">
              <a:ext uri="{FF2B5EF4-FFF2-40B4-BE49-F238E27FC236}">
                <a16:creationId xmlns:a16="http://schemas.microsoft.com/office/drawing/2014/main" id="{AAA297A5-D0FB-4BF7-B38F-8BEF91D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587155"/>
          </a:xfrm>
          <a:custGeom xmlns:a="http://schemas.openxmlformats.org/drawingml/2006/main">
            <a:pathLst>
              <a:path w="15240000" h="7587155">
                <a:moveTo>
                  <a:pt x="15240000" y="7587155"/>
                </a:moveTo>
                <a:lnTo>
                  <a:pt x="15240000" y="0"/>
                </a:lnTo>
                <a:lnTo>
                  <a:pt x="0" y="0"/>
                </a:lnTo>
                <a:lnTo>
                  <a:pt x="0" y="7587155"/>
                </a:lnTo>
                <a:lnTo>
                  <a:pt x="15240000" y="75871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F34B3885-4FD0-4D5A-B158-82E300AD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587155"/>
          </a:xfrm>
          <a:custGeom xmlns:a="http://schemas.openxmlformats.org/drawingml/2006/main">
            <a:pathLst>
              <a:path w="15240000" h="7587155">
                <a:moveTo>
                  <a:pt x="0" y="7587155"/>
                </a:moveTo>
                <a:lnTo>
                  <a:pt x="15240000" y="7587155"/>
                </a:lnTo>
                <a:lnTo>
                  <a:pt x="15240000" y="0"/>
                </a:lnTo>
                <a:lnTo>
                  <a:pt x="0" y="0"/>
                </a:lnTo>
                <a:lnTo>
                  <a:pt x="0" y="75871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 (a)">
            <a:extLst xmlns:a="http://schemas.openxmlformats.org/drawingml/2006/main">
              <a:ext uri="{FF2B5EF4-FFF2-40B4-BE49-F238E27FC236}">
                <a16:creationId xmlns:a16="http://schemas.microsoft.com/office/drawing/2014/main" id="{9E38C7E5-34BA-43B4-BB15-C957612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634" y="54100"/>
            <a:ext cx="514228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(a)</a:t>
            </a:r>
          </a:p>
        </p:txBody>
      </p:sp>
      <p:sp>
        <p:nvSpPr>
          <p:cNvPr id="4" name="text-3 Challenges">
            <a:extLst xmlns:a="http://schemas.openxmlformats.org/drawingml/2006/main">
              <a:ext uri="{FF2B5EF4-FFF2-40B4-BE49-F238E27FC236}">
                <a16:creationId xmlns:a16="http://schemas.microsoft.com/office/drawing/2014/main" id="{8F337CFA-F497-4331-8553-D3CBB5A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599" y="54501"/>
            <a:ext cx="1804892" cy="540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4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Challenges</a:t>
            </a:r>
          </a:p>
        </p:txBody>
      </p:sp>
      <p:sp>
        <p:nvSpPr>
          <p:cNvPr id="5" name="text-4 (b)">
            <a:extLst xmlns:a="http://schemas.openxmlformats.org/drawingml/2006/main">
              <a:ext uri="{FF2B5EF4-FFF2-40B4-BE49-F238E27FC236}">
                <a16:creationId xmlns:a16="http://schemas.microsoft.com/office/drawing/2014/main" id="{2D82284D-E6B3-4047-B665-BBF813B9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2345" y="54100"/>
            <a:ext cx="514227" cy="541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(b)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7D199-4A2D-42F0-9409-6A14BAFD7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4a5168fac41bc"/>
          <a:stretch xmlns:a="http://schemas.openxmlformats.org/drawingml/2006/main"/>
        </p:blipFill>
        <p:spPr>
          <a:xfrm xmlns:a="http://schemas.openxmlformats.org/drawingml/2006/main">
            <a:off x="8313683" y="-8211"/>
            <a:ext cx="3028950" cy="923925"/>
          </a:xfrm>
          <a:prstGeom xmlns:a="http://schemas.openxmlformats.org/drawingml/2006/main" prst="rect">
            <a:avLst/>
          </a:prstGeom>
        </p:spPr>
      </p:pic>
      <p:sp>
        <p:nvSpPr>
          <p:cNvPr id="7" name="path-6">
            <a:extLst xmlns:a="http://schemas.openxmlformats.org/drawingml/2006/main">
              <a:ext uri="{FF2B5EF4-FFF2-40B4-BE49-F238E27FC236}">
                <a16:creationId xmlns:a16="http://schemas.microsoft.com/office/drawing/2014/main" id="{D0FCCB83-F7EE-4A67-A805-44F4FB81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782213"/>
            <a:ext cx="4170491" cy="2085241"/>
          </a:xfrm>
          <a:custGeom xmlns:a="http://schemas.openxmlformats.org/drawingml/2006/main">
            <a:pathLst>
              <a:path w="4170491" h="2085241">
                <a:moveTo>
                  <a:pt x="0" y="154455"/>
                </a:moveTo>
                <a:cubicBezTo>
                  <a:pt x="0" y="69152"/>
                  <a:pt x="69152" y="0"/>
                  <a:pt x="154455" y="0"/>
                </a:cubicBezTo>
                <a:lnTo>
                  <a:pt x="4016036" y="0"/>
                </a:lnTo>
                <a:cubicBezTo>
                  <a:pt x="4101340" y="0"/>
                  <a:pt x="4170491" y="69152"/>
                  <a:pt x="4170491" y="154455"/>
                </a:cubicBezTo>
                <a:lnTo>
                  <a:pt x="4170491" y="1930787"/>
                </a:lnTo>
                <a:cubicBezTo>
                  <a:pt x="4170491" y="2016089"/>
                  <a:pt x="4101340" y="2085241"/>
                  <a:pt x="4016036" y="2085241"/>
                </a:cubicBezTo>
                <a:lnTo>
                  <a:pt x="154455" y="2085241"/>
                </a:lnTo>
                <a:cubicBezTo>
                  <a:pt x="69152" y="2085241"/>
                  <a:pt x="0" y="2016089"/>
                  <a:pt x="0" y="1930787"/>
                </a:cubicBezTo>
                <a:lnTo>
                  <a:pt x="0" y="154455"/>
                </a:lnTo>
              </a:path>
            </a:pathLst>
          </a:custGeom>
          <a:gradFill xmlns:a="http://schemas.openxmlformats.org/drawingml/2006/main">
            <a:gsLst>
              <a:gs pos="0">
                <a:srgbClr val="E9F5EB"/>
              </a:gs>
              <a:gs pos="100000">
                <a:srgbClr val="F8FBF6"/>
              </a:gs>
            </a:gsLst>
            <a:lin ang="0"/>
          </a:gradFill>
          <a:ln xmlns:a="http://schemas.openxmlformats.org/drawingml/2006/main" w="46339">
            <a:solidFill>
              <a:srgbClr val="70A194"/>
            </a:solidFill>
            <a:prstDash val="solid"/>
          </a:ln>
        </p:spPr>
      </p:sp>
      <p:sp>
        <p:nvSpPr>
          <p:cNvPr id="8" name="path-7">
            <a:extLst xmlns:a="http://schemas.openxmlformats.org/drawingml/2006/main">
              <a:ext uri="{FF2B5EF4-FFF2-40B4-BE49-F238E27FC236}">
                <a16:creationId xmlns:a16="http://schemas.microsoft.com/office/drawing/2014/main" id="{24AC5754-6B71-46A5-A3AF-4B48F489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51" y="771547"/>
            <a:ext cx="4170492" cy="401603"/>
          </a:xfrm>
          <a:custGeom xmlns:a="http://schemas.openxmlformats.org/drawingml/2006/main">
            <a:pathLst>
              <a:path w="4170492" h="401603">
                <a:moveTo>
                  <a:pt x="0" y="164695"/>
                </a:moveTo>
                <a:cubicBezTo>
                  <a:pt x="0" y="73737"/>
                  <a:pt x="73736" y="0"/>
                  <a:pt x="164694" y="0"/>
                </a:cubicBezTo>
                <a:lnTo>
                  <a:pt x="4005797" y="0"/>
                </a:lnTo>
                <a:cubicBezTo>
                  <a:pt x="4096754" y="0"/>
                  <a:pt x="4170492" y="73737"/>
                  <a:pt x="4170492" y="164695"/>
                </a:cubicBezTo>
                <a:lnTo>
                  <a:pt x="4170492" y="236908"/>
                </a:lnTo>
                <a:cubicBezTo>
                  <a:pt x="4170492" y="327867"/>
                  <a:pt x="4096754" y="401603"/>
                  <a:pt x="4005797" y="401603"/>
                </a:cubicBezTo>
                <a:lnTo>
                  <a:pt x="164694" y="401603"/>
                </a:lnTo>
                <a:cubicBezTo>
                  <a:pt x="73736" y="401603"/>
                  <a:pt x="0" y="327867"/>
                  <a:pt x="0" y="236908"/>
                </a:cubicBezTo>
                <a:lnTo>
                  <a:pt x="0" y="164695"/>
                </a:lnTo>
              </a:path>
            </a:pathLst>
          </a:custGeom>
          <a:solidFill xmlns:a="http://schemas.openxmlformats.org/drawingml/2006/main">
            <a:srgbClr val="70A1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8 1">
            <a:extLst xmlns:a="http://schemas.openxmlformats.org/drawingml/2006/main">
              <a:ext uri="{FF2B5EF4-FFF2-40B4-BE49-F238E27FC236}">
                <a16:creationId xmlns:a16="http://schemas.microsoft.com/office/drawing/2014/main" id="{BC6DE0CE-78F1-44E8-A879-C798B96D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130" y="806807"/>
            <a:ext cx="201594" cy="41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-8 Scaling">
            <a:extLst xmlns:a="http://schemas.openxmlformats.org/drawingml/2006/main">
              <a:ext uri="{FF2B5EF4-FFF2-40B4-BE49-F238E27FC236}">
                <a16:creationId xmlns:a16="http://schemas.microsoft.com/office/drawing/2014/main" id="{945E5E62-1AA4-46C0-8440-9BB068A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8050" y="806892"/>
            <a:ext cx="916375" cy="410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Scaling</a:t>
            </a:r>
          </a:p>
        </p:txBody>
      </p:sp>
      <p:sp>
        <p:nvSpPr>
          <p:cNvPr id="11" name="path-9">
            <a:extLst xmlns:a="http://schemas.openxmlformats.org/drawingml/2006/main">
              <a:ext uri="{FF2B5EF4-FFF2-40B4-BE49-F238E27FC236}">
                <a16:creationId xmlns:a16="http://schemas.microsoft.com/office/drawing/2014/main" id="{D5AA602A-C782-4199-A081-9CF0AEE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782213"/>
            <a:ext cx="10256319" cy="2085246"/>
          </a:xfrm>
          <a:custGeom xmlns:a="http://schemas.openxmlformats.org/drawingml/2006/main">
            <a:pathLst>
              <a:path w="10256319" h="2085246">
                <a:moveTo>
                  <a:pt x="0" y="154451"/>
                </a:moveTo>
                <a:cubicBezTo>
                  <a:pt x="0" y="69150"/>
                  <a:pt x="69150" y="0"/>
                  <a:pt x="154450" y="0"/>
                </a:cubicBezTo>
                <a:lnTo>
                  <a:pt x="10101869" y="0"/>
                </a:lnTo>
                <a:cubicBezTo>
                  <a:pt x="10187171" y="0"/>
                  <a:pt x="10256319" y="69150"/>
                  <a:pt x="10256319" y="154451"/>
                </a:cubicBezTo>
                <a:lnTo>
                  <a:pt x="10256319" y="1930795"/>
                </a:lnTo>
                <a:cubicBezTo>
                  <a:pt x="10256319" y="2016095"/>
                  <a:pt x="10187171" y="2085246"/>
                  <a:pt x="10101869" y="2085246"/>
                </a:cubicBezTo>
                <a:lnTo>
                  <a:pt x="154450" y="2085246"/>
                </a:lnTo>
                <a:cubicBezTo>
                  <a:pt x="69150" y="2085246"/>
                  <a:pt x="0" y="2016095"/>
                  <a:pt x="0" y="1930795"/>
                </a:cubicBezTo>
                <a:lnTo>
                  <a:pt x="0" y="154451"/>
                </a:lnTo>
              </a:path>
            </a:pathLst>
          </a:custGeom>
          <a:gradFill xmlns:a="http://schemas.openxmlformats.org/drawingml/2006/main">
            <a:gsLst>
              <a:gs pos="0">
                <a:srgbClr val="E9F5EC"/>
              </a:gs>
              <a:gs pos="100000">
                <a:srgbClr val="F7FBF5"/>
              </a:gs>
            </a:gsLst>
            <a:lin ang="0"/>
          </a:gradFill>
          <a:ln xmlns:a="http://schemas.openxmlformats.org/drawingml/2006/main" w="46339">
            <a:solidFill>
              <a:srgbClr val="70A194"/>
            </a:solidFill>
            <a:prstDash val="solid"/>
          </a:ln>
        </p:spPr>
      </p:sp>
      <p:sp>
        <p:nvSpPr>
          <p:cNvPr id="12" name="path-10">
            <a:extLst xmlns:a="http://schemas.openxmlformats.org/drawingml/2006/main">
              <a:ext uri="{FF2B5EF4-FFF2-40B4-BE49-F238E27FC236}">
                <a16:creationId xmlns:a16="http://schemas.microsoft.com/office/drawing/2014/main" id="{DF95E00F-EB3C-4044-863E-DAF67EC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690" y="773223"/>
            <a:ext cx="10256320" cy="403340"/>
          </a:xfrm>
          <a:custGeom xmlns:a="http://schemas.openxmlformats.org/drawingml/2006/main">
            <a:pathLst>
              <a:path w="10256320" h="403340">
                <a:moveTo>
                  <a:pt x="0" y="108589"/>
                </a:moveTo>
                <a:cubicBezTo>
                  <a:pt x="0" y="48617"/>
                  <a:pt x="48615" y="0"/>
                  <a:pt x="108587" y="0"/>
                </a:cubicBezTo>
                <a:lnTo>
                  <a:pt x="10147734" y="0"/>
                </a:lnTo>
                <a:cubicBezTo>
                  <a:pt x="10207704" y="0"/>
                  <a:pt x="10256320" y="48617"/>
                  <a:pt x="10256320" y="108589"/>
                </a:cubicBezTo>
                <a:lnTo>
                  <a:pt x="10256320" y="294751"/>
                </a:lnTo>
                <a:cubicBezTo>
                  <a:pt x="10256320" y="354725"/>
                  <a:pt x="10207704" y="403340"/>
                  <a:pt x="10147734" y="403340"/>
                </a:cubicBezTo>
                <a:lnTo>
                  <a:pt x="108587" y="403340"/>
                </a:lnTo>
                <a:cubicBezTo>
                  <a:pt x="48615" y="403340"/>
                  <a:pt x="0" y="354725"/>
                  <a:pt x="0" y="294751"/>
                </a:cubicBezTo>
                <a:lnTo>
                  <a:pt x="0" y="108589"/>
                </a:lnTo>
              </a:path>
            </a:pathLst>
          </a:custGeom>
          <a:solidFill xmlns:a="http://schemas.openxmlformats.org/drawingml/2006/main">
            <a:srgbClr val="70A1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 Harness">
            <a:extLst xmlns:a="http://schemas.openxmlformats.org/drawingml/2006/main">
              <a:ext uri="{FF2B5EF4-FFF2-40B4-BE49-F238E27FC236}">
                <a16:creationId xmlns:a16="http://schemas.microsoft.com/office/drawing/2014/main" id="{70AFB986-38EF-4D0A-AB70-F8E4B789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0923" y="761851"/>
            <a:ext cx="1028058" cy="411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6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Harness</a:t>
            </a:r>
          </a:p>
        </p:txBody>
      </p:sp>
      <p:sp>
        <p:nvSpPr>
          <p:cNvPr id="14" name="text-12 -">
            <a:extLst xmlns:a="http://schemas.openxmlformats.org/drawingml/2006/main">
              <a:ext uri="{FF2B5EF4-FFF2-40B4-BE49-F238E27FC236}">
                <a16:creationId xmlns:a16="http://schemas.microsoft.com/office/drawing/2014/main" id="{42D72802-5758-4D65-9A0A-D56E0C9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5966" y="762349"/>
            <a:ext cx="142692" cy="41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5" name="text-13 driven">
            <a:extLst xmlns:a="http://schemas.openxmlformats.org/drawingml/2006/main">
              <a:ext uri="{FF2B5EF4-FFF2-40B4-BE49-F238E27FC236}">
                <a16:creationId xmlns:a16="http://schemas.microsoft.com/office/drawing/2014/main" id="{B8B33A59-8EB5-403E-AA66-CE15FCC0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6716" y="762349"/>
            <a:ext cx="819658" cy="41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driven</a:t>
            </a:r>
          </a:p>
        </p:txBody>
      </p:sp>
      <p:sp>
        <p:nvSpPr>
          <p:cNvPr id="16" name="text-13 adaptive">
            <a:extLst xmlns:a="http://schemas.openxmlformats.org/drawingml/2006/main">
              <a:ext uri="{FF2B5EF4-FFF2-40B4-BE49-F238E27FC236}">
                <a16:creationId xmlns:a16="http://schemas.microsoft.com/office/drawing/2014/main" id="{50BD8C2A-2C58-4ACA-B42A-D69BB5E8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8758" y="762462"/>
            <a:ext cx="1124406" cy="41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adaptive</a:t>
            </a:r>
          </a:p>
        </p:txBody>
      </p:sp>
      <p:sp>
        <p:nvSpPr>
          <p:cNvPr id="17" name="text-13 joint">
            <a:extLst xmlns:a="http://schemas.openxmlformats.org/drawingml/2006/main">
              <a:ext uri="{FF2B5EF4-FFF2-40B4-BE49-F238E27FC236}">
                <a16:creationId xmlns:a16="http://schemas.microsoft.com/office/drawing/2014/main" id="{63025E42-BC8D-43B3-B066-9EDF9A8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6488" y="762795"/>
            <a:ext cx="607402" cy="410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08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joint</a:t>
            </a:r>
          </a:p>
        </p:txBody>
      </p:sp>
      <p:sp>
        <p:nvSpPr>
          <p:cNvPr id="18" name="text-13 synthesis">
            <a:extLst xmlns:a="http://schemas.openxmlformats.org/drawingml/2006/main">
              <a:ext uri="{FF2B5EF4-FFF2-40B4-BE49-F238E27FC236}">
                <a16:creationId xmlns:a16="http://schemas.microsoft.com/office/drawing/2014/main" id="{980480F3-F9B3-455A-BB4F-D0DE2C6B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7137" y="762499"/>
            <a:ext cx="1157307" cy="41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DFB23-BCFD-4DF3-BFE5-F49C42F78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618cce8e64072"/>
          <a:stretch xmlns:a="http://schemas.openxmlformats.org/drawingml/2006/main"/>
        </p:blipFill>
        <p:spPr>
          <a:xfrm xmlns:a="http://schemas.openxmlformats.org/drawingml/2006/main">
            <a:off x="4367831" y="1860362"/>
            <a:ext cx="155698" cy="285447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20A09-3F45-4A0F-AD0E-DD6C2051A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29dbcef3a4db7"/>
          <a:stretch xmlns:a="http://schemas.openxmlformats.org/drawingml/2006/main"/>
        </p:blipFill>
        <p:spPr>
          <a:xfrm xmlns:a="http://schemas.openxmlformats.org/drawingml/2006/main">
            <a:off x="4360808" y="1896789"/>
            <a:ext cx="76200" cy="20955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472D1-1A71-4A40-9462-BF499BE98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cc71921a444ce"/>
          <a:stretch xmlns:a="http://schemas.openxmlformats.org/drawingml/2006/main"/>
        </p:blipFill>
        <p:spPr>
          <a:xfrm xmlns:a="http://schemas.openxmlformats.org/drawingml/2006/main">
            <a:off x="4360808" y="1896789"/>
            <a:ext cx="76200" cy="209550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55342-A080-4875-BC7D-C3550FBA3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a321543de4889"/>
          <a:stretch xmlns:a="http://schemas.openxmlformats.org/drawingml/2006/main"/>
        </p:blipFill>
        <p:spPr>
          <a:xfrm xmlns:a="http://schemas.openxmlformats.org/drawingml/2006/main">
            <a:off x="4419731" y="1793634"/>
            <a:ext cx="485630" cy="418903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F94FB-B377-4971-A8C3-2A5825C0DF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3690e2fa0489e"/>
          <a:stretch xmlns:a="http://schemas.openxmlformats.org/drawingml/2006/main"/>
        </p:blipFill>
        <p:spPr>
          <a:xfrm xmlns:a="http://schemas.openxmlformats.org/drawingml/2006/main">
            <a:off x="4427483" y="1830114"/>
            <a:ext cx="409575" cy="342900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E2F67-004E-4FF1-B298-55E7CA50B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46c5ad367464b"/>
          <a:stretch xmlns:a="http://schemas.openxmlformats.org/drawingml/2006/main"/>
        </p:blipFill>
        <p:spPr>
          <a:xfrm xmlns:a="http://schemas.openxmlformats.org/drawingml/2006/main">
            <a:off x="4427483" y="1830114"/>
            <a:ext cx="409575" cy="342900"/>
          </a:xfrm>
          <a:prstGeom xmlns:a="http://schemas.openxmlformats.org/drawingml/2006/main" prst="rect">
            <a:avLst/>
          </a:prstGeom>
        </p:spPr>
      </p:pic>
      <p:sp>
        <p:nvSpPr>
          <p:cNvPr id="25" name="path-20">
            <a:extLst xmlns:a="http://schemas.openxmlformats.org/drawingml/2006/main">
              <a:ext uri="{FF2B5EF4-FFF2-40B4-BE49-F238E27FC236}">
                <a16:creationId xmlns:a16="http://schemas.microsoft.com/office/drawing/2014/main" id="{888759FF-0B91-48B4-8E11-B040FF26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3099152"/>
            <a:ext cx="4170491" cy="2085241"/>
          </a:xfrm>
          <a:custGeom xmlns:a="http://schemas.openxmlformats.org/drawingml/2006/main">
            <a:pathLst>
              <a:path w="4170491" h="2085241">
                <a:moveTo>
                  <a:pt x="0" y="154455"/>
                </a:moveTo>
                <a:cubicBezTo>
                  <a:pt x="0" y="69152"/>
                  <a:pt x="69152" y="0"/>
                  <a:pt x="154455" y="0"/>
                </a:cubicBezTo>
                <a:lnTo>
                  <a:pt x="4016036" y="0"/>
                </a:lnTo>
                <a:cubicBezTo>
                  <a:pt x="4101340" y="0"/>
                  <a:pt x="4170491" y="69152"/>
                  <a:pt x="4170491" y="154455"/>
                </a:cubicBezTo>
                <a:lnTo>
                  <a:pt x="4170491" y="1930785"/>
                </a:lnTo>
                <a:cubicBezTo>
                  <a:pt x="4170491" y="2016089"/>
                  <a:pt x="4101340" y="2085241"/>
                  <a:pt x="4016036" y="2085241"/>
                </a:cubicBezTo>
                <a:lnTo>
                  <a:pt x="154455" y="2085241"/>
                </a:lnTo>
                <a:cubicBezTo>
                  <a:pt x="69152" y="2085241"/>
                  <a:pt x="0" y="2016089"/>
                  <a:pt x="0" y="1930785"/>
                </a:cubicBezTo>
                <a:lnTo>
                  <a:pt x="0" y="154455"/>
                </a:lnTo>
              </a:path>
            </a:pathLst>
          </a:custGeom>
          <a:gradFill xmlns:a="http://schemas.openxmlformats.org/drawingml/2006/main">
            <a:gsLst>
              <a:gs pos="0">
                <a:srgbClr val="B2D6C8"/>
              </a:gs>
              <a:gs pos="100000">
                <a:srgbClr val="DBECE3"/>
              </a:gs>
            </a:gsLst>
            <a:lin ang="0"/>
          </a:gradFill>
          <a:ln xmlns:a="http://schemas.openxmlformats.org/drawingml/2006/main" w="46339">
            <a:solidFill>
              <a:srgbClr val="527276"/>
            </a:solidFill>
            <a:prstDash val="solid"/>
          </a:ln>
        </p:spPr>
      </p:sp>
      <p:sp>
        <p:nvSpPr>
          <p:cNvPr id="26" name="path-21">
            <a:extLst xmlns:a="http://schemas.openxmlformats.org/drawingml/2006/main">
              <a:ext uri="{FF2B5EF4-FFF2-40B4-BE49-F238E27FC236}">
                <a16:creationId xmlns:a16="http://schemas.microsoft.com/office/drawing/2014/main" id="{16967A6B-433D-477B-A643-2D17309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3099152"/>
            <a:ext cx="4170491" cy="401603"/>
          </a:xfrm>
          <a:custGeom xmlns:a="http://schemas.openxmlformats.org/drawingml/2006/main">
            <a:pathLst>
              <a:path w="4170491" h="401603">
                <a:moveTo>
                  <a:pt x="0" y="108125"/>
                </a:moveTo>
                <a:cubicBezTo>
                  <a:pt x="0" y="48410"/>
                  <a:pt x="48409" y="0"/>
                  <a:pt x="108125" y="0"/>
                </a:cubicBezTo>
                <a:lnTo>
                  <a:pt x="4062366" y="0"/>
                </a:lnTo>
                <a:cubicBezTo>
                  <a:pt x="4122081" y="0"/>
                  <a:pt x="4170491" y="48410"/>
                  <a:pt x="4170491" y="108125"/>
                </a:cubicBezTo>
                <a:lnTo>
                  <a:pt x="4170491" y="293478"/>
                </a:lnTo>
                <a:cubicBezTo>
                  <a:pt x="4170491" y="353193"/>
                  <a:pt x="4122081" y="401603"/>
                  <a:pt x="4062366" y="401603"/>
                </a:cubicBezTo>
                <a:lnTo>
                  <a:pt x="108125" y="401603"/>
                </a:lnTo>
                <a:cubicBezTo>
                  <a:pt x="48409" y="401603"/>
                  <a:pt x="0" y="353193"/>
                  <a:pt x="0" y="293478"/>
                </a:cubicBezTo>
                <a:lnTo>
                  <a:pt x="0" y="108125"/>
                </a:lnTo>
              </a:path>
            </a:pathLst>
          </a:custGeom>
          <a:solidFill xmlns:a="http://schemas.openxmlformats.org/drawingml/2006/main">
            <a:srgbClr val="527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2 2">
            <a:extLst xmlns:a="http://schemas.openxmlformats.org/drawingml/2006/main">
              <a:ext uri="{FF2B5EF4-FFF2-40B4-BE49-F238E27FC236}">
                <a16:creationId xmlns:a16="http://schemas.microsoft.com/office/drawing/2014/main" id="{F8CBD0A9-4687-4346-A070-7D321EF0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096" y="3108919"/>
            <a:ext cx="201593" cy="41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8" name="text-22 Evolving">
            <a:extLst xmlns:a="http://schemas.openxmlformats.org/drawingml/2006/main">
              <a:ext uri="{FF2B5EF4-FFF2-40B4-BE49-F238E27FC236}">
                <a16:creationId xmlns:a16="http://schemas.microsoft.com/office/drawing/2014/main" id="{479A9925-0BDD-45F8-8C01-6419A384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2016" y="3109811"/>
            <a:ext cx="1068134" cy="409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05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Evolving</a:t>
            </a:r>
          </a:p>
        </p:txBody>
      </p:sp>
      <p:sp>
        <p:nvSpPr>
          <p:cNvPr id="29" name="path-23">
            <a:extLst xmlns:a="http://schemas.openxmlformats.org/drawingml/2006/main">
              <a:ext uri="{FF2B5EF4-FFF2-40B4-BE49-F238E27FC236}">
                <a16:creationId xmlns:a16="http://schemas.microsoft.com/office/drawing/2014/main" id="{FC1511A9-989F-4742-A744-23DF422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3099152"/>
            <a:ext cx="10256319" cy="2085246"/>
          </a:xfrm>
          <a:custGeom xmlns:a="http://schemas.openxmlformats.org/drawingml/2006/main">
            <a:pathLst>
              <a:path w="10256319" h="2085246">
                <a:moveTo>
                  <a:pt x="0" y="154451"/>
                </a:moveTo>
                <a:cubicBezTo>
                  <a:pt x="0" y="69150"/>
                  <a:pt x="69150" y="0"/>
                  <a:pt x="154450" y="0"/>
                </a:cubicBezTo>
                <a:lnTo>
                  <a:pt x="10101869" y="0"/>
                </a:lnTo>
                <a:cubicBezTo>
                  <a:pt x="10187171" y="0"/>
                  <a:pt x="10256319" y="69150"/>
                  <a:pt x="10256319" y="154451"/>
                </a:cubicBezTo>
                <a:lnTo>
                  <a:pt x="10256319" y="1930795"/>
                </a:lnTo>
                <a:cubicBezTo>
                  <a:pt x="10256319" y="2016095"/>
                  <a:pt x="10187171" y="2085246"/>
                  <a:pt x="10101869" y="2085246"/>
                </a:cubicBezTo>
                <a:lnTo>
                  <a:pt x="154450" y="2085246"/>
                </a:lnTo>
                <a:cubicBezTo>
                  <a:pt x="69150" y="2085246"/>
                  <a:pt x="0" y="2016095"/>
                  <a:pt x="0" y="1930795"/>
                </a:cubicBezTo>
                <a:lnTo>
                  <a:pt x="0" y="154451"/>
                </a:lnTo>
              </a:path>
            </a:pathLst>
          </a:custGeom>
          <a:gradFill xmlns:a="http://schemas.openxmlformats.org/drawingml/2006/main">
            <a:gsLst>
              <a:gs pos="0">
                <a:srgbClr val="B2D6C9"/>
              </a:gs>
              <a:gs pos="100000">
                <a:srgbClr val="DBECE3"/>
              </a:gs>
            </a:gsLst>
            <a:lin ang="0"/>
          </a:gradFill>
          <a:ln xmlns:a="http://schemas.openxmlformats.org/drawingml/2006/main" w="46339">
            <a:solidFill>
              <a:srgbClr val="527276"/>
            </a:solidFill>
            <a:prstDash val="solid"/>
          </a:ln>
        </p:spPr>
      </p:sp>
      <p:sp>
        <p:nvSpPr>
          <p:cNvPr id="30" name="path-24">
            <a:extLst xmlns:a="http://schemas.openxmlformats.org/drawingml/2006/main">
              <a:ext uri="{FF2B5EF4-FFF2-40B4-BE49-F238E27FC236}">
                <a16:creationId xmlns:a16="http://schemas.microsoft.com/office/drawing/2014/main" id="{DD43212C-7BD5-4799-B69C-1254CBC2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3099152"/>
            <a:ext cx="10256321" cy="401603"/>
          </a:xfrm>
          <a:custGeom xmlns:a="http://schemas.openxmlformats.org/drawingml/2006/main">
            <a:pathLst>
              <a:path w="10256321" h="401603">
                <a:moveTo>
                  <a:pt x="0" y="108129"/>
                </a:moveTo>
                <a:cubicBezTo>
                  <a:pt x="0" y="48412"/>
                  <a:pt x="48410" y="0"/>
                  <a:pt x="108127" y="0"/>
                </a:cubicBezTo>
                <a:lnTo>
                  <a:pt x="10148194" y="0"/>
                </a:lnTo>
                <a:cubicBezTo>
                  <a:pt x="10207909" y="0"/>
                  <a:pt x="10256321" y="48412"/>
                  <a:pt x="10256321" y="108129"/>
                </a:cubicBezTo>
                <a:lnTo>
                  <a:pt x="10256321" y="293474"/>
                </a:lnTo>
                <a:cubicBezTo>
                  <a:pt x="10256321" y="353192"/>
                  <a:pt x="10207909" y="401603"/>
                  <a:pt x="10148194" y="401603"/>
                </a:cubicBezTo>
                <a:lnTo>
                  <a:pt x="108127" y="401603"/>
                </a:lnTo>
                <a:cubicBezTo>
                  <a:pt x="48410" y="401603"/>
                  <a:pt x="0" y="353192"/>
                  <a:pt x="0" y="293474"/>
                </a:cubicBezTo>
                <a:lnTo>
                  <a:pt x="0" y="108129"/>
                </a:lnTo>
              </a:path>
            </a:pathLst>
          </a:custGeom>
          <a:solidFill xmlns:a="http://schemas.openxmlformats.org/drawingml/2006/main">
            <a:srgbClr val="527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25 FCR">
            <a:extLst xmlns:a="http://schemas.openxmlformats.org/drawingml/2006/main">
              <a:ext uri="{FF2B5EF4-FFF2-40B4-BE49-F238E27FC236}">
                <a16:creationId xmlns:a16="http://schemas.microsoft.com/office/drawing/2014/main" id="{BD102FBA-3CFA-4F39-95AE-F535CB72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6668" y="3108303"/>
            <a:ext cx="503856" cy="41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FCR</a:t>
            </a:r>
          </a:p>
        </p:txBody>
      </p:sp>
      <p:sp>
        <p:nvSpPr>
          <p:cNvPr id="32" name="text-26 (">
            <a:extLst xmlns:a="http://schemas.openxmlformats.org/drawingml/2006/main">
              <a:ext uri="{FF2B5EF4-FFF2-40B4-BE49-F238E27FC236}">
                <a16:creationId xmlns:a16="http://schemas.microsoft.com/office/drawing/2014/main" id="{E3DD0FCE-0D1A-4245-9876-7B1D4F4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3886" y="3108778"/>
            <a:ext cx="144299" cy="411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33" name="text-27 Factorial">
            <a:extLst xmlns:a="http://schemas.openxmlformats.org/drawingml/2006/main">
              <a:ext uri="{FF2B5EF4-FFF2-40B4-BE49-F238E27FC236}">
                <a16:creationId xmlns:a16="http://schemas.microsoft.com/office/drawing/2014/main" id="{CB2AE30A-524D-49F3-9E51-60E98858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4632" y="3108550"/>
            <a:ext cx="1116718" cy="411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5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Factorial</a:t>
            </a:r>
          </a:p>
        </p:txBody>
      </p:sp>
      <p:sp>
        <p:nvSpPr>
          <p:cNvPr id="34" name="text-27 Compatibility">
            <a:extLst xmlns:a="http://schemas.openxmlformats.org/drawingml/2006/main">
              <a:ext uri="{FF2B5EF4-FFF2-40B4-BE49-F238E27FC236}">
                <a16:creationId xmlns:a16="http://schemas.microsoft.com/office/drawing/2014/main" id="{75927A66-F32C-428D-A0D9-2369D794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3352" y="3109126"/>
            <a:ext cx="1686906" cy="410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Compatibility</a:t>
            </a:r>
          </a:p>
        </p:txBody>
      </p:sp>
      <p:sp>
        <p:nvSpPr>
          <p:cNvPr id="35" name="text-27 Replay">
            <a:extLst xmlns:a="http://schemas.openxmlformats.org/drawingml/2006/main">
              <a:ext uri="{FF2B5EF4-FFF2-40B4-BE49-F238E27FC236}">
                <a16:creationId xmlns:a16="http://schemas.microsoft.com/office/drawing/2014/main" id="{36421F6E-2855-4B4B-B997-F3B7BD9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2185" y="3108877"/>
            <a:ext cx="877888" cy="411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Replay</a:t>
            </a:r>
          </a:p>
        </p:txBody>
      </p:sp>
      <p:sp>
        <p:nvSpPr>
          <p:cNvPr id="36" name="text-28 )">
            <a:extLst xmlns:a="http://schemas.openxmlformats.org/drawingml/2006/main">
              <a:ext uri="{FF2B5EF4-FFF2-40B4-BE49-F238E27FC236}">
                <a16:creationId xmlns:a16="http://schemas.microsoft.com/office/drawing/2014/main" id="{92EFA908-4B35-4F10-8FC0-94D95F40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6285" y="3108778"/>
            <a:ext cx="144299" cy="411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67654D-3DBB-4642-A9E5-115100964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0466cd0d64c69"/>
          <a:stretch xmlns:a="http://schemas.openxmlformats.org/drawingml/2006/main"/>
        </p:blipFill>
        <p:spPr>
          <a:xfrm xmlns:a="http://schemas.openxmlformats.org/drawingml/2006/main">
            <a:off x="4367831" y="4177302"/>
            <a:ext cx="155698" cy="285447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A13F4F-845C-4C2F-BB33-AB70546FDD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45c3d7b9d4949"/>
          <a:stretch xmlns:a="http://schemas.openxmlformats.org/drawingml/2006/main"/>
        </p:blipFill>
        <p:spPr>
          <a:xfrm xmlns:a="http://schemas.openxmlformats.org/drawingml/2006/main">
            <a:off x="4360808" y="4230414"/>
            <a:ext cx="76200" cy="1714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BE4736-640F-4B48-9B48-B7CA3C7B1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1823812984b06"/>
          <a:stretch xmlns:a="http://schemas.openxmlformats.org/drawingml/2006/main"/>
        </p:blipFill>
        <p:spPr>
          <a:xfrm xmlns:a="http://schemas.openxmlformats.org/drawingml/2006/main">
            <a:off x="4360808" y="4230414"/>
            <a:ext cx="76200" cy="1714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569338-C353-464A-A670-32E1004D6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77f7660d640a9"/>
          <a:stretch xmlns:a="http://schemas.openxmlformats.org/drawingml/2006/main"/>
        </p:blipFill>
        <p:spPr>
          <a:xfrm xmlns:a="http://schemas.openxmlformats.org/drawingml/2006/main">
            <a:off x="4419731" y="4110574"/>
            <a:ext cx="485630" cy="418903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BC2762-D42C-47D4-AACF-07E328675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4e3ea0e184580"/>
          <a:stretch xmlns:a="http://schemas.openxmlformats.org/drawingml/2006/main"/>
        </p:blipFill>
        <p:spPr>
          <a:xfrm xmlns:a="http://schemas.openxmlformats.org/drawingml/2006/main">
            <a:off x="4427483" y="4163739"/>
            <a:ext cx="409575" cy="30480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D34F40-5D4B-47F7-BFDC-B9FFD385A4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5bd2329fc45a2"/>
          <a:stretch xmlns:a="http://schemas.openxmlformats.org/drawingml/2006/main"/>
        </p:blipFill>
        <p:spPr>
          <a:xfrm xmlns:a="http://schemas.openxmlformats.org/drawingml/2006/main">
            <a:off x="4427483" y="4163739"/>
            <a:ext cx="409575" cy="304800"/>
          </a:xfrm>
          <a:prstGeom xmlns:a="http://schemas.openxmlformats.org/drawingml/2006/main" prst="rect">
            <a:avLst/>
          </a:prstGeom>
        </p:spPr>
      </p:pic>
      <p:sp>
        <p:nvSpPr>
          <p:cNvPr id="43" name="path-35">
            <a:extLst xmlns:a="http://schemas.openxmlformats.org/drawingml/2006/main">
              <a:ext uri="{FF2B5EF4-FFF2-40B4-BE49-F238E27FC236}">
                <a16:creationId xmlns:a16="http://schemas.microsoft.com/office/drawing/2014/main" id="{3CC4555C-E9A7-4727-9829-616C2F66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5416092"/>
            <a:ext cx="4170491" cy="2085241"/>
          </a:xfrm>
          <a:custGeom xmlns:a="http://schemas.openxmlformats.org/drawingml/2006/main">
            <a:pathLst>
              <a:path w="4170491" h="2085241">
                <a:moveTo>
                  <a:pt x="0" y="154455"/>
                </a:moveTo>
                <a:cubicBezTo>
                  <a:pt x="0" y="69152"/>
                  <a:pt x="69152" y="0"/>
                  <a:pt x="154455" y="0"/>
                </a:cubicBezTo>
                <a:lnTo>
                  <a:pt x="4016036" y="0"/>
                </a:lnTo>
                <a:cubicBezTo>
                  <a:pt x="4101340" y="0"/>
                  <a:pt x="4170491" y="69152"/>
                  <a:pt x="4170491" y="154455"/>
                </a:cubicBezTo>
                <a:lnTo>
                  <a:pt x="4170491" y="1930786"/>
                </a:lnTo>
                <a:cubicBezTo>
                  <a:pt x="4170491" y="2016089"/>
                  <a:pt x="4101340" y="2085241"/>
                  <a:pt x="4016036" y="2085241"/>
                </a:cubicBezTo>
                <a:lnTo>
                  <a:pt x="154455" y="2085241"/>
                </a:lnTo>
                <a:cubicBezTo>
                  <a:pt x="69152" y="2085241"/>
                  <a:pt x="0" y="2016089"/>
                  <a:pt x="0" y="1930786"/>
                </a:cubicBezTo>
                <a:lnTo>
                  <a:pt x="0" y="154455"/>
                </a:lnTo>
              </a:path>
            </a:pathLst>
          </a:custGeom>
          <a:gradFill xmlns:a="http://schemas.openxmlformats.org/drawingml/2006/main">
            <a:gsLst>
              <a:gs pos="0">
                <a:srgbClr val="CAE3E3"/>
              </a:gs>
              <a:gs pos="100000">
                <a:srgbClr val="E7F3F3"/>
              </a:gs>
            </a:gsLst>
            <a:lin ang="0"/>
          </a:gradFill>
          <a:ln xmlns:a="http://schemas.openxmlformats.org/drawingml/2006/main" w="46339">
            <a:solidFill>
              <a:srgbClr val="54718B"/>
            </a:solidFill>
            <a:prstDash val="solid"/>
          </a:ln>
        </p:spPr>
      </p:sp>
      <p:sp>
        <p:nvSpPr>
          <p:cNvPr id="44" name="path-36">
            <a:extLst xmlns:a="http://schemas.openxmlformats.org/drawingml/2006/main">
              <a:ext uri="{FF2B5EF4-FFF2-40B4-BE49-F238E27FC236}">
                <a16:creationId xmlns:a16="http://schemas.microsoft.com/office/drawing/2014/main" id="{389FDF5D-6E8D-4BDC-86CB-726ACB3F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5416092"/>
            <a:ext cx="4170491" cy="401603"/>
          </a:xfrm>
          <a:custGeom xmlns:a="http://schemas.openxmlformats.org/drawingml/2006/main">
            <a:pathLst>
              <a:path w="4170491" h="401603">
                <a:moveTo>
                  <a:pt x="0" y="108125"/>
                </a:moveTo>
                <a:cubicBezTo>
                  <a:pt x="0" y="48409"/>
                  <a:pt x="48409" y="0"/>
                  <a:pt x="108125" y="0"/>
                </a:cubicBezTo>
                <a:lnTo>
                  <a:pt x="4062366" y="0"/>
                </a:lnTo>
                <a:cubicBezTo>
                  <a:pt x="4122081" y="0"/>
                  <a:pt x="4170491" y="48409"/>
                  <a:pt x="4170491" y="108125"/>
                </a:cubicBezTo>
                <a:lnTo>
                  <a:pt x="4170491" y="293477"/>
                </a:lnTo>
                <a:cubicBezTo>
                  <a:pt x="4170491" y="353193"/>
                  <a:pt x="4122081" y="401603"/>
                  <a:pt x="4062366" y="401603"/>
                </a:cubicBezTo>
                <a:lnTo>
                  <a:pt x="108125" y="401603"/>
                </a:lnTo>
                <a:cubicBezTo>
                  <a:pt x="48409" y="401603"/>
                  <a:pt x="0" y="353193"/>
                  <a:pt x="0" y="293477"/>
                </a:cubicBezTo>
                <a:lnTo>
                  <a:pt x="0" y="108125"/>
                </a:lnTo>
              </a:path>
            </a:pathLst>
          </a:custGeom>
          <a:solidFill xmlns:a="http://schemas.openxmlformats.org/drawingml/2006/main">
            <a:srgbClr val="5471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37 3">
            <a:extLst xmlns:a="http://schemas.openxmlformats.org/drawingml/2006/main">
              <a:ext uri="{FF2B5EF4-FFF2-40B4-BE49-F238E27FC236}">
                <a16:creationId xmlns:a16="http://schemas.microsoft.com/office/drawing/2014/main" id="{117201A4-CCFA-4BB9-AF6E-5E1B614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9664" y="5425859"/>
            <a:ext cx="201593" cy="41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6" name="text-38 Trai">
            <a:extLst xmlns:a="http://schemas.openxmlformats.org/drawingml/2006/main">
              <a:ext uri="{FF2B5EF4-FFF2-40B4-BE49-F238E27FC236}">
                <a16:creationId xmlns:a16="http://schemas.microsoft.com/office/drawing/2014/main" id="{2D9F0EE7-B3D5-4E8D-820A-0423F4E0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9628" y="5425685"/>
            <a:ext cx="518544" cy="41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</a:t>
            </a:r>
          </a:p>
        </p:txBody>
      </p:sp>
      <p:sp>
        <p:nvSpPr>
          <p:cNvPr id="47" name="text-39 ning">
            <a:extLst xmlns:a="http://schemas.openxmlformats.org/drawingml/2006/main">
              <a:ext uri="{FF2B5EF4-FFF2-40B4-BE49-F238E27FC236}">
                <a16:creationId xmlns:a16="http://schemas.microsoft.com/office/drawing/2014/main" id="{88AC98B2-07CC-4829-858D-306C56B7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406" y="5426542"/>
            <a:ext cx="587952" cy="41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06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ning</a:t>
            </a:r>
          </a:p>
        </p:txBody>
      </p:sp>
      <p:sp>
        <p:nvSpPr>
          <p:cNvPr id="48" name="path-40">
            <a:extLst xmlns:a="http://schemas.openxmlformats.org/drawingml/2006/main">
              <a:ext uri="{FF2B5EF4-FFF2-40B4-BE49-F238E27FC236}">
                <a16:creationId xmlns:a16="http://schemas.microsoft.com/office/drawing/2014/main" id="{6929BF51-FDE9-4B5F-A5C7-B8C25D97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5416092"/>
            <a:ext cx="10256319" cy="2085246"/>
          </a:xfrm>
          <a:custGeom xmlns:a="http://schemas.openxmlformats.org/drawingml/2006/main">
            <a:pathLst>
              <a:path w="10256319" h="2085246">
                <a:moveTo>
                  <a:pt x="0" y="154451"/>
                </a:moveTo>
                <a:cubicBezTo>
                  <a:pt x="0" y="69150"/>
                  <a:pt x="69150" y="0"/>
                  <a:pt x="154450" y="0"/>
                </a:cubicBezTo>
                <a:lnTo>
                  <a:pt x="10101869" y="0"/>
                </a:lnTo>
                <a:cubicBezTo>
                  <a:pt x="10187171" y="0"/>
                  <a:pt x="10256319" y="69150"/>
                  <a:pt x="10256319" y="154451"/>
                </a:cubicBezTo>
                <a:lnTo>
                  <a:pt x="10256319" y="1930795"/>
                </a:lnTo>
                <a:cubicBezTo>
                  <a:pt x="10256319" y="2016095"/>
                  <a:pt x="10187171" y="2085246"/>
                  <a:pt x="10101869" y="2085246"/>
                </a:cubicBezTo>
                <a:lnTo>
                  <a:pt x="154450" y="2085246"/>
                </a:lnTo>
                <a:cubicBezTo>
                  <a:pt x="69150" y="2085246"/>
                  <a:pt x="0" y="2016095"/>
                  <a:pt x="0" y="1930795"/>
                </a:cubicBezTo>
                <a:lnTo>
                  <a:pt x="0" y="154451"/>
                </a:lnTo>
              </a:path>
            </a:pathLst>
          </a:custGeom>
          <a:gradFill xmlns:a="http://schemas.openxmlformats.org/drawingml/2006/main">
            <a:gsLst>
              <a:gs pos="0">
                <a:srgbClr val="CAE4E3"/>
              </a:gs>
              <a:gs pos="100000">
                <a:srgbClr val="E7F3F3"/>
              </a:gs>
            </a:gsLst>
            <a:lin ang="0"/>
          </a:gradFill>
          <a:ln xmlns:a="http://schemas.openxmlformats.org/drawingml/2006/main" w="46339">
            <a:solidFill>
              <a:srgbClr val="54718B"/>
            </a:solidFill>
            <a:prstDash val="solid"/>
          </a:ln>
        </p:spPr>
      </p:sp>
      <p:sp>
        <p:nvSpPr>
          <p:cNvPr id="49" name="path-41">
            <a:extLst xmlns:a="http://schemas.openxmlformats.org/drawingml/2006/main">
              <a:ext uri="{FF2B5EF4-FFF2-40B4-BE49-F238E27FC236}">
                <a16:creationId xmlns:a16="http://schemas.microsoft.com/office/drawing/2014/main" id="{4A406A09-B7B2-4025-BA9C-4A9B490E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5416092"/>
            <a:ext cx="10256321" cy="401603"/>
          </a:xfrm>
          <a:custGeom xmlns:a="http://schemas.openxmlformats.org/drawingml/2006/main">
            <a:pathLst>
              <a:path w="10256321" h="401603">
                <a:moveTo>
                  <a:pt x="0" y="108128"/>
                </a:moveTo>
                <a:cubicBezTo>
                  <a:pt x="0" y="48410"/>
                  <a:pt x="48410" y="0"/>
                  <a:pt x="108127" y="0"/>
                </a:cubicBezTo>
                <a:lnTo>
                  <a:pt x="10148194" y="0"/>
                </a:lnTo>
                <a:cubicBezTo>
                  <a:pt x="10207909" y="0"/>
                  <a:pt x="10256321" y="48410"/>
                  <a:pt x="10256321" y="108128"/>
                </a:cubicBezTo>
                <a:lnTo>
                  <a:pt x="10256321" y="293473"/>
                </a:lnTo>
                <a:cubicBezTo>
                  <a:pt x="10256321" y="353191"/>
                  <a:pt x="10207909" y="401603"/>
                  <a:pt x="10148194" y="401603"/>
                </a:cubicBezTo>
                <a:lnTo>
                  <a:pt x="108127" y="401603"/>
                </a:lnTo>
                <a:cubicBezTo>
                  <a:pt x="48410" y="401603"/>
                  <a:pt x="0" y="353191"/>
                  <a:pt x="0" y="293473"/>
                </a:cubicBezTo>
                <a:lnTo>
                  <a:pt x="0" y="108128"/>
                </a:lnTo>
              </a:path>
            </a:pathLst>
          </a:custGeom>
          <a:solidFill xmlns:a="http://schemas.openxmlformats.org/drawingml/2006/main">
            <a:srgbClr val="5471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42 VTCA">
            <a:extLst xmlns:a="http://schemas.openxmlformats.org/drawingml/2006/main">
              <a:ext uri="{FF2B5EF4-FFF2-40B4-BE49-F238E27FC236}">
                <a16:creationId xmlns:a16="http://schemas.microsoft.com/office/drawing/2014/main" id="{0506F5EC-824D-4D0C-8EE2-6B300803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9104" y="5431404"/>
            <a:ext cx="666791" cy="39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1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VTCA</a:t>
            </a:r>
          </a:p>
        </p:txBody>
      </p:sp>
      <p:sp>
        <p:nvSpPr>
          <p:cNvPr id="51" name="text-42 (Verifier">
            <a:extLst xmlns:a="http://schemas.openxmlformats.org/drawingml/2006/main">
              <a:ext uri="{FF2B5EF4-FFF2-40B4-BE49-F238E27FC236}">
                <a16:creationId xmlns:a16="http://schemas.microsoft.com/office/drawing/2014/main" id="{DCEA2EFC-7336-4DBB-A7F3-9E3031F4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0562" y="5430162"/>
            <a:ext cx="991505" cy="39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2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(Verifier</a:t>
            </a:r>
          </a:p>
        </p:txBody>
      </p:sp>
      <p:sp>
        <p:nvSpPr>
          <p:cNvPr id="52" name="text-43 -">
            <a:extLst xmlns:a="http://schemas.openxmlformats.org/drawingml/2006/main">
              <a:ext uri="{FF2B5EF4-FFF2-40B4-BE49-F238E27FC236}">
                <a16:creationId xmlns:a16="http://schemas.microsoft.com/office/drawing/2014/main" id="{D0605CCE-BB4F-4D6C-A37E-B8378E44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8336" y="5434119"/>
            <a:ext cx="135146" cy="38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3" name="text-44 to">
            <a:extLst xmlns:a="http://schemas.openxmlformats.org/drawingml/2006/main">
              <a:ext uri="{FF2B5EF4-FFF2-40B4-BE49-F238E27FC236}">
                <a16:creationId xmlns:a16="http://schemas.microsoft.com/office/drawing/2014/main" id="{260E4EF5-47B4-4710-AAD5-8C0F94D2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5221" y="5433872"/>
            <a:ext cx="290219" cy="389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9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54" name="text-45 -">
            <a:extLst xmlns:a="http://schemas.openxmlformats.org/drawingml/2006/main">
              <a:ext uri="{FF2B5EF4-FFF2-40B4-BE49-F238E27FC236}">
                <a16:creationId xmlns:a16="http://schemas.microsoft.com/office/drawing/2014/main" id="{91084310-AC17-42C9-95DA-EC70FD15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7419" y="5434119"/>
            <a:ext cx="135146" cy="38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5" name="text-46 Turn">
            <a:extLst xmlns:a="http://schemas.openxmlformats.org/drawingml/2006/main">
              <a:ext uri="{FF2B5EF4-FFF2-40B4-BE49-F238E27FC236}">
                <a16:creationId xmlns:a16="http://schemas.microsoft.com/office/drawing/2014/main" id="{F8342B73-67B5-43B5-84AA-423FA23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4304" y="5431887"/>
            <a:ext cx="573503" cy="392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06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56" name="text-46 Credit">
            <a:extLst xmlns:a="http://schemas.openxmlformats.org/drawingml/2006/main">
              <a:ext uri="{FF2B5EF4-FFF2-40B4-BE49-F238E27FC236}">
                <a16:creationId xmlns:a16="http://schemas.microsoft.com/office/drawing/2014/main" id="{9EF8DC35-079A-4301-A0F8-425F9CDD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3178" y="5430426"/>
            <a:ext cx="749577" cy="394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1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57" name="text-46 Assignment)">
            <a:extLst xmlns:a="http://schemas.openxmlformats.org/drawingml/2006/main">
              <a:ext uri="{FF2B5EF4-FFF2-40B4-BE49-F238E27FC236}">
                <a16:creationId xmlns:a16="http://schemas.microsoft.com/office/drawing/2014/main" id="{FC739A83-682E-4AF2-9228-F5392FF2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5821" y="5431102"/>
            <a:ext cx="1501768" cy="393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Assignment)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761584-FFFF-477D-B059-B5513187C0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5c67a6f164848"/>
          <a:stretch xmlns:a="http://schemas.openxmlformats.org/drawingml/2006/main"/>
        </p:blipFill>
        <p:spPr>
          <a:xfrm xmlns:a="http://schemas.openxmlformats.org/drawingml/2006/main">
            <a:off x="4367831" y="6494242"/>
            <a:ext cx="155698" cy="285447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7BB488-C1E6-45EA-AA83-559660237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3bea1fcac4a0f"/>
          <a:stretch xmlns:a="http://schemas.openxmlformats.org/drawingml/2006/main"/>
        </p:blipFill>
        <p:spPr>
          <a:xfrm xmlns:a="http://schemas.openxmlformats.org/drawingml/2006/main">
            <a:off x="4360808" y="6535464"/>
            <a:ext cx="76200" cy="200025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27CC56-DE95-4B88-994B-DA1F4FC4F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88522f15c48b5"/>
          <a:stretch xmlns:a="http://schemas.openxmlformats.org/drawingml/2006/main"/>
        </p:blipFill>
        <p:spPr>
          <a:xfrm xmlns:a="http://schemas.openxmlformats.org/drawingml/2006/main">
            <a:off x="4360808" y="6535464"/>
            <a:ext cx="76200" cy="200025"/>
          </a:xfrm>
          <a:prstGeom xmlns:a="http://schemas.openxmlformats.org/drawingml/2006/main" prst="rect">
            <a:avLst/>
          </a:prstGeom>
        </p:spPr>
      </p:pic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790B22-DF7C-435D-8991-E601D1358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49c22c1c943c4"/>
          <a:stretch xmlns:a="http://schemas.openxmlformats.org/drawingml/2006/main"/>
        </p:blipFill>
        <p:spPr>
          <a:xfrm xmlns:a="http://schemas.openxmlformats.org/drawingml/2006/main">
            <a:off x="4360808" y="6535464"/>
            <a:ext cx="76200" cy="200025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2D1F24-2E32-4889-ADD4-C66CCDF1B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8ab9405964a6c"/>
          <a:stretch xmlns:a="http://schemas.openxmlformats.org/drawingml/2006/main"/>
        </p:blipFill>
        <p:spPr>
          <a:xfrm xmlns:a="http://schemas.openxmlformats.org/drawingml/2006/main">
            <a:off x="4419731" y="6427514"/>
            <a:ext cx="485630" cy="418903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31F49F-A777-4CE6-988C-C4E4A4CD7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70739b9bb403b"/>
          <a:stretch xmlns:a="http://schemas.openxmlformats.org/drawingml/2006/main"/>
        </p:blipFill>
        <p:spPr>
          <a:xfrm xmlns:a="http://schemas.openxmlformats.org/drawingml/2006/main">
            <a:off x="4427483" y="6468789"/>
            <a:ext cx="409575" cy="333375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E31DC5-834A-4118-A9F6-68CE7AAD14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3d9eb87d94f38"/>
          <a:stretch xmlns:a="http://schemas.openxmlformats.org/drawingml/2006/main"/>
        </p:blipFill>
        <p:spPr>
          <a:xfrm xmlns:a="http://schemas.openxmlformats.org/drawingml/2006/main">
            <a:off x="4427483" y="6468789"/>
            <a:ext cx="409575" cy="333375"/>
          </a:xfrm>
          <a:prstGeom xmlns:a="http://schemas.openxmlformats.org/drawingml/2006/main" prst="rect">
            <a:avLst/>
          </a:prstGeom>
        </p:spPr>
      </p:pic>
      <p:sp>
        <p:nvSpPr>
          <p:cNvPr id="65" name="text-54 Components">
            <a:extLst xmlns:a="http://schemas.openxmlformats.org/drawingml/2006/main">
              <a:ext uri="{FF2B5EF4-FFF2-40B4-BE49-F238E27FC236}">
                <a16:creationId xmlns:a16="http://schemas.microsoft.com/office/drawing/2014/main" id="{30A9043D-6CC8-4E33-811F-2D9235B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939" y="1270845"/>
            <a:ext cx="1471293" cy="384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Components</a:t>
            </a:r>
          </a:p>
        </p:txBody>
      </p:sp>
      <p:sp>
        <p:nvSpPr>
          <p:cNvPr id="66" name="text-54 can">
            <a:extLst xmlns:a="http://schemas.openxmlformats.org/drawingml/2006/main">
              <a:ext uri="{FF2B5EF4-FFF2-40B4-BE49-F238E27FC236}">
                <a16:creationId xmlns:a16="http://schemas.microsoft.com/office/drawing/2014/main" id="{3BB0B79D-D35C-4A60-A7A9-E4A9D25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7104" y="1270196"/>
            <a:ext cx="450752" cy="385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</a:t>
            </a:r>
          </a:p>
        </p:txBody>
      </p:sp>
      <p:sp>
        <p:nvSpPr>
          <p:cNvPr id="67" name="text-54 misalign">
            <a:extLst xmlns:a="http://schemas.openxmlformats.org/drawingml/2006/main">
              <a:ext uri="{FF2B5EF4-FFF2-40B4-BE49-F238E27FC236}">
                <a16:creationId xmlns:a16="http://schemas.microsoft.com/office/drawing/2014/main" id="{F7223F96-D00B-45B5-82A9-A9DB373B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8249" y="1270283"/>
            <a:ext cx="1016672" cy="384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misalign</a:t>
            </a:r>
          </a:p>
        </p:txBody>
      </p:sp>
      <p:sp>
        <p:nvSpPr>
          <p:cNvPr id="68" name="path-55">
            <a:extLst xmlns:a="http://schemas.openxmlformats.org/drawingml/2006/main">
              <a:ext uri="{FF2B5EF4-FFF2-40B4-BE49-F238E27FC236}">
                <a16:creationId xmlns:a16="http://schemas.microsoft.com/office/drawing/2014/main" id="{4BFBE4CC-C2C1-4AE0-9F5A-9EE3520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92" y="1708989"/>
            <a:ext cx="741421" cy="370711"/>
          </a:xfrm>
          <a:custGeom xmlns:a="http://schemas.openxmlformats.org/drawingml/2006/main">
            <a:pathLst>
              <a:path w="741421" h="370711">
                <a:moveTo>
                  <a:pt x="0" y="61782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2"/>
                </a:cubicBezTo>
                <a:lnTo>
                  <a:pt x="741421" y="308929"/>
                </a:lnTo>
                <a:cubicBezTo>
                  <a:pt x="741421" y="343049"/>
                  <a:pt x="713760" y="370711"/>
                  <a:pt x="679638" y="370711"/>
                </a:cubicBezTo>
                <a:lnTo>
                  <a:pt x="61783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56">
            <a:extLst xmlns:a="http://schemas.openxmlformats.org/drawingml/2006/main">
              <a:ext uri="{FF2B5EF4-FFF2-40B4-BE49-F238E27FC236}">
                <a16:creationId xmlns:a16="http://schemas.microsoft.com/office/drawing/2014/main" id="{B17B38D5-BABA-45BB-947D-2EA6D13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92" y="1708989"/>
            <a:ext cx="741421" cy="370710"/>
          </a:xfrm>
          <a:custGeom xmlns:a="http://schemas.openxmlformats.org/drawingml/2006/main">
            <a:pathLst>
              <a:path w="74142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3"/>
                </a:cubicBezTo>
                <a:lnTo>
                  <a:pt x="741421" y="308928"/>
                </a:lnTo>
                <a:cubicBezTo>
                  <a:pt x="741421" y="343049"/>
                  <a:pt x="713760" y="370710"/>
                  <a:pt x="67963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92BAC3-5508-4C6E-8674-60C783E93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c27d47361447b"/>
          <a:stretch xmlns:a="http://schemas.openxmlformats.org/drawingml/2006/main"/>
        </p:blipFill>
        <p:spPr>
          <a:xfrm xmlns:a="http://schemas.openxmlformats.org/drawingml/2006/main">
            <a:off x="675556" y="1734321"/>
            <a:ext cx="374417" cy="326225"/>
          </a:xfrm>
          <a:prstGeom xmlns:a="http://schemas.openxmlformats.org/drawingml/2006/main" prst="rect">
            <a:avLst/>
          </a:prstGeom>
        </p:spPr>
      </p:pic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1F7FCF-7D35-4C95-ABA8-7E2AE4F04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8b517c04e4988"/>
          <a:stretch xmlns:a="http://schemas.openxmlformats.org/drawingml/2006/main"/>
        </p:blipFill>
        <p:spPr>
          <a:xfrm xmlns:a="http://schemas.openxmlformats.org/drawingml/2006/main">
            <a:off x="684158" y="1772964"/>
            <a:ext cx="257175" cy="247650"/>
          </a:xfrm>
          <a:prstGeom xmlns:a="http://schemas.openxmlformats.org/drawingml/2006/main" prst="rect">
            <a:avLst/>
          </a:prstGeom>
        </p:spPr>
      </p:pic>
      <p:sp>
        <p:nvSpPr>
          <p:cNvPr id="72" name="text-59 C">
            <a:extLst xmlns:a="http://schemas.openxmlformats.org/drawingml/2006/main">
              <a:ext uri="{FF2B5EF4-FFF2-40B4-BE49-F238E27FC236}">
                <a16:creationId xmlns:a16="http://schemas.microsoft.com/office/drawing/2014/main" id="{A284042E-1824-4DE7-924F-BF79552A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326" y="1731763"/>
            <a:ext cx="172656" cy="34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73" name="path-60">
            <a:extLst xmlns:a="http://schemas.openxmlformats.org/drawingml/2006/main">
              <a:ext uri="{FF2B5EF4-FFF2-40B4-BE49-F238E27FC236}">
                <a16:creationId xmlns:a16="http://schemas.microsoft.com/office/drawing/2014/main" id="{F95B547D-7498-4824-9C31-7CF465E1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401" y="1708989"/>
            <a:ext cx="741420" cy="370711"/>
          </a:xfrm>
          <a:custGeom xmlns:a="http://schemas.openxmlformats.org/drawingml/2006/main">
            <a:pathLst>
              <a:path w="741420" h="370711">
                <a:moveTo>
                  <a:pt x="0" y="61782"/>
                </a:moveTo>
                <a:cubicBezTo>
                  <a:pt x="0" y="27661"/>
                  <a:pt x="27661" y="0"/>
                  <a:pt x="61782" y="0"/>
                </a:cubicBezTo>
                <a:lnTo>
                  <a:pt x="679639" y="0"/>
                </a:lnTo>
                <a:cubicBezTo>
                  <a:pt x="713760" y="0"/>
                  <a:pt x="741420" y="27661"/>
                  <a:pt x="741420" y="61782"/>
                </a:cubicBezTo>
                <a:lnTo>
                  <a:pt x="741420" y="308929"/>
                </a:lnTo>
                <a:cubicBezTo>
                  <a:pt x="741420" y="343049"/>
                  <a:pt x="713760" y="370711"/>
                  <a:pt x="679639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1">
            <a:extLst xmlns:a="http://schemas.openxmlformats.org/drawingml/2006/main">
              <a:ext uri="{FF2B5EF4-FFF2-40B4-BE49-F238E27FC236}">
                <a16:creationId xmlns:a16="http://schemas.microsoft.com/office/drawing/2014/main" id="{AE349167-B3DF-4072-84AE-FF874B69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401" y="1708989"/>
            <a:ext cx="741421" cy="370710"/>
          </a:xfrm>
          <a:custGeom xmlns:a="http://schemas.openxmlformats.org/drawingml/2006/main">
            <a:pathLst>
              <a:path w="74142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3"/>
                </a:cubicBezTo>
                <a:lnTo>
                  <a:pt x="741421" y="308928"/>
                </a:lnTo>
                <a:cubicBezTo>
                  <a:pt x="741421" y="343049"/>
                  <a:pt x="713760" y="370710"/>
                  <a:pt x="67963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75" name="text-62 T">
            <a:extLst xmlns:a="http://schemas.openxmlformats.org/drawingml/2006/main">
              <a:ext uri="{FF2B5EF4-FFF2-40B4-BE49-F238E27FC236}">
                <a16:creationId xmlns:a16="http://schemas.microsoft.com/office/drawing/2014/main" id="{419F3E6A-C871-4BDF-BBCC-956B1BFA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9032" y="1731724"/>
            <a:ext cx="166871" cy="346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76" name="path-63">
            <a:extLst xmlns:a="http://schemas.openxmlformats.org/drawingml/2006/main">
              <a:ext uri="{FF2B5EF4-FFF2-40B4-BE49-F238E27FC236}">
                <a16:creationId xmlns:a16="http://schemas.microsoft.com/office/drawing/2014/main" id="{3DA9C110-A021-4203-BCC7-579BBCB7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210" y="1708989"/>
            <a:ext cx="741421" cy="370711"/>
          </a:xfrm>
          <a:custGeom xmlns:a="http://schemas.openxmlformats.org/drawingml/2006/main">
            <a:pathLst>
              <a:path w="741421" h="370711">
                <a:moveTo>
                  <a:pt x="0" y="61782"/>
                </a:moveTo>
                <a:cubicBezTo>
                  <a:pt x="0" y="27661"/>
                  <a:pt x="27662" y="0"/>
                  <a:pt x="61783" y="0"/>
                </a:cubicBezTo>
                <a:lnTo>
                  <a:pt x="679639" y="0"/>
                </a:lnTo>
                <a:cubicBezTo>
                  <a:pt x="713760" y="0"/>
                  <a:pt x="741421" y="27661"/>
                  <a:pt x="741421" y="61782"/>
                </a:cubicBezTo>
                <a:lnTo>
                  <a:pt x="741421" y="308929"/>
                </a:lnTo>
                <a:cubicBezTo>
                  <a:pt x="741421" y="343049"/>
                  <a:pt x="713760" y="370711"/>
                  <a:pt x="679639" y="370711"/>
                </a:cubicBezTo>
                <a:lnTo>
                  <a:pt x="61783" y="370711"/>
                </a:lnTo>
                <a:cubicBezTo>
                  <a:pt x="27662" y="370711"/>
                  <a:pt x="0" y="343049"/>
                  <a:pt x="0" y="308929"/>
                </a:cubicBezTo>
                <a:lnTo>
                  <a:pt x="0" y="617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64">
            <a:extLst xmlns:a="http://schemas.openxmlformats.org/drawingml/2006/main">
              <a:ext uri="{FF2B5EF4-FFF2-40B4-BE49-F238E27FC236}">
                <a16:creationId xmlns:a16="http://schemas.microsoft.com/office/drawing/2014/main" id="{3EA8C571-8AF3-42EA-8B2E-F2ED8D6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210" y="1708989"/>
            <a:ext cx="741421" cy="370710"/>
          </a:xfrm>
          <a:custGeom xmlns:a="http://schemas.openxmlformats.org/drawingml/2006/main">
            <a:pathLst>
              <a:path w="74142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3"/>
                </a:cubicBezTo>
                <a:lnTo>
                  <a:pt x="741421" y="308928"/>
                </a:lnTo>
                <a:cubicBezTo>
                  <a:pt x="741421" y="343049"/>
                  <a:pt x="713760" y="370710"/>
                  <a:pt x="67963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846C91"/>
            </a:solidFill>
            <a:prstDash val="solid"/>
          </a:ln>
        </p:spPr>
      </p:sp>
      <p:sp>
        <p:nvSpPr>
          <p:cNvPr id="78" name="text-65 V">
            <a:extLst xmlns:a="http://schemas.openxmlformats.org/drawingml/2006/main">
              <a:ext uri="{FF2B5EF4-FFF2-40B4-BE49-F238E27FC236}">
                <a16:creationId xmlns:a16="http://schemas.microsoft.com/office/drawing/2014/main" id="{1BC57899-4EE5-4640-9F80-F48A34B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1290" y="1731811"/>
            <a:ext cx="190629" cy="3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79" name="text-66 Missing">
            <a:extLst xmlns:a="http://schemas.openxmlformats.org/drawingml/2006/main">
              <a:ext uri="{FF2B5EF4-FFF2-40B4-BE49-F238E27FC236}">
                <a16:creationId xmlns:a16="http://schemas.microsoft.com/office/drawing/2014/main" id="{72FD226A-C1E0-4DEB-BC92-1F01F7BE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190" y="2345860"/>
            <a:ext cx="804037" cy="332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Missing</a:t>
            </a:r>
          </a:p>
        </p:txBody>
      </p:sp>
      <p:sp>
        <p:nvSpPr>
          <p:cNvPr id="80" name="text-66 inputs">
            <a:extLst xmlns:a="http://schemas.openxmlformats.org/drawingml/2006/main">
              <a:ext uri="{FF2B5EF4-FFF2-40B4-BE49-F238E27FC236}">
                <a16:creationId xmlns:a16="http://schemas.microsoft.com/office/drawing/2014/main" id="{387D6DA1-39DD-447C-B311-1D221284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765" y="2346113"/>
            <a:ext cx="651586" cy="33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81" name="text-66 and">
            <a:extLst xmlns:a="http://schemas.openxmlformats.org/drawingml/2006/main">
              <a:ext uri="{FF2B5EF4-FFF2-40B4-BE49-F238E27FC236}">
                <a16:creationId xmlns:a16="http://schemas.microsoft.com/office/drawing/2014/main" id="{16FCA463-F19C-41DE-BD46-94623756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9885" y="2347235"/>
            <a:ext cx="415934" cy="330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5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82" name="text-66 ungrounded">
            <a:extLst xmlns:a="http://schemas.openxmlformats.org/drawingml/2006/main">
              <a:ext uri="{FF2B5EF4-FFF2-40B4-BE49-F238E27FC236}">
                <a16:creationId xmlns:a16="http://schemas.microsoft.com/office/drawing/2014/main" id="{B9A6F276-C490-467F-B4F6-252C055A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604" y="2345340"/>
            <a:ext cx="1246898" cy="333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ungrounded</a:t>
            </a:r>
          </a:p>
        </p:txBody>
      </p:sp>
      <p:sp>
        <p:nvSpPr>
          <p:cNvPr id="83" name="text-66 checks">
            <a:extLst xmlns:a="http://schemas.openxmlformats.org/drawingml/2006/main">
              <a:ext uri="{FF2B5EF4-FFF2-40B4-BE49-F238E27FC236}">
                <a16:creationId xmlns:a16="http://schemas.microsoft.com/office/drawing/2014/main" id="{0D1B2D44-EF18-4E0D-BE20-D377935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1946" y="2344811"/>
            <a:ext cx="688197" cy="333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84" name="text-67 .">
            <a:extLst xmlns:a="http://schemas.openxmlformats.org/drawingml/2006/main">
              <a:ext uri="{FF2B5EF4-FFF2-40B4-BE49-F238E27FC236}">
                <a16:creationId xmlns:a16="http://schemas.microsoft.com/office/drawing/2014/main" id="{C4BD4790-1DCA-4494-B568-74244AD3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9994" y="2351307"/>
            <a:ext cx="103633" cy="32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5" name="path-68">
            <a:extLst xmlns:a="http://schemas.openxmlformats.org/drawingml/2006/main">
              <a:ext uri="{FF2B5EF4-FFF2-40B4-BE49-F238E27FC236}">
                <a16:creationId xmlns:a16="http://schemas.microsoft.com/office/drawing/2014/main" id="{A1C8A751-166D-4FD3-9F0F-A07E7A87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1261047"/>
            <a:ext cx="3042914" cy="926776"/>
          </a:xfrm>
          <a:custGeom xmlns:a="http://schemas.openxmlformats.org/drawingml/2006/main">
            <a:pathLst>
              <a:path w="3042914" h="926776">
                <a:moveTo>
                  <a:pt x="0" y="77228"/>
                </a:moveTo>
                <a:cubicBezTo>
                  <a:pt x="0" y="34576"/>
                  <a:pt x="34576" y="0"/>
                  <a:pt x="77227" y="0"/>
                </a:cubicBezTo>
                <a:lnTo>
                  <a:pt x="2965685" y="0"/>
                </a:lnTo>
                <a:cubicBezTo>
                  <a:pt x="3008337" y="0"/>
                  <a:pt x="3042914" y="34576"/>
                  <a:pt x="3042914" y="77228"/>
                </a:cubicBezTo>
                <a:lnTo>
                  <a:pt x="3042914" y="849548"/>
                </a:lnTo>
                <a:cubicBezTo>
                  <a:pt x="3042914" y="892200"/>
                  <a:pt x="3008337" y="926776"/>
                  <a:pt x="2965685" y="926776"/>
                </a:cubicBezTo>
                <a:lnTo>
                  <a:pt x="77227" y="926776"/>
                </a:lnTo>
                <a:cubicBezTo>
                  <a:pt x="34576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69">
            <a:extLst xmlns:a="http://schemas.openxmlformats.org/drawingml/2006/main">
              <a:ext uri="{FF2B5EF4-FFF2-40B4-BE49-F238E27FC236}">
                <a16:creationId xmlns:a16="http://schemas.microsoft.com/office/drawing/2014/main" id="{34C9CAC3-E0A6-4B01-B891-020BD5EC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1261047"/>
            <a:ext cx="3042914" cy="926776"/>
          </a:xfrm>
          <a:custGeom xmlns:a="http://schemas.openxmlformats.org/drawingml/2006/main">
            <a:pathLst>
              <a:path w="3042914" h="926776">
                <a:moveTo>
                  <a:pt x="0" y="77228"/>
                </a:moveTo>
                <a:cubicBezTo>
                  <a:pt x="0" y="34576"/>
                  <a:pt x="34576" y="0"/>
                  <a:pt x="77228" y="0"/>
                </a:cubicBezTo>
                <a:lnTo>
                  <a:pt x="2965687" y="0"/>
                </a:lnTo>
                <a:cubicBezTo>
                  <a:pt x="3008339" y="0"/>
                  <a:pt x="3042914" y="34576"/>
                  <a:pt x="3042914" y="77228"/>
                </a:cubicBezTo>
                <a:lnTo>
                  <a:pt x="3042914" y="849548"/>
                </a:lnTo>
                <a:cubicBezTo>
                  <a:pt x="3042914" y="892200"/>
                  <a:pt x="3008339" y="926776"/>
                  <a:pt x="2965687" y="926776"/>
                </a:cubicBezTo>
                <a:lnTo>
                  <a:pt x="77228" y="926776"/>
                </a:lnTo>
                <a:cubicBezTo>
                  <a:pt x="34576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3FF7E64-4950-4A8D-BCC2-95F963DC16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30dbecf2c4f93"/>
          <a:stretch xmlns:a="http://schemas.openxmlformats.org/drawingml/2006/main"/>
        </p:blipFill>
        <p:spPr>
          <a:xfrm xmlns:a="http://schemas.openxmlformats.org/drawingml/2006/main">
            <a:off x="5187101" y="1415509"/>
            <a:ext cx="730299" cy="619086"/>
          </a:xfrm>
          <a:prstGeom xmlns:a="http://schemas.openxmlformats.org/drawingml/2006/main" prst="rect">
            <a:avLst/>
          </a:prstGeom>
        </p:spPr>
      </p:pic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3B818A-4177-4EC8-8AE8-7E899859B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b0aeb0ba44bf4"/>
          <a:stretch xmlns:a="http://schemas.openxmlformats.org/drawingml/2006/main"/>
        </p:blipFill>
        <p:spPr>
          <a:xfrm xmlns:a="http://schemas.openxmlformats.org/drawingml/2006/main">
            <a:off x="5199008" y="1420539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89" name="text-72 C">
            <a:extLst xmlns:a="http://schemas.openxmlformats.org/drawingml/2006/main">
              <a:ext uri="{FF2B5EF4-FFF2-40B4-BE49-F238E27FC236}">
                <a16:creationId xmlns:a16="http://schemas.microsoft.com/office/drawing/2014/main" id="{A310BAB4-E66D-4EB9-A605-A5E6DFD1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845" y="1298032"/>
            <a:ext cx="172656" cy="34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90" name="text-72 Work">
            <a:extLst xmlns:a="http://schemas.openxmlformats.org/drawingml/2006/main">
              <a:ext uri="{FF2B5EF4-FFF2-40B4-BE49-F238E27FC236}">
                <a16:creationId xmlns:a16="http://schemas.microsoft.com/office/drawing/2014/main" id="{3FCF6B40-54FB-4FDF-81EC-B63092FB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274" y="1297661"/>
            <a:ext cx="596131" cy="34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91" name="text-72 Context">
            <a:extLst xmlns:a="http://schemas.openxmlformats.org/drawingml/2006/main">
              <a:ext uri="{FF2B5EF4-FFF2-40B4-BE49-F238E27FC236}">
                <a16:creationId xmlns:a16="http://schemas.microsoft.com/office/drawing/2014/main" id="{D11EB815-7DC2-472B-9010-B19A1415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004" y="1297707"/>
            <a:ext cx="830534" cy="346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92" name="text-73 Files,">
            <a:extLst xmlns:a="http://schemas.openxmlformats.org/drawingml/2006/main">
              <a:ext uri="{FF2B5EF4-FFF2-40B4-BE49-F238E27FC236}">
                <a16:creationId xmlns:a16="http://schemas.microsoft.com/office/drawing/2014/main" id="{7BACAAB5-DFEF-4213-AC1A-6A236230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811" y="1592699"/>
            <a:ext cx="502261" cy="317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Files,</a:t>
            </a:r>
          </a:p>
        </p:txBody>
      </p:sp>
      <p:sp>
        <p:nvSpPr>
          <p:cNvPr id="93" name="text-73 skills,">
            <a:extLst xmlns:a="http://schemas.openxmlformats.org/drawingml/2006/main">
              <a:ext uri="{FF2B5EF4-FFF2-40B4-BE49-F238E27FC236}">
                <a16:creationId xmlns:a16="http://schemas.microsoft.com/office/drawing/2014/main" id="{15B653BF-6C6F-4957-80D1-A52FE021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0769" y="1593580"/>
            <a:ext cx="531063" cy="316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skills,</a:t>
            </a:r>
          </a:p>
        </p:txBody>
      </p:sp>
      <p:sp>
        <p:nvSpPr>
          <p:cNvPr id="94" name="text-73 and">
            <a:extLst xmlns:a="http://schemas.openxmlformats.org/drawingml/2006/main">
              <a:ext uri="{FF2B5EF4-FFF2-40B4-BE49-F238E27FC236}">
                <a16:creationId xmlns:a16="http://schemas.microsoft.com/office/drawing/2014/main" id="{10612C62-2BC6-4008-B26F-DA3ADAEA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9689" y="1592019"/>
            <a:ext cx="391783" cy="318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95" name="text-73 apps">
            <a:extLst xmlns:a="http://schemas.openxmlformats.org/drawingml/2006/main">
              <a:ext uri="{FF2B5EF4-FFF2-40B4-BE49-F238E27FC236}">
                <a16:creationId xmlns:a16="http://schemas.microsoft.com/office/drawing/2014/main" id="{FD35E7A4-DA49-47B5-8E86-895E324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7508" y="1592876"/>
            <a:ext cx="477356" cy="317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apps</a:t>
            </a:r>
          </a:p>
        </p:txBody>
      </p:sp>
      <p:sp>
        <p:nvSpPr>
          <p:cNvPr id="96" name="text-74 Resettable">
            <a:extLst xmlns:a="http://schemas.openxmlformats.org/drawingml/2006/main">
              <a:ext uri="{FF2B5EF4-FFF2-40B4-BE49-F238E27FC236}">
                <a16:creationId xmlns:a16="http://schemas.microsoft.com/office/drawing/2014/main" id="{0B7DBE28-ABDF-4878-8908-AC1338F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4109" y="1867193"/>
            <a:ext cx="964958" cy="307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Resettable</a:t>
            </a:r>
          </a:p>
        </p:txBody>
      </p:sp>
      <p:sp>
        <p:nvSpPr>
          <p:cNvPr id="97" name="text-74 state">
            <a:extLst xmlns:a="http://schemas.openxmlformats.org/drawingml/2006/main">
              <a:ext uri="{FF2B5EF4-FFF2-40B4-BE49-F238E27FC236}">
                <a16:creationId xmlns:a16="http://schemas.microsoft.com/office/drawing/2014/main" id="{EEDD41C7-F7D1-4859-9054-37E2785E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0640" y="1868467"/>
            <a:ext cx="478604" cy="305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98" name="path-75">
            <a:extLst xmlns:a="http://schemas.openxmlformats.org/drawingml/2006/main">
              <a:ext uri="{FF2B5EF4-FFF2-40B4-BE49-F238E27FC236}">
                <a16:creationId xmlns:a16="http://schemas.microsoft.com/office/drawing/2014/main" id="{7FE08934-1633-4C49-91FB-BCABA48F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1261047"/>
            <a:ext cx="3042915" cy="926776"/>
          </a:xfrm>
          <a:custGeom xmlns:a="http://schemas.openxmlformats.org/drawingml/2006/main">
            <a:pathLst>
              <a:path w="3042915" h="926776">
                <a:moveTo>
                  <a:pt x="0" y="77228"/>
                </a:moveTo>
                <a:cubicBezTo>
                  <a:pt x="0" y="34576"/>
                  <a:pt x="34577" y="0"/>
                  <a:pt x="77229" y="0"/>
                </a:cubicBezTo>
                <a:lnTo>
                  <a:pt x="2965686" y="0"/>
                </a:lnTo>
                <a:cubicBezTo>
                  <a:pt x="3008338" y="0"/>
                  <a:pt x="3042915" y="34576"/>
                  <a:pt x="3042915" y="77228"/>
                </a:cubicBezTo>
                <a:lnTo>
                  <a:pt x="3042915" y="849548"/>
                </a:lnTo>
                <a:cubicBezTo>
                  <a:pt x="3042915" y="892200"/>
                  <a:pt x="3008338" y="926776"/>
                  <a:pt x="2965686" y="926776"/>
                </a:cubicBezTo>
                <a:lnTo>
                  <a:pt x="77229" y="926776"/>
                </a:lnTo>
                <a:cubicBezTo>
                  <a:pt x="34577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76">
            <a:extLst xmlns:a="http://schemas.openxmlformats.org/drawingml/2006/main">
              <a:ext uri="{FF2B5EF4-FFF2-40B4-BE49-F238E27FC236}">
                <a16:creationId xmlns:a16="http://schemas.microsoft.com/office/drawing/2014/main" id="{2A96DFD1-9E7C-47B5-A9DB-F63F646F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1261047"/>
            <a:ext cx="3042915" cy="926776"/>
          </a:xfrm>
          <a:custGeom xmlns:a="http://schemas.openxmlformats.org/drawingml/2006/main">
            <a:pathLst>
              <a:path w="3042915" h="926776">
                <a:moveTo>
                  <a:pt x="0" y="77228"/>
                </a:moveTo>
                <a:cubicBezTo>
                  <a:pt x="0" y="34576"/>
                  <a:pt x="34576" y="0"/>
                  <a:pt x="77228" y="0"/>
                </a:cubicBezTo>
                <a:lnTo>
                  <a:pt x="2965686" y="0"/>
                </a:lnTo>
                <a:cubicBezTo>
                  <a:pt x="3008339" y="0"/>
                  <a:pt x="3042915" y="34576"/>
                  <a:pt x="3042915" y="77228"/>
                </a:cubicBezTo>
                <a:lnTo>
                  <a:pt x="3042915" y="849548"/>
                </a:lnTo>
                <a:cubicBezTo>
                  <a:pt x="3042915" y="892200"/>
                  <a:pt x="3008339" y="926776"/>
                  <a:pt x="2965686" y="926776"/>
                </a:cubicBezTo>
                <a:lnTo>
                  <a:pt x="77228" y="926776"/>
                </a:lnTo>
                <a:cubicBezTo>
                  <a:pt x="34576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6C3975-0221-4C92-8C92-219D6BA813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17e35bb9e4259"/>
          <a:stretch xmlns:a="http://schemas.openxmlformats.org/drawingml/2006/main"/>
        </p:blipFill>
        <p:spPr>
          <a:xfrm xmlns:a="http://schemas.openxmlformats.org/drawingml/2006/main">
            <a:off x="8475302" y="1456288"/>
            <a:ext cx="645036" cy="56348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1477EC-A71C-45F6-AE52-5D974C920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3e070024a437f"/>
          <a:stretch xmlns:a="http://schemas.openxmlformats.org/drawingml/2006/main"/>
        </p:blipFill>
        <p:spPr>
          <a:xfrm xmlns:a="http://schemas.openxmlformats.org/drawingml/2006/main">
            <a:off x="8485133" y="1468164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02" name="text-79 T">
            <a:extLst xmlns:a="http://schemas.openxmlformats.org/drawingml/2006/main">
              <a:ext uri="{FF2B5EF4-FFF2-40B4-BE49-F238E27FC236}">
                <a16:creationId xmlns:a16="http://schemas.microsoft.com/office/drawing/2014/main" id="{7645A8E1-589C-4B67-A289-24973D90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7765" y="1275750"/>
            <a:ext cx="166871" cy="346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103" name="text-79 Long">
            <a:extLst xmlns:a="http://schemas.openxmlformats.org/drawingml/2006/main">
              <a:ext uri="{FF2B5EF4-FFF2-40B4-BE49-F238E27FC236}">
                <a16:creationId xmlns:a16="http://schemas.microsoft.com/office/drawing/2014/main" id="{4529BD30-42FB-4340-B15D-F9A1D412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214" y="1274899"/>
            <a:ext cx="542013" cy="347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Long</a:t>
            </a:r>
          </a:p>
        </p:txBody>
      </p:sp>
      <p:sp>
        <p:nvSpPr>
          <p:cNvPr id="104" name="text-80 -">
            <a:extLst xmlns:a="http://schemas.openxmlformats.org/drawingml/2006/main">
              <a:ext uri="{FF2B5EF4-FFF2-40B4-BE49-F238E27FC236}">
                <a16:creationId xmlns:a16="http://schemas.microsoft.com/office/drawing/2014/main" id="{71FE3772-880B-4AFE-A457-15DBAEB9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532" y="1275763"/>
            <a:ext cx="120169" cy="346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05" name="text-81 horizon">
            <a:extLst xmlns:a="http://schemas.openxmlformats.org/drawingml/2006/main">
              <a:ext uri="{FF2B5EF4-FFF2-40B4-BE49-F238E27FC236}">
                <a16:creationId xmlns:a16="http://schemas.microsoft.com/office/drawing/2014/main" id="{25032274-2753-4DCF-A4AC-4D23CF5F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4832" y="1275129"/>
            <a:ext cx="810641" cy="34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</a:t>
            </a:r>
          </a:p>
        </p:txBody>
      </p:sp>
      <p:sp>
        <p:nvSpPr>
          <p:cNvPr id="106" name="text-81 Task">
            <a:extLst xmlns:a="http://schemas.openxmlformats.org/drawingml/2006/main">
              <a:ext uri="{FF2B5EF4-FFF2-40B4-BE49-F238E27FC236}">
                <a16:creationId xmlns:a16="http://schemas.microsoft.com/office/drawing/2014/main" id="{F04FE857-1CFC-42C9-A83A-2DE43B3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7710" y="1276264"/>
            <a:ext cx="493860" cy="34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07" name="text-82 Goals">
            <a:extLst xmlns:a="http://schemas.openxmlformats.org/drawingml/2006/main">
              <a:ext uri="{FF2B5EF4-FFF2-40B4-BE49-F238E27FC236}">
                <a16:creationId xmlns:a16="http://schemas.microsoft.com/office/drawing/2014/main" id="{85820838-E06B-45FF-9B05-9B58C9C9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492" y="1592563"/>
            <a:ext cx="557532" cy="317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Goals</a:t>
            </a:r>
          </a:p>
        </p:txBody>
      </p:sp>
      <p:sp>
        <p:nvSpPr>
          <p:cNvPr id="108" name="text-82 and">
            <a:extLst xmlns:a="http://schemas.openxmlformats.org/drawingml/2006/main">
              <a:ext uri="{FF2B5EF4-FFF2-40B4-BE49-F238E27FC236}">
                <a16:creationId xmlns:a16="http://schemas.microsoft.com/office/drawing/2014/main" id="{A97A4CFC-AA07-4AE5-AF3A-635286D2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2018" y="1592109"/>
            <a:ext cx="391628" cy="31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9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09" name="text-82 deliverables">
            <a:extLst xmlns:a="http://schemas.openxmlformats.org/drawingml/2006/main">
              <a:ext uri="{FF2B5EF4-FFF2-40B4-BE49-F238E27FC236}">
                <a16:creationId xmlns:a16="http://schemas.microsoft.com/office/drawing/2014/main" id="{99D2EEE6-3CD9-420F-8D05-F5BE5155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9559" y="1593100"/>
            <a:ext cx="1136647" cy="317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deliverables</a:t>
            </a:r>
          </a:p>
        </p:txBody>
      </p:sp>
      <p:sp>
        <p:nvSpPr>
          <p:cNvPr id="110" name="text-83 Clean">
            <a:extLst xmlns:a="http://schemas.openxmlformats.org/drawingml/2006/main">
              <a:ext uri="{FF2B5EF4-FFF2-40B4-BE49-F238E27FC236}">
                <a16:creationId xmlns:a16="http://schemas.microsoft.com/office/drawing/2014/main" id="{4A1C2F46-D698-4E70-B826-268F4D95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874" y="1854029"/>
            <a:ext cx="530567" cy="304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Clean</a:t>
            </a:r>
          </a:p>
        </p:txBody>
      </p:sp>
      <p:sp>
        <p:nvSpPr>
          <p:cNvPr id="111" name="text-84 -">
            <a:extLst xmlns:a="http://schemas.openxmlformats.org/drawingml/2006/main">
              <a:ext uri="{FF2B5EF4-FFF2-40B4-BE49-F238E27FC236}">
                <a16:creationId xmlns:a16="http://schemas.microsoft.com/office/drawing/2014/main" id="{75FB0E15-7377-44FB-8E07-DB59AD94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0224" y="1855400"/>
            <a:ext cx="105133" cy="30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2" name="text-85 state">
            <a:extLst xmlns:a="http://schemas.openxmlformats.org/drawingml/2006/main">
              <a:ext uri="{FF2B5EF4-FFF2-40B4-BE49-F238E27FC236}">
                <a16:creationId xmlns:a16="http://schemas.microsoft.com/office/drawing/2014/main" id="{F45D5597-1660-4953-B013-320DD57D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7801" y="1853702"/>
            <a:ext cx="478463" cy="305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13" name="text-85 demo">
            <a:extLst xmlns:a="http://schemas.openxmlformats.org/drawingml/2006/main">
              <a:ext uri="{FF2B5EF4-FFF2-40B4-BE49-F238E27FC236}">
                <a16:creationId xmlns:a16="http://schemas.microsoft.com/office/drawing/2014/main" id="{0F286BF6-432E-4068-98F4-135AF2D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338" y="1854226"/>
            <a:ext cx="538322" cy="304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  <p:sp>
        <p:nvSpPr>
          <p:cNvPr id="114" name="path-86">
            <a:extLst xmlns:a="http://schemas.openxmlformats.org/drawingml/2006/main">
              <a:ext uri="{FF2B5EF4-FFF2-40B4-BE49-F238E27FC236}">
                <a16:creationId xmlns:a16="http://schemas.microsoft.com/office/drawing/2014/main" id="{20F92E25-E6E9-4B3C-91E4-0AC1A48C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1261047"/>
            <a:ext cx="3116283" cy="926776"/>
          </a:xfrm>
          <a:custGeom xmlns:a="http://schemas.openxmlformats.org/drawingml/2006/main">
            <a:pathLst>
              <a:path w="3116283" h="926776">
                <a:moveTo>
                  <a:pt x="0" y="77230"/>
                </a:moveTo>
                <a:cubicBezTo>
                  <a:pt x="0" y="34576"/>
                  <a:pt x="34577" y="0"/>
                  <a:pt x="77229" y="0"/>
                </a:cubicBezTo>
                <a:lnTo>
                  <a:pt x="3039055" y="0"/>
                </a:lnTo>
                <a:cubicBezTo>
                  <a:pt x="3081708" y="0"/>
                  <a:pt x="3116283" y="34576"/>
                  <a:pt x="3116283" y="77230"/>
                </a:cubicBezTo>
                <a:lnTo>
                  <a:pt x="3116283" y="849546"/>
                </a:lnTo>
                <a:cubicBezTo>
                  <a:pt x="3116283" y="892200"/>
                  <a:pt x="3081708" y="926776"/>
                  <a:pt x="3039055" y="926776"/>
                </a:cubicBezTo>
                <a:lnTo>
                  <a:pt x="77229" y="926776"/>
                </a:lnTo>
                <a:cubicBezTo>
                  <a:pt x="34577" y="926776"/>
                  <a:pt x="0" y="892200"/>
                  <a:pt x="0" y="849546"/>
                </a:cubicBezTo>
                <a:lnTo>
                  <a:pt x="0" y="772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87">
            <a:extLst xmlns:a="http://schemas.openxmlformats.org/drawingml/2006/main">
              <a:ext uri="{FF2B5EF4-FFF2-40B4-BE49-F238E27FC236}">
                <a16:creationId xmlns:a16="http://schemas.microsoft.com/office/drawing/2014/main" id="{53028EC7-B53C-467B-81F5-C4593C72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1261047"/>
            <a:ext cx="3116283" cy="926776"/>
          </a:xfrm>
          <a:custGeom xmlns:a="http://schemas.openxmlformats.org/drawingml/2006/main">
            <a:pathLst>
              <a:path w="3116283" h="926776">
                <a:moveTo>
                  <a:pt x="0" y="77229"/>
                </a:moveTo>
                <a:cubicBezTo>
                  <a:pt x="0" y="34577"/>
                  <a:pt x="34577" y="0"/>
                  <a:pt x="77229" y="0"/>
                </a:cubicBezTo>
                <a:lnTo>
                  <a:pt x="3039055" y="0"/>
                </a:lnTo>
                <a:cubicBezTo>
                  <a:pt x="3081706" y="0"/>
                  <a:pt x="3116283" y="34577"/>
                  <a:pt x="3116283" y="77229"/>
                </a:cubicBezTo>
                <a:lnTo>
                  <a:pt x="3116283" y="849547"/>
                </a:lnTo>
                <a:cubicBezTo>
                  <a:pt x="3116283" y="892199"/>
                  <a:pt x="3081706" y="926776"/>
                  <a:pt x="3039055" y="926776"/>
                </a:cubicBezTo>
                <a:lnTo>
                  <a:pt x="77229" y="926776"/>
                </a:lnTo>
                <a:cubicBezTo>
                  <a:pt x="34577" y="926776"/>
                  <a:pt x="0" y="892199"/>
                  <a:pt x="0" y="849547"/>
                </a:cubicBezTo>
                <a:lnTo>
                  <a:pt x="0" y="77229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sp>
        <p:nvSpPr>
          <p:cNvPr id="116" name="text-88 V">
            <a:extLst xmlns:a="http://schemas.openxmlformats.org/drawingml/2006/main">
              <a:ext uri="{FF2B5EF4-FFF2-40B4-BE49-F238E27FC236}">
                <a16:creationId xmlns:a16="http://schemas.microsoft.com/office/drawing/2014/main" id="{C8248ED2-EBF4-450A-AFB4-9C14DE47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8987" y="1298080"/>
            <a:ext cx="190628" cy="346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17" name="text-88 Verifier">
            <a:extLst xmlns:a="http://schemas.openxmlformats.org/drawingml/2006/main">
              <a:ext uri="{FF2B5EF4-FFF2-40B4-BE49-F238E27FC236}">
                <a16:creationId xmlns:a16="http://schemas.microsoft.com/office/drawing/2014/main" id="{32F3336B-E11C-4C62-836E-639C0A19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7842" y="1297367"/>
            <a:ext cx="794605" cy="34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18" name="text-89 Contract">
            <a:extLst xmlns:a="http://schemas.openxmlformats.org/drawingml/2006/main">
              <a:ext uri="{FF2B5EF4-FFF2-40B4-BE49-F238E27FC236}">
                <a16:creationId xmlns:a16="http://schemas.microsoft.com/office/drawing/2014/main" id="{43D6D088-BF60-4327-9BEF-58B5E32F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6481" y="1593225"/>
            <a:ext cx="828750" cy="31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sp>
        <p:nvSpPr>
          <p:cNvPr id="119" name="text-89 and">
            <a:extLst xmlns:a="http://schemas.openxmlformats.org/drawingml/2006/main">
              <a:ext uri="{FF2B5EF4-FFF2-40B4-BE49-F238E27FC236}">
                <a16:creationId xmlns:a16="http://schemas.microsoft.com/office/drawing/2014/main" id="{739F22A1-1E4D-4CF9-AF4A-078E09AB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2363" y="1591929"/>
            <a:ext cx="391939" cy="318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20" name="text-89 evidence">
            <a:extLst xmlns:a="http://schemas.openxmlformats.org/drawingml/2006/main">
              <a:ext uri="{FF2B5EF4-FFF2-40B4-BE49-F238E27FC236}">
                <a16:creationId xmlns:a16="http://schemas.microsoft.com/office/drawing/2014/main" id="{D776BBDA-BB5F-4EE0-AA58-7FAFE238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227" y="1592625"/>
            <a:ext cx="843820" cy="31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21" name="text-90 Executable">
            <a:extLst xmlns:a="http://schemas.openxmlformats.org/drawingml/2006/main">
              <a:ext uri="{FF2B5EF4-FFF2-40B4-BE49-F238E27FC236}">
                <a16:creationId xmlns:a16="http://schemas.microsoft.com/office/drawing/2014/main" id="{70635660-1449-440F-9C8D-D9651E74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2612" y="1838886"/>
            <a:ext cx="990600" cy="305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Executable</a:t>
            </a:r>
          </a:p>
        </p:txBody>
      </p:sp>
      <p:sp>
        <p:nvSpPr>
          <p:cNvPr id="122" name="text-90 checks">
            <a:extLst xmlns:a="http://schemas.openxmlformats.org/drawingml/2006/main">
              <a:ext uri="{FF2B5EF4-FFF2-40B4-BE49-F238E27FC236}">
                <a16:creationId xmlns:a16="http://schemas.microsoft.com/office/drawing/2014/main" id="{ED01B798-3626-4C20-A4D6-3DDE3FE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5159" y="1839172"/>
            <a:ext cx="617785" cy="30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123" name="path-91">
            <a:extLst xmlns:a="http://schemas.openxmlformats.org/drawingml/2006/main">
              <a:ext uri="{FF2B5EF4-FFF2-40B4-BE49-F238E27FC236}">
                <a16:creationId xmlns:a16="http://schemas.microsoft.com/office/drawing/2014/main" id="{503447F5-F355-4354-BC73-0C39AE3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2311393"/>
            <a:ext cx="3042914" cy="355264"/>
          </a:xfrm>
          <a:custGeom xmlns:a="http://schemas.openxmlformats.org/drawingml/2006/main">
            <a:pathLst>
              <a:path w="3042914" h="355264">
                <a:moveTo>
                  <a:pt x="0" y="71051"/>
                </a:moveTo>
                <a:cubicBezTo>
                  <a:pt x="0" y="31811"/>
                  <a:pt x="31810" y="0"/>
                  <a:pt x="71052" y="0"/>
                </a:cubicBezTo>
                <a:lnTo>
                  <a:pt x="2971864" y="0"/>
                </a:lnTo>
                <a:cubicBezTo>
                  <a:pt x="3011102" y="0"/>
                  <a:pt x="3042914" y="31811"/>
                  <a:pt x="3042914" y="71051"/>
                </a:cubicBezTo>
                <a:lnTo>
                  <a:pt x="3042914" y="284212"/>
                </a:lnTo>
                <a:cubicBezTo>
                  <a:pt x="3042914" y="323452"/>
                  <a:pt x="3011102" y="355264"/>
                  <a:pt x="2971864" y="355264"/>
                </a:cubicBezTo>
                <a:lnTo>
                  <a:pt x="71052" y="355264"/>
                </a:lnTo>
                <a:cubicBezTo>
                  <a:pt x="31810" y="355264"/>
                  <a:pt x="0" y="323452"/>
                  <a:pt x="0" y="284212"/>
                </a:cubicBezTo>
                <a:lnTo>
                  <a:pt x="0" y="710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92">
            <a:extLst xmlns:a="http://schemas.openxmlformats.org/drawingml/2006/main">
              <a:ext uri="{FF2B5EF4-FFF2-40B4-BE49-F238E27FC236}">
                <a16:creationId xmlns:a16="http://schemas.microsoft.com/office/drawing/2014/main" id="{F62439B4-D362-4ADC-BC71-C4BBBD3E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2311393"/>
            <a:ext cx="3042914" cy="355264"/>
          </a:xfrm>
          <a:custGeom xmlns:a="http://schemas.openxmlformats.org/drawingml/2006/main">
            <a:pathLst>
              <a:path w="3042914" h="355264">
                <a:moveTo>
                  <a:pt x="0" y="71052"/>
                </a:moveTo>
                <a:cubicBezTo>
                  <a:pt x="0" y="31811"/>
                  <a:pt x="31811" y="0"/>
                  <a:pt x="71051" y="0"/>
                </a:cubicBezTo>
                <a:lnTo>
                  <a:pt x="2971863" y="0"/>
                </a:lnTo>
                <a:cubicBezTo>
                  <a:pt x="3011103" y="0"/>
                  <a:pt x="3042914" y="31811"/>
                  <a:pt x="3042914" y="71052"/>
                </a:cubicBezTo>
                <a:lnTo>
                  <a:pt x="3042914" y="284213"/>
                </a:lnTo>
                <a:cubicBezTo>
                  <a:pt x="3042914" y="323453"/>
                  <a:pt x="3011103" y="355264"/>
                  <a:pt x="2971863" y="355264"/>
                </a:cubicBezTo>
                <a:lnTo>
                  <a:pt x="71051" y="355264"/>
                </a:lnTo>
                <a:cubicBezTo>
                  <a:pt x="31811" y="355264"/>
                  <a:pt x="0" y="323453"/>
                  <a:pt x="0" y="284213"/>
                </a:cubicBezTo>
                <a:lnTo>
                  <a:pt x="0" y="71052"/>
                </a:lnTo>
              </a:path>
            </a:pathLst>
          </a:custGeom>
          <a:noFill xmlns:a="http://schemas.openxmlformats.org/drawingml/2006/main"/>
          <a:ln xmlns:a="http://schemas.openxmlformats.org/drawingml/2006/main" w="30893">
            <a:solidFill>
              <a:srgbClr val="4D8474"/>
            </a:solidFill>
            <a:prstDash val="solid"/>
          </a:ln>
        </p:spPr>
      </p:sp>
      <p:sp>
        <p:nvSpPr>
          <p:cNvPr id="125" name="text-93 Check">
            <a:extLst xmlns:a="http://schemas.openxmlformats.org/drawingml/2006/main">
              <a:ext uri="{FF2B5EF4-FFF2-40B4-BE49-F238E27FC236}">
                <a16:creationId xmlns:a16="http://schemas.microsoft.com/office/drawing/2014/main" id="{1AFD4E50-8A69-499D-BD74-477774F6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931" y="2357974"/>
            <a:ext cx="539212" cy="289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</a:t>
            </a:r>
          </a:p>
        </p:txBody>
      </p:sp>
      <p:sp>
        <p:nvSpPr>
          <p:cNvPr id="126" name="text-93 dependencies">
            <a:extLst xmlns:a="http://schemas.openxmlformats.org/drawingml/2006/main">
              <a:ext uri="{FF2B5EF4-FFF2-40B4-BE49-F238E27FC236}">
                <a16:creationId xmlns:a16="http://schemas.microsoft.com/office/drawing/2014/main" id="{B3357889-8FB4-43F6-BA40-7D07797E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4327" y="2357011"/>
            <a:ext cx="1211581" cy="290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3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dependencies</a:t>
            </a:r>
          </a:p>
        </p:txBody>
      </p:sp>
      <p:sp>
        <p:nvSpPr>
          <p:cNvPr id="127" name="path-94">
            <a:extLst xmlns:a="http://schemas.openxmlformats.org/drawingml/2006/main">
              <a:ext uri="{FF2B5EF4-FFF2-40B4-BE49-F238E27FC236}">
                <a16:creationId xmlns:a16="http://schemas.microsoft.com/office/drawing/2014/main" id="{C58F8ACD-D2E5-4916-A952-9C882EF3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2311393"/>
            <a:ext cx="3042915" cy="355264"/>
          </a:xfrm>
          <a:custGeom xmlns:a="http://schemas.openxmlformats.org/drawingml/2006/main">
            <a:pathLst>
              <a:path w="3042915" h="355264">
                <a:moveTo>
                  <a:pt x="0" y="71051"/>
                </a:moveTo>
                <a:cubicBezTo>
                  <a:pt x="0" y="31811"/>
                  <a:pt x="31811" y="0"/>
                  <a:pt x="71051" y="0"/>
                </a:cubicBezTo>
                <a:lnTo>
                  <a:pt x="2971863" y="0"/>
                </a:lnTo>
                <a:cubicBezTo>
                  <a:pt x="3011104" y="0"/>
                  <a:pt x="3042915" y="31811"/>
                  <a:pt x="3042915" y="71051"/>
                </a:cubicBezTo>
                <a:lnTo>
                  <a:pt x="3042915" y="284212"/>
                </a:lnTo>
                <a:cubicBezTo>
                  <a:pt x="3042915" y="323452"/>
                  <a:pt x="3011104" y="355264"/>
                  <a:pt x="2971863" y="355264"/>
                </a:cubicBezTo>
                <a:lnTo>
                  <a:pt x="71051" y="355264"/>
                </a:lnTo>
                <a:cubicBezTo>
                  <a:pt x="31811" y="355264"/>
                  <a:pt x="0" y="323452"/>
                  <a:pt x="0" y="284212"/>
                </a:cubicBezTo>
                <a:lnTo>
                  <a:pt x="0" y="710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95">
            <a:extLst xmlns:a="http://schemas.openxmlformats.org/drawingml/2006/main">
              <a:ext uri="{FF2B5EF4-FFF2-40B4-BE49-F238E27FC236}">
                <a16:creationId xmlns:a16="http://schemas.microsoft.com/office/drawing/2014/main" id="{40616516-C9FD-4831-9368-0CD4717A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2311393"/>
            <a:ext cx="3042915" cy="355264"/>
          </a:xfrm>
          <a:custGeom xmlns:a="http://schemas.openxmlformats.org/drawingml/2006/main">
            <a:pathLst>
              <a:path w="3042915" h="355264">
                <a:moveTo>
                  <a:pt x="0" y="71052"/>
                </a:moveTo>
                <a:cubicBezTo>
                  <a:pt x="0" y="31811"/>
                  <a:pt x="31810" y="0"/>
                  <a:pt x="71051" y="0"/>
                </a:cubicBezTo>
                <a:lnTo>
                  <a:pt x="2971863" y="0"/>
                </a:lnTo>
                <a:cubicBezTo>
                  <a:pt x="3011103" y="0"/>
                  <a:pt x="3042915" y="31811"/>
                  <a:pt x="3042915" y="71052"/>
                </a:cubicBezTo>
                <a:lnTo>
                  <a:pt x="3042915" y="284213"/>
                </a:lnTo>
                <a:cubicBezTo>
                  <a:pt x="3042915" y="323453"/>
                  <a:pt x="3011103" y="355264"/>
                  <a:pt x="2971863" y="355264"/>
                </a:cubicBezTo>
                <a:lnTo>
                  <a:pt x="71051" y="355264"/>
                </a:lnTo>
                <a:cubicBezTo>
                  <a:pt x="31810" y="355264"/>
                  <a:pt x="0" y="323453"/>
                  <a:pt x="0" y="284213"/>
                </a:cubicBezTo>
                <a:lnTo>
                  <a:pt x="0" y="71052"/>
                </a:lnTo>
              </a:path>
            </a:pathLst>
          </a:custGeom>
          <a:noFill xmlns:a="http://schemas.openxmlformats.org/drawingml/2006/main"/>
          <a:ln xmlns:a="http://schemas.openxmlformats.org/drawingml/2006/main" w="30893">
            <a:solidFill>
              <a:srgbClr val="4D8474"/>
            </a:solidFill>
            <a:prstDash val="solid"/>
          </a:ln>
        </p:spPr>
      </p:sp>
      <p:sp>
        <p:nvSpPr>
          <p:cNvPr id="129" name="text-96 Demonstrate">
            <a:extLst xmlns:a="http://schemas.openxmlformats.org/drawingml/2006/main">
              <a:ext uri="{FF2B5EF4-FFF2-40B4-BE49-F238E27FC236}">
                <a16:creationId xmlns:a16="http://schemas.microsoft.com/office/drawing/2014/main" id="{4AFDE16E-91F5-4E88-B41F-0DA1B957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5249" y="2357677"/>
            <a:ext cx="1158785" cy="289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Demonstrate</a:t>
            </a:r>
          </a:p>
        </p:txBody>
      </p:sp>
      <p:sp>
        <p:nvSpPr>
          <p:cNvPr id="130" name="text-96 feasibility">
            <a:extLst xmlns:a="http://schemas.openxmlformats.org/drawingml/2006/main">
              <a:ext uri="{FF2B5EF4-FFF2-40B4-BE49-F238E27FC236}">
                <a16:creationId xmlns:a16="http://schemas.microsoft.com/office/drawing/2014/main" id="{5BEB3BD5-6E5C-442A-81C8-8533EEBE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6844" y="2358701"/>
            <a:ext cx="870251" cy="288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feasibility</a:t>
            </a:r>
          </a:p>
        </p:txBody>
      </p:sp>
      <p:sp>
        <p:nvSpPr>
          <p:cNvPr id="131" name="path-97">
            <a:extLst xmlns:a="http://schemas.openxmlformats.org/drawingml/2006/main">
              <a:ext uri="{FF2B5EF4-FFF2-40B4-BE49-F238E27FC236}">
                <a16:creationId xmlns:a16="http://schemas.microsoft.com/office/drawing/2014/main" id="{02889DED-F5F4-4FE5-819E-67F1A838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2311393"/>
            <a:ext cx="3116283" cy="355264"/>
          </a:xfrm>
          <a:custGeom xmlns:a="http://schemas.openxmlformats.org/drawingml/2006/main">
            <a:pathLst>
              <a:path w="3116283" h="355264">
                <a:moveTo>
                  <a:pt x="0" y="71054"/>
                </a:moveTo>
                <a:cubicBezTo>
                  <a:pt x="0" y="31811"/>
                  <a:pt x="31812" y="0"/>
                  <a:pt x="71054" y="0"/>
                </a:cubicBezTo>
                <a:lnTo>
                  <a:pt x="3045229" y="0"/>
                </a:lnTo>
                <a:cubicBezTo>
                  <a:pt x="3084473" y="0"/>
                  <a:pt x="3116283" y="31811"/>
                  <a:pt x="3116283" y="71054"/>
                </a:cubicBezTo>
                <a:lnTo>
                  <a:pt x="3116283" y="284210"/>
                </a:lnTo>
                <a:cubicBezTo>
                  <a:pt x="3116283" y="323452"/>
                  <a:pt x="3084473" y="355264"/>
                  <a:pt x="3045229" y="355264"/>
                </a:cubicBezTo>
                <a:lnTo>
                  <a:pt x="71054" y="355264"/>
                </a:lnTo>
                <a:cubicBezTo>
                  <a:pt x="31812" y="355264"/>
                  <a:pt x="0" y="323452"/>
                  <a:pt x="0" y="284210"/>
                </a:cubicBezTo>
                <a:lnTo>
                  <a:pt x="0" y="7105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98">
            <a:extLst xmlns:a="http://schemas.openxmlformats.org/drawingml/2006/main">
              <a:ext uri="{FF2B5EF4-FFF2-40B4-BE49-F238E27FC236}">
                <a16:creationId xmlns:a16="http://schemas.microsoft.com/office/drawing/2014/main" id="{DB0A4B7C-2986-409E-9B13-D8CAF4CB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2311393"/>
            <a:ext cx="3116283" cy="355264"/>
          </a:xfrm>
          <a:custGeom xmlns:a="http://schemas.openxmlformats.org/drawingml/2006/main">
            <a:pathLst>
              <a:path w="3116283" h="355264">
                <a:moveTo>
                  <a:pt x="0" y="71054"/>
                </a:moveTo>
                <a:cubicBezTo>
                  <a:pt x="0" y="31812"/>
                  <a:pt x="31811" y="0"/>
                  <a:pt x="71053" y="0"/>
                </a:cubicBezTo>
                <a:lnTo>
                  <a:pt x="3045229" y="0"/>
                </a:lnTo>
                <a:cubicBezTo>
                  <a:pt x="3084473" y="0"/>
                  <a:pt x="3116283" y="31812"/>
                  <a:pt x="3116283" y="71054"/>
                </a:cubicBezTo>
                <a:lnTo>
                  <a:pt x="3116283" y="284210"/>
                </a:lnTo>
                <a:cubicBezTo>
                  <a:pt x="3116283" y="323452"/>
                  <a:pt x="3084473" y="355264"/>
                  <a:pt x="3045229" y="355264"/>
                </a:cubicBezTo>
                <a:lnTo>
                  <a:pt x="71053" y="355264"/>
                </a:lnTo>
                <a:cubicBezTo>
                  <a:pt x="31811" y="355264"/>
                  <a:pt x="0" y="323452"/>
                  <a:pt x="0" y="284210"/>
                </a:cubicBezTo>
                <a:lnTo>
                  <a:pt x="0" y="71054"/>
                </a:lnTo>
              </a:path>
            </a:pathLst>
          </a:custGeom>
          <a:noFill xmlns:a="http://schemas.openxmlformats.org/drawingml/2006/main"/>
          <a:ln xmlns:a="http://schemas.openxmlformats.org/drawingml/2006/main" w="30893">
            <a:solidFill>
              <a:srgbClr val="4D8474"/>
            </a:solidFill>
            <a:prstDash val="solid"/>
          </a:ln>
        </p:spPr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A1841F7-B497-4BFF-A8FF-7AE4EF096C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bf84db97f484c"/>
          <a:stretch xmlns:a="http://schemas.openxmlformats.org/drawingml/2006/main"/>
        </p:blipFill>
        <p:spPr>
          <a:xfrm xmlns:a="http://schemas.openxmlformats.org/drawingml/2006/main">
            <a:off x="12048950" y="2260729"/>
            <a:ext cx="392953" cy="418903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4764C4B-F6E7-4EB9-9D36-5A47BF05D9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854c9853c47c2"/>
          <a:stretch xmlns:a="http://schemas.openxmlformats.org/drawingml/2006/main"/>
        </p:blipFill>
        <p:spPr>
          <a:xfrm xmlns:a="http://schemas.openxmlformats.org/drawingml/2006/main">
            <a:off x="12047483" y="2315889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5" name="text-101 Calibrate">
            <a:extLst xmlns:a="http://schemas.openxmlformats.org/drawingml/2006/main">
              <a:ext uri="{FF2B5EF4-FFF2-40B4-BE49-F238E27FC236}">
                <a16:creationId xmlns:a16="http://schemas.microsoft.com/office/drawing/2014/main" id="{7C814F25-F4F7-4085-BFEF-7127D290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9411" y="2357936"/>
            <a:ext cx="817576" cy="289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Calibrate</a:t>
            </a:r>
          </a:p>
        </p:txBody>
      </p:sp>
      <p:sp>
        <p:nvSpPr>
          <p:cNvPr id="136" name="text-101 verifier">
            <a:extLst xmlns:a="http://schemas.openxmlformats.org/drawingml/2006/main">
              <a:ext uri="{FF2B5EF4-FFF2-40B4-BE49-F238E27FC236}">
                <a16:creationId xmlns:a16="http://schemas.microsoft.com/office/drawing/2014/main" id="{DD740FB2-CB24-4FA7-B164-97CFDB67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9726" y="2357975"/>
            <a:ext cx="648161" cy="28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706A2DC-9789-4175-9D0E-3E70901CD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2dc4fa414a02"/>
          <a:stretch xmlns:a="http://schemas.openxmlformats.org/drawingml/2006/main"/>
        </p:blipFill>
        <p:spPr>
          <a:xfrm xmlns:a="http://schemas.openxmlformats.org/drawingml/2006/main">
            <a:off x="508736" y="3558216"/>
            <a:ext cx="418903" cy="389246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DAF41A0-E86D-4A5A-A401-13D294FB8E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dae0ef31149b3"/>
          <a:stretch xmlns:a="http://schemas.openxmlformats.org/drawingml/2006/main"/>
        </p:blipFill>
        <p:spPr>
          <a:xfrm xmlns:a="http://schemas.openxmlformats.org/drawingml/2006/main">
            <a:off x="522233" y="3601764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39" name="text-104 Local">
            <a:extLst xmlns:a="http://schemas.openxmlformats.org/drawingml/2006/main">
              <a:ext uri="{FF2B5EF4-FFF2-40B4-BE49-F238E27FC236}">
                <a16:creationId xmlns:a16="http://schemas.microsoft.com/office/drawing/2014/main" id="{8B72ACAF-FB47-4981-B238-C6FBB60E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319" y="3591625"/>
            <a:ext cx="632796" cy="383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140" name="text-104 edits">
            <a:extLst xmlns:a="http://schemas.openxmlformats.org/drawingml/2006/main">
              <a:ext uri="{FF2B5EF4-FFF2-40B4-BE49-F238E27FC236}">
                <a16:creationId xmlns:a16="http://schemas.microsoft.com/office/drawing/2014/main" id="{ECBC4698-0490-4394-A8A2-F1D2CB8E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854" y="3590827"/>
            <a:ext cx="601087" cy="385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edits</a:t>
            </a:r>
          </a:p>
        </p:txBody>
      </p:sp>
      <p:sp>
        <p:nvSpPr>
          <p:cNvPr id="141" name="text-104 break">
            <a:extLst xmlns:a="http://schemas.openxmlformats.org/drawingml/2006/main">
              <a:ext uri="{FF2B5EF4-FFF2-40B4-BE49-F238E27FC236}">
                <a16:creationId xmlns:a16="http://schemas.microsoft.com/office/drawing/2014/main" id="{FA115905-B668-4782-B7B9-C0D576D2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8860" y="3590653"/>
            <a:ext cx="704251" cy="385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break</a:t>
            </a:r>
          </a:p>
        </p:txBody>
      </p:sp>
      <p:sp>
        <p:nvSpPr>
          <p:cNvPr id="142" name="text-104 bindings">
            <a:extLst xmlns:a="http://schemas.openxmlformats.org/drawingml/2006/main">
              <a:ext uri="{FF2B5EF4-FFF2-40B4-BE49-F238E27FC236}">
                <a16:creationId xmlns:a16="http://schemas.microsoft.com/office/drawing/2014/main" id="{BCD4F5E4-05E6-4D56-BDA6-977414E2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3182" y="3591045"/>
            <a:ext cx="1017847" cy="38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bindings</a:t>
            </a:r>
          </a:p>
        </p:txBody>
      </p:sp>
      <p:sp>
        <p:nvSpPr>
          <p:cNvPr id="143" name="path-105">
            <a:extLst xmlns:a="http://schemas.openxmlformats.org/drawingml/2006/main">
              <a:ext uri="{FF2B5EF4-FFF2-40B4-BE49-F238E27FC236}">
                <a16:creationId xmlns:a16="http://schemas.microsoft.com/office/drawing/2014/main" id="{5199BDED-1072-47D0-ACC6-063538DD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5" y="4025928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2" y="0"/>
                </a:cubicBezTo>
                <a:lnTo>
                  <a:pt x="556068" y="0"/>
                </a:lnTo>
                <a:cubicBezTo>
                  <a:pt x="590190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90" y="370711"/>
                  <a:pt x="556068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06">
            <a:extLst xmlns:a="http://schemas.openxmlformats.org/drawingml/2006/main">
              <a:ext uri="{FF2B5EF4-FFF2-40B4-BE49-F238E27FC236}">
                <a16:creationId xmlns:a16="http://schemas.microsoft.com/office/drawing/2014/main" id="{9D5B60F0-3AA8-4171-96B8-44AF2D1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5" y="4025928"/>
            <a:ext cx="617850" cy="370710"/>
          </a:xfrm>
          <a:custGeom xmlns:a="http://schemas.openxmlformats.org/drawingml/2006/main">
            <a:pathLst>
              <a:path w="617850" h="370710">
                <a:moveTo>
                  <a:pt x="0" y="61783"/>
                </a:moveTo>
                <a:cubicBezTo>
                  <a:pt x="0" y="27661"/>
                  <a:pt x="27661" y="0"/>
                  <a:pt x="61782" y="0"/>
                </a:cubicBezTo>
                <a:lnTo>
                  <a:pt x="556068" y="0"/>
                </a:lnTo>
                <a:cubicBezTo>
                  <a:pt x="590190" y="0"/>
                  <a:pt x="617850" y="27661"/>
                  <a:pt x="617850" y="61783"/>
                </a:cubicBezTo>
                <a:lnTo>
                  <a:pt x="617850" y="308928"/>
                </a:lnTo>
                <a:cubicBezTo>
                  <a:pt x="617850" y="343049"/>
                  <a:pt x="590190" y="370710"/>
                  <a:pt x="556068" y="370710"/>
                </a:cubicBezTo>
                <a:lnTo>
                  <a:pt x="61782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551BA1E-0D15-4001-A5B6-A6330D445C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939754b5745fd"/>
          <a:stretch xmlns:a="http://schemas.openxmlformats.org/drawingml/2006/main"/>
        </p:blipFill>
        <p:spPr>
          <a:xfrm xmlns:a="http://schemas.openxmlformats.org/drawingml/2006/main">
            <a:off x="436508" y="4087539"/>
            <a:ext cx="257175" cy="247650"/>
          </a:xfrm>
          <a:prstGeom xmlns:a="http://schemas.openxmlformats.org/drawingml/2006/main" prst="rect">
            <a:avLst/>
          </a:prstGeom>
        </p:spPr>
      </p:pic>
      <p:sp>
        <p:nvSpPr>
          <p:cNvPr id="146" name="text-108 C">
            <a:extLst xmlns:a="http://schemas.openxmlformats.org/drawingml/2006/main">
              <a:ext uri="{FF2B5EF4-FFF2-40B4-BE49-F238E27FC236}">
                <a16:creationId xmlns:a16="http://schemas.microsoft.com/office/drawing/2014/main" id="{9110F85E-0F23-413A-AF3D-F36926A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293" y="4048703"/>
            <a:ext cx="172656" cy="34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147" name="path-109">
            <a:extLst xmlns:a="http://schemas.openxmlformats.org/drawingml/2006/main">
              <a:ext uri="{FF2B5EF4-FFF2-40B4-BE49-F238E27FC236}">
                <a16:creationId xmlns:a16="http://schemas.microsoft.com/office/drawing/2014/main" id="{1F19BC9D-43F8-4BA4-B806-BCECF1B3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13" y="4025928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3" y="0"/>
                </a:cubicBezTo>
                <a:lnTo>
                  <a:pt x="556069" y="0"/>
                </a:lnTo>
                <a:cubicBezTo>
                  <a:pt x="590190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90" y="370711"/>
                  <a:pt x="556069" y="370711"/>
                </a:cubicBezTo>
                <a:lnTo>
                  <a:pt x="61783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10">
            <a:extLst xmlns:a="http://schemas.openxmlformats.org/drawingml/2006/main">
              <a:ext uri="{FF2B5EF4-FFF2-40B4-BE49-F238E27FC236}">
                <a16:creationId xmlns:a16="http://schemas.microsoft.com/office/drawing/2014/main" id="{2D6CD187-356E-434E-851C-D79B839C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13" y="4025928"/>
            <a:ext cx="617851" cy="370710"/>
          </a:xfrm>
          <a:custGeom xmlns:a="http://schemas.openxmlformats.org/drawingml/2006/main">
            <a:pathLst>
              <a:path w="617851" h="370710">
                <a:moveTo>
                  <a:pt x="0" y="61783"/>
                </a:moveTo>
                <a:cubicBezTo>
                  <a:pt x="0" y="27661"/>
                  <a:pt x="27661" y="0"/>
                  <a:pt x="61782" y="0"/>
                </a:cubicBezTo>
                <a:lnTo>
                  <a:pt x="556068" y="0"/>
                </a:lnTo>
                <a:cubicBezTo>
                  <a:pt x="590190" y="0"/>
                  <a:pt x="617851" y="27661"/>
                  <a:pt x="617851" y="61783"/>
                </a:cubicBezTo>
                <a:lnTo>
                  <a:pt x="617851" y="308928"/>
                </a:lnTo>
                <a:cubicBezTo>
                  <a:pt x="617851" y="343049"/>
                  <a:pt x="590190" y="370710"/>
                  <a:pt x="556068" y="370710"/>
                </a:cubicBezTo>
                <a:lnTo>
                  <a:pt x="61782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149" name="text-111 T">
            <a:extLst xmlns:a="http://schemas.openxmlformats.org/drawingml/2006/main">
              <a:ext uri="{FF2B5EF4-FFF2-40B4-BE49-F238E27FC236}">
                <a16:creationId xmlns:a16="http://schemas.microsoft.com/office/drawing/2014/main" id="{25C17CEA-B6A9-448C-A615-FE81F7C5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858" y="4048663"/>
            <a:ext cx="166871" cy="346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150" name="path-112">
            <a:extLst xmlns:a="http://schemas.openxmlformats.org/drawingml/2006/main">
              <a:ext uri="{FF2B5EF4-FFF2-40B4-BE49-F238E27FC236}">
                <a16:creationId xmlns:a16="http://schemas.microsoft.com/office/drawing/2014/main" id="{53E0841E-2F5F-407E-A53D-66CEB17D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682" y="4025928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2" y="0"/>
                </a:cubicBezTo>
                <a:lnTo>
                  <a:pt x="556069" y="0"/>
                </a:lnTo>
                <a:cubicBezTo>
                  <a:pt x="590190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90" y="370711"/>
                  <a:pt x="556069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13">
            <a:extLst xmlns:a="http://schemas.openxmlformats.org/drawingml/2006/main">
              <a:ext uri="{FF2B5EF4-FFF2-40B4-BE49-F238E27FC236}">
                <a16:creationId xmlns:a16="http://schemas.microsoft.com/office/drawing/2014/main" id="{1A98F544-BEDD-46E5-9850-0A451431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682" y="4025928"/>
            <a:ext cx="617851" cy="370710"/>
          </a:xfrm>
          <a:custGeom xmlns:a="http://schemas.openxmlformats.org/drawingml/2006/main">
            <a:pathLst>
              <a:path w="61785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556068" y="0"/>
                </a:lnTo>
                <a:cubicBezTo>
                  <a:pt x="590190" y="0"/>
                  <a:pt x="617851" y="27661"/>
                  <a:pt x="617851" y="61783"/>
                </a:cubicBezTo>
                <a:lnTo>
                  <a:pt x="617851" y="308928"/>
                </a:lnTo>
                <a:cubicBezTo>
                  <a:pt x="617851" y="343049"/>
                  <a:pt x="590190" y="370710"/>
                  <a:pt x="55606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397966"/>
            </a:solidFill>
            <a:prstDash val="solid"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A027B3C-777E-4E8B-8ABC-F886A35D9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17f7d5caa4a18"/>
          <a:stretch xmlns:a="http://schemas.openxmlformats.org/drawingml/2006/main"/>
        </p:blipFill>
        <p:spPr>
          <a:xfrm xmlns:a="http://schemas.openxmlformats.org/drawingml/2006/main">
            <a:off x="2336338" y="4025311"/>
            <a:ext cx="374417" cy="374417"/>
          </a:xfrm>
          <a:prstGeom xmlns:a="http://schemas.openxmlformats.org/drawingml/2006/main" prst="rect">
            <a:avLst/>
          </a:prstGeom>
        </p:spPr>
      </p:pic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8079DC6-3C19-4F8C-BC2B-0B7CDFF57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73676a9584d89"/>
          <a:stretch xmlns:a="http://schemas.openxmlformats.org/drawingml/2006/main"/>
        </p:blipFill>
        <p:spPr>
          <a:xfrm xmlns:a="http://schemas.openxmlformats.org/drawingml/2006/main">
            <a:off x="2341508" y="4078014"/>
            <a:ext cx="276225" cy="266700"/>
          </a:xfrm>
          <a:prstGeom xmlns:a="http://schemas.openxmlformats.org/drawingml/2006/main" prst="rect">
            <a:avLst/>
          </a:prstGeom>
        </p:spPr>
      </p:pic>
      <p:sp>
        <p:nvSpPr>
          <p:cNvPr id="154" name="text-116 Hʹ">
            <a:extLst xmlns:a="http://schemas.openxmlformats.org/drawingml/2006/main">
              <a:ext uri="{FF2B5EF4-FFF2-40B4-BE49-F238E27FC236}">
                <a16:creationId xmlns:a16="http://schemas.microsoft.com/office/drawing/2014/main" id="{1D177307-A183-49C6-9F9D-3D9C4DBB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8084" y="4048104"/>
            <a:ext cx="253975" cy="346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Hʹ</a:t>
            </a:r>
          </a:p>
        </p:txBody>
      </p:sp>
      <p:sp>
        <p:nvSpPr>
          <p:cNvPr id="155" name="path-117">
            <a:extLst xmlns:a="http://schemas.openxmlformats.org/drawingml/2006/main">
              <a:ext uri="{FF2B5EF4-FFF2-40B4-BE49-F238E27FC236}">
                <a16:creationId xmlns:a16="http://schemas.microsoft.com/office/drawing/2014/main" id="{E8A0D113-B1D4-483E-AC49-8867388A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50" y="4025928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2" y="0"/>
                </a:cubicBezTo>
                <a:lnTo>
                  <a:pt x="556068" y="0"/>
                </a:lnTo>
                <a:cubicBezTo>
                  <a:pt x="590189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89" y="370711"/>
                  <a:pt x="556068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18">
            <a:extLst xmlns:a="http://schemas.openxmlformats.org/drawingml/2006/main">
              <a:ext uri="{FF2B5EF4-FFF2-40B4-BE49-F238E27FC236}">
                <a16:creationId xmlns:a16="http://schemas.microsoft.com/office/drawing/2014/main" id="{C0D0E1FF-EA47-41A3-A51D-923A945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50" y="4025928"/>
            <a:ext cx="617851" cy="370710"/>
          </a:xfrm>
          <a:custGeom xmlns:a="http://schemas.openxmlformats.org/drawingml/2006/main">
            <a:pathLst>
              <a:path w="61785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556068" y="0"/>
                </a:lnTo>
                <a:cubicBezTo>
                  <a:pt x="590190" y="0"/>
                  <a:pt x="617851" y="27661"/>
                  <a:pt x="617851" y="61783"/>
                </a:cubicBezTo>
                <a:lnTo>
                  <a:pt x="617851" y="308928"/>
                </a:lnTo>
                <a:cubicBezTo>
                  <a:pt x="617851" y="343049"/>
                  <a:pt x="590190" y="370710"/>
                  <a:pt x="55606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846C91"/>
            </a:solidFill>
            <a:prstDash val="solid"/>
          </a:ln>
        </p:spPr>
      </p:sp>
      <p:sp>
        <p:nvSpPr>
          <p:cNvPr id="157" name="text-119 V">
            <a:extLst xmlns:a="http://schemas.openxmlformats.org/drawingml/2006/main">
              <a:ext uri="{FF2B5EF4-FFF2-40B4-BE49-F238E27FC236}">
                <a16:creationId xmlns:a16="http://schemas.microsoft.com/office/drawing/2014/main" id="{40192DA8-0559-4C00-8D0D-79AAC8C9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6645" y="4048750"/>
            <a:ext cx="190629" cy="3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58" name="text-120 Harness">
            <a:extLst xmlns:a="http://schemas.openxmlformats.org/drawingml/2006/main">
              <a:ext uri="{FF2B5EF4-FFF2-40B4-BE49-F238E27FC236}">
                <a16:creationId xmlns:a16="http://schemas.microsoft.com/office/drawing/2014/main" id="{A948E895-0DD0-49A4-98D7-631922BF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9097" y="4387022"/>
            <a:ext cx="651817" cy="266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Harness</a:t>
            </a:r>
          </a:p>
        </p:txBody>
      </p:sp>
      <p:sp>
        <p:nvSpPr>
          <p:cNvPr id="159" name="text-121 edit">
            <a:extLst xmlns:a="http://schemas.openxmlformats.org/drawingml/2006/main">
              <a:ext uri="{FF2B5EF4-FFF2-40B4-BE49-F238E27FC236}">
                <a16:creationId xmlns:a16="http://schemas.microsoft.com/office/drawing/2014/main" id="{36CD1454-660C-4EDA-8348-98E25F76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048" y="4387133"/>
            <a:ext cx="334105" cy="26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</a:t>
            </a:r>
          </a:p>
        </p:txBody>
      </p:sp>
      <p:sp>
        <p:nvSpPr>
          <p:cNvPr id="160" name="text-122 One">
            <a:extLst xmlns:a="http://schemas.openxmlformats.org/drawingml/2006/main">
              <a:ext uri="{FF2B5EF4-FFF2-40B4-BE49-F238E27FC236}">
                <a16:creationId xmlns:a16="http://schemas.microsoft.com/office/drawing/2014/main" id="{526AA217-1175-461D-96D6-048F79D3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809" y="4752206"/>
            <a:ext cx="442234" cy="331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161" name="text-122 fix">
            <a:extLst xmlns:a="http://schemas.openxmlformats.org/drawingml/2006/main">
              <a:ext uri="{FF2B5EF4-FFF2-40B4-BE49-F238E27FC236}">
                <a16:creationId xmlns:a16="http://schemas.microsoft.com/office/drawing/2014/main" id="{CDE81692-72E3-4E32-8C60-833C8C33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90" y="4752680"/>
            <a:ext cx="282108" cy="331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fix</a:t>
            </a:r>
          </a:p>
        </p:txBody>
      </p:sp>
      <p:sp>
        <p:nvSpPr>
          <p:cNvPr id="162" name="text-122 can">
            <a:extLst xmlns:a="http://schemas.openxmlformats.org/drawingml/2006/main">
              <a:ext uri="{FF2B5EF4-FFF2-40B4-BE49-F238E27FC236}">
                <a16:creationId xmlns:a16="http://schemas.microsoft.com/office/drawing/2014/main" id="{146D5C09-9C3F-4502-882E-2AB98047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807" y="4753084"/>
            <a:ext cx="386731" cy="33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5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</a:t>
            </a:r>
          </a:p>
        </p:txBody>
      </p:sp>
      <p:sp>
        <p:nvSpPr>
          <p:cNvPr id="163" name="text-122 regress">
            <a:extLst xmlns:a="http://schemas.openxmlformats.org/drawingml/2006/main">
              <a:ext uri="{FF2B5EF4-FFF2-40B4-BE49-F238E27FC236}">
                <a16:creationId xmlns:a16="http://schemas.microsoft.com/office/drawing/2014/main" id="{42AD8076-4DAD-435F-BB32-49981A8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518" y="4750191"/>
            <a:ext cx="760163" cy="33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regress</a:t>
            </a:r>
          </a:p>
        </p:txBody>
      </p:sp>
      <p:sp>
        <p:nvSpPr>
          <p:cNvPr id="164" name="text-122 shared">
            <a:extLst xmlns:a="http://schemas.openxmlformats.org/drawingml/2006/main">
              <a:ext uri="{FF2B5EF4-FFF2-40B4-BE49-F238E27FC236}">
                <a16:creationId xmlns:a16="http://schemas.microsoft.com/office/drawing/2014/main" id="{8C954BEB-2999-4E44-AD67-EA189499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5211" y="4751184"/>
            <a:ext cx="713667" cy="333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shared</a:t>
            </a:r>
          </a:p>
        </p:txBody>
      </p:sp>
      <p:sp>
        <p:nvSpPr>
          <p:cNvPr id="165" name="text-122 tasks">
            <a:extLst xmlns:a="http://schemas.openxmlformats.org/drawingml/2006/main">
              <a:ext uri="{FF2B5EF4-FFF2-40B4-BE49-F238E27FC236}">
                <a16:creationId xmlns:a16="http://schemas.microsoft.com/office/drawing/2014/main" id="{64A6E995-057F-430B-99C7-049EEADC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402" y="4750740"/>
            <a:ext cx="548667" cy="333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tasks</a:t>
            </a:r>
          </a:p>
        </p:txBody>
      </p:sp>
      <p:sp>
        <p:nvSpPr>
          <p:cNvPr id="166" name="text-123 .">
            <a:extLst xmlns:a="http://schemas.openxmlformats.org/drawingml/2006/main">
              <a:ext uri="{FF2B5EF4-FFF2-40B4-BE49-F238E27FC236}">
                <a16:creationId xmlns:a16="http://schemas.microsoft.com/office/drawing/2014/main" id="{17CE42BD-689C-4C61-9430-59574B16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375" y="4757216"/>
            <a:ext cx="103633" cy="32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7" name="path-124">
            <a:extLst xmlns:a="http://schemas.openxmlformats.org/drawingml/2006/main">
              <a:ext uri="{FF2B5EF4-FFF2-40B4-BE49-F238E27FC236}">
                <a16:creationId xmlns:a16="http://schemas.microsoft.com/office/drawing/2014/main" id="{5047E51A-6025-4F84-899B-85FA72B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3577987"/>
            <a:ext cx="2239709" cy="1235052"/>
          </a:xfrm>
          <a:custGeom xmlns:a="http://schemas.openxmlformats.org/drawingml/2006/main">
            <a:pathLst>
              <a:path w="2239709" h="1235052">
                <a:moveTo>
                  <a:pt x="0" y="102918"/>
                </a:moveTo>
                <a:cubicBezTo>
                  <a:pt x="0" y="46077"/>
                  <a:pt x="46078" y="0"/>
                  <a:pt x="102917" y="0"/>
                </a:cubicBezTo>
                <a:lnTo>
                  <a:pt x="2136790" y="0"/>
                </a:lnTo>
                <a:cubicBezTo>
                  <a:pt x="2193631" y="0"/>
                  <a:pt x="2239709" y="46077"/>
                  <a:pt x="2239709" y="102918"/>
                </a:cubicBezTo>
                <a:lnTo>
                  <a:pt x="2239709" y="1132134"/>
                </a:lnTo>
                <a:cubicBezTo>
                  <a:pt x="2239709" y="1188975"/>
                  <a:pt x="2193631" y="1235052"/>
                  <a:pt x="2136790" y="1235052"/>
                </a:cubicBezTo>
                <a:lnTo>
                  <a:pt x="102917" y="1235052"/>
                </a:lnTo>
                <a:cubicBezTo>
                  <a:pt x="46078" y="1235052"/>
                  <a:pt x="0" y="1188975"/>
                  <a:pt x="0" y="1132134"/>
                </a:cubicBezTo>
                <a:lnTo>
                  <a:pt x="0" y="1029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25">
            <a:extLst xmlns:a="http://schemas.openxmlformats.org/drawingml/2006/main">
              <a:ext uri="{FF2B5EF4-FFF2-40B4-BE49-F238E27FC236}">
                <a16:creationId xmlns:a16="http://schemas.microsoft.com/office/drawing/2014/main" id="{1862FDAA-924C-47DF-A755-E44173EF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3577987"/>
            <a:ext cx="2239709" cy="1235053"/>
          </a:xfrm>
          <a:custGeom xmlns:a="http://schemas.openxmlformats.org/drawingml/2006/main">
            <a:pathLst>
              <a:path w="2239709" h="1235053">
                <a:moveTo>
                  <a:pt x="0" y="102918"/>
                </a:moveTo>
                <a:cubicBezTo>
                  <a:pt x="0" y="46078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0" y="0"/>
                  <a:pt x="2239709" y="46078"/>
                  <a:pt x="2239709" y="102918"/>
                </a:cubicBezTo>
                <a:lnTo>
                  <a:pt x="2239709" y="1132135"/>
                </a:lnTo>
                <a:cubicBezTo>
                  <a:pt x="2239709" y="1188975"/>
                  <a:pt x="2193630" y="1235053"/>
                  <a:pt x="2136790" y="1235053"/>
                </a:cubicBezTo>
                <a:lnTo>
                  <a:pt x="102918" y="1235053"/>
                </a:lnTo>
                <a:cubicBezTo>
                  <a:pt x="46078" y="1235053"/>
                  <a:pt x="0" y="1188975"/>
                  <a:pt x="0" y="1132135"/>
                </a:cubicBezTo>
                <a:lnTo>
                  <a:pt x="0" y="10291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169" name="text-126 Diagnose">
            <a:extLst xmlns:a="http://schemas.openxmlformats.org/drawingml/2006/main">
              <a:ext uri="{FF2B5EF4-FFF2-40B4-BE49-F238E27FC236}">
                <a16:creationId xmlns:a16="http://schemas.microsoft.com/office/drawing/2014/main" id="{4274E2FF-0BF2-423C-96BF-1A197B4E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4512" y="3650617"/>
            <a:ext cx="961934" cy="33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Diagnose</a:t>
            </a:r>
          </a:p>
        </p:txBody>
      </p:sp>
      <p:sp>
        <p:nvSpPr>
          <p:cNvPr id="170" name="text-127 Confirmed">
            <a:extLst xmlns:a="http://schemas.openxmlformats.org/drawingml/2006/main">
              <a:ext uri="{FF2B5EF4-FFF2-40B4-BE49-F238E27FC236}">
                <a16:creationId xmlns:a16="http://schemas.microsoft.com/office/drawing/2014/main" id="{95CF8700-3334-46DD-AACA-9A10E21A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0827" y="3951875"/>
            <a:ext cx="890695" cy="284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Confirmed</a:t>
            </a:r>
          </a:p>
        </p:txBody>
      </p:sp>
      <p:sp>
        <p:nvSpPr>
          <p:cNvPr id="171" name="text-127 mismatch">
            <a:extLst xmlns:a="http://schemas.openxmlformats.org/drawingml/2006/main">
              <a:ext uri="{FF2B5EF4-FFF2-40B4-BE49-F238E27FC236}">
                <a16:creationId xmlns:a16="http://schemas.microsoft.com/office/drawing/2014/main" id="{3425AD40-93DD-4E8E-AF8D-63BA8ACB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2225" y="3951584"/>
            <a:ext cx="844000" cy="284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mismatch</a:t>
            </a:r>
          </a:p>
        </p:txBody>
      </p:sp>
      <p:sp>
        <p:nvSpPr>
          <p:cNvPr id="172" name="text-128 vs">
            <a:extLst xmlns:a="http://schemas.openxmlformats.org/drawingml/2006/main">
              <a:ext uri="{FF2B5EF4-FFF2-40B4-BE49-F238E27FC236}">
                <a16:creationId xmlns:a16="http://schemas.microsoft.com/office/drawing/2014/main" id="{E07D3933-1456-419C-88EC-B3F34E1D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9710" y="4164142"/>
            <a:ext cx="204362" cy="28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vs</a:t>
            </a:r>
          </a:p>
        </p:txBody>
      </p:sp>
      <p:sp>
        <p:nvSpPr>
          <p:cNvPr id="173" name="text-128 policy">
            <a:extLst xmlns:a="http://schemas.openxmlformats.org/drawingml/2006/main">
              <a:ext uri="{FF2B5EF4-FFF2-40B4-BE49-F238E27FC236}">
                <a16:creationId xmlns:a16="http://schemas.microsoft.com/office/drawing/2014/main" id="{12B2A40B-E4C6-41AE-A160-2784BC5A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150" y="4163655"/>
            <a:ext cx="512742" cy="283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174" name="text-129 -">
            <a:extLst xmlns:a="http://schemas.openxmlformats.org/drawingml/2006/main">
              <a:ext uri="{FF2B5EF4-FFF2-40B4-BE49-F238E27FC236}">
                <a16:creationId xmlns:a16="http://schemas.microsoft.com/office/drawing/2014/main" id="{2BC8A301-A2E0-48FD-921A-7B6ED1A6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1934" y="4165433"/>
            <a:ext cx="97643" cy="28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75" name="text-130 only">
            <a:extLst xmlns:a="http://schemas.openxmlformats.org/drawingml/2006/main">
              <a:ext uri="{FF2B5EF4-FFF2-40B4-BE49-F238E27FC236}">
                <a16:creationId xmlns:a16="http://schemas.microsoft.com/office/drawing/2014/main" id="{E4A70FC0-3F7B-4200-93F7-1E3041F9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3720" y="4164030"/>
            <a:ext cx="381168" cy="28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</a:t>
            </a:r>
          </a:p>
        </p:txBody>
      </p:sp>
      <p:sp>
        <p:nvSpPr>
          <p:cNvPr id="176" name="text-131 failure">
            <a:extLst xmlns:a="http://schemas.openxmlformats.org/drawingml/2006/main">
              <a:ext uri="{FF2B5EF4-FFF2-40B4-BE49-F238E27FC236}">
                <a16:creationId xmlns:a16="http://schemas.microsoft.com/office/drawing/2014/main" id="{0271FC27-E260-437A-B6A9-32DD3884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5669" y="4164130"/>
            <a:ext cx="562288" cy="283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failure</a:t>
            </a:r>
          </a:p>
        </p:txBody>
      </p:sp>
      <p:sp>
        <p:nvSpPr>
          <p:cNvPr id="177" name="path-132">
            <a:extLst xmlns:a="http://schemas.openxmlformats.org/drawingml/2006/main">
              <a:ext uri="{FF2B5EF4-FFF2-40B4-BE49-F238E27FC236}">
                <a16:creationId xmlns:a16="http://schemas.microsoft.com/office/drawing/2014/main" id="{88FD3D20-D200-4E8B-8EB6-288A76E7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180" y="3577987"/>
            <a:ext cx="2239709" cy="1235052"/>
          </a:xfrm>
          <a:custGeom xmlns:a="http://schemas.openxmlformats.org/drawingml/2006/main">
            <a:pathLst>
              <a:path w="2239709" h="1235052">
                <a:moveTo>
                  <a:pt x="0" y="102918"/>
                </a:moveTo>
                <a:cubicBezTo>
                  <a:pt x="0" y="46077"/>
                  <a:pt x="46078" y="0"/>
                  <a:pt x="102919" y="0"/>
                </a:cubicBezTo>
                <a:lnTo>
                  <a:pt x="2136790" y="0"/>
                </a:lnTo>
                <a:cubicBezTo>
                  <a:pt x="2193631" y="0"/>
                  <a:pt x="2239709" y="46077"/>
                  <a:pt x="2239709" y="102918"/>
                </a:cubicBezTo>
                <a:lnTo>
                  <a:pt x="2239709" y="1132134"/>
                </a:lnTo>
                <a:cubicBezTo>
                  <a:pt x="2239709" y="1188975"/>
                  <a:pt x="2193631" y="1235052"/>
                  <a:pt x="2136790" y="1235052"/>
                </a:cubicBezTo>
                <a:lnTo>
                  <a:pt x="102919" y="1235052"/>
                </a:lnTo>
                <a:cubicBezTo>
                  <a:pt x="46078" y="1235052"/>
                  <a:pt x="0" y="1188975"/>
                  <a:pt x="0" y="1132134"/>
                </a:cubicBezTo>
                <a:lnTo>
                  <a:pt x="0" y="1029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33">
            <a:extLst xmlns:a="http://schemas.openxmlformats.org/drawingml/2006/main">
              <a:ext uri="{FF2B5EF4-FFF2-40B4-BE49-F238E27FC236}">
                <a16:creationId xmlns:a16="http://schemas.microsoft.com/office/drawing/2014/main" id="{2C309D99-F0CC-4A15-A1B3-71677702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180" y="3577987"/>
            <a:ext cx="2239708" cy="1235053"/>
          </a:xfrm>
          <a:custGeom xmlns:a="http://schemas.openxmlformats.org/drawingml/2006/main">
            <a:pathLst>
              <a:path w="2239708" h="1235053">
                <a:moveTo>
                  <a:pt x="0" y="102918"/>
                </a:moveTo>
                <a:cubicBezTo>
                  <a:pt x="0" y="46078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0" y="0"/>
                  <a:pt x="2239708" y="46078"/>
                  <a:pt x="2239708" y="102918"/>
                </a:cubicBezTo>
                <a:lnTo>
                  <a:pt x="2239708" y="1132135"/>
                </a:lnTo>
                <a:cubicBezTo>
                  <a:pt x="2239708" y="1188975"/>
                  <a:pt x="2193630" y="1235053"/>
                  <a:pt x="2136790" y="1235053"/>
                </a:cubicBezTo>
                <a:lnTo>
                  <a:pt x="102918" y="1235053"/>
                </a:lnTo>
                <a:cubicBezTo>
                  <a:pt x="46078" y="1235053"/>
                  <a:pt x="0" y="1188975"/>
                  <a:pt x="0" y="1132135"/>
                </a:cubicBezTo>
                <a:lnTo>
                  <a:pt x="0" y="10291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179" name="text-134 Freeze">
            <a:extLst xmlns:a="http://schemas.openxmlformats.org/drawingml/2006/main">
              <a:ext uri="{FF2B5EF4-FFF2-40B4-BE49-F238E27FC236}">
                <a16:creationId xmlns:a16="http://schemas.microsoft.com/office/drawing/2014/main" id="{1DE17308-5897-465B-9A00-8F36B06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3380" y="3649852"/>
            <a:ext cx="674077" cy="333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Freeze</a:t>
            </a:r>
          </a:p>
        </p:txBody>
      </p:sp>
      <p:sp>
        <p:nvSpPr>
          <p:cNvPr id="180" name="text-135 One">
            <a:extLst xmlns:a="http://schemas.openxmlformats.org/drawingml/2006/main">
              <a:ext uri="{FF2B5EF4-FFF2-40B4-BE49-F238E27FC236}">
                <a16:creationId xmlns:a16="http://schemas.microsoft.com/office/drawing/2014/main" id="{4060C8DE-B698-4172-A55E-A920AE55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7732" y="3952425"/>
            <a:ext cx="369912" cy="283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181" name="text-136 Δ">
            <a:extLst xmlns:a="http://schemas.openxmlformats.org/drawingml/2006/main">
              <a:ext uri="{FF2B5EF4-FFF2-40B4-BE49-F238E27FC236}">
                <a16:creationId xmlns:a16="http://schemas.microsoft.com/office/drawing/2014/main" id="{936550C0-03D6-4CC0-8BA8-B4393F2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096" y="3954265"/>
            <a:ext cx="149486" cy="281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</a:t>
            </a:r>
          </a:p>
        </p:txBody>
      </p:sp>
      <p:sp>
        <p:nvSpPr>
          <p:cNvPr id="182" name="text-137 per">
            <a:extLst xmlns:a="http://schemas.openxmlformats.org/drawingml/2006/main">
              <a:ext uri="{FF2B5EF4-FFF2-40B4-BE49-F238E27FC236}">
                <a16:creationId xmlns:a16="http://schemas.microsoft.com/office/drawing/2014/main" id="{123C123C-8F19-41D7-8674-AB7D753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0282" y="3952929"/>
            <a:ext cx="306094" cy="282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</a:t>
            </a:r>
          </a:p>
        </p:txBody>
      </p:sp>
      <p:sp>
        <p:nvSpPr>
          <p:cNvPr id="183" name="text-137 factor">
            <a:extLst xmlns:a="http://schemas.openxmlformats.org/drawingml/2006/main">
              <a:ext uri="{FF2B5EF4-FFF2-40B4-BE49-F238E27FC236}">
                <a16:creationId xmlns:a16="http://schemas.microsoft.com/office/drawing/2014/main" id="{784A1EC1-1F2C-4FCE-B6F7-00A0E13F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7106" y="3952406"/>
            <a:ext cx="523175" cy="283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factor</a:t>
            </a:r>
          </a:p>
        </p:txBody>
      </p:sp>
      <p:sp>
        <p:nvSpPr>
          <p:cNvPr id="184" name="text-138 Fixed">
            <a:extLst xmlns:a="http://schemas.openxmlformats.org/drawingml/2006/main">
              <a:ext uri="{FF2B5EF4-FFF2-40B4-BE49-F238E27FC236}">
                <a16:creationId xmlns:a16="http://schemas.microsoft.com/office/drawing/2014/main" id="{0125CEE7-22E8-4A37-9EF3-784ECCC7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270" y="4163055"/>
            <a:ext cx="462086" cy="2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Fixed</a:t>
            </a:r>
          </a:p>
        </p:txBody>
      </p:sp>
      <p:sp>
        <p:nvSpPr>
          <p:cNvPr id="185" name="text-138 intent">
            <a:extLst xmlns:a="http://schemas.openxmlformats.org/drawingml/2006/main">
              <a:ext uri="{FF2B5EF4-FFF2-40B4-BE49-F238E27FC236}">
                <a16:creationId xmlns:a16="http://schemas.microsoft.com/office/drawing/2014/main" id="{858B8861-4218-4712-BD5F-A0AB4A7C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2198" y="4164094"/>
            <a:ext cx="516718" cy="283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intent</a:t>
            </a:r>
          </a:p>
        </p:txBody>
      </p:sp>
      <p:sp>
        <p:nvSpPr>
          <p:cNvPr id="186" name="text-138 &amp;">
            <a:extLst xmlns:a="http://schemas.openxmlformats.org/drawingml/2006/main">
              <a:ext uri="{FF2B5EF4-FFF2-40B4-BE49-F238E27FC236}">
                <a16:creationId xmlns:a16="http://schemas.microsoft.com/office/drawing/2014/main" id="{65B9B3DF-6876-4619-ACC8-69DD33D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181" y="4165558"/>
            <a:ext cx="173117" cy="281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187" name="text-139 eval">
            <a:extLst xmlns:a="http://schemas.openxmlformats.org/drawingml/2006/main">
              <a:ext uri="{FF2B5EF4-FFF2-40B4-BE49-F238E27FC236}">
                <a16:creationId xmlns:a16="http://schemas.microsoft.com/office/drawing/2014/main" id="{E384430E-44F1-4341-87DB-A22B0A6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4075" y="4163763"/>
            <a:ext cx="372830" cy="283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</a:t>
            </a:r>
          </a:p>
        </p:txBody>
      </p:sp>
      <p:sp>
        <p:nvSpPr>
          <p:cNvPr id="188" name="text-140 rules">
            <a:extLst xmlns:a="http://schemas.openxmlformats.org/drawingml/2006/main">
              <a:ext uri="{FF2B5EF4-FFF2-40B4-BE49-F238E27FC236}">
                <a16:creationId xmlns:a16="http://schemas.microsoft.com/office/drawing/2014/main" id="{F48F0869-4FD3-4B6A-9316-F2868FF0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6986" y="4164117"/>
            <a:ext cx="431372" cy="283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rules</a:t>
            </a:r>
          </a:p>
        </p:txBody>
      </p:sp>
      <p:sp>
        <p:nvSpPr>
          <p:cNvPr id="189" name="path-141">
            <a:extLst xmlns:a="http://schemas.openxmlformats.org/drawingml/2006/main">
              <a:ext uri="{FF2B5EF4-FFF2-40B4-BE49-F238E27FC236}">
                <a16:creationId xmlns:a16="http://schemas.microsoft.com/office/drawing/2014/main" id="{7DBB9F2A-047C-4A74-987D-9CB09A8A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244" y="3577987"/>
            <a:ext cx="2239709" cy="1235052"/>
          </a:xfrm>
          <a:custGeom xmlns:a="http://schemas.openxmlformats.org/drawingml/2006/main">
            <a:pathLst>
              <a:path w="2239709" h="1235052">
                <a:moveTo>
                  <a:pt x="0" y="102918"/>
                </a:moveTo>
                <a:cubicBezTo>
                  <a:pt x="0" y="46077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1" y="0"/>
                  <a:pt x="2239709" y="46077"/>
                  <a:pt x="2239709" y="102918"/>
                </a:cubicBezTo>
                <a:lnTo>
                  <a:pt x="2239709" y="1132134"/>
                </a:lnTo>
                <a:cubicBezTo>
                  <a:pt x="2239709" y="1188975"/>
                  <a:pt x="2193631" y="1235052"/>
                  <a:pt x="2136790" y="1235052"/>
                </a:cubicBezTo>
                <a:lnTo>
                  <a:pt x="102918" y="1235052"/>
                </a:lnTo>
                <a:cubicBezTo>
                  <a:pt x="46078" y="1235052"/>
                  <a:pt x="0" y="1188975"/>
                  <a:pt x="0" y="1132134"/>
                </a:cubicBezTo>
                <a:lnTo>
                  <a:pt x="0" y="1029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42">
            <a:extLst xmlns:a="http://schemas.openxmlformats.org/drawingml/2006/main">
              <a:ext uri="{FF2B5EF4-FFF2-40B4-BE49-F238E27FC236}">
                <a16:creationId xmlns:a16="http://schemas.microsoft.com/office/drawing/2014/main" id="{CDCC1FE9-5B87-46EB-B546-865C1013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244" y="3577987"/>
            <a:ext cx="2239709" cy="1235053"/>
          </a:xfrm>
          <a:custGeom xmlns:a="http://schemas.openxmlformats.org/drawingml/2006/main">
            <a:pathLst>
              <a:path w="2239709" h="1235053">
                <a:moveTo>
                  <a:pt x="0" y="102918"/>
                </a:moveTo>
                <a:cubicBezTo>
                  <a:pt x="0" y="46078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0" y="0"/>
                  <a:pt x="2239709" y="46078"/>
                  <a:pt x="2239709" y="102918"/>
                </a:cubicBezTo>
                <a:lnTo>
                  <a:pt x="2239709" y="1132135"/>
                </a:lnTo>
                <a:cubicBezTo>
                  <a:pt x="2239709" y="1188975"/>
                  <a:pt x="2193630" y="1235053"/>
                  <a:pt x="2136790" y="1235053"/>
                </a:cubicBezTo>
                <a:lnTo>
                  <a:pt x="102918" y="1235053"/>
                </a:lnTo>
                <a:cubicBezTo>
                  <a:pt x="46078" y="1235053"/>
                  <a:pt x="0" y="1188975"/>
                  <a:pt x="0" y="1132135"/>
                </a:cubicBezTo>
                <a:lnTo>
                  <a:pt x="0" y="10291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97A40BB-4E03-4AE5-819D-91FDD4BA2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ed93f709e4d99"/>
          <a:stretch xmlns:a="http://schemas.openxmlformats.org/drawingml/2006/main"/>
        </p:blipFill>
        <p:spPr>
          <a:xfrm xmlns:a="http://schemas.openxmlformats.org/drawingml/2006/main">
            <a:off x="10132378" y="3543387"/>
            <a:ext cx="518994" cy="518994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191EA7F-9BF3-42D4-B708-CB94E51221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6679b60fc409a"/>
          <a:stretch xmlns:a="http://schemas.openxmlformats.org/drawingml/2006/main"/>
        </p:blipFill>
        <p:spPr>
          <a:xfrm xmlns:a="http://schemas.openxmlformats.org/drawingml/2006/main">
            <a:off x="10142483" y="3601764"/>
            <a:ext cx="409575" cy="400050"/>
          </a:xfrm>
          <a:prstGeom xmlns:a="http://schemas.openxmlformats.org/drawingml/2006/main" prst="rect">
            <a:avLst/>
          </a:prstGeom>
        </p:spPr>
      </p:pic>
      <p:sp>
        <p:nvSpPr>
          <p:cNvPr id="193" name="text-145 Replay">
            <a:extLst xmlns:a="http://schemas.openxmlformats.org/drawingml/2006/main">
              <a:ext uri="{FF2B5EF4-FFF2-40B4-BE49-F238E27FC236}">
                <a16:creationId xmlns:a16="http://schemas.microsoft.com/office/drawing/2014/main" id="{8FDB1EE5-72E8-4F47-996F-46083756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7637" y="3650662"/>
            <a:ext cx="709960" cy="332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Replay</a:t>
            </a:r>
          </a:p>
        </p:txBody>
      </p:sp>
      <p:sp>
        <p:nvSpPr>
          <p:cNvPr id="194" name="text-145 2ᵈ">
            <a:extLst xmlns:a="http://schemas.openxmlformats.org/drawingml/2006/main">
              <a:ext uri="{FF2B5EF4-FFF2-40B4-BE49-F238E27FC236}">
                <a16:creationId xmlns:a16="http://schemas.microsoft.com/office/drawing/2014/main" id="{4913696F-FEF0-428B-B18E-07AD68F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1936" y="3651403"/>
            <a:ext cx="248947" cy="331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2ᵈ</a:t>
            </a:r>
          </a:p>
        </p:txBody>
      </p:sp>
      <p:sp>
        <p:nvSpPr>
          <p:cNvPr id="195" name="text-146 Dependency">
            <a:extLst xmlns:a="http://schemas.openxmlformats.org/drawingml/2006/main">
              <a:ext uri="{FF2B5EF4-FFF2-40B4-BE49-F238E27FC236}">
                <a16:creationId xmlns:a16="http://schemas.microsoft.com/office/drawing/2014/main" id="{D132A314-7076-45B0-86FA-BF53C83A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1884" y="3952343"/>
            <a:ext cx="1043360" cy="283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Dependency</a:t>
            </a:r>
          </a:p>
        </p:txBody>
      </p:sp>
      <p:sp>
        <p:nvSpPr>
          <p:cNvPr id="196" name="text-147 -">
            <a:extLst xmlns:a="http://schemas.openxmlformats.org/drawingml/2006/main">
              <a:ext uri="{FF2B5EF4-FFF2-40B4-BE49-F238E27FC236}">
                <a16:creationId xmlns:a16="http://schemas.microsoft.com/office/drawing/2014/main" id="{DA5916E5-840D-497D-AB17-C48F28F0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9752" y="3954128"/>
            <a:ext cx="97643" cy="28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97" name="text-148 closed">
            <a:extLst xmlns:a="http://schemas.openxmlformats.org/drawingml/2006/main">
              <a:ext uri="{FF2B5EF4-FFF2-40B4-BE49-F238E27FC236}">
                <a16:creationId xmlns:a16="http://schemas.microsoft.com/office/drawing/2014/main" id="{A3DB3402-483A-478E-91FA-1BA1B99C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1538" y="3952401"/>
            <a:ext cx="551065" cy="283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closed</a:t>
            </a:r>
          </a:p>
        </p:txBody>
      </p:sp>
      <p:sp>
        <p:nvSpPr>
          <p:cNvPr id="198" name="text-149 Matched">
            <a:extLst xmlns:a="http://schemas.openxmlformats.org/drawingml/2006/main">
              <a:ext uri="{FF2B5EF4-FFF2-40B4-BE49-F238E27FC236}">
                <a16:creationId xmlns:a16="http://schemas.microsoft.com/office/drawing/2014/main" id="{4B043AB0-A89C-4AD6-8B40-C1FA1A5B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187" y="4163702"/>
            <a:ext cx="768914" cy="283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Matched</a:t>
            </a:r>
          </a:p>
        </p:txBody>
      </p:sp>
      <p:sp>
        <p:nvSpPr>
          <p:cNvPr id="199" name="text-149 trials">
            <a:extLst xmlns:a="http://schemas.openxmlformats.org/drawingml/2006/main">
              <a:ext uri="{FF2B5EF4-FFF2-40B4-BE49-F238E27FC236}">
                <a16:creationId xmlns:a16="http://schemas.microsoft.com/office/drawing/2014/main" id="{7AA03531-5C08-4383-B68E-03DA96A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0939" y="4164336"/>
            <a:ext cx="448442" cy="282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trials</a:t>
            </a:r>
          </a:p>
        </p:txBody>
      </p:sp>
      <p:sp>
        <p:nvSpPr>
          <p:cNvPr id="200" name="path-150">
            <a:extLst xmlns:a="http://schemas.openxmlformats.org/drawingml/2006/main">
              <a:ext uri="{FF2B5EF4-FFF2-40B4-BE49-F238E27FC236}">
                <a16:creationId xmlns:a16="http://schemas.microsoft.com/office/drawing/2014/main" id="{20088D6C-CD24-47A8-9231-F72A0A5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307" y="3577987"/>
            <a:ext cx="2548635" cy="1235701"/>
          </a:xfrm>
          <a:custGeom xmlns:a="http://schemas.openxmlformats.org/drawingml/2006/main">
            <a:pathLst>
              <a:path w="2548635" h="1235701">
                <a:moveTo>
                  <a:pt x="0" y="102971"/>
                </a:moveTo>
                <a:cubicBezTo>
                  <a:pt x="0" y="46100"/>
                  <a:pt x="46103" y="0"/>
                  <a:pt x="102971" y="0"/>
                </a:cubicBezTo>
                <a:lnTo>
                  <a:pt x="2445664" y="0"/>
                </a:lnTo>
                <a:cubicBezTo>
                  <a:pt x="2502533" y="0"/>
                  <a:pt x="2548635" y="46100"/>
                  <a:pt x="2548635" y="102971"/>
                </a:cubicBezTo>
                <a:lnTo>
                  <a:pt x="2548635" y="1132730"/>
                </a:lnTo>
                <a:cubicBezTo>
                  <a:pt x="2548635" y="1189599"/>
                  <a:pt x="2502533" y="1235701"/>
                  <a:pt x="2445664" y="1235701"/>
                </a:cubicBezTo>
                <a:lnTo>
                  <a:pt x="102971" y="1235701"/>
                </a:lnTo>
                <a:cubicBezTo>
                  <a:pt x="46103" y="1235701"/>
                  <a:pt x="0" y="1189599"/>
                  <a:pt x="0" y="1132730"/>
                </a:cubicBezTo>
                <a:lnTo>
                  <a:pt x="0" y="10297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51">
            <a:extLst xmlns:a="http://schemas.openxmlformats.org/drawingml/2006/main">
              <a:ext uri="{FF2B5EF4-FFF2-40B4-BE49-F238E27FC236}">
                <a16:creationId xmlns:a16="http://schemas.microsoft.com/office/drawing/2014/main" id="{BEF4E13E-2F65-4FD5-B1ED-033E77C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307" y="3577987"/>
            <a:ext cx="2548635" cy="1235701"/>
          </a:xfrm>
          <a:custGeom xmlns:a="http://schemas.openxmlformats.org/drawingml/2006/main">
            <a:pathLst>
              <a:path w="2548635" h="1235701">
                <a:moveTo>
                  <a:pt x="0" y="102971"/>
                </a:moveTo>
                <a:cubicBezTo>
                  <a:pt x="0" y="46102"/>
                  <a:pt x="46102" y="0"/>
                  <a:pt x="102971" y="0"/>
                </a:cubicBezTo>
                <a:lnTo>
                  <a:pt x="2445664" y="0"/>
                </a:lnTo>
                <a:cubicBezTo>
                  <a:pt x="2502533" y="0"/>
                  <a:pt x="2548635" y="46102"/>
                  <a:pt x="2548635" y="102971"/>
                </a:cubicBezTo>
                <a:lnTo>
                  <a:pt x="2548635" y="1132730"/>
                </a:lnTo>
                <a:cubicBezTo>
                  <a:pt x="2548635" y="1189600"/>
                  <a:pt x="2502533" y="1235701"/>
                  <a:pt x="2445664" y="1235701"/>
                </a:cubicBezTo>
                <a:lnTo>
                  <a:pt x="102971" y="1235701"/>
                </a:lnTo>
                <a:cubicBezTo>
                  <a:pt x="46102" y="1235701"/>
                  <a:pt x="0" y="1189600"/>
                  <a:pt x="0" y="1132730"/>
                </a:cubicBezTo>
                <a:lnTo>
                  <a:pt x="0" y="102971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>
                <a:alpha val="99000"/>
              </a:srgbClr>
            </a:solidFill>
            <a:prstDash val="solid"/>
          </a:ln>
        </p:spPr>
      </p:sp>
      <p:sp>
        <p:nvSpPr>
          <p:cNvPr id="202" name="text-152 Select">
            <a:extLst xmlns:a="http://schemas.openxmlformats.org/drawingml/2006/main">
              <a:ext uri="{FF2B5EF4-FFF2-40B4-BE49-F238E27FC236}">
                <a16:creationId xmlns:a16="http://schemas.microsoft.com/office/drawing/2014/main" id="{213268D5-00AF-4C35-8685-90CDD3F2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0187" y="3649685"/>
            <a:ext cx="627297" cy="333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</a:t>
            </a:r>
          </a:p>
        </p:txBody>
      </p:sp>
      <p:sp>
        <p:nvSpPr>
          <p:cNvPr id="203" name="text-153 Smallest">
            <a:extLst xmlns:a="http://schemas.openxmlformats.org/drawingml/2006/main">
              <a:ext uri="{FF2B5EF4-FFF2-40B4-BE49-F238E27FC236}">
                <a16:creationId xmlns:a16="http://schemas.microsoft.com/office/drawing/2014/main" id="{6499E3F9-88C9-4870-9539-123623C1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6480" y="3951831"/>
            <a:ext cx="728836" cy="284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Smallest</a:t>
            </a:r>
          </a:p>
        </p:txBody>
      </p:sp>
      <p:sp>
        <p:nvSpPr>
          <p:cNvPr id="204" name="text-153 validated">
            <a:extLst xmlns:a="http://schemas.openxmlformats.org/drawingml/2006/main">
              <a:ext uri="{FF2B5EF4-FFF2-40B4-BE49-F238E27FC236}">
                <a16:creationId xmlns:a16="http://schemas.microsoft.com/office/drawing/2014/main" id="{8369C426-6903-45A6-8B02-FD5D367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5329" y="3952730"/>
            <a:ext cx="797690" cy="283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validated</a:t>
            </a:r>
          </a:p>
        </p:txBody>
      </p:sp>
      <p:sp>
        <p:nvSpPr>
          <p:cNvPr id="205" name="text-153 repair">
            <a:extLst xmlns:a="http://schemas.openxmlformats.org/drawingml/2006/main">
              <a:ext uri="{FF2B5EF4-FFF2-40B4-BE49-F238E27FC236}">
                <a16:creationId xmlns:a16="http://schemas.microsoft.com/office/drawing/2014/main" id="{1DCCEEBA-1037-450B-A01E-21272CF4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3957" y="3952708"/>
            <a:ext cx="526233" cy="283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repair</a:t>
            </a:r>
          </a:p>
        </p:txBody>
      </p:sp>
      <p:sp>
        <p:nvSpPr>
          <p:cNvPr id="206" name="text-154 among">
            <a:extLst xmlns:a="http://schemas.openxmlformats.org/drawingml/2006/main">
              <a:ext uri="{FF2B5EF4-FFF2-40B4-BE49-F238E27FC236}">
                <a16:creationId xmlns:a16="http://schemas.microsoft.com/office/drawing/2014/main" id="{7B320CDB-5FB6-44BE-969C-A91FDEA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0957" y="4163173"/>
            <a:ext cx="614875" cy="28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among</a:t>
            </a:r>
          </a:p>
        </p:txBody>
      </p:sp>
      <p:sp>
        <p:nvSpPr>
          <p:cNvPr id="207" name="text-154 tested">
            <a:extLst xmlns:a="http://schemas.openxmlformats.org/drawingml/2006/main">
              <a:ext uri="{FF2B5EF4-FFF2-40B4-BE49-F238E27FC236}">
                <a16:creationId xmlns:a16="http://schemas.microsoft.com/office/drawing/2014/main" id="{1154014C-4DD3-4F2D-BADF-101D7029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6694" y="4164268"/>
            <a:ext cx="540622" cy="28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tested</a:t>
            </a:r>
          </a:p>
        </p:txBody>
      </p:sp>
      <p:sp>
        <p:nvSpPr>
          <p:cNvPr id="208" name="text-154 candidates">
            <a:extLst xmlns:a="http://schemas.openxmlformats.org/drawingml/2006/main">
              <a:ext uri="{FF2B5EF4-FFF2-40B4-BE49-F238E27FC236}">
                <a16:creationId xmlns:a16="http://schemas.microsoft.com/office/drawing/2014/main" id="{FB1B383C-2346-4CE9-B3D0-54C20216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8376" y="4163742"/>
            <a:ext cx="928022" cy="283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candidates</a:t>
            </a:r>
          </a:p>
        </p:txBody>
      </p:sp>
      <p:sp>
        <p:nvSpPr>
          <p:cNvPr id="209" name="text-155 Fresh">
            <a:extLst xmlns:a="http://schemas.openxmlformats.org/drawingml/2006/main">
              <a:ext uri="{FF2B5EF4-FFF2-40B4-BE49-F238E27FC236}">
                <a16:creationId xmlns:a16="http://schemas.microsoft.com/office/drawing/2014/main" id="{674625D4-9ECB-4E06-8816-818ABA19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141" y="4866739"/>
            <a:ext cx="479275" cy="285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Fresh</a:t>
            </a:r>
          </a:p>
        </p:txBody>
      </p:sp>
      <p:sp>
        <p:nvSpPr>
          <p:cNvPr id="210" name="text-156 -">
            <a:extLst xmlns:a="http://schemas.openxmlformats.org/drawingml/2006/main">
              <a:ext uri="{FF2B5EF4-FFF2-40B4-BE49-F238E27FC236}">
                <a16:creationId xmlns:a16="http://schemas.microsoft.com/office/drawing/2014/main" id="{891E863C-06C3-43E8-B419-B5D1E1D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2380" y="4869784"/>
            <a:ext cx="97643" cy="28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11" name="text-157 seed">
            <a:extLst xmlns:a="http://schemas.openxmlformats.org/drawingml/2006/main">
              <a:ext uri="{FF2B5EF4-FFF2-40B4-BE49-F238E27FC236}">
                <a16:creationId xmlns:a16="http://schemas.microsoft.com/office/drawing/2014/main" id="{5920E99B-694D-44A3-A52D-C7B29F61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6096" y="4866548"/>
            <a:ext cx="416096" cy="28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seed</a:t>
            </a:r>
          </a:p>
        </p:txBody>
      </p:sp>
      <p:sp>
        <p:nvSpPr>
          <p:cNvPr id="212" name="text-157 confirmation">
            <a:extLst xmlns:a="http://schemas.openxmlformats.org/drawingml/2006/main">
              <a:ext uri="{FF2B5EF4-FFF2-40B4-BE49-F238E27FC236}">
                <a16:creationId xmlns:a16="http://schemas.microsoft.com/office/drawing/2014/main" id="{F6422E10-FAB9-422E-87D9-FED4470D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727" y="4865378"/>
            <a:ext cx="1103891" cy="287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confirmation</a:t>
            </a:r>
          </a:p>
        </p:txBody>
      </p:sp>
      <p:sp>
        <p:nvSpPr>
          <p:cNvPr id="213" name="text-157 →">
            <a:extLst xmlns:a="http://schemas.openxmlformats.org/drawingml/2006/main">
              <a:ext uri="{FF2B5EF4-FFF2-40B4-BE49-F238E27FC236}">
                <a16:creationId xmlns:a16="http://schemas.microsoft.com/office/drawing/2014/main" id="{1B5DDD7D-65D6-4257-99A0-638506B5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0942" y="4869865"/>
            <a:ext cx="217933" cy="2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14" name="text-157 Promote">
            <a:extLst xmlns:a="http://schemas.openxmlformats.org/drawingml/2006/main">
              <a:ext uri="{FF2B5EF4-FFF2-40B4-BE49-F238E27FC236}">
                <a16:creationId xmlns:a16="http://schemas.microsoft.com/office/drawing/2014/main" id="{1D5F853E-E2C6-4990-97C7-F3B60CF1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2647" y="4865588"/>
            <a:ext cx="750337" cy="287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Promote</a:t>
            </a:r>
          </a:p>
        </p:txBody>
      </p:sp>
      <p:sp>
        <p:nvSpPr>
          <p:cNvPr id="215" name="text-157 /">
            <a:extLst xmlns:a="http://schemas.openxmlformats.org/drawingml/2006/main">
              <a:ext uri="{FF2B5EF4-FFF2-40B4-BE49-F238E27FC236}">
                <a16:creationId xmlns:a16="http://schemas.microsoft.com/office/drawing/2014/main" id="{6E68C07E-8A7D-4E9A-A0BD-DD01AA0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4990" y="4869833"/>
            <a:ext cx="114009" cy="281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216" name="text-157 retain">
            <a:extLst xmlns:a="http://schemas.openxmlformats.org/drawingml/2006/main">
              <a:ext uri="{FF2B5EF4-FFF2-40B4-BE49-F238E27FC236}">
                <a16:creationId xmlns:a16="http://schemas.microsoft.com/office/drawing/2014/main" id="{996AE075-7961-4CD8-9837-4423222A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0491" y="4866247"/>
            <a:ext cx="526210" cy="286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retain</a:t>
            </a:r>
          </a:p>
        </p:txBody>
      </p:sp>
      <p:sp>
        <p:nvSpPr>
          <p:cNvPr id="217" name="text-157 parent">
            <a:extLst xmlns:a="http://schemas.openxmlformats.org/drawingml/2006/main">
              <a:ext uri="{FF2B5EF4-FFF2-40B4-BE49-F238E27FC236}">
                <a16:creationId xmlns:a16="http://schemas.microsoft.com/office/drawing/2014/main" id="{19DAF87D-FECA-43F5-BA40-C753FE42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9181" y="4865408"/>
            <a:ext cx="588750" cy="287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parent</a:t>
            </a:r>
          </a:p>
        </p:txBody>
      </p:sp>
      <p:sp>
        <p:nvSpPr>
          <p:cNvPr id="218" name="text-157 →">
            <a:extLst xmlns:a="http://schemas.openxmlformats.org/drawingml/2006/main">
              <a:ext uri="{FF2B5EF4-FFF2-40B4-BE49-F238E27FC236}">
                <a16:creationId xmlns:a16="http://schemas.microsoft.com/office/drawing/2014/main" id="{2DE1D0B3-2A20-4B4A-9792-4BC8EF5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9578" y="4869865"/>
            <a:ext cx="217933" cy="2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19" name="text-157 New">
            <a:extLst xmlns:a="http://schemas.openxmlformats.org/drawingml/2006/main">
              <a:ext uri="{FF2B5EF4-FFF2-40B4-BE49-F238E27FC236}">
                <a16:creationId xmlns:a16="http://schemas.microsoft.com/office/drawing/2014/main" id="{E7650A2C-74C1-448C-83E7-A5237229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1283" y="4866452"/>
            <a:ext cx="410769" cy="285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</a:t>
            </a:r>
          </a:p>
        </p:txBody>
      </p:sp>
      <p:sp>
        <p:nvSpPr>
          <p:cNvPr id="220" name="text-157 rollouts">
            <a:extLst xmlns:a="http://schemas.openxmlformats.org/drawingml/2006/main">
              <a:ext uri="{FF2B5EF4-FFF2-40B4-BE49-F238E27FC236}">
                <a16:creationId xmlns:a16="http://schemas.microsoft.com/office/drawing/2014/main" id="{FF38B471-7B3B-491E-9BAF-6F3E75AD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4833" y="4865731"/>
            <a:ext cx="665318" cy="286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rollouts</a:t>
            </a:r>
          </a:p>
        </p:txBody>
      </p:sp>
      <p:sp>
        <p:nvSpPr>
          <p:cNvPr id="221" name="path-158">
            <a:extLst xmlns:a="http://schemas.openxmlformats.org/drawingml/2006/main">
              <a:ext uri="{FF2B5EF4-FFF2-40B4-BE49-F238E27FC236}">
                <a16:creationId xmlns:a16="http://schemas.microsoft.com/office/drawing/2014/main" id="{C041F19D-FEDA-4E8D-9726-7F933E5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747" y="4940857"/>
            <a:ext cx="137463" cy="127077"/>
          </a:xfrm>
          <a:custGeom xmlns:a="http://schemas.openxmlformats.org/drawingml/2006/main">
            <a:pathLst>
              <a:path w="137463" h="127077">
                <a:moveTo>
                  <a:pt x="90596" y="51908"/>
                </a:moveTo>
                <a:lnTo>
                  <a:pt x="81968" y="51908"/>
                </a:lnTo>
                <a:lnTo>
                  <a:pt x="81576" y="4710"/>
                </a:lnTo>
                <a:lnTo>
                  <a:pt x="86380" y="0"/>
                </a:lnTo>
                <a:lnTo>
                  <a:pt x="137463" y="481"/>
                </a:lnTo>
                <a:lnTo>
                  <a:pt x="137463" y="8844"/>
                </a:lnTo>
                <a:lnTo>
                  <a:pt x="105597" y="12208"/>
                </a:lnTo>
                <a:cubicBezTo>
                  <a:pt x="113964" y="20411"/>
                  <a:pt x="120027" y="28549"/>
                  <a:pt x="123785" y="36624"/>
                </a:cubicBezTo>
                <a:cubicBezTo>
                  <a:pt x="127544" y="44698"/>
                  <a:pt x="129423" y="53862"/>
                  <a:pt x="129423" y="64115"/>
                </a:cubicBezTo>
                <a:cubicBezTo>
                  <a:pt x="129423" y="76676"/>
                  <a:pt x="126825" y="87762"/>
                  <a:pt x="121628" y="97375"/>
                </a:cubicBezTo>
                <a:cubicBezTo>
                  <a:pt x="116432" y="106987"/>
                  <a:pt x="109013" y="114341"/>
                  <a:pt x="99371" y="119435"/>
                </a:cubicBezTo>
                <a:cubicBezTo>
                  <a:pt x="89730" y="124530"/>
                  <a:pt x="78438" y="127077"/>
                  <a:pt x="65496" y="127077"/>
                </a:cubicBezTo>
                <a:cubicBezTo>
                  <a:pt x="53011" y="127077"/>
                  <a:pt x="41752" y="124482"/>
                  <a:pt x="31718" y="119291"/>
                </a:cubicBezTo>
                <a:cubicBezTo>
                  <a:pt x="21685" y="114100"/>
                  <a:pt x="13890" y="106779"/>
                  <a:pt x="8334" y="97327"/>
                </a:cubicBezTo>
                <a:cubicBezTo>
                  <a:pt x="2778" y="87874"/>
                  <a:pt x="0" y="77188"/>
                  <a:pt x="0" y="65269"/>
                </a:cubicBezTo>
                <a:cubicBezTo>
                  <a:pt x="0" y="55272"/>
                  <a:pt x="1699" y="46108"/>
                  <a:pt x="5098" y="37777"/>
                </a:cubicBezTo>
                <a:cubicBezTo>
                  <a:pt x="8497" y="29446"/>
                  <a:pt x="13400" y="22269"/>
                  <a:pt x="19806" y="16245"/>
                </a:cubicBezTo>
                <a:lnTo>
                  <a:pt x="29512" y="24800"/>
                </a:lnTo>
                <a:cubicBezTo>
                  <a:pt x="24348" y="30504"/>
                  <a:pt x="20525" y="36656"/>
                  <a:pt x="18041" y="43256"/>
                </a:cubicBezTo>
                <a:cubicBezTo>
                  <a:pt x="15557" y="49857"/>
                  <a:pt x="14315" y="57098"/>
                  <a:pt x="14315" y="64981"/>
                </a:cubicBezTo>
                <a:cubicBezTo>
                  <a:pt x="14315" y="74465"/>
                  <a:pt x="16537" y="83004"/>
                  <a:pt x="20982" y="90598"/>
                </a:cubicBezTo>
                <a:cubicBezTo>
                  <a:pt x="25427" y="98192"/>
                  <a:pt x="31604" y="104039"/>
                  <a:pt x="39513" y="108141"/>
                </a:cubicBezTo>
                <a:cubicBezTo>
                  <a:pt x="47422" y="112242"/>
                  <a:pt x="56345" y="114293"/>
                  <a:pt x="66280" y="114293"/>
                </a:cubicBezTo>
                <a:cubicBezTo>
                  <a:pt x="76477" y="114293"/>
                  <a:pt x="85285" y="112130"/>
                  <a:pt x="92704" y="107804"/>
                </a:cubicBezTo>
                <a:cubicBezTo>
                  <a:pt x="100123" y="103479"/>
                  <a:pt x="105712" y="97583"/>
                  <a:pt x="109470" y="90117"/>
                </a:cubicBezTo>
                <a:cubicBezTo>
                  <a:pt x="113229" y="82652"/>
                  <a:pt x="115108" y="74241"/>
                  <a:pt x="115108" y="64884"/>
                </a:cubicBezTo>
                <a:cubicBezTo>
                  <a:pt x="115108" y="55849"/>
                  <a:pt x="113376" y="47550"/>
                  <a:pt x="109911" y="39988"/>
                </a:cubicBezTo>
                <a:cubicBezTo>
                  <a:pt x="106447" y="32426"/>
                  <a:pt x="101414" y="25986"/>
                  <a:pt x="94812" y="20667"/>
                </a:cubicBezTo>
                <a:lnTo>
                  <a:pt x="90596" y="51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159">
            <a:extLst xmlns:a="http://schemas.openxmlformats.org/drawingml/2006/main">
              <a:ext uri="{FF2B5EF4-FFF2-40B4-BE49-F238E27FC236}">
                <a16:creationId xmlns:a16="http://schemas.microsoft.com/office/drawing/2014/main" id="{0C3CEB63-8FAC-4F98-82D5-DBCF27E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747" y="4940857"/>
            <a:ext cx="137463" cy="127077"/>
          </a:xfrm>
          <a:custGeom xmlns:a="http://schemas.openxmlformats.org/drawingml/2006/main">
            <a:pathLst>
              <a:path w="137463" h="127077">
                <a:moveTo>
                  <a:pt x="90596" y="51908"/>
                </a:moveTo>
                <a:lnTo>
                  <a:pt x="81968" y="51908"/>
                </a:lnTo>
                <a:lnTo>
                  <a:pt x="81576" y="4710"/>
                </a:lnTo>
                <a:lnTo>
                  <a:pt x="86380" y="0"/>
                </a:lnTo>
                <a:lnTo>
                  <a:pt x="137463" y="481"/>
                </a:lnTo>
                <a:lnTo>
                  <a:pt x="137463" y="8844"/>
                </a:lnTo>
                <a:lnTo>
                  <a:pt x="105597" y="12208"/>
                </a:lnTo>
                <a:cubicBezTo>
                  <a:pt x="113964" y="20411"/>
                  <a:pt x="120027" y="28549"/>
                  <a:pt x="123785" y="36624"/>
                </a:cubicBezTo>
                <a:cubicBezTo>
                  <a:pt x="127544" y="44698"/>
                  <a:pt x="129423" y="53862"/>
                  <a:pt x="129423" y="64115"/>
                </a:cubicBezTo>
                <a:cubicBezTo>
                  <a:pt x="129423" y="76676"/>
                  <a:pt x="126825" y="87762"/>
                  <a:pt x="121628" y="97375"/>
                </a:cubicBezTo>
                <a:cubicBezTo>
                  <a:pt x="116432" y="106987"/>
                  <a:pt x="109013" y="114341"/>
                  <a:pt x="99371" y="119435"/>
                </a:cubicBezTo>
                <a:cubicBezTo>
                  <a:pt x="89730" y="124530"/>
                  <a:pt x="78438" y="127077"/>
                  <a:pt x="65496" y="127077"/>
                </a:cubicBezTo>
                <a:cubicBezTo>
                  <a:pt x="53011" y="127077"/>
                  <a:pt x="41752" y="124482"/>
                  <a:pt x="31718" y="119291"/>
                </a:cubicBezTo>
                <a:cubicBezTo>
                  <a:pt x="21685" y="114100"/>
                  <a:pt x="13890" y="106779"/>
                  <a:pt x="8334" y="97327"/>
                </a:cubicBezTo>
                <a:cubicBezTo>
                  <a:pt x="2778" y="87874"/>
                  <a:pt x="0" y="77188"/>
                  <a:pt x="0" y="65269"/>
                </a:cubicBezTo>
                <a:cubicBezTo>
                  <a:pt x="0" y="55272"/>
                  <a:pt x="1699" y="46108"/>
                  <a:pt x="5098" y="37777"/>
                </a:cubicBezTo>
                <a:cubicBezTo>
                  <a:pt x="8497" y="29446"/>
                  <a:pt x="13400" y="22269"/>
                  <a:pt x="19806" y="16245"/>
                </a:cubicBezTo>
                <a:lnTo>
                  <a:pt x="29512" y="24800"/>
                </a:lnTo>
                <a:cubicBezTo>
                  <a:pt x="24348" y="30504"/>
                  <a:pt x="20525" y="36656"/>
                  <a:pt x="18041" y="43256"/>
                </a:cubicBezTo>
                <a:cubicBezTo>
                  <a:pt x="15557" y="49857"/>
                  <a:pt x="14315" y="57098"/>
                  <a:pt x="14315" y="64981"/>
                </a:cubicBezTo>
                <a:cubicBezTo>
                  <a:pt x="14315" y="74465"/>
                  <a:pt x="16537" y="83004"/>
                  <a:pt x="20982" y="90598"/>
                </a:cubicBezTo>
                <a:cubicBezTo>
                  <a:pt x="25427" y="98192"/>
                  <a:pt x="31604" y="104039"/>
                  <a:pt x="39513" y="108141"/>
                </a:cubicBezTo>
                <a:cubicBezTo>
                  <a:pt x="47422" y="112242"/>
                  <a:pt x="56345" y="114293"/>
                  <a:pt x="66280" y="114293"/>
                </a:cubicBezTo>
                <a:cubicBezTo>
                  <a:pt x="76477" y="114293"/>
                  <a:pt x="85285" y="112130"/>
                  <a:pt x="92704" y="107804"/>
                </a:cubicBezTo>
                <a:cubicBezTo>
                  <a:pt x="100123" y="103479"/>
                  <a:pt x="105712" y="97583"/>
                  <a:pt x="109470" y="90117"/>
                </a:cubicBezTo>
                <a:cubicBezTo>
                  <a:pt x="113229" y="82652"/>
                  <a:pt x="115108" y="74241"/>
                  <a:pt x="115108" y="64884"/>
                </a:cubicBezTo>
                <a:cubicBezTo>
                  <a:pt x="115108" y="55849"/>
                  <a:pt x="113376" y="47550"/>
                  <a:pt x="109911" y="39988"/>
                </a:cubicBezTo>
                <a:cubicBezTo>
                  <a:pt x="106447" y="32426"/>
                  <a:pt x="101414" y="25986"/>
                  <a:pt x="94812" y="20667"/>
                </a:cubicBezTo>
                <a:lnTo>
                  <a:pt x="90596" y="51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text-160 Sparse,">
            <a:extLst xmlns:a="http://schemas.openxmlformats.org/drawingml/2006/main">
              <a:ext uri="{FF2B5EF4-FFF2-40B4-BE49-F238E27FC236}">
                <a16:creationId xmlns:a16="http://schemas.microsoft.com/office/drawing/2014/main" id="{7EBA9412-03B5-4F6A-9A9A-F67E888F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879" y="5908146"/>
            <a:ext cx="877876" cy="384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Sparse,</a:t>
            </a:r>
          </a:p>
        </p:txBody>
      </p:sp>
      <p:sp>
        <p:nvSpPr>
          <p:cNvPr id="224" name="text-160 delayed">
            <a:extLst xmlns:a="http://schemas.openxmlformats.org/drawingml/2006/main">
              <a:ext uri="{FF2B5EF4-FFF2-40B4-BE49-F238E27FC236}">
                <a16:creationId xmlns:a16="http://schemas.microsoft.com/office/drawing/2014/main" id="{D071FD5C-EAAD-4025-8E47-46E1EE1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973" y="5907522"/>
            <a:ext cx="953062" cy="385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delayed</a:t>
            </a:r>
          </a:p>
        </p:txBody>
      </p:sp>
      <p:sp>
        <p:nvSpPr>
          <p:cNvPr id="225" name="text-160 feedback">
            <a:extLst xmlns:a="http://schemas.openxmlformats.org/drawingml/2006/main">
              <a:ext uri="{FF2B5EF4-FFF2-40B4-BE49-F238E27FC236}">
                <a16:creationId xmlns:a16="http://schemas.microsoft.com/office/drawing/2014/main" id="{04F69D2D-3230-4FA1-8136-75435375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190" y="5908052"/>
            <a:ext cx="1083211" cy="384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feedback</a:t>
            </a:r>
          </a:p>
        </p:txBody>
      </p:sp>
      <p:sp>
        <p:nvSpPr>
          <p:cNvPr id="226" name="path-161">
            <a:extLst xmlns:a="http://schemas.openxmlformats.org/drawingml/2006/main">
              <a:ext uri="{FF2B5EF4-FFF2-40B4-BE49-F238E27FC236}">
                <a16:creationId xmlns:a16="http://schemas.microsoft.com/office/drawing/2014/main" id="{FDB28D50-CE1F-4FD1-9018-41B16BBE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91" y="6342868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4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4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162">
            <a:extLst xmlns:a="http://schemas.openxmlformats.org/drawingml/2006/main">
              <a:ext uri="{FF2B5EF4-FFF2-40B4-BE49-F238E27FC236}">
                <a16:creationId xmlns:a16="http://schemas.microsoft.com/office/drawing/2014/main" id="{6F491D1F-376B-4046-9A85-1769B312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91" y="6342868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5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5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28" name="text-163 Find">
            <a:extLst xmlns:a="http://schemas.openxmlformats.org/drawingml/2006/main">
              <a:ext uri="{FF2B5EF4-FFF2-40B4-BE49-F238E27FC236}">
                <a16:creationId xmlns:a16="http://schemas.microsoft.com/office/drawing/2014/main" id="{8B1C916E-B680-4341-9FA2-4F9410C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768" y="6681692"/>
            <a:ext cx="361980" cy="266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Find</a:t>
            </a:r>
          </a:p>
        </p:txBody>
      </p:sp>
      <p:sp>
        <p:nvSpPr>
          <p:cNvPr id="229" name="path-164">
            <a:extLst xmlns:a="http://schemas.openxmlformats.org/drawingml/2006/main">
              <a:ext uri="{FF2B5EF4-FFF2-40B4-BE49-F238E27FC236}">
                <a16:creationId xmlns:a16="http://schemas.microsoft.com/office/drawing/2014/main" id="{8933893C-30B6-4000-B461-B8603B06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74" y="6342868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5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5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165">
            <a:extLst xmlns:a="http://schemas.openxmlformats.org/drawingml/2006/main">
              <a:ext uri="{FF2B5EF4-FFF2-40B4-BE49-F238E27FC236}">
                <a16:creationId xmlns:a16="http://schemas.microsoft.com/office/drawing/2014/main" id="{ED9B0B1B-CC80-4A80-ACE4-4321A837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74" y="6342868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5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5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31" name="text-166 Draft">
            <a:extLst xmlns:a="http://schemas.openxmlformats.org/drawingml/2006/main">
              <a:ext uri="{FF2B5EF4-FFF2-40B4-BE49-F238E27FC236}">
                <a16:creationId xmlns:a16="http://schemas.microsoft.com/office/drawing/2014/main" id="{AD7FEDC7-645B-43AD-A667-735A6B1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002" y="6679095"/>
            <a:ext cx="438915" cy="270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Draft</a:t>
            </a:r>
          </a:p>
        </p:txBody>
      </p:sp>
      <p:sp>
        <p:nvSpPr>
          <p:cNvPr id="232" name="path-167">
            <a:extLst xmlns:a="http://schemas.openxmlformats.org/drawingml/2006/main">
              <a:ext uri="{FF2B5EF4-FFF2-40B4-BE49-F238E27FC236}">
                <a16:creationId xmlns:a16="http://schemas.microsoft.com/office/drawing/2014/main" id="{5B17DB0D-43DE-4325-B2A4-87BF2D33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58" y="6342868"/>
            <a:ext cx="664190" cy="622794"/>
          </a:xfrm>
          <a:custGeom xmlns:a="http://schemas.openxmlformats.org/drawingml/2006/main">
            <a:pathLst>
              <a:path w="664190" h="622794">
                <a:moveTo>
                  <a:pt x="0" y="103795"/>
                </a:moveTo>
                <a:cubicBezTo>
                  <a:pt x="0" y="46471"/>
                  <a:pt x="46470" y="0"/>
                  <a:pt x="103794" y="0"/>
                </a:cubicBezTo>
                <a:lnTo>
                  <a:pt x="560395" y="0"/>
                </a:lnTo>
                <a:cubicBezTo>
                  <a:pt x="617719" y="0"/>
                  <a:pt x="664190" y="46471"/>
                  <a:pt x="664190" y="103795"/>
                </a:cubicBezTo>
                <a:lnTo>
                  <a:pt x="664190" y="518999"/>
                </a:lnTo>
                <a:cubicBezTo>
                  <a:pt x="664190" y="576323"/>
                  <a:pt x="617719" y="622794"/>
                  <a:pt x="560395" y="622794"/>
                </a:cubicBezTo>
                <a:lnTo>
                  <a:pt x="103794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168">
            <a:extLst xmlns:a="http://schemas.openxmlformats.org/drawingml/2006/main">
              <a:ext uri="{FF2B5EF4-FFF2-40B4-BE49-F238E27FC236}">
                <a16:creationId xmlns:a16="http://schemas.microsoft.com/office/drawing/2014/main" id="{5680A20F-73B6-4434-9FE2-31E6486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58" y="6342868"/>
            <a:ext cx="664190" cy="622794"/>
          </a:xfrm>
          <a:custGeom xmlns:a="http://schemas.openxmlformats.org/drawingml/2006/main">
            <a:pathLst>
              <a:path w="664190" h="622794">
                <a:moveTo>
                  <a:pt x="0" y="103795"/>
                </a:moveTo>
                <a:cubicBezTo>
                  <a:pt x="0" y="46471"/>
                  <a:pt x="46471" y="0"/>
                  <a:pt x="103795" y="0"/>
                </a:cubicBezTo>
                <a:lnTo>
                  <a:pt x="560394" y="0"/>
                </a:lnTo>
                <a:cubicBezTo>
                  <a:pt x="617719" y="0"/>
                  <a:pt x="664190" y="46471"/>
                  <a:pt x="664190" y="103795"/>
                </a:cubicBezTo>
                <a:lnTo>
                  <a:pt x="664190" y="518999"/>
                </a:lnTo>
                <a:cubicBezTo>
                  <a:pt x="664190" y="576323"/>
                  <a:pt x="617719" y="622794"/>
                  <a:pt x="560394" y="622794"/>
                </a:cubicBezTo>
                <a:lnTo>
                  <a:pt x="103795" y="622794"/>
                </a:lnTo>
                <a:cubicBezTo>
                  <a:pt x="46471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34" name="text-169 Fail">
            <a:extLst xmlns:a="http://schemas.openxmlformats.org/drawingml/2006/main">
              <a:ext uri="{FF2B5EF4-FFF2-40B4-BE49-F238E27FC236}">
                <a16:creationId xmlns:a16="http://schemas.microsoft.com/office/drawing/2014/main" id="{006EE89A-E0DD-4F30-AF9C-6F17F07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3721" y="6681496"/>
            <a:ext cx="307423" cy="267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Fail</a:t>
            </a:r>
          </a:p>
        </p:txBody>
      </p:sp>
      <p:sp>
        <p:nvSpPr>
          <p:cNvPr id="235" name="path-170">
            <a:extLst xmlns:a="http://schemas.openxmlformats.org/drawingml/2006/main">
              <a:ext uri="{FF2B5EF4-FFF2-40B4-BE49-F238E27FC236}">
                <a16:creationId xmlns:a16="http://schemas.microsoft.com/office/drawing/2014/main" id="{4F070143-FE17-41EE-B264-B1798CA2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41" y="6342868"/>
            <a:ext cx="1058130" cy="622794"/>
          </a:xfrm>
          <a:custGeom xmlns:a="http://schemas.openxmlformats.org/drawingml/2006/main">
            <a:pathLst>
              <a:path w="1058130" h="622794">
                <a:moveTo>
                  <a:pt x="0" y="103795"/>
                </a:moveTo>
                <a:cubicBezTo>
                  <a:pt x="0" y="46471"/>
                  <a:pt x="46470" y="0"/>
                  <a:pt x="103794" y="0"/>
                </a:cubicBezTo>
                <a:lnTo>
                  <a:pt x="954335" y="0"/>
                </a:lnTo>
                <a:cubicBezTo>
                  <a:pt x="1011659" y="0"/>
                  <a:pt x="1058130" y="46471"/>
                  <a:pt x="1058130" y="103795"/>
                </a:cubicBezTo>
                <a:lnTo>
                  <a:pt x="1058130" y="518999"/>
                </a:lnTo>
                <a:cubicBezTo>
                  <a:pt x="1058130" y="576323"/>
                  <a:pt x="1011659" y="622794"/>
                  <a:pt x="954335" y="622794"/>
                </a:cubicBezTo>
                <a:lnTo>
                  <a:pt x="103794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171">
            <a:extLst xmlns:a="http://schemas.openxmlformats.org/drawingml/2006/main">
              <a:ext uri="{FF2B5EF4-FFF2-40B4-BE49-F238E27FC236}">
                <a16:creationId xmlns:a16="http://schemas.microsoft.com/office/drawing/2014/main" id="{32CBB449-9A11-4D7A-B52B-BECD920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41" y="6342868"/>
            <a:ext cx="1058130" cy="622794"/>
          </a:xfrm>
          <a:custGeom xmlns:a="http://schemas.openxmlformats.org/drawingml/2006/main">
            <a:pathLst>
              <a:path w="1058130" h="622794">
                <a:moveTo>
                  <a:pt x="0" y="103795"/>
                </a:moveTo>
                <a:cubicBezTo>
                  <a:pt x="0" y="46471"/>
                  <a:pt x="46471" y="0"/>
                  <a:pt x="103795" y="0"/>
                </a:cubicBezTo>
                <a:lnTo>
                  <a:pt x="954335" y="0"/>
                </a:lnTo>
                <a:cubicBezTo>
                  <a:pt x="1011659" y="0"/>
                  <a:pt x="1058130" y="46471"/>
                  <a:pt x="1058130" y="103795"/>
                </a:cubicBezTo>
                <a:lnTo>
                  <a:pt x="1058130" y="518998"/>
                </a:lnTo>
                <a:cubicBezTo>
                  <a:pt x="1058130" y="576323"/>
                  <a:pt x="1011659" y="622794"/>
                  <a:pt x="954335" y="622794"/>
                </a:cubicBezTo>
                <a:lnTo>
                  <a:pt x="103795" y="622794"/>
                </a:lnTo>
                <a:cubicBezTo>
                  <a:pt x="46471" y="622794"/>
                  <a:pt x="0" y="576323"/>
                  <a:pt x="0" y="518998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37" name="text-172 Reward">
            <a:extLst xmlns:a="http://schemas.openxmlformats.org/drawingml/2006/main">
              <a:ext uri="{FF2B5EF4-FFF2-40B4-BE49-F238E27FC236}">
                <a16:creationId xmlns:a16="http://schemas.microsoft.com/office/drawing/2014/main" id="{9DECE895-CCF8-4A9F-AD03-6584B79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6404" y="6682042"/>
            <a:ext cx="625974" cy="26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Reward</a:t>
            </a:r>
          </a:p>
        </p:txBody>
      </p:sp>
      <p:sp>
        <p:nvSpPr>
          <p:cNvPr id="238" name="text-172 0">
            <a:extLst xmlns:a="http://schemas.openxmlformats.org/drawingml/2006/main">
              <a:ext uri="{FF2B5EF4-FFF2-40B4-BE49-F238E27FC236}">
                <a16:creationId xmlns:a16="http://schemas.microsoft.com/office/drawing/2014/main" id="{96F17C41-FF71-41C9-8EE8-670FE59E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1116" y="6682528"/>
            <a:ext cx="128116" cy="26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39" name="text-173 Useful">
            <a:extLst xmlns:a="http://schemas.openxmlformats.org/drawingml/2006/main">
              <a:ext uri="{FF2B5EF4-FFF2-40B4-BE49-F238E27FC236}">
                <a16:creationId xmlns:a16="http://schemas.microsoft.com/office/drawing/2014/main" id="{08AFEE08-7AC8-48D1-ADA7-80C3446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782" y="7071227"/>
            <a:ext cx="668890" cy="334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Useful</a:t>
            </a:r>
          </a:p>
        </p:txBody>
      </p:sp>
      <p:sp>
        <p:nvSpPr>
          <p:cNvPr id="240" name="text-173 prerequisites">
            <a:extLst xmlns:a="http://schemas.openxmlformats.org/drawingml/2006/main">
              <a:ext uri="{FF2B5EF4-FFF2-40B4-BE49-F238E27FC236}">
                <a16:creationId xmlns:a16="http://schemas.microsoft.com/office/drawing/2014/main" id="{F19BA385-05C7-4749-9F22-CB8C478B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731" y="7071219"/>
            <a:ext cx="1325382" cy="33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prerequisites</a:t>
            </a:r>
          </a:p>
        </p:txBody>
      </p:sp>
      <p:sp>
        <p:nvSpPr>
          <p:cNvPr id="241" name="text-173 get">
            <a:extLst xmlns:a="http://schemas.openxmlformats.org/drawingml/2006/main">
              <a:ext uri="{FF2B5EF4-FFF2-40B4-BE49-F238E27FC236}">
                <a16:creationId xmlns:a16="http://schemas.microsoft.com/office/drawing/2014/main" id="{935330A4-A1D3-49C2-A815-9547A0C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6385" y="7072755"/>
            <a:ext cx="364650" cy="33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get</a:t>
            </a:r>
          </a:p>
        </p:txBody>
      </p:sp>
      <p:sp>
        <p:nvSpPr>
          <p:cNvPr id="242" name="text-173 no">
            <a:extLst xmlns:a="http://schemas.openxmlformats.org/drawingml/2006/main">
              <a:ext uri="{FF2B5EF4-FFF2-40B4-BE49-F238E27FC236}">
                <a16:creationId xmlns:a16="http://schemas.microsoft.com/office/drawing/2014/main" id="{FC93EE1A-3D76-40B0-B4FB-AF5FC0FB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4974" y="7074753"/>
            <a:ext cx="290069" cy="32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5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243" name="text-173 credit">
            <a:extLst xmlns:a="http://schemas.openxmlformats.org/drawingml/2006/main">
              <a:ext uri="{FF2B5EF4-FFF2-40B4-BE49-F238E27FC236}">
                <a16:creationId xmlns:a16="http://schemas.microsoft.com/office/drawing/2014/main" id="{EF8E80F5-3160-4AFD-82B8-5097C121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115" y="7071769"/>
            <a:ext cx="607874" cy="33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244" name="text-174 .">
            <a:extLst xmlns:a="http://schemas.openxmlformats.org/drawingml/2006/main">
              <a:ext uri="{FF2B5EF4-FFF2-40B4-BE49-F238E27FC236}">
                <a16:creationId xmlns:a16="http://schemas.microsoft.com/office/drawing/2014/main" id="{F019773A-3759-436D-8F3D-B7926B9C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7996" y="7077863"/>
            <a:ext cx="103633" cy="32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45" name="path-175">
            <a:extLst xmlns:a="http://schemas.openxmlformats.org/drawingml/2006/main">
              <a:ext uri="{FF2B5EF4-FFF2-40B4-BE49-F238E27FC236}">
                <a16:creationId xmlns:a16="http://schemas.microsoft.com/office/drawing/2014/main" id="{C712FC48-DF2A-405E-A52D-B54E06A5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5894927"/>
            <a:ext cx="3042914" cy="1019453"/>
          </a:xfrm>
          <a:custGeom xmlns:a="http://schemas.openxmlformats.org/drawingml/2006/main">
            <a:pathLst>
              <a:path w="3042914" h="1019453">
                <a:moveTo>
                  <a:pt x="0" y="108448"/>
                </a:moveTo>
                <a:cubicBezTo>
                  <a:pt x="0" y="48554"/>
                  <a:pt x="48554" y="0"/>
                  <a:pt x="108448" y="0"/>
                </a:cubicBezTo>
                <a:lnTo>
                  <a:pt x="2934464" y="0"/>
                </a:lnTo>
                <a:cubicBezTo>
                  <a:pt x="2994361" y="0"/>
                  <a:pt x="3042914" y="48554"/>
                  <a:pt x="3042914" y="108448"/>
                </a:cubicBezTo>
                <a:lnTo>
                  <a:pt x="3042914" y="911004"/>
                </a:lnTo>
                <a:cubicBezTo>
                  <a:pt x="3042914" y="970899"/>
                  <a:pt x="2994361" y="1019453"/>
                  <a:pt x="2934464" y="1019453"/>
                </a:cubicBezTo>
                <a:lnTo>
                  <a:pt x="108448" y="1019453"/>
                </a:lnTo>
                <a:cubicBezTo>
                  <a:pt x="48554" y="1019453"/>
                  <a:pt x="0" y="970899"/>
                  <a:pt x="0" y="911004"/>
                </a:cubicBezTo>
                <a:lnTo>
                  <a:pt x="0" y="1084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176">
            <a:extLst xmlns:a="http://schemas.openxmlformats.org/drawingml/2006/main">
              <a:ext uri="{FF2B5EF4-FFF2-40B4-BE49-F238E27FC236}">
                <a16:creationId xmlns:a16="http://schemas.microsoft.com/office/drawing/2014/main" id="{7D0EFE5D-3429-4769-A3E7-367ECCD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5894927"/>
            <a:ext cx="3042914" cy="1019454"/>
          </a:xfrm>
          <a:custGeom xmlns:a="http://schemas.openxmlformats.org/drawingml/2006/main">
            <a:pathLst>
              <a:path w="3042914" h="1019454">
                <a:moveTo>
                  <a:pt x="0" y="108449"/>
                </a:moveTo>
                <a:cubicBezTo>
                  <a:pt x="0" y="48555"/>
                  <a:pt x="48554" y="0"/>
                  <a:pt x="108449" y="0"/>
                </a:cubicBezTo>
                <a:lnTo>
                  <a:pt x="2934466" y="0"/>
                </a:lnTo>
                <a:cubicBezTo>
                  <a:pt x="2994360" y="0"/>
                  <a:pt x="3042914" y="48555"/>
                  <a:pt x="3042914" y="108449"/>
                </a:cubicBezTo>
                <a:lnTo>
                  <a:pt x="3042914" y="911005"/>
                </a:lnTo>
                <a:cubicBezTo>
                  <a:pt x="3042914" y="970899"/>
                  <a:pt x="2994360" y="1019454"/>
                  <a:pt x="2934466" y="1019454"/>
                </a:cubicBezTo>
                <a:lnTo>
                  <a:pt x="108449" y="1019454"/>
                </a:lnTo>
                <a:cubicBezTo>
                  <a:pt x="48554" y="1019454"/>
                  <a:pt x="0" y="970899"/>
                  <a:pt x="0" y="911005"/>
                </a:cubicBezTo>
                <a:lnTo>
                  <a:pt x="0" y="108449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D284531-D5BA-4EDC-84C5-41224053D8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abcb45cac414c"/>
          <a:stretch xmlns:a="http://schemas.openxmlformats.org/drawingml/2006/main"/>
        </p:blipFill>
        <p:spPr>
          <a:xfrm xmlns:a="http://schemas.openxmlformats.org/drawingml/2006/main">
            <a:off x="5138908" y="5889983"/>
            <a:ext cx="730299" cy="730299"/>
          </a:xfrm>
          <a:prstGeom xmlns:a="http://schemas.openxmlformats.org/drawingml/2006/main" prst="rect">
            <a:avLst/>
          </a:prstGeom>
        </p:spPr>
      </p:pic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37C1CF0-B12C-4AFC-A81D-A41C525D6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de2137e1e4b04"/>
          <a:stretch xmlns:a="http://schemas.openxmlformats.org/drawingml/2006/main"/>
        </p:blipFill>
        <p:spPr>
          <a:xfrm xmlns:a="http://schemas.openxmlformats.org/drawingml/2006/main">
            <a:off x="5151383" y="5944914"/>
            <a:ext cx="609600" cy="619125"/>
          </a:xfrm>
          <a:prstGeom xmlns:a="http://schemas.openxmlformats.org/drawingml/2006/main" prst="rect">
            <a:avLst/>
          </a:prstGeom>
        </p:spPr>
      </p:pic>
      <p:sp>
        <p:nvSpPr>
          <p:cNvPr id="249" name="text-179 Trajectory">
            <a:extLst xmlns:a="http://schemas.openxmlformats.org/drawingml/2006/main">
              <a:ext uri="{FF2B5EF4-FFF2-40B4-BE49-F238E27FC236}">
                <a16:creationId xmlns:a16="http://schemas.microsoft.com/office/drawing/2014/main" id="{11ED1413-A50D-4C33-A7A0-21BB4D2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0415" y="5956043"/>
            <a:ext cx="1055685" cy="338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250" name="text-179 reward">
            <a:extLst xmlns:a="http://schemas.openxmlformats.org/drawingml/2006/main">
              <a:ext uri="{FF2B5EF4-FFF2-40B4-BE49-F238E27FC236}">
                <a16:creationId xmlns:a16="http://schemas.microsoft.com/office/drawing/2014/main" id="{57C89385-4D91-46A8-A798-2CD59B47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4255" y="5955536"/>
            <a:ext cx="766922" cy="33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reward</a:t>
            </a:r>
          </a:p>
        </p:txBody>
      </p:sp>
      <p:sp>
        <p:nvSpPr>
          <p:cNvPr id="251" name="text-180 Verifier">
            <a:extLst xmlns:a="http://schemas.openxmlformats.org/drawingml/2006/main">
              <a:ext uri="{FF2B5EF4-FFF2-40B4-BE49-F238E27FC236}">
                <a16:creationId xmlns:a16="http://schemas.microsoft.com/office/drawing/2014/main" id="{07E3E8F4-0544-49B2-B53F-0BA83BC8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365" y="6252000"/>
            <a:ext cx="669808" cy="302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252" name="text-180 &amp;">
            <a:extLst xmlns:a="http://schemas.openxmlformats.org/drawingml/2006/main">
              <a:ext uri="{FF2B5EF4-FFF2-40B4-BE49-F238E27FC236}">
                <a16:creationId xmlns:a16="http://schemas.microsoft.com/office/drawing/2014/main" id="{D9BA94C3-3C97-4919-9167-B12401C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7777" y="6252093"/>
            <a:ext cx="186425" cy="30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253" name="text-181 T">
            <a:extLst xmlns:a="http://schemas.openxmlformats.org/drawingml/2006/main">
              <a:ext uri="{FF2B5EF4-FFF2-40B4-BE49-F238E27FC236}">
                <a16:creationId xmlns:a16="http://schemas.microsoft.com/office/drawing/2014/main" id="{CCE4BC19-3E0B-45F2-9D41-6381775C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2929" y="6251979"/>
            <a:ext cx="144315" cy="302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254" name="text-182 race">
            <a:extLst xmlns:a="http://schemas.openxmlformats.org/drawingml/2006/main">
              <a:ext uri="{FF2B5EF4-FFF2-40B4-BE49-F238E27FC236}">
                <a16:creationId xmlns:a16="http://schemas.microsoft.com/office/drawing/2014/main" id="{EB09C006-32CD-49B8-A2AB-3617FF0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8773" y="6251525"/>
            <a:ext cx="417113" cy="3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race</a:t>
            </a:r>
          </a:p>
        </p:txBody>
      </p:sp>
      <p:sp>
        <p:nvSpPr>
          <p:cNvPr id="255" name="path-183">
            <a:extLst xmlns:a="http://schemas.openxmlformats.org/drawingml/2006/main">
              <a:ext uri="{FF2B5EF4-FFF2-40B4-BE49-F238E27FC236}">
                <a16:creationId xmlns:a16="http://schemas.microsoft.com/office/drawing/2014/main" id="{9CB9A02A-3FD1-4764-9C80-A44BA5B0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5894927"/>
            <a:ext cx="3042915" cy="1019453"/>
          </a:xfrm>
          <a:custGeom xmlns:a="http://schemas.openxmlformats.org/drawingml/2006/main">
            <a:pathLst>
              <a:path w="3042915" h="1019453">
                <a:moveTo>
                  <a:pt x="0" y="108448"/>
                </a:moveTo>
                <a:cubicBezTo>
                  <a:pt x="0" y="48554"/>
                  <a:pt x="48554" y="0"/>
                  <a:pt x="108449" y="0"/>
                </a:cubicBezTo>
                <a:lnTo>
                  <a:pt x="2934466" y="0"/>
                </a:lnTo>
                <a:cubicBezTo>
                  <a:pt x="2994361" y="0"/>
                  <a:pt x="3042915" y="48554"/>
                  <a:pt x="3042915" y="108448"/>
                </a:cubicBezTo>
                <a:lnTo>
                  <a:pt x="3042915" y="911004"/>
                </a:lnTo>
                <a:cubicBezTo>
                  <a:pt x="3042915" y="970899"/>
                  <a:pt x="2994361" y="1019453"/>
                  <a:pt x="2934466" y="1019453"/>
                </a:cubicBezTo>
                <a:lnTo>
                  <a:pt x="108449" y="1019453"/>
                </a:lnTo>
                <a:cubicBezTo>
                  <a:pt x="48554" y="1019453"/>
                  <a:pt x="0" y="970899"/>
                  <a:pt x="0" y="911004"/>
                </a:cubicBezTo>
                <a:lnTo>
                  <a:pt x="0" y="1084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184">
            <a:extLst xmlns:a="http://schemas.openxmlformats.org/drawingml/2006/main">
              <a:ext uri="{FF2B5EF4-FFF2-40B4-BE49-F238E27FC236}">
                <a16:creationId xmlns:a16="http://schemas.microsoft.com/office/drawing/2014/main" id="{6F452336-ADFB-47D3-B2E4-09C5C0EB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5894927"/>
            <a:ext cx="3042915" cy="1019454"/>
          </a:xfrm>
          <a:custGeom xmlns:a="http://schemas.openxmlformats.org/drawingml/2006/main">
            <a:pathLst>
              <a:path w="3042915" h="1019454">
                <a:moveTo>
                  <a:pt x="0" y="108449"/>
                </a:moveTo>
                <a:cubicBezTo>
                  <a:pt x="0" y="48555"/>
                  <a:pt x="48555" y="0"/>
                  <a:pt x="108449" y="0"/>
                </a:cubicBezTo>
                <a:lnTo>
                  <a:pt x="2934465" y="0"/>
                </a:lnTo>
                <a:cubicBezTo>
                  <a:pt x="2994361" y="0"/>
                  <a:pt x="3042915" y="48555"/>
                  <a:pt x="3042915" y="108449"/>
                </a:cubicBezTo>
                <a:lnTo>
                  <a:pt x="3042915" y="911005"/>
                </a:lnTo>
                <a:cubicBezTo>
                  <a:pt x="3042915" y="970899"/>
                  <a:pt x="2994361" y="1019454"/>
                  <a:pt x="2934465" y="1019454"/>
                </a:cubicBezTo>
                <a:lnTo>
                  <a:pt x="108449" y="1019454"/>
                </a:lnTo>
                <a:cubicBezTo>
                  <a:pt x="48555" y="1019454"/>
                  <a:pt x="0" y="970899"/>
                  <a:pt x="0" y="911005"/>
                </a:cubicBezTo>
                <a:lnTo>
                  <a:pt x="0" y="108449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pic>
        <p:nvPic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91A4990-E6BF-44F7-8D55-CA5A3BF6A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be27aa28c46c2"/>
          <a:stretch xmlns:a="http://schemas.openxmlformats.org/drawingml/2006/main"/>
        </p:blipFill>
        <p:spPr>
          <a:xfrm xmlns:a="http://schemas.openxmlformats.org/drawingml/2006/main">
            <a:off x="8582808" y="5934468"/>
            <a:ext cx="730299" cy="659864"/>
          </a:xfrm>
          <a:prstGeom xmlns:a="http://schemas.openxmlformats.org/drawingml/2006/main" prst="rect">
            <a:avLst/>
          </a:prstGeom>
        </p:spPr>
      </p:pic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00FE231-3266-4D5A-8664-FE249601A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8cfaf2e6c4512"/>
          <a:stretch xmlns:a="http://schemas.openxmlformats.org/drawingml/2006/main"/>
        </p:blipFill>
        <p:spPr>
          <a:xfrm xmlns:a="http://schemas.openxmlformats.org/drawingml/2006/main">
            <a:off x="8599433" y="5954439"/>
            <a:ext cx="609600" cy="619125"/>
          </a:xfrm>
          <a:prstGeom xmlns:a="http://schemas.openxmlformats.org/drawingml/2006/main" prst="rect">
            <a:avLst/>
          </a:prstGeom>
        </p:spPr>
      </p:pic>
      <p:sp>
        <p:nvSpPr>
          <p:cNvPr id="259" name="text-187 Frozen">
            <a:extLst xmlns:a="http://schemas.openxmlformats.org/drawingml/2006/main">
              <a:ext uri="{FF2B5EF4-FFF2-40B4-BE49-F238E27FC236}">
                <a16:creationId xmlns:a16="http://schemas.microsoft.com/office/drawing/2014/main" id="{425579F7-0768-4499-9EB0-5DAE9C59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6238" y="5933073"/>
            <a:ext cx="703450" cy="339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Frozen</a:t>
            </a:r>
          </a:p>
        </p:txBody>
      </p:sp>
      <p:sp>
        <p:nvSpPr>
          <p:cNvPr id="260" name="text-187 checks">
            <a:extLst xmlns:a="http://schemas.openxmlformats.org/drawingml/2006/main">
              <a:ext uri="{FF2B5EF4-FFF2-40B4-BE49-F238E27FC236}">
                <a16:creationId xmlns:a16="http://schemas.microsoft.com/office/drawing/2014/main" id="{93EDF2A5-3604-4A0A-AA2C-1342F786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7334" y="5933877"/>
            <a:ext cx="697300" cy="33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261" name="text-188 Signed">
            <a:extLst xmlns:a="http://schemas.openxmlformats.org/drawingml/2006/main">
              <a:ext uri="{FF2B5EF4-FFF2-40B4-BE49-F238E27FC236}">
                <a16:creationId xmlns:a16="http://schemas.microsoft.com/office/drawing/2014/main" id="{8F4ED886-052C-44BD-B436-DAAAB981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7096" y="6221560"/>
            <a:ext cx="625572" cy="30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Signed</a:t>
            </a:r>
          </a:p>
        </p:txBody>
      </p:sp>
      <p:sp>
        <p:nvSpPr>
          <p:cNvPr id="262" name="text-189 Δφ">
            <a:extLst xmlns:a="http://schemas.openxmlformats.org/drawingml/2006/main">
              <a:ext uri="{FF2B5EF4-FFF2-40B4-BE49-F238E27FC236}">
                <a16:creationId xmlns:a16="http://schemas.microsoft.com/office/drawing/2014/main" id="{97D56636-ECFF-4D2D-AFDF-B1AA064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2326" y="6222746"/>
            <a:ext cx="301884" cy="302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Δφ</a:t>
            </a:r>
          </a:p>
        </p:txBody>
      </p:sp>
      <p:sp>
        <p:nvSpPr>
          <p:cNvPr id="263" name="text-190 on">
            <a:extLst xmlns:a="http://schemas.openxmlformats.org/drawingml/2006/main">
              <a:ext uri="{FF2B5EF4-FFF2-40B4-BE49-F238E27FC236}">
                <a16:creationId xmlns:a16="http://schemas.microsoft.com/office/drawing/2014/main" id="{FB16692B-EC58-4A09-A938-5204EE89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180" y="6223252"/>
            <a:ext cx="260003" cy="301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</a:t>
            </a:r>
          </a:p>
        </p:txBody>
      </p:sp>
      <p:sp>
        <p:nvSpPr>
          <p:cNvPr id="264" name="text-190 states">
            <a:extLst xmlns:a="http://schemas.openxmlformats.org/drawingml/2006/main">
              <a:ext uri="{FF2B5EF4-FFF2-40B4-BE49-F238E27FC236}">
                <a16:creationId xmlns:a16="http://schemas.microsoft.com/office/drawing/2014/main" id="{146C4D3F-FB5D-40E0-8651-EE776D8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3425" y="6221295"/>
            <a:ext cx="561718" cy="304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states</a:t>
            </a:r>
          </a:p>
        </p:txBody>
      </p:sp>
      <p:sp>
        <p:nvSpPr>
          <p:cNvPr id="265" name="path-191">
            <a:extLst xmlns:a="http://schemas.openxmlformats.org/drawingml/2006/main">
              <a:ext uri="{FF2B5EF4-FFF2-40B4-BE49-F238E27FC236}">
                <a16:creationId xmlns:a16="http://schemas.microsoft.com/office/drawing/2014/main" id="{0BB07761-B918-4508-8C00-2CC32C00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5894927"/>
            <a:ext cx="3116283" cy="1019453"/>
          </a:xfrm>
          <a:custGeom xmlns:a="http://schemas.openxmlformats.org/drawingml/2006/main">
            <a:pathLst>
              <a:path w="3116283" h="1019453">
                <a:moveTo>
                  <a:pt x="0" y="108450"/>
                </a:moveTo>
                <a:cubicBezTo>
                  <a:pt x="0" y="48555"/>
                  <a:pt x="48555" y="0"/>
                  <a:pt x="108451" y="0"/>
                </a:cubicBezTo>
                <a:lnTo>
                  <a:pt x="3007836" y="0"/>
                </a:lnTo>
                <a:cubicBezTo>
                  <a:pt x="3067730" y="0"/>
                  <a:pt x="3116283" y="48555"/>
                  <a:pt x="3116283" y="108450"/>
                </a:cubicBezTo>
                <a:lnTo>
                  <a:pt x="3116283" y="911003"/>
                </a:lnTo>
                <a:cubicBezTo>
                  <a:pt x="3116283" y="970899"/>
                  <a:pt x="3067730" y="1019453"/>
                  <a:pt x="3007836" y="1019453"/>
                </a:cubicBezTo>
                <a:lnTo>
                  <a:pt x="108451" y="1019453"/>
                </a:lnTo>
                <a:cubicBezTo>
                  <a:pt x="48555" y="1019453"/>
                  <a:pt x="0" y="970899"/>
                  <a:pt x="0" y="911003"/>
                </a:cubicBezTo>
                <a:lnTo>
                  <a:pt x="0" y="1084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192">
            <a:extLst xmlns:a="http://schemas.openxmlformats.org/drawingml/2006/main">
              <a:ext uri="{FF2B5EF4-FFF2-40B4-BE49-F238E27FC236}">
                <a16:creationId xmlns:a16="http://schemas.microsoft.com/office/drawing/2014/main" id="{9653B409-B9F2-4194-A7DC-19B509CB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5894927"/>
            <a:ext cx="3116283" cy="1019454"/>
          </a:xfrm>
          <a:custGeom xmlns:a="http://schemas.openxmlformats.org/drawingml/2006/main">
            <a:pathLst>
              <a:path w="3116283" h="1019454">
                <a:moveTo>
                  <a:pt x="0" y="108450"/>
                </a:moveTo>
                <a:cubicBezTo>
                  <a:pt x="0" y="48555"/>
                  <a:pt x="48555" y="0"/>
                  <a:pt x="108450" y="0"/>
                </a:cubicBezTo>
                <a:lnTo>
                  <a:pt x="3007834" y="0"/>
                </a:lnTo>
                <a:cubicBezTo>
                  <a:pt x="3067730" y="0"/>
                  <a:pt x="3116283" y="48555"/>
                  <a:pt x="3116283" y="108450"/>
                </a:cubicBezTo>
                <a:lnTo>
                  <a:pt x="3116283" y="911004"/>
                </a:lnTo>
                <a:cubicBezTo>
                  <a:pt x="3116283" y="970899"/>
                  <a:pt x="3067730" y="1019454"/>
                  <a:pt x="3007834" y="1019454"/>
                </a:cubicBezTo>
                <a:lnTo>
                  <a:pt x="108450" y="1019454"/>
                </a:lnTo>
                <a:cubicBezTo>
                  <a:pt x="48555" y="1019454"/>
                  <a:pt x="0" y="970899"/>
                  <a:pt x="0" y="911004"/>
                </a:cubicBezTo>
                <a:lnTo>
                  <a:pt x="0" y="108450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29031FE-7A6C-453A-B6BD-F4E2C9305A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af7cb85cc4287"/>
          <a:stretch xmlns:a="http://schemas.openxmlformats.org/drawingml/2006/main"/>
        </p:blipFill>
        <p:spPr>
          <a:xfrm xmlns:a="http://schemas.openxmlformats.org/drawingml/2006/main">
            <a:off x="11859888" y="5889983"/>
            <a:ext cx="730299" cy="730299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AC1F6686-95ED-4BF2-8F6A-5131493A9A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66bce1d4a42dc"/>
          <a:stretch xmlns:a="http://schemas.openxmlformats.org/drawingml/2006/main"/>
        </p:blipFill>
        <p:spPr>
          <a:xfrm xmlns:a="http://schemas.openxmlformats.org/drawingml/2006/main">
            <a:off x="11856983" y="5925864"/>
            <a:ext cx="647700" cy="657225"/>
          </a:xfrm>
          <a:prstGeom xmlns:a="http://schemas.openxmlformats.org/drawingml/2006/main" prst="rect">
            <a:avLst/>
          </a:prstGeom>
        </p:spPr>
      </p:pic>
      <p:sp>
        <p:nvSpPr>
          <p:cNvPr id="269" name="text-195 Verified">
            <a:extLst xmlns:a="http://schemas.openxmlformats.org/drawingml/2006/main">
              <a:ext uri="{FF2B5EF4-FFF2-40B4-BE49-F238E27FC236}">
                <a16:creationId xmlns:a16="http://schemas.microsoft.com/office/drawing/2014/main" id="{0F5B3D3F-C021-4586-ABAB-A6B9F83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1785" y="5932743"/>
            <a:ext cx="820577" cy="33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1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Verified</a:t>
            </a:r>
          </a:p>
        </p:txBody>
      </p:sp>
      <p:sp>
        <p:nvSpPr>
          <p:cNvPr id="270" name="text-195 links">
            <a:extLst xmlns:a="http://schemas.openxmlformats.org/drawingml/2006/main">
              <a:ext uri="{FF2B5EF4-FFF2-40B4-BE49-F238E27FC236}">
                <a16:creationId xmlns:a16="http://schemas.microsoft.com/office/drawing/2014/main" id="{4042866B-8FB7-460B-9DA7-1B8542EB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9928" y="5931971"/>
            <a:ext cx="502377" cy="340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1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links</a:t>
            </a:r>
          </a:p>
        </p:txBody>
      </p:sp>
      <p:sp>
        <p:nvSpPr>
          <p:cNvPr id="271" name="text-196 Bounded">
            <a:extLst xmlns:a="http://schemas.openxmlformats.org/drawingml/2006/main">
              <a:ext uri="{FF2B5EF4-FFF2-40B4-BE49-F238E27FC236}">
                <a16:creationId xmlns:a16="http://schemas.microsoft.com/office/drawing/2014/main" id="{B69FDA29-C69F-4D10-95AD-32B8684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5206" y="6211108"/>
            <a:ext cx="816096" cy="30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Bounded</a:t>
            </a:r>
          </a:p>
        </p:txBody>
      </p:sp>
      <p:sp>
        <p:nvSpPr>
          <p:cNvPr id="272" name="text-196 positive">
            <a:extLst xmlns:a="http://schemas.openxmlformats.org/drawingml/2006/main">
              <a:ext uri="{FF2B5EF4-FFF2-40B4-BE49-F238E27FC236}">
                <a16:creationId xmlns:a16="http://schemas.microsoft.com/office/drawing/2014/main" id="{FCD4E4E7-AAFF-47BA-807D-DDFB15EF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1445" y="6209793"/>
            <a:ext cx="719881" cy="30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273" name="text-196 credit">
            <a:extLst xmlns:a="http://schemas.openxmlformats.org/drawingml/2006/main">
              <a:ext uri="{FF2B5EF4-FFF2-40B4-BE49-F238E27FC236}">
                <a16:creationId xmlns:a16="http://schemas.microsoft.com/office/drawing/2014/main" id="{58086E62-8529-4DF4-8664-32EBB642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9638" y="6210999"/>
            <a:ext cx="540227" cy="303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274" name="path-197">
            <a:extLst xmlns:a="http://schemas.openxmlformats.org/drawingml/2006/main">
              <a:ext uri="{FF2B5EF4-FFF2-40B4-BE49-F238E27FC236}">
                <a16:creationId xmlns:a16="http://schemas.microsoft.com/office/drawing/2014/main" id="{60B742C0-995B-4B9E-8C3F-4E4858C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5" y="7007057"/>
            <a:ext cx="9789069" cy="401603"/>
          </a:xfrm>
          <a:custGeom xmlns:a="http://schemas.openxmlformats.org/drawingml/2006/main">
            <a:pathLst>
              <a:path w="9789069" h="401603">
                <a:moveTo>
                  <a:pt x="0" y="66933"/>
                </a:moveTo>
                <a:cubicBezTo>
                  <a:pt x="0" y="29967"/>
                  <a:pt x="29966" y="0"/>
                  <a:pt x="66930" y="0"/>
                </a:cubicBezTo>
                <a:lnTo>
                  <a:pt x="9722141" y="0"/>
                </a:lnTo>
                <a:cubicBezTo>
                  <a:pt x="9759103" y="0"/>
                  <a:pt x="9789069" y="29967"/>
                  <a:pt x="9789069" y="66933"/>
                </a:cubicBezTo>
                <a:lnTo>
                  <a:pt x="9789069" y="334671"/>
                </a:lnTo>
                <a:cubicBezTo>
                  <a:pt x="9789069" y="371636"/>
                  <a:pt x="9759103" y="401603"/>
                  <a:pt x="9722141" y="401603"/>
                </a:cubicBezTo>
                <a:lnTo>
                  <a:pt x="66930" y="401603"/>
                </a:lnTo>
                <a:cubicBezTo>
                  <a:pt x="29966" y="401603"/>
                  <a:pt x="0" y="371636"/>
                  <a:pt x="0" y="334671"/>
                </a:cubicBezTo>
                <a:lnTo>
                  <a:pt x="0" y="6693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198">
            <a:extLst xmlns:a="http://schemas.openxmlformats.org/drawingml/2006/main">
              <a:ext uri="{FF2B5EF4-FFF2-40B4-BE49-F238E27FC236}">
                <a16:creationId xmlns:a16="http://schemas.microsoft.com/office/drawing/2014/main" id="{953F994C-E842-44E0-ACD9-37C285D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5" y="7007057"/>
            <a:ext cx="9789071" cy="401602"/>
          </a:xfrm>
          <a:custGeom xmlns:a="http://schemas.openxmlformats.org/drawingml/2006/main">
            <a:pathLst>
              <a:path w="9789071" h="401602">
                <a:moveTo>
                  <a:pt x="0" y="66932"/>
                </a:moveTo>
                <a:cubicBezTo>
                  <a:pt x="0" y="29966"/>
                  <a:pt x="29966" y="0"/>
                  <a:pt x="66931" y="0"/>
                </a:cubicBezTo>
                <a:lnTo>
                  <a:pt x="9722139" y="0"/>
                </a:lnTo>
                <a:cubicBezTo>
                  <a:pt x="9759105" y="0"/>
                  <a:pt x="9789071" y="29966"/>
                  <a:pt x="9789071" y="66932"/>
                </a:cubicBezTo>
                <a:lnTo>
                  <a:pt x="9789071" y="334671"/>
                </a:lnTo>
                <a:cubicBezTo>
                  <a:pt x="9789071" y="371636"/>
                  <a:pt x="9759105" y="401602"/>
                  <a:pt x="9722139" y="401602"/>
                </a:cubicBezTo>
                <a:lnTo>
                  <a:pt x="66931" y="401602"/>
                </a:lnTo>
                <a:cubicBezTo>
                  <a:pt x="29966" y="401602"/>
                  <a:pt x="0" y="371636"/>
                  <a:pt x="0" y="334671"/>
                </a:cubicBezTo>
                <a:lnTo>
                  <a:pt x="0" y="66932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76" name="path-199">
            <a:extLst xmlns:a="http://schemas.openxmlformats.org/drawingml/2006/main">
              <a:ext uri="{FF2B5EF4-FFF2-40B4-BE49-F238E27FC236}">
                <a16:creationId xmlns:a16="http://schemas.microsoft.com/office/drawing/2014/main" id="{793174E8-5637-4F69-9930-6295B54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370" y="7083962"/>
            <a:ext cx="137206" cy="37409"/>
          </a:xfrm>
          <a:custGeom xmlns:a="http://schemas.openxmlformats.org/drawingml/2006/main">
            <a:pathLst>
              <a:path w="137206" h="37409">
                <a:moveTo>
                  <a:pt x="75904" y="0"/>
                </a:moveTo>
                <a:lnTo>
                  <a:pt x="137206" y="29806"/>
                </a:lnTo>
                <a:lnTo>
                  <a:pt x="133707" y="37409"/>
                </a:lnTo>
                <a:lnTo>
                  <a:pt x="69146" y="15567"/>
                </a:lnTo>
                <a:lnTo>
                  <a:pt x="67819" y="15567"/>
                </a:lnTo>
                <a:lnTo>
                  <a:pt x="3379" y="37409"/>
                </a:lnTo>
                <a:lnTo>
                  <a:pt x="0" y="29806"/>
                </a:lnTo>
                <a:lnTo>
                  <a:pt x="59734" y="0"/>
                </a:lnTo>
                <a:lnTo>
                  <a:pt x="7590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00">
            <a:extLst xmlns:a="http://schemas.openxmlformats.org/drawingml/2006/main">
              <a:ext uri="{FF2B5EF4-FFF2-40B4-BE49-F238E27FC236}">
                <a16:creationId xmlns:a16="http://schemas.microsoft.com/office/drawing/2014/main" id="{F7142255-13E4-46F4-BDB5-B9DE5A2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363" y="7133118"/>
            <a:ext cx="151566" cy="165565"/>
          </a:xfrm>
          <a:custGeom xmlns:a="http://schemas.openxmlformats.org/drawingml/2006/main">
            <a:pathLst>
              <a:path w="151566" h="165565">
                <a:moveTo>
                  <a:pt x="102573" y="114520"/>
                </a:moveTo>
                <a:lnTo>
                  <a:pt x="55389" y="114520"/>
                </a:lnTo>
                <a:lnTo>
                  <a:pt x="53700" y="117536"/>
                </a:lnTo>
                <a:cubicBezTo>
                  <a:pt x="49195" y="125662"/>
                  <a:pt x="46198" y="131816"/>
                  <a:pt x="44710" y="136000"/>
                </a:cubicBezTo>
                <a:cubicBezTo>
                  <a:pt x="43221" y="140183"/>
                  <a:pt x="42477" y="144044"/>
                  <a:pt x="42477" y="147584"/>
                </a:cubicBezTo>
                <a:cubicBezTo>
                  <a:pt x="42477" y="153377"/>
                  <a:pt x="45896" y="156715"/>
                  <a:pt x="52735" y="157600"/>
                </a:cubicBezTo>
                <a:lnTo>
                  <a:pt x="50924" y="165565"/>
                </a:lnTo>
                <a:lnTo>
                  <a:pt x="0" y="165565"/>
                </a:lnTo>
                <a:lnTo>
                  <a:pt x="1810" y="157600"/>
                </a:lnTo>
                <a:cubicBezTo>
                  <a:pt x="4626" y="156957"/>
                  <a:pt x="7100" y="155871"/>
                  <a:pt x="9232" y="154342"/>
                </a:cubicBezTo>
                <a:cubicBezTo>
                  <a:pt x="11363" y="152813"/>
                  <a:pt x="13395" y="150742"/>
                  <a:pt x="15326" y="148127"/>
                </a:cubicBezTo>
                <a:cubicBezTo>
                  <a:pt x="17256" y="145513"/>
                  <a:pt x="19992" y="141028"/>
                  <a:pt x="23531" y="134672"/>
                </a:cubicBezTo>
                <a:lnTo>
                  <a:pt x="98470" y="0"/>
                </a:lnTo>
                <a:lnTo>
                  <a:pt x="133224" y="0"/>
                </a:lnTo>
                <a:lnTo>
                  <a:pt x="138413" y="129000"/>
                </a:lnTo>
                <a:cubicBezTo>
                  <a:pt x="138574" y="133586"/>
                  <a:pt x="138896" y="137709"/>
                  <a:pt x="139378" y="141370"/>
                </a:cubicBezTo>
                <a:cubicBezTo>
                  <a:pt x="139861" y="145030"/>
                  <a:pt x="140625" y="148027"/>
                  <a:pt x="141671" y="150360"/>
                </a:cubicBezTo>
                <a:cubicBezTo>
                  <a:pt x="142717" y="152693"/>
                  <a:pt x="144024" y="154402"/>
                  <a:pt x="145593" y="155488"/>
                </a:cubicBezTo>
                <a:cubicBezTo>
                  <a:pt x="147162" y="156574"/>
                  <a:pt x="149153" y="157278"/>
                  <a:pt x="151566" y="157600"/>
                </a:cubicBezTo>
                <a:lnTo>
                  <a:pt x="149756" y="165565"/>
                </a:lnTo>
                <a:lnTo>
                  <a:pt x="87368" y="165565"/>
                </a:lnTo>
                <a:lnTo>
                  <a:pt x="89178" y="157600"/>
                </a:lnTo>
                <a:cubicBezTo>
                  <a:pt x="92718" y="157359"/>
                  <a:pt x="95513" y="156454"/>
                  <a:pt x="97565" y="154885"/>
                </a:cubicBezTo>
                <a:cubicBezTo>
                  <a:pt x="99616" y="153316"/>
                  <a:pt x="101044" y="151184"/>
                  <a:pt x="101849" y="148489"/>
                </a:cubicBezTo>
                <a:cubicBezTo>
                  <a:pt x="102653" y="145794"/>
                  <a:pt x="103056" y="142033"/>
                  <a:pt x="103056" y="137206"/>
                </a:cubicBezTo>
                <a:cubicBezTo>
                  <a:pt x="103056" y="133747"/>
                  <a:pt x="102975" y="130127"/>
                  <a:pt x="102814" y="126346"/>
                </a:cubicBezTo>
                <a:lnTo>
                  <a:pt x="102573" y="114520"/>
                </a:lnTo>
                <a:moveTo>
                  <a:pt x="62871" y="100401"/>
                </a:moveTo>
                <a:lnTo>
                  <a:pt x="102211" y="100401"/>
                </a:lnTo>
                <a:lnTo>
                  <a:pt x="101728" y="71439"/>
                </a:lnTo>
                <a:cubicBezTo>
                  <a:pt x="101567" y="61141"/>
                  <a:pt x="101487" y="52614"/>
                  <a:pt x="101487" y="45856"/>
                </a:cubicBezTo>
                <a:cubicBezTo>
                  <a:pt x="101487" y="40707"/>
                  <a:pt x="101527" y="35438"/>
                  <a:pt x="101607" y="30048"/>
                </a:cubicBezTo>
                <a:lnTo>
                  <a:pt x="100159" y="30048"/>
                </a:lnTo>
                <a:lnTo>
                  <a:pt x="62871" y="100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01">
            <a:extLst xmlns:a="http://schemas.openxmlformats.org/drawingml/2006/main">
              <a:ext uri="{FF2B5EF4-FFF2-40B4-BE49-F238E27FC236}">
                <a16:creationId xmlns:a16="http://schemas.microsoft.com/office/drawing/2014/main" id="{8468DE73-5769-48AC-B01E-940146B7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637" y="7238176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02">
            <a:extLst xmlns:a="http://schemas.openxmlformats.org/drawingml/2006/main">
              <a:ext uri="{FF2B5EF4-FFF2-40B4-BE49-F238E27FC236}">
                <a16:creationId xmlns:a16="http://schemas.microsoft.com/office/drawing/2014/main" id="{8A7773A2-C055-4D52-B37F-47F0AE08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260" y="7195023"/>
            <a:ext cx="153739" cy="66129"/>
          </a:xfrm>
          <a:custGeom xmlns:a="http://schemas.openxmlformats.org/drawingml/2006/main">
            <a:pathLst>
              <a:path w="153739" h="66129">
                <a:moveTo>
                  <a:pt x="0" y="16050"/>
                </a:moveTo>
                <a:lnTo>
                  <a:pt x="0" y="0"/>
                </a:lnTo>
                <a:lnTo>
                  <a:pt x="148670" y="0"/>
                </a:lnTo>
                <a:lnTo>
                  <a:pt x="148670" y="16050"/>
                </a:lnTo>
                <a:lnTo>
                  <a:pt x="0" y="16050"/>
                </a:lnTo>
                <a:moveTo>
                  <a:pt x="0" y="66129"/>
                </a:moveTo>
                <a:lnTo>
                  <a:pt x="0" y="50080"/>
                </a:lnTo>
                <a:lnTo>
                  <a:pt x="148670" y="50080"/>
                </a:lnTo>
                <a:lnTo>
                  <a:pt x="148670" y="66129"/>
                </a:lnTo>
                <a:lnTo>
                  <a:pt x="0" y="66129"/>
                </a:lnTo>
                <a:moveTo>
                  <a:pt x="153739" y="33065"/>
                </a:moveTo>
                <a:lnTo>
                  <a:pt x="153739" y="33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03">
            <a:extLst xmlns:a="http://schemas.openxmlformats.org/drawingml/2006/main">
              <a:ext uri="{FF2B5EF4-FFF2-40B4-BE49-F238E27FC236}">
                <a16:creationId xmlns:a16="http://schemas.microsoft.com/office/drawing/2014/main" id="{EFD5251D-3AAE-4C3F-B9F4-26029981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724" y="7133118"/>
            <a:ext cx="151566" cy="165565"/>
          </a:xfrm>
          <a:custGeom xmlns:a="http://schemas.openxmlformats.org/drawingml/2006/main">
            <a:pathLst>
              <a:path w="151566" h="165565">
                <a:moveTo>
                  <a:pt x="102573" y="114520"/>
                </a:moveTo>
                <a:lnTo>
                  <a:pt x="55389" y="114520"/>
                </a:lnTo>
                <a:lnTo>
                  <a:pt x="53700" y="117536"/>
                </a:lnTo>
                <a:cubicBezTo>
                  <a:pt x="49195" y="125662"/>
                  <a:pt x="46198" y="131816"/>
                  <a:pt x="44710" y="136000"/>
                </a:cubicBezTo>
                <a:cubicBezTo>
                  <a:pt x="43221" y="140183"/>
                  <a:pt x="42477" y="144044"/>
                  <a:pt x="42477" y="147584"/>
                </a:cubicBezTo>
                <a:cubicBezTo>
                  <a:pt x="42477" y="153377"/>
                  <a:pt x="45896" y="156715"/>
                  <a:pt x="52735" y="157600"/>
                </a:cubicBezTo>
                <a:lnTo>
                  <a:pt x="50924" y="165565"/>
                </a:lnTo>
                <a:lnTo>
                  <a:pt x="0" y="165565"/>
                </a:lnTo>
                <a:lnTo>
                  <a:pt x="1810" y="157600"/>
                </a:lnTo>
                <a:cubicBezTo>
                  <a:pt x="4626" y="156957"/>
                  <a:pt x="7100" y="155871"/>
                  <a:pt x="9232" y="154342"/>
                </a:cubicBezTo>
                <a:cubicBezTo>
                  <a:pt x="11363" y="152813"/>
                  <a:pt x="13395" y="150742"/>
                  <a:pt x="15326" y="148127"/>
                </a:cubicBezTo>
                <a:cubicBezTo>
                  <a:pt x="17256" y="145513"/>
                  <a:pt x="19992" y="141028"/>
                  <a:pt x="23531" y="134672"/>
                </a:cubicBezTo>
                <a:lnTo>
                  <a:pt x="98470" y="0"/>
                </a:lnTo>
                <a:lnTo>
                  <a:pt x="133224" y="0"/>
                </a:lnTo>
                <a:lnTo>
                  <a:pt x="138413" y="129000"/>
                </a:lnTo>
                <a:cubicBezTo>
                  <a:pt x="138574" y="133586"/>
                  <a:pt x="138896" y="137709"/>
                  <a:pt x="139378" y="141370"/>
                </a:cubicBezTo>
                <a:cubicBezTo>
                  <a:pt x="139861" y="145030"/>
                  <a:pt x="140625" y="148027"/>
                  <a:pt x="141671" y="150360"/>
                </a:cubicBezTo>
                <a:cubicBezTo>
                  <a:pt x="142717" y="152693"/>
                  <a:pt x="144024" y="154402"/>
                  <a:pt x="145593" y="155488"/>
                </a:cubicBezTo>
                <a:cubicBezTo>
                  <a:pt x="147162" y="156574"/>
                  <a:pt x="149153" y="157278"/>
                  <a:pt x="151566" y="157600"/>
                </a:cubicBezTo>
                <a:lnTo>
                  <a:pt x="149756" y="165565"/>
                </a:lnTo>
                <a:lnTo>
                  <a:pt x="87368" y="165565"/>
                </a:lnTo>
                <a:lnTo>
                  <a:pt x="89178" y="157600"/>
                </a:lnTo>
                <a:cubicBezTo>
                  <a:pt x="92718" y="157359"/>
                  <a:pt x="95513" y="156454"/>
                  <a:pt x="97565" y="154885"/>
                </a:cubicBezTo>
                <a:cubicBezTo>
                  <a:pt x="99616" y="153316"/>
                  <a:pt x="101044" y="151184"/>
                  <a:pt x="101849" y="148489"/>
                </a:cubicBezTo>
                <a:cubicBezTo>
                  <a:pt x="102653" y="145794"/>
                  <a:pt x="103056" y="142033"/>
                  <a:pt x="103056" y="137206"/>
                </a:cubicBezTo>
                <a:cubicBezTo>
                  <a:pt x="103056" y="133747"/>
                  <a:pt x="102975" y="130127"/>
                  <a:pt x="102814" y="126346"/>
                </a:cubicBezTo>
                <a:lnTo>
                  <a:pt x="102573" y="114520"/>
                </a:lnTo>
                <a:moveTo>
                  <a:pt x="62871" y="100401"/>
                </a:moveTo>
                <a:lnTo>
                  <a:pt x="102211" y="100401"/>
                </a:lnTo>
                <a:lnTo>
                  <a:pt x="101728" y="71439"/>
                </a:lnTo>
                <a:cubicBezTo>
                  <a:pt x="101567" y="61141"/>
                  <a:pt x="101487" y="52614"/>
                  <a:pt x="101487" y="45856"/>
                </a:cubicBezTo>
                <a:cubicBezTo>
                  <a:pt x="101487" y="40707"/>
                  <a:pt x="101527" y="35438"/>
                  <a:pt x="101607" y="30048"/>
                </a:cubicBezTo>
                <a:lnTo>
                  <a:pt x="100159" y="30048"/>
                </a:lnTo>
                <a:lnTo>
                  <a:pt x="62871" y="100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04">
            <a:extLst xmlns:a="http://schemas.openxmlformats.org/drawingml/2006/main">
              <a:ext uri="{FF2B5EF4-FFF2-40B4-BE49-F238E27FC236}">
                <a16:creationId xmlns:a16="http://schemas.microsoft.com/office/drawing/2014/main" id="{D1ED7369-3B2E-461B-8009-738B3EC1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99" y="7097307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05">
            <a:extLst xmlns:a="http://schemas.openxmlformats.org/drawingml/2006/main">
              <a:ext uri="{FF2B5EF4-FFF2-40B4-BE49-F238E27FC236}">
                <a16:creationId xmlns:a16="http://schemas.microsoft.com/office/drawing/2014/main" id="{74D58DFE-4576-47F5-957A-02A00A8A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782" y="7118485"/>
            <a:ext cx="94126" cy="91230"/>
          </a:xfrm>
          <a:custGeom xmlns:a="http://schemas.openxmlformats.org/drawingml/2006/main">
            <a:pathLst>
              <a:path w="94126" h="91230">
                <a:moveTo>
                  <a:pt x="47063" y="21721"/>
                </a:moveTo>
                <a:cubicBezTo>
                  <a:pt x="52131" y="14602"/>
                  <a:pt x="57441" y="9201"/>
                  <a:pt x="62992" y="5521"/>
                </a:cubicBezTo>
                <a:cubicBezTo>
                  <a:pt x="68543" y="1840"/>
                  <a:pt x="74697" y="0"/>
                  <a:pt x="81455" y="0"/>
                </a:cubicBezTo>
                <a:cubicBezTo>
                  <a:pt x="85437" y="0"/>
                  <a:pt x="89661" y="573"/>
                  <a:pt x="94126" y="1720"/>
                </a:cubicBezTo>
                <a:lnTo>
                  <a:pt x="88786" y="26066"/>
                </a:lnTo>
                <a:lnTo>
                  <a:pt x="72585" y="26066"/>
                </a:lnTo>
                <a:cubicBezTo>
                  <a:pt x="72585" y="22023"/>
                  <a:pt x="72148" y="19217"/>
                  <a:pt x="71273" y="17649"/>
                </a:cubicBezTo>
                <a:cubicBezTo>
                  <a:pt x="70398" y="16080"/>
                  <a:pt x="68905" y="15295"/>
                  <a:pt x="66793" y="15295"/>
                </a:cubicBezTo>
                <a:cubicBezTo>
                  <a:pt x="65164" y="15295"/>
                  <a:pt x="63384" y="15869"/>
                  <a:pt x="61453" y="17015"/>
                </a:cubicBezTo>
                <a:cubicBezTo>
                  <a:pt x="59522" y="18161"/>
                  <a:pt x="57215" y="20394"/>
                  <a:pt x="54530" y="23712"/>
                </a:cubicBezTo>
                <a:cubicBezTo>
                  <a:pt x="51845" y="27031"/>
                  <a:pt x="49823" y="30199"/>
                  <a:pt x="48466" y="33216"/>
                </a:cubicBezTo>
                <a:cubicBezTo>
                  <a:pt x="47108" y="36232"/>
                  <a:pt x="45916" y="40094"/>
                  <a:pt x="44891" y="44800"/>
                </a:cubicBezTo>
                <a:lnTo>
                  <a:pt x="34664" y="91230"/>
                </a:lnTo>
                <a:lnTo>
                  <a:pt x="8689" y="91230"/>
                </a:lnTo>
                <a:lnTo>
                  <a:pt x="23260" y="28328"/>
                </a:lnTo>
                <a:cubicBezTo>
                  <a:pt x="24165" y="24406"/>
                  <a:pt x="24617" y="21420"/>
                  <a:pt x="24617" y="19368"/>
                </a:cubicBezTo>
                <a:cubicBezTo>
                  <a:pt x="24617" y="17377"/>
                  <a:pt x="24286" y="15838"/>
                  <a:pt x="23622" y="14752"/>
                </a:cubicBezTo>
                <a:cubicBezTo>
                  <a:pt x="22958" y="13666"/>
                  <a:pt x="21812" y="13123"/>
                  <a:pt x="20183" y="13123"/>
                </a:cubicBezTo>
                <a:cubicBezTo>
                  <a:pt x="18312" y="13123"/>
                  <a:pt x="16291" y="13968"/>
                  <a:pt x="14119" y="15657"/>
                </a:cubicBezTo>
                <a:cubicBezTo>
                  <a:pt x="11947" y="17347"/>
                  <a:pt x="9413" y="19851"/>
                  <a:pt x="6516" y="23169"/>
                </a:cubicBezTo>
                <a:lnTo>
                  <a:pt x="0" y="16653"/>
                </a:lnTo>
                <a:cubicBezTo>
                  <a:pt x="6034" y="10499"/>
                  <a:pt x="11389" y="6185"/>
                  <a:pt x="16065" y="3711"/>
                </a:cubicBezTo>
                <a:cubicBezTo>
                  <a:pt x="20741" y="1237"/>
                  <a:pt x="25673" y="0"/>
                  <a:pt x="30862" y="0"/>
                </a:cubicBezTo>
                <a:cubicBezTo>
                  <a:pt x="35870" y="0"/>
                  <a:pt x="39868" y="1403"/>
                  <a:pt x="42854" y="4209"/>
                </a:cubicBezTo>
                <a:cubicBezTo>
                  <a:pt x="45841" y="7014"/>
                  <a:pt x="47334" y="10710"/>
                  <a:pt x="47334" y="15295"/>
                </a:cubicBezTo>
                <a:cubicBezTo>
                  <a:pt x="47334" y="16925"/>
                  <a:pt x="47003" y="18976"/>
                  <a:pt x="46339" y="21450"/>
                </a:cubicBezTo>
                <a:lnTo>
                  <a:pt x="47063" y="21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06">
            <a:extLst xmlns:a="http://schemas.openxmlformats.org/drawingml/2006/main">
              <a:ext uri="{FF2B5EF4-FFF2-40B4-BE49-F238E27FC236}">
                <a16:creationId xmlns:a16="http://schemas.microsoft.com/office/drawing/2014/main" id="{0F0B8A38-E4BB-434A-BF48-485B98C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10" y="7118485"/>
            <a:ext cx="103448" cy="92678"/>
          </a:xfrm>
          <a:custGeom xmlns:a="http://schemas.openxmlformats.org/drawingml/2006/main">
            <a:pathLst>
              <a:path w="103448" h="92678">
                <a:moveTo>
                  <a:pt x="80188" y="62992"/>
                </a:moveTo>
                <a:cubicBezTo>
                  <a:pt x="79283" y="66793"/>
                  <a:pt x="78830" y="70232"/>
                  <a:pt x="78830" y="73309"/>
                </a:cubicBezTo>
                <a:cubicBezTo>
                  <a:pt x="78830" y="75301"/>
                  <a:pt x="79162" y="76839"/>
                  <a:pt x="79826" y="77925"/>
                </a:cubicBezTo>
                <a:cubicBezTo>
                  <a:pt x="80490" y="79011"/>
                  <a:pt x="81636" y="79554"/>
                  <a:pt x="83265" y="79554"/>
                </a:cubicBezTo>
                <a:cubicBezTo>
                  <a:pt x="85135" y="79554"/>
                  <a:pt x="87157" y="78710"/>
                  <a:pt x="89329" y="77020"/>
                </a:cubicBezTo>
                <a:cubicBezTo>
                  <a:pt x="91501" y="75331"/>
                  <a:pt x="94035" y="72827"/>
                  <a:pt x="96931" y="69508"/>
                </a:cubicBezTo>
                <a:lnTo>
                  <a:pt x="103448" y="76025"/>
                </a:lnTo>
                <a:cubicBezTo>
                  <a:pt x="97112" y="82360"/>
                  <a:pt x="91652" y="86719"/>
                  <a:pt x="87066" y="89103"/>
                </a:cubicBezTo>
                <a:cubicBezTo>
                  <a:pt x="82481" y="91486"/>
                  <a:pt x="77654" y="92678"/>
                  <a:pt x="72585" y="92678"/>
                </a:cubicBezTo>
                <a:cubicBezTo>
                  <a:pt x="67517" y="92678"/>
                  <a:pt x="63505" y="91275"/>
                  <a:pt x="60548" y="88469"/>
                </a:cubicBezTo>
                <a:cubicBezTo>
                  <a:pt x="57592" y="85663"/>
                  <a:pt x="56113" y="81968"/>
                  <a:pt x="56113" y="77382"/>
                </a:cubicBezTo>
                <a:cubicBezTo>
                  <a:pt x="56113" y="75874"/>
                  <a:pt x="56294" y="74426"/>
                  <a:pt x="56656" y="73038"/>
                </a:cubicBezTo>
                <a:lnTo>
                  <a:pt x="55389" y="72857"/>
                </a:lnTo>
                <a:cubicBezTo>
                  <a:pt x="50985" y="78046"/>
                  <a:pt x="47199" y="81953"/>
                  <a:pt x="44031" y="84577"/>
                </a:cubicBezTo>
                <a:cubicBezTo>
                  <a:pt x="40863" y="87202"/>
                  <a:pt x="37499" y="89208"/>
                  <a:pt x="33940" y="90596"/>
                </a:cubicBezTo>
                <a:cubicBezTo>
                  <a:pt x="30380" y="91984"/>
                  <a:pt x="26428" y="92678"/>
                  <a:pt x="22083" y="92678"/>
                </a:cubicBezTo>
                <a:cubicBezTo>
                  <a:pt x="14843" y="92678"/>
                  <a:pt x="9352" y="90219"/>
                  <a:pt x="5611" y="85301"/>
                </a:cubicBezTo>
                <a:cubicBezTo>
                  <a:pt x="1870" y="80384"/>
                  <a:pt x="0" y="73219"/>
                  <a:pt x="0" y="63806"/>
                </a:cubicBezTo>
                <a:cubicBezTo>
                  <a:pt x="0" y="55661"/>
                  <a:pt x="1177" y="47576"/>
                  <a:pt x="3530" y="39551"/>
                </a:cubicBezTo>
                <a:cubicBezTo>
                  <a:pt x="5883" y="31526"/>
                  <a:pt x="9262" y="24602"/>
                  <a:pt x="13666" y="18780"/>
                </a:cubicBezTo>
                <a:cubicBezTo>
                  <a:pt x="18071" y="12957"/>
                  <a:pt x="23607" y="8372"/>
                  <a:pt x="30274" y="5023"/>
                </a:cubicBezTo>
                <a:cubicBezTo>
                  <a:pt x="36941" y="1674"/>
                  <a:pt x="44499" y="0"/>
                  <a:pt x="52946" y="0"/>
                </a:cubicBezTo>
                <a:cubicBezTo>
                  <a:pt x="61936" y="0"/>
                  <a:pt x="69599" y="2172"/>
                  <a:pt x="75934" y="6516"/>
                </a:cubicBezTo>
                <a:lnTo>
                  <a:pt x="84713" y="0"/>
                </a:lnTo>
                <a:lnTo>
                  <a:pt x="94850" y="1448"/>
                </a:lnTo>
                <a:lnTo>
                  <a:pt x="80188" y="62992"/>
                </a:lnTo>
                <a:moveTo>
                  <a:pt x="62268" y="34935"/>
                </a:moveTo>
                <a:cubicBezTo>
                  <a:pt x="63233" y="30470"/>
                  <a:pt x="63716" y="26005"/>
                  <a:pt x="63716" y="21540"/>
                </a:cubicBezTo>
                <a:cubicBezTo>
                  <a:pt x="63716" y="17558"/>
                  <a:pt x="62962" y="14541"/>
                  <a:pt x="61453" y="12490"/>
                </a:cubicBezTo>
                <a:cubicBezTo>
                  <a:pt x="59945" y="10438"/>
                  <a:pt x="57471" y="9413"/>
                  <a:pt x="54032" y="9413"/>
                </a:cubicBezTo>
                <a:cubicBezTo>
                  <a:pt x="48420" y="9413"/>
                  <a:pt x="43443" y="12233"/>
                  <a:pt x="39098" y="17875"/>
                </a:cubicBezTo>
                <a:cubicBezTo>
                  <a:pt x="34754" y="23516"/>
                  <a:pt x="31255" y="31104"/>
                  <a:pt x="28600" y="40637"/>
                </a:cubicBezTo>
                <a:cubicBezTo>
                  <a:pt x="25945" y="50170"/>
                  <a:pt x="24617" y="58708"/>
                  <a:pt x="24617" y="66250"/>
                </a:cubicBezTo>
                <a:cubicBezTo>
                  <a:pt x="24617" y="70655"/>
                  <a:pt x="25266" y="73943"/>
                  <a:pt x="26563" y="76115"/>
                </a:cubicBezTo>
                <a:cubicBezTo>
                  <a:pt x="27861" y="78287"/>
                  <a:pt x="29867" y="79373"/>
                  <a:pt x="32582" y="79373"/>
                </a:cubicBezTo>
                <a:cubicBezTo>
                  <a:pt x="36564" y="79373"/>
                  <a:pt x="40622" y="77427"/>
                  <a:pt x="44755" y="73536"/>
                </a:cubicBezTo>
                <a:cubicBezTo>
                  <a:pt x="48888" y="69644"/>
                  <a:pt x="52222" y="65073"/>
                  <a:pt x="54756" y="59824"/>
                </a:cubicBezTo>
                <a:cubicBezTo>
                  <a:pt x="57290" y="54575"/>
                  <a:pt x="59553" y="47395"/>
                  <a:pt x="61544" y="38284"/>
                </a:cubicBezTo>
                <a:lnTo>
                  <a:pt x="62268" y="349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07">
            <a:extLst xmlns:a="http://schemas.openxmlformats.org/drawingml/2006/main">
              <a:ext uri="{FF2B5EF4-FFF2-40B4-BE49-F238E27FC236}">
                <a16:creationId xmlns:a16="http://schemas.microsoft.com/office/drawing/2014/main" id="{77186091-7200-479C-849F-9BDEFE64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819" y="7083821"/>
            <a:ext cx="80278" cy="166349"/>
          </a:xfrm>
          <a:custGeom xmlns:a="http://schemas.openxmlformats.org/drawingml/2006/main">
            <a:pathLst>
              <a:path w="80278" h="166349">
                <a:moveTo>
                  <a:pt x="80278" y="0"/>
                </a:moveTo>
                <a:lnTo>
                  <a:pt x="75572" y="22174"/>
                </a:lnTo>
                <a:lnTo>
                  <a:pt x="52131" y="22174"/>
                </a:lnTo>
                <a:lnTo>
                  <a:pt x="57109" y="0"/>
                </a:lnTo>
                <a:lnTo>
                  <a:pt x="80278" y="0"/>
                </a:lnTo>
                <a:moveTo>
                  <a:pt x="54756" y="123087"/>
                </a:moveTo>
                <a:cubicBezTo>
                  <a:pt x="51498" y="138111"/>
                  <a:pt x="46173" y="149078"/>
                  <a:pt x="38782" y="155986"/>
                </a:cubicBezTo>
                <a:cubicBezTo>
                  <a:pt x="31390" y="162895"/>
                  <a:pt x="21329" y="166349"/>
                  <a:pt x="8598" y="166349"/>
                </a:cubicBezTo>
                <a:cubicBezTo>
                  <a:pt x="5762" y="166349"/>
                  <a:pt x="2896" y="165957"/>
                  <a:pt x="0" y="165172"/>
                </a:cubicBezTo>
                <a:lnTo>
                  <a:pt x="2444" y="155307"/>
                </a:lnTo>
                <a:cubicBezTo>
                  <a:pt x="4133" y="155790"/>
                  <a:pt x="6124" y="156031"/>
                  <a:pt x="8417" y="156031"/>
                </a:cubicBezTo>
                <a:cubicBezTo>
                  <a:pt x="11132" y="156031"/>
                  <a:pt x="13350" y="155654"/>
                  <a:pt x="15069" y="154900"/>
                </a:cubicBezTo>
                <a:cubicBezTo>
                  <a:pt x="16789" y="154146"/>
                  <a:pt x="18342" y="152849"/>
                  <a:pt x="19730" y="151008"/>
                </a:cubicBezTo>
                <a:cubicBezTo>
                  <a:pt x="21118" y="149168"/>
                  <a:pt x="22415" y="146468"/>
                  <a:pt x="23622" y="142908"/>
                </a:cubicBezTo>
                <a:cubicBezTo>
                  <a:pt x="24829" y="139348"/>
                  <a:pt x="26156" y="134340"/>
                  <a:pt x="27604" y="127884"/>
                </a:cubicBezTo>
                <a:lnTo>
                  <a:pt x="42266" y="62720"/>
                </a:lnTo>
                <a:cubicBezTo>
                  <a:pt x="43654" y="56566"/>
                  <a:pt x="44348" y="52041"/>
                  <a:pt x="44348" y="49144"/>
                </a:cubicBezTo>
                <a:cubicBezTo>
                  <a:pt x="44348" y="46791"/>
                  <a:pt x="43790" y="45117"/>
                  <a:pt x="42673" y="44121"/>
                </a:cubicBezTo>
                <a:cubicBezTo>
                  <a:pt x="41557" y="43126"/>
                  <a:pt x="39219" y="42447"/>
                  <a:pt x="35659" y="42085"/>
                </a:cubicBezTo>
                <a:lnTo>
                  <a:pt x="37017" y="36112"/>
                </a:lnTo>
                <a:lnTo>
                  <a:pt x="63535" y="35116"/>
                </a:lnTo>
                <a:lnTo>
                  <a:pt x="73852" y="35116"/>
                </a:lnTo>
                <a:lnTo>
                  <a:pt x="54756" y="123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08">
            <a:extLst xmlns:a="http://schemas.openxmlformats.org/drawingml/2006/main">
              <a:ext uri="{FF2B5EF4-FFF2-40B4-BE49-F238E27FC236}">
                <a16:creationId xmlns:a16="http://schemas.microsoft.com/office/drawing/2014/main" id="{974AEAA3-2588-420B-9B41-8CAF714B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2906" y="7150495"/>
            <a:ext cx="148670" cy="155066"/>
          </a:xfrm>
          <a:custGeom xmlns:a="http://schemas.openxmlformats.org/drawingml/2006/main">
            <a:pathLst>
              <a:path w="148670" h="155066">
                <a:moveTo>
                  <a:pt x="82903" y="85558"/>
                </a:moveTo>
                <a:lnTo>
                  <a:pt x="82903" y="155066"/>
                </a:lnTo>
                <a:lnTo>
                  <a:pt x="65767" y="155066"/>
                </a:lnTo>
                <a:lnTo>
                  <a:pt x="65767" y="85558"/>
                </a:lnTo>
                <a:lnTo>
                  <a:pt x="0" y="85558"/>
                </a:lnTo>
                <a:lnTo>
                  <a:pt x="0" y="69508"/>
                </a:lnTo>
                <a:lnTo>
                  <a:pt x="65767" y="69508"/>
                </a:lnTo>
                <a:lnTo>
                  <a:pt x="65767" y="0"/>
                </a:lnTo>
                <a:lnTo>
                  <a:pt x="82903" y="0"/>
                </a:lnTo>
                <a:lnTo>
                  <a:pt x="82903" y="69508"/>
                </a:lnTo>
                <a:lnTo>
                  <a:pt x="148670" y="69508"/>
                </a:lnTo>
                <a:lnTo>
                  <a:pt x="148670" y="85558"/>
                </a:lnTo>
                <a:lnTo>
                  <a:pt x="82903" y="85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09">
            <a:extLst xmlns:a="http://schemas.openxmlformats.org/drawingml/2006/main">
              <a:ext uri="{FF2B5EF4-FFF2-40B4-BE49-F238E27FC236}">
                <a16:creationId xmlns:a16="http://schemas.microsoft.com/office/drawing/2014/main" id="{1305F838-6580-4DF4-B3CB-75B9769C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863" y="7177043"/>
            <a:ext cx="149032" cy="123570"/>
          </a:xfrm>
          <a:custGeom xmlns:a="http://schemas.openxmlformats.org/drawingml/2006/main">
            <a:pathLst>
              <a:path w="149032" h="123570">
                <a:moveTo>
                  <a:pt x="104866" y="29324"/>
                </a:moveTo>
                <a:lnTo>
                  <a:pt x="116330" y="1931"/>
                </a:lnTo>
                <a:lnTo>
                  <a:pt x="149032" y="1931"/>
                </a:lnTo>
                <a:lnTo>
                  <a:pt x="147584" y="9895"/>
                </a:lnTo>
                <a:cubicBezTo>
                  <a:pt x="144527" y="13676"/>
                  <a:pt x="139358" y="20575"/>
                  <a:pt x="132078" y="30591"/>
                </a:cubicBezTo>
                <a:cubicBezTo>
                  <a:pt x="124797" y="40607"/>
                  <a:pt x="117778" y="50764"/>
                  <a:pt x="111020" y="61061"/>
                </a:cubicBezTo>
                <a:cubicBezTo>
                  <a:pt x="110940" y="63635"/>
                  <a:pt x="110658" y="68301"/>
                  <a:pt x="110175" y="75059"/>
                </a:cubicBezTo>
                <a:cubicBezTo>
                  <a:pt x="109693" y="81576"/>
                  <a:pt x="109451" y="86282"/>
                  <a:pt x="109451" y="89178"/>
                </a:cubicBezTo>
                <a:cubicBezTo>
                  <a:pt x="109451" y="95855"/>
                  <a:pt x="110055" y="100340"/>
                  <a:pt x="111261" y="102633"/>
                </a:cubicBezTo>
                <a:cubicBezTo>
                  <a:pt x="112468" y="104926"/>
                  <a:pt x="114520" y="106072"/>
                  <a:pt x="117416" y="106072"/>
                </a:cubicBezTo>
                <a:cubicBezTo>
                  <a:pt x="119588" y="106072"/>
                  <a:pt x="121921" y="105187"/>
                  <a:pt x="124415" y="103418"/>
                </a:cubicBezTo>
                <a:cubicBezTo>
                  <a:pt x="126909" y="101648"/>
                  <a:pt x="130127" y="98470"/>
                  <a:pt x="134069" y="93884"/>
                </a:cubicBezTo>
                <a:lnTo>
                  <a:pt x="142757" y="102573"/>
                </a:lnTo>
                <a:cubicBezTo>
                  <a:pt x="135597" y="109894"/>
                  <a:pt x="128819" y="115223"/>
                  <a:pt x="122424" y="118562"/>
                </a:cubicBezTo>
                <a:cubicBezTo>
                  <a:pt x="116028" y="121901"/>
                  <a:pt x="109049" y="123570"/>
                  <a:pt x="101487" y="123570"/>
                </a:cubicBezTo>
                <a:cubicBezTo>
                  <a:pt x="94970" y="123570"/>
                  <a:pt x="90023" y="121639"/>
                  <a:pt x="86644" y="117778"/>
                </a:cubicBezTo>
                <a:cubicBezTo>
                  <a:pt x="83265" y="113916"/>
                  <a:pt x="81576" y="108204"/>
                  <a:pt x="81576" y="100642"/>
                </a:cubicBezTo>
                <a:cubicBezTo>
                  <a:pt x="81576" y="97826"/>
                  <a:pt x="81817" y="94850"/>
                  <a:pt x="82300" y="91712"/>
                </a:cubicBezTo>
                <a:lnTo>
                  <a:pt x="80490" y="91471"/>
                </a:lnTo>
                <a:cubicBezTo>
                  <a:pt x="72847" y="101125"/>
                  <a:pt x="66652" y="107943"/>
                  <a:pt x="61906" y="111925"/>
                </a:cubicBezTo>
                <a:cubicBezTo>
                  <a:pt x="57159" y="115907"/>
                  <a:pt x="52272" y="118844"/>
                  <a:pt x="47244" y="120734"/>
                </a:cubicBezTo>
                <a:cubicBezTo>
                  <a:pt x="42216" y="122625"/>
                  <a:pt x="36524" y="123570"/>
                  <a:pt x="30168" y="123570"/>
                </a:cubicBezTo>
                <a:cubicBezTo>
                  <a:pt x="23733" y="123570"/>
                  <a:pt x="18242" y="122122"/>
                  <a:pt x="13696" y="119226"/>
                </a:cubicBezTo>
                <a:cubicBezTo>
                  <a:pt x="9151" y="116330"/>
                  <a:pt x="5732" y="111985"/>
                  <a:pt x="3439" y="106193"/>
                </a:cubicBezTo>
                <a:cubicBezTo>
                  <a:pt x="1146" y="100401"/>
                  <a:pt x="0" y="93603"/>
                  <a:pt x="0" y="85799"/>
                </a:cubicBezTo>
                <a:cubicBezTo>
                  <a:pt x="0" y="69468"/>
                  <a:pt x="2936" y="54706"/>
                  <a:pt x="8809" y="41512"/>
                </a:cubicBezTo>
                <a:cubicBezTo>
                  <a:pt x="14682" y="28318"/>
                  <a:pt x="22968" y="18101"/>
                  <a:pt x="33668" y="10861"/>
                </a:cubicBezTo>
                <a:cubicBezTo>
                  <a:pt x="44368" y="3620"/>
                  <a:pt x="56475" y="0"/>
                  <a:pt x="69991" y="0"/>
                </a:cubicBezTo>
                <a:cubicBezTo>
                  <a:pt x="79564" y="0"/>
                  <a:pt x="87187" y="2434"/>
                  <a:pt x="92859" y="7301"/>
                </a:cubicBezTo>
                <a:cubicBezTo>
                  <a:pt x="98530" y="12168"/>
                  <a:pt x="102010" y="19509"/>
                  <a:pt x="103297" y="29324"/>
                </a:cubicBezTo>
                <a:lnTo>
                  <a:pt x="104866" y="29324"/>
                </a:lnTo>
                <a:moveTo>
                  <a:pt x="83748" y="60096"/>
                </a:moveTo>
                <a:cubicBezTo>
                  <a:pt x="85357" y="52372"/>
                  <a:pt x="86161" y="44207"/>
                  <a:pt x="86161" y="35599"/>
                </a:cubicBezTo>
                <a:cubicBezTo>
                  <a:pt x="86161" y="27715"/>
                  <a:pt x="84954" y="21902"/>
                  <a:pt x="82541" y="18161"/>
                </a:cubicBezTo>
                <a:cubicBezTo>
                  <a:pt x="80127" y="14421"/>
                  <a:pt x="76708" y="12550"/>
                  <a:pt x="72284" y="12550"/>
                </a:cubicBezTo>
                <a:cubicBezTo>
                  <a:pt x="69146" y="12550"/>
                  <a:pt x="66129" y="13214"/>
                  <a:pt x="63233" y="14541"/>
                </a:cubicBezTo>
                <a:cubicBezTo>
                  <a:pt x="60337" y="15869"/>
                  <a:pt x="57461" y="17960"/>
                  <a:pt x="54605" y="20816"/>
                </a:cubicBezTo>
                <a:cubicBezTo>
                  <a:pt x="51749" y="23672"/>
                  <a:pt x="48953" y="27614"/>
                  <a:pt x="46218" y="32642"/>
                </a:cubicBezTo>
                <a:cubicBezTo>
                  <a:pt x="43483" y="37670"/>
                  <a:pt x="41130" y="43241"/>
                  <a:pt x="39159" y="49356"/>
                </a:cubicBezTo>
                <a:cubicBezTo>
                  <a:pt x="37188" y="55470"/>
                  <a:pt x="35639" y="61805"/>
                  <a:pt x="34513" y="68362"/>
                </a:cubicBezTo>
                <a:cubicBezTo>
                  <a:pt x="33386" y="74918"/>
                  <a:pt x="32823" y="80811"/>
                  <a:pt x="32823" y="86041"/>
                </a:cubicBezTo>
                <a:cubicBezTo>
                  <a:pt x="32823" y="99234"/>
                  <a:pt x="36604" y="105831"/>
                  <a:pt x="44167" y="105831"/>
                </a:cubicBezTo>
                <a:cubicBezTo>
                  <a:pt x="50603" y="105831"/>
                  <a:pt x="57461" y="101788"/>
                  <a:pt x="64742" y="93703"/>
                </a:cubicBezTo>
                <a:cubicBezTo>
                  <a:pt x="72022" y="85618"/>
                  <a:pt x="78358" y="74416"/>
                  <a:pt x="83748" y="60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10">
            <a:extLst xmlns:a="http://schemas.openxmlformats.org/drawingml/2006/main">
              <a:ext uri="{FF2B5EF4-FFF2-40B4-BE49-F238E27FC236}">
                <a16:creationId xmlns:a16="http://schemas.microsoft.com/office/drawing/2014/main" id="{30D66D97-9957-4145-B1C9-DE13AA9F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124" y="7133962"/>
            <a:ext cx="181011" cy="164720"/>
          </a:xfrm>
          <a:custGeom xmlns:a="http://schemas.openxmlformats.org/drawingml/2006/main">
            <a:pathLst>
              <a:path w="181011" h="164720">
                <a:moveTo>
                  <a:pt x="141068" y="132138"/>
                </a:moveTo>
                <a:cubicBezTo>
                  <a:pt x="140505" y="134712"/>
                  <a:pt x="140102" y="136945"/>
                  <a:pt x="139861" y="138835"/>
                </a:cubicBezTo>
                <a:cubicBezTo>
                  <a:pt x="139620" y="140726"/>
                  <a:pt x="139499" y="143200"/>
                  <a:pt x="139499" y="146257"/>
                </a:cubicBezTo>
                <a:cubicBezTo>
                  <a:pt x="139499" y="149636"/>
                  <a:pt x="140283" y="152109"/>
                  <a:pt x="141852" y="153678"/>
                </a:cubicBezTo>
                <a:cubicBezTo>
                  <a:pt x="143421" y="155247"/>
                  <a:pt x="145975" y="156273"/>
                  <a:pt x="149515" y="156755"/>
                </a:cubicBezTo>
                <a:lnTo>
                  <a:pt x="147826" y="164720"/>
                </a:lnTo>
                <a:lnTo>
                  <a:pt x="87127" y="164720"/>
                </a:lnTo>
                <a:lnTo>
                  <a:pt x="88816" y="156755"/>
                </a:lnTo>
                <a:cubicBezTo>
                  <a:pt x="93402" y="155468"/>
                  <a:pt x="96780" y="153216"/>
                  <a:pt x="98953" y="149998"/>
                </a:cubicBezTo>
                <a:cubicBezTo>
                  <a:pt x="101125" y="146780"/>
                  <a:pt x="103176" y="140826"/>
                  <a:pt x="105107" y="132138"/>
                </a:cubicBezTo>
                <a:lnTo>
                  <a:pt x="115244" y="86041"/>
                </a:lnTo>
                <a:lnTo>
                  <a:pt x="64078" y="86041"/>
                </a:lnTo>
                <a:lnTo>
                  <a:pt x="53941" y="132138"/>
                </a:lnTo>
                <a:cubicBezTo>
                  <a:pt x="53378" y="134793"/>
                  <a:pt x="52976" y="137045"/>
                  <a:pt x="52735" y="138896"/>
                </a:cubicBezTo>
                <a:cubicBezTo>
                  <a:pt x="52493" y="140746"/>
                  <a:pt x="52372" y="143200"/>
                  <a:pt x="52372" y="146257"/>
                </a:cubicBezTo>
                <a:cubicBezTo>
                  <a:pt x="52372" y="149636"/>
                  <a:pt x="53157" y="152109"/>
                  <a:pt x="54726" y="153678"/>
                </a:cubicBezTo>
                <a:cubicBezTo>
                  <a:pt x="56294" y="155247"/>
                  <a:pt x="58849" y="156273"/>
                  <a:pt x="62388" y="156755"/>
                </a:cubicBezTo>
                <a:lnTo>
                  <a:pt x="60699" y="164720"/>
                </a:lnTo>
                <a:lnTo>
                  <a:pt x="0" y="164720"/>
                </a:lnTo>
                <a:lnTo>
                  <a:pt x="1689" y="156755"/>
                </a:lnTo>
                <a:cubicBezTo>
                  <a:pt x="6275" y="155468"/>
                  <a:pt x="9654" y="153216"/>
                  <a:pt x="11826" y="149998"/>
                </a:cubicBezTo>
                <a:cubicBezTo>
                  <a:pt x="13998" y="146780"/>
                  <a:pt x="16050" y="140826"/>
                  <a:pt x="17980" y="132138"/>
                </a:cubicBezTo>
                <a:lnTo>
                  <a:pt x="39943" y="32582"/>
                </a:lnTo>
                <a:cubicBezTo>
                  <a:pt x="40989" y="27835"/>
                  <a:pt x="41512" y="23129"/>
                  <a:pt x="41512" y="18463"/>
                </a:cubicBezTo>
                <a:cubicBezTo>
                  <a:pt x="41512" y="15084"/>
                  <a:pt x="40727" y="12610"/>
                  <a:pt x="39159" y="11042"/>
                </a:cubicBezTo>
                <a:cubicBezTo>
                  <a:pt x="37590" y="9473"/>
                  <a:pt x="35036" y="8447"/>
                  <a:pt x="31496" y="7964"/>
                </a:cubicBezTo>
                <a:lnTo>
                  <a:pt x="33185" y="0"/>
                </a:lnTo>
                <a:lnTo>
                  <a:pt x="93884" y="0"/>
                </a:lnTo>
                <a:lnTo>
                  <a:pt x="92195" y="7964"/>
                </a:lnTo>
                <a:cubicBezTo>
                  <a:pt x="87609" y="9252"/>
                  <a:pt x="84230" y="11504"/>
                  <a:pt x="82058" y="14722"/>
                </a:cubicBezTo>
                <a:cubicBezTo>
                  <a:pt x="79886" y="17940"/>
                  <a:pt x="77835" y="23893"/>
                  <a:pt x="75904" y="32582"/>
                </a:cubicBezTo>
                <a:lnTo>
                  <a:pt x="67457" y="70836"/>
                </a:lnTo>
                <a:lnTo>
                  <a:pt x="118622" y="70836"/>
                </a:lnTo>
                <a:lnTo>
                  <a:pt x="127070" y="32582"/>
                </a:lnTo>
                <a:cubicBezTo>
                  <a:pt x="128115" y="27835"/>
                  <a:pt x="128638" y="23129"/>
                  <a:pt x="128638" y="18463"/>
                </a:cubicBezTo>
                <a:cubicBezTo>
                  <a:pt x="128638" y="15084"/>
                  <a:pt x="127854" y="12610"/>
                  <a:pt x="126285" y="11042"/>
                </a:cubicBezTo>
                <a:cubicBezTo>
                  <a:pt x="124717" y="9473"/>
                  <a:pt x="122162" y="8447"/>
                  <a:pt x="118622" y="7964"/>
                </a:cubicBezTo>
                <a:lnTo>
                  <a:pt x="120312" y="0"/>
                </a:lnTo>
                <a:lnTo>
                  <a:pt x="181011" y="0"/>
                </a:lnTo>
                <a:lnTo>
                  <a:pt x="179321" y="7964"/>
                </a:lnTo>
                <a:cubicBezTo>
                  <a:pt x="174736" y="9252"/>
                  <a:pt x="171357" y="11504"/>
                  <a:pt x="169185" y="14722"/>
                </a:cubicBezTo>
                <a:cubicBezTo>
                  <a:pt x="167013" y="17940"/>
                  <a:pt x="164961" y="23893"/>
                  <a:pt x="163030" y="32582"/>
                </a:cubicBezTo>
                <a:lnTo>
                  <a:pt x="141068" y="1321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11">
            <a:extLst xmlns:a="http://schemas.openxmlformats.org/drawingml/2006/main">
              <a:ext uri="{FF2B5EF4-FFF2-40B4-BE49-F238E27FC236}">
                <a16:creationId xmlns:a16="http://schemas.microsoft.com/office/drawing/2014/main" id="{B00E62E3-3DF9-4C60-BB45-DC435E4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316" y="7125395"/>
            <a:ext cx="129483" cy="175219"/>
          </a:xfrm>
          <a:custGeom xmlns:a="http://schemas.openxmlformats.org/drawingml/2006/main">
            <a:pathLst>
              <a:path w="129483" h="175219">
                <a:moveTo>
                  <a:pt x="56113" y="62388"/>
                </a:moveTo>
                <a:cubicBezTo>
                  <a:pt x="49838" y="55550"/>
                  <a:pt x="45333" y="49718"/>
                  <a:pt x="42598" y="44891"/>
                </a:cubicBezTo>
                <a:cubicBezTo>
                  <a:pt x="39863" y="40064"/>
                  <a:pt x="38495" y="34553"/>
                  <a:pt x="38495" y="28358"/>
                </a:cubicBezTo>
                <a:cubicBezTo>
                  <a:pt x="38495" y="22888"/>
                  <a:pt x="40124" y="18001"/>
                  <a:pt x="43382" y="13696"/>
                </a:cubicBezTo>
                <a:cubicBezTo>
                  <a:pt x="46640" y="9392"/>
                  <a:pt x="51246" y="6034"/>
                  <a:pt x="57199" y="3620"/>
                </a:cubicBezTo>
                <a:cubicBezTo>
                  <a:pt x="63153" y="1207"/>
                  <a:pt x="69951" y="0"/>
                  <a:pt x="77593" y="0"/>
                </a:cubicBezTo>
                <a:cubicBezTo>
                  <a:pt x="94488" y="0"/>
                  <a:pt x="111784" y="5350"/>
                  <a:pt x="129483" y="16050"/>
                </a:cubicBezTo>
                <a:lnTo>
                  <a:pt x="124173" y="38616"/>
                </a:lnTo>
                <a:lnTo>
                  <a:pt x="107762" y="38616"/>
                </a:lnTo>
                <a:cubicBezTo>
                  <a:pt x="104463" y="29847"/>
                  <a:pt x="100360" y="23310"/>
                  <a:pt x="95453" y="19006"/>
                </a:cubicBezTo>
                <a:cubicBezTo>
                  <a:pt x="90546" y="14702"/>
                  <a:pt x="84914" y="12550"/>
                  <a:pt x="78559" y="12550"/>
                </a:cubicBezTo>
                <a:cubicBezTo>
                  <a:pt x="74536" y="12550"/>
                  <a:pt x="71338" y="13515"/>
                  <a:pt x="68965" y="15446"/>
                </a:cubicBezTo>
                <a:cubicBezTo>
                  <a:pt x="66592" y="17377"/>
                  <a:pt x="65405" y="20072"/>
                  <a:pt x="65405" y="23531"/>
                </a:cubicBezTo>
                <a:cubicBezTo>
                  <a:pt x="65405" y="26267"/>
                  <a:pt x="66009" y="28982"/>
                  <a:pt x="67215" y="31677"/>
                </a:cubicBezTo>
                <a:cubicBezTo>
                  <a:pt x="68422" y="34372"/>
                  <a:pt x="70413" y="37469"/>
                  <a:pt x="73189" y="40969"/>
                </a:cubicBezTo>
                <a:cubicBezTo>
                  <a:pt x="75964" y="44468"/>
                  <a:pt x="80852" y="49959"/>
                  <a:pt x="87851" y="57441"/>
                </a:cubicBezTo>
                <a:cubicBezTo>
                  <a:pt x="94367" y="64440"/>
                  <a:pt x="99496" y="70634"/>
                  <a:pt x="103237" y="76025"/>
                </a:cubicBezTo>
                <a:cubicBezTo>
                  <a:pt x="106977" y="81415"/>
                  <a:pt x="109874" y="87187"/>
                  <a:pt x="111925" y="93341"/>
                </a:cubicBezTo>
                <a:cubicBezTo>
                  <a:pt x="113977" y="99496"/>
                  <a:pt x="115002" y="106233"/>
                  <a:pt x="115002" y="113554"/>
                </a:cubicBezTo>
                <a:cubicBezTo>
                  <a:pt x="115002" y="125219"/>
                  <a:pt x="112146" y="135819"/>
                  <a:pt x="106434" y="145352"/>
                </a:cubicBezTo>
                <a:cubicBezTo>
                  <a:pt x="100723" y="154885"/>
                  <a:pt x="92798" y="162246"/>
                  <a:pt x="82662" y="167435"/>
                </a:cubicBezTo>
                <a:cubicBezTo>
                  <a:pt x="72525" y="172624"/>
                  <a:pt x="61222" y="175219"/>
                  <a:pt x="48752" y="175219"/>
                </a:cubicBezTo>
                <a:cubicBezTo>
                  <a:pt x="38777" y="175219"/>
                  <a:pt x="30128" y="173489"/>
                  <a:pt x="22807" y="170030"/>
                </a:cubicBezTo>
                <a:cubicBezTo>
                  <a:pt x="15486" y="166570"/>
                  <a:pt x="9855" y="161522"/>
                  <a:pt x="5913" y="154885"/>
                </a:cubicBezTo>
                <a:cubicBezTo>
                  <a:pt x="1971" y="148248"/>
                  <a:pt x="0" y="140384"/>
                  <a:pt x="0" y="131293"/>
                </a:cubicBezTo>
                <a:cubicBezTo>
                  <a:pt x="0" y="117215"/>
                  <a:pt x="4907" y="104041"/>
                  <a:pt x="14722" y="91773"/>
                </a:cubicBezTo>
                <a:cubicBezTo>
                  <a:pt x="24537" y="79504"/>
                  <a:pt x="38334" y="69709"/>
                  <a:pt x="56113" y="62388"/>
                </a:cubicBezTo>
                <a:moveTo>
                  <a:pt x="67095" y="73490"/>
                </a:moveTo>
                <a:cubicBezTo>
                  <a:pt x="56475" y="80248"/>
                  <a:pt x="48209" y="89399"/>
                  <a:pt x="42296" y="100944"/>
                </a:cubicBezTo>
                <a:cubicBezTo>
                  <a:pt x="36383" y="112488"/>
                  <a:pt x="33427" y="124696"/>
                  <a:pt x="33427" y="137568"/>
                </a:cubicBezTo>
                <a:cubicBezTo>
                  <a:pt x="33427" y="146015"/>
                  <a:pt x="34875" y="152311"/>
                  <a:pt x="37771" y="156454"/>
                </a:cubicBezTo>
                <a:cubicBezTo>
                  <a:pt x="40667" y="160597"/>
                  <a:pt x="45132" y="162668"/>
                  <a:pt x="51166" y="162668"/>
                </a:cubicBezTo>
                <a:cubicBezTo>
                  <a:pt x="56315" y="162668"/>
                  <a:pt x="61162" y="160657"/>
                  <a:pt x="65707" y="156635"/>
                </a:cubicBezTo>
                <a:cubicBezTo>
                  <a:pt x="70252" y="152612"/>
                  <a:pt x="73873" y="146921"/>
                  <a:pt x="76568" y="139559"/>
                </a:cubicBezTo>
                <a:cubicBezTo>
                  <a:pt x="79263" y="132198"/>
                  <a:pt x="80610" y="123892"/>
                  <a:pt x="80610" y="114640"/>
                </a:cubicBezTo>
                <a:cubicBezTo>
                  <a:pt x="80610" y="106193"/>
                  <a:pt x="79464" y="98450"/>
                  <a:pt x="77171" y="91411"/>
                </a:cubicBezTo>
                <a:cubicBezTo>
                  <a:pt x="74878" y="84371"/>
                  <a:pt x="71519" y="78398"/>
                  <a:pt x="67095" y="734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12">
            <a:extLst xmlns:a="http://schemas.openxmlformats.org/drawingml/2006/main">
              <a:ext uri="{FF2B5EF4-FFF2-40B4-BE49-F238E27FC236}">
                <a16:creationId xmlns:a16="http://schemas.microsoft.com/office/drawing/2014/main" id="{36B4B8BB-DCE6-4BDD-97A4-2710E14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716" y="7238176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13">
            <a:extLst xmlns:a="http://schemas.openxmlformats.org/drawingml/2006/main">
              <a:ext uri="{FF2B5EF4-FFF2-40B4-BE49-F238E27FC236}">
                <a16:creationId xmlns:a16="http://schemas.microsoft.com/office/drawing/2014/main" id="{12CBAB8E-C3E3-4BF3-AA8C-A8F05345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591" y="7220003"/>
            <a:ext cx="148670" cy="16050"/>
          </a:xfrm>
          <a:custGeom xmlns:a="http://schemas.openxmlformats.org/drawingml/2006/main">
            <a:pathLst>
              <a:path w="148670" h="16050">
                <a:moveTo>
                  <a:pt x="0" y="16050"/>
                </a:moveTo>
                <a:lnTo>
                  <a:pt x="0" y="0"/>
                </a:lnTo>
                <a:lnTo>
                  <a:pt x="148670" y="0"/>
                </a:lnTo>
                <a:lnTo>
                  <a:pt x="148670" y="16050"/>
                </a:lnTo>
                <a:lnTo>
                  <a:pt x="0" y="160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14">
            <a:extLst xmlns:a="http://schemas.openxmlformats.org/drawingml/2006/main">
              <a:ext uri="{FF2B5EF4-FFF2-40B4-BE49-F238E27FC236}">
                <a16:creationId xmlns:a16="http://schemas.microsoft.com/office/drawing/2014/main" id="{1EE71ADF-9EBA-4041-BC1F-33D62BE0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774" y="7177043"/>
            <a:ext cx="133707" cy="173770"/>
          </a:xfrm>
          <a:custGeom xmlns:a="http://schemas.openxmlformats.org/drawingml/2006/main">
            <a:pathLst>
              <a:path w="133707" h="173770">
                <a:moveTo>
                  <a:pt x="61785" y="26669"/>
                </a:moveTo>
                <a:cubicBezTo>
                  <a:pt x="68382" y="18061"/>
                  <a:pt x="75240" y="11464"/>
                  <a:pt x="82360" y="6878"/>
                </a:cubicBezTo>
                <a:cubicBezTo>
                  <a:pt x="89480" y="2293"/>
                  <a:pt x="97545" y="0"/>
                  <a:pt x="106555" y="0"/>
                </a:cubicBezTo>
                <a:cubicBezTo>
                  <a:pt x="115083" y="0"/>
                  <a:pt x="121740" y="2313"/>
                  <a:pt x="126527" y="6939"/>
                </a:cubicBezTo>
                <a:cubicBezTo>
                  <a:pt x="131313" y="11565"/>
                  <a:pt x="133707" y="17940"/>
                  <a:pt x="133707" y="26066"/>
                </a:cubicBezTo>
                <a:cubicBezTo>
                  <a:pt x="133707" y="28720"/>
                  <a:pt x="133425" y="31938"/>
                  <a:pt x="132862" y="35719"/>
                </a:cubicBezTo>
                <a:cubicBezTo>
                  <a:pt x="132299" y="39501"/>
                  <a:pt x="131736" y="42678"/>
                  <a:pt x="131173" y="45253"/>
                </a:cubicBezTo>
                <a:lnTo>
                  <a:pt x="103659" y="173770"/>
                </a:lnTo>
                <a:lnTo>
                  <a:pt x="68784" y="173770"/>
                </a:lnTo>
                <a:lnTo>
                  <a:pt x="94970" y="56355"/>
                </a:lnTo>
                <a:cubicBezTo>
                  <a:pt x="98108" y="42276"/>
                  <a:pt x="99677" y="33105"/>
                  <a:pt x="99677" y="28841"/>
                </a:cubicBezTo>
                <a:cubicBezTo>
                  <a:pt x="99677" y="21359"/>
                  <a:pt x="96780" y="17618"/>
                  <a:pt x="90988" y="17618"/>
                </a:cubicBezTo>
                <a:cubicBezTo>
                  <a:pt x="88012" y="17618"/>
                  <a:pt x="84914" y="18745"/>
                  <a:pt x="81696" y="20997"/>
                </a:cubicBezTo>
                <a:cubicBezTo>
                  <a:pt x="78478" y="23250"/>
                  <a:pt x="75120" y="26267"/>
                  <a:pt x="71620" y="30048"/>
                </a:cubicBezTo>
                <a:cubicBezTo>
                  <a:pt x="68120" y="33829"/>
                  <a:pt x="65345" y="37811"/>
                  <a:pt x="63293" y="41995"/>
                </a:cubicBezTo>
                <a:cubicBezTo>
                  <a:pt x="61242" y="46178"/>
                  <a:pt x="59693" y="50442"/>
                  <a:pt x="58648" y="54786"/>
                </a:cubicBezTo>
                <a:lnTo>
                  <a:pt x="43322" y="121639"/>
                </a:lnTo>
                <a:lnTo>
                  <a:pt x="8689" y="121639"/>
                </a:lnTo>
                <a:lnTo>
                  <a:pt x="28238" y="39581"/>
                </a:lnTo>
                <a:cubicBezTo>
                  <a:pt x="29444" y="34513"/>
                  <a:pt x="30048" y="29927"/>
                  <a:pt x="30048" y="25824"/>
                </a:cubicBezTo>
                <a:cubicBezTo>
                  <a:pt x="30048" y="23169"/>
                  <a:pt x="29625" y="21118"/>
                  <a:pt x="28781" y="19670"/>
                </a:cubicBezTo>
                <a:cubicBezTo>
                  <a:pt x="27936" y="18222"/>
                  <a:pt x="26428" y="17498"/>
                  <a:pt x="24255" y="17498"/>
                </a:cubicBezTo>
                <a:cubicBezTo>
                  <a:pt x="22003" y="17498"/>
                  <a:pt x="19630" y="18322"/>
                  <a:pt x="17136" y="19972"/>
                </a:cubicBezTo>
                <a:cubicBezTo>
                  <a:pt x="14642" y="21621"/>
                  <a:pt x="11826" y="24255"/>
                  <a:pt x="8689" y="27876"/>
                </a:cubicBezTo>
                <a:lnTo>
                  <a:pt x="0" y="19308"/>
                </a:lnTo>
                <a:cubicBezTo>
                  <a:pt x="6919" y="13033"/>
                  <a:pt x="12289" y="8749"/>
                  <a:pt x="16110" y="6456"/>
                </a:cubicBezTo>
                <a:cubicBezTo>
                  <a:pt x="19931" y="4163"/>
                  <a:pt x="23612" y="2514"/>
                  <a:pt x="27152" y="1508"/>
                </a:cubicBezTo>
                <a:cubicBezTo>
                  <a:pt x="30691" y="503"/>
                  <a:pt x="34553" y="0"/>
                  <a:pt x="38736" y="0"/>
                </a:cubicBezTo>
                <a:cubicBezTo>
                  <a:pt x="45655" y="0"/>
                  <a:pt x="51025" y="1810"/>
                  <a:pt x="54846" y="5430"/>
                </a:cubicBezTo>
                <a:cubicBezTo>
                  <a:pt x="58668" y="9051"/>
                  <a:pt x="60578" y="13837"/>
                  <a:pt x="60578" y="19791"/>
                </a:cubicBezTo>
                <a:cubicBezTo>
                  <a:pt x="60578" y="22445"/>
                  <a:pt x="60417" y="24577"/>
                  <a:pt x="60096" y="26186"/>
                </a:cubicBezTo>
                <a:lnTo>
                  <a:pt x="61785" y="266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15">
            <a:extLst xmlns:a="http://schemas.openxmlformats.org/drawingml/2006/main">
              <a:ext uri="{FF2B5EF4-FFF2-40B4-BE49-F238E27FC236}">
                <a16:creationId xmlns:a16="http://schemas.microsoft.com/office/drawing/2014/main" id="{A0985720-E4CF-4530-B54A-C328E419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219" y="7177043"/>
            <a:ext cx="107882" cy="123570"/>
          </a:xfrm>
          <a:custGeom xmlns:a="http://schemas.openxmlformats.org/drawingml/2006/main">
            <a:pathLst>
              <a:path w="107882" h="123570">
                <a:moveTo>
                  <a:pt x="82300" y="89661"/>
                </a:moveTo>
                <a:lnTo>
                  <a:pt x="92074" y="100159"/>
                </a:lnTo>
                <a:cubicBezTo>
                  <a:pt x="83627" y="108607"/>
                  <a:pt x="75180" y="114620"/>
                  <a:pt x="66733" y="118200"/>
                </a:cubicBezTo>
                <a:cubicBezTo>
                  <a:pt x="58286" y="121780"/>
                  <a:pt x="48994" y="123570"/>
                  <a:pt x="38857" y="123570"/>
                </a:cubicBezTo>
                <a:cubicBezTo>
                  <a:pt x="26548" y="123570"/>
                  <a:pt x="16995" y="119729"/>
                  <a:pt x="10197" y="112046"/>
                </a:cubicBezTo>
                <a:cubicBezTo>
                  <a:pt x="3399" y="104363"/>
                  <a:pt x="0" y="93683"/>
                  <a:pt x="0" y="80007"/>
                </a:cubicBezTo>
                <a:cubicBezTo>
                  <a:pt x="0" y="67215"/>
                  <a:pt x="2876" y="54183"/>
                  <a:pt x="8628" y="40908"/>
                </a:cubicBezTo>
                <a:cubicBezTo>
                  <a:pt x="14380" y="27634"/>
                  <a:pt x="22888" y="17498"/>
                  <a:pt x="34151" y="10499"/>
                </a:cubicBezTo>
                <a:cubicBezTo>
                  <a:pt x="45414" y="3500"/>
                  <a:pt x="58607" y="0"/>
                  <a:pt x="73732" y="0"/>
                </a:cubicBezTo>
                <a:cubicBezTo>
                  <a:pt x="79122" y="0"/>
                  <a:pt x="84954" y="422"/>
                  <a:pt x="91229" y="1267"/>
                </a:cubicBezTo>
                <a:cubicBezTo>
                  <a:pt x="97505" y="2112"/>
                  <a:pt x="103056" y="3298"/>
                  <a:pt x="107882" y="4827"/>
                </a:cubicBezTo>
                <a:lnTo>
                  <a:pt x="101125" y="34271"/>
                </a:lnTo>
                <a:lnTo>
                  <a:pt x="79403" y="34271"/>
                </a:lnTo>
                <a:cubicBezTo>
                  <a:pt x="79564" y="32582"/>
                  <a:pt x="79645" y="30852"/>
                  <a:pt x="79645" y="29082"/>
                </a:cubicBezTo>
                <a:cubicBezTo>
                  <a:pt x="79645" y="23290"/>
                  <a:pt x="78760" y="19087"/>
                  <a:pt x="76990" y="16472"/>
                </a:cubicBezTo>
                <a:cubicBezTo>
                  <a:pt x="75220" y="13857"/>
                  <a:pt x="72605" y="12550"/>
                  <a:pt x="69146" y="12550"/>
                </a:cubicBezTo>
                <a:cubicBezTo>
                  <a:pt x="63193" y="12550"/>
                  <a:pt x="57521" y="15969"/>
                  <a:pt x="52131" y="22807"/>
                </a:cubicBezTo>
                <a:cubicBezTo>
                  <a:pt x="46741" y="29646"/>
                  <a:pt x="42236" y="39139"/>
                  <a:pt x="38616" y="51286"/>
                </a:cubicBezTo>
                <a:cubicBezTo>
                  <a:pt x="34995" y="63434"/>
                  <a:pt x="33185" y="74094"/>
                  <a:pt x="33185" y="83265"/>
                </a:cubicBezTo>
                <a:cubicBezTo>
                  <a:pt x="33185" y="98389"/>
                  <a:pt x="38696" y="105952"/>
                  <a:pt x="49718" y="105952"/>
                </a:cubicBezTo>
                <a:cubicBezTo>
                  <a:pt x="55269" y="105952"/>
                  <a:pt x="60518" y="104705"/>
                  <a:pt x="65466" y="102211"/>
                </a:cubicBezTo>
                <a:cubicBezTo>
                  <a:pt x="70413" y="99717"/>
                  <a:pt x="76025" y="95534"/>
                  <a:pt x="82300" y="896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16">
            <a:extLst xmlns:a="http://schemas.openxmlformats.org/drawingml/2006/main">
              <a:ext uri="{FF2B5EF4-FFF2-40B4-BE49-F238E27FC236}">
                <a16:creationId xmlns:a16="http://schemas.microsoft.com/office/drawing/2014/main" id="{DCA03F58-8204-43A7-8F37-4AD2072D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638" y="7238176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17">
            <a:extLst xmlns:a="http://schemas.openxmlformats.org/drawingml/2006/main">
              <a:ext uri="{FF2B5EF4-FFF2-40B4-BE49-F238E27FC236}">
                <a16:creationId xmlns:a16="http://schemas.microsoft.com/office/drawing/2014/main" id="{44DB760F-17F1-4DBE-B07F-66B7F97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031" y="1705127"/>
            <a:ext cx="293479" cy="77232"/>
          </a:xfrm>
          <a:custGeom xmlns:a="http://schemas.openxmlformats.org/drawingml/2006/main">
            <a:pathLst>
              <a:path w="293479" h="77232">
                <a:moveTo>
                  <a:pt x="0" y="0"/>
                </a:moveTo>
                <a:lnTo>
                  <a:pt x="196941" y="2"/>
                </a:lnTo>
                <a:lnTo>
                  <a:pt x="196941" y="38617"/>
                </a:lnTo>
                <a:lnTo>
                  <a:pt x="0" y="38616"/>
                </a:lnTo>
                <a:lnTo>
                  <a:pt x="0" y="0"/>
                </a:lnTo>
                <a:moveTo>
                  <a:pt x="177633" y="-38616"/>
                </a:moveTo>
                <a:lnTo>
                  <a:pt x="293479" y="19309"/>
                </a:lnTo>
                <a:lnTo>
                  <a:pt x="177633" y="77232"/>
                </a:lnTo>
                <a:lnTo>
                  <a:pt x="177633" y="-38616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18">
            <a:extLst xmlns:a="http://schemas.openxmlformats.org/drawingml/2006/main">
              <a:ext uri="{FF2B5EF4-FFF2-40B4-BE49-F238E27FC236}">
                <a16:creationId xmlns:a16="http://schemas.microsoft.com/office/drawing/2014/main" id="{BE6E605C-B29C-4519-90D3-48804FB6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425" y="1705127"/>
            <a:ext cx="293476" cy="77232"/>
          </a:xfrm>
          <a:custGeom xmlns:a="http://schemas.openxmlformats.org/drawingml/2006/main">
            <a:pathLst>
              <a:path w="293476" h="77232">
                <a:moveTo>
                  <a:pt x="0" y="0"/>
                </a:moveTo>
                <a:lnTo>
                  <a:pt x="196938" y="2"/>
                </a:lnTo>
                <a:lnTo>
                  <a:pt x="196938" y="38617"/>
                </a:lnTo>
                <a:lnTo>
                  <a:pt x="0" y="38616"/>
                </a:lnTo>
                <a:lnTo>
                  <a:pt x="0" y="0"/>
                </a:lnTo>
                <a:moveTo>
                  <a:pt x="177629" y="-38616"/>
                </a:moveTo>
                <a:lnTo>
                  <a:pt x="293476" y="19309"/>
                </a:lnTo>
                <a:lnTo>
                  <a:pt x="177629" y="77232"/>
                </a:lnTo>
                <a:lnTo>
                  <a:pt x="177629" y="-38616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19">
            <a:extLst xmlns:a="http://schemas.openxmlformats.org/drawingml/2006/main">
              <a:ext uri="{FF2B5EF4-FFF2-40B4-BE49-F238E27FC236}">
                <a16:creationId xmlns:a16="http://schemas.microsoft.com/office/drawing/2014/main" id="{5F9491FA-06A2-4ED7-8F2F-15845E3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26" y="4176205"/>
            <a:ext cx="185355" cy="77233"/>
          </a:xfrm>
          <a:custGeom xmlns:a="http://schemas.openxmlformats.org/drawingml/2006/main">
            <a:pathLst>
              <a:path w="185355" h="77233">
                <a:moveTo>
                  <a:pt x="0" y="0"/>
                </a:moveTo>
                <a:lnTo>
                  <a:pt x="88816" y="2"/>
                </a:lnTo>
                <a:lnTo>
                  <a:pt x="88816" y="38617"/>
                </a:lnTo>
                <a:lnTo>
                  <a:pt x="0" y="38616"/>
                </a:lnTo>
                <a:lnTo>
                  <a:pt x="0" y="0"/>
                </a:lnTo>
                <a:moveTo>
                  <a:pt x="69508" y="-38614"/>
                </a:moveTo>
                <a:lnTo>
                  <a:pt x="185355" y="19310"/>
                </a:lnTo>
                <a:lnTo>
                  <a:pt x="69508" y="77233"/>
                </a:lnTo>
                <a:lnTo>
                  <a:pt x="69508" y="-38614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20">
            <a:extLst xmlns:a="http://schemas.openxmlformats.org/drawingml/2006/main">
              <a:ext uri="{FF2B5EF4-FFF2-40B4-BE49-F238E27FC236}">
                <a16:creationId xmlns:a16="http://schemas.microsoft.com/office/drawing/2014/main" id="{C9B464E1-C8EB-40B7-A525-5C725869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889" y="4176205"/>
            <a:ext cx="185355" cy="77233"/>
          </a:xfrm>
          <a:custGeom xmlns:a="http://schemas.openxmlformats.org/drawingml/2006/main">
            <a:pathLst>
              <a:path w="185355" h="77233">
                <a:moveTo>
                  <a:pt x="0" y="0"/>
                </a:moveTo>
                <a:lnTo>
                  <a:pt x="88816" y="2"/>
                </a:lnTo>
                <a:lnTo>
                  <a:pt x="88816" y="38617"/>
                </a:lnTo>
                <a:lnTo>
                  <a:pt x="0" y="38616"/>
                </a:lnTo>
                <a:lnTo>
                  <a:pt x="0" y="0"/>
                </a:lnTo>
                <a:moveTo>
                  <a:pt x="69508" y="-38614"/>
                </a:moveTo>
                <a:lnTo>
                  <a:pt x="185355" y="19310"/>
                </a:lnTo>
                <a:lnTo>
                  <a:pt x="69508" y="77233"/>
                </a:lnTo>
                <a:lnTo>
                  <a:pt x="69508" y="-38614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21">
            <a:extLst xmlns:a="http://schemas.openxmlformats.org/drawingml/2006/main">
              <a:ext uri="{FF2B5EF4-FFF2-40B4-BE49-F238E27FC236}">
                <a16:creationId xmlns:a16="http://schemas.microsoft.com/office/drawing/2014/main" id="{995320F6-6482-4C3F-828F-53BA0DFA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919" y="4176205"/>
            <a:ext cx="185389" cy="77353"/>
          </a:xfrm>
          <a:custGeom xmlns:a="http://schemas.openxmlformats.org/drawingml/2006/main">
            <a:pathLst>
              <a:path w="185389" h="77353">
                <a:moveTo>
                  <a:pt x="68" y="0"/>
                </a:moveTo>
                <a:lnTo>
                  <a:pt x="88884" y="156"/>
                </a:lnTo>
                <a:lnTo>
                  <a:pt x="88816" y="38772"/>
                </a:lnTo>
                <a:lnTo>
                  <a:pt x="0" y="38616"/>
                </a:lnTo>
                <a:lnTo>
                  <a:pt x="68" y="0"/>
                </a:lnTo>
                <a:moveTo>
                  <a:pt x="69644" y="-38494"/>
                </a:moveTo>
                <a:lnTo>
                  <a:pt x="185389" y="19632"/>
                </a:lnTo>
                <a:lnTo>
                  <a:pt x="69442" y="77353"/>
                </a:lnTo>
                <a:lnTo>
                  <a:pt x="69644" y="-38494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22">
            <a:extLst xmlns:a="http://schemas.openxmlformats.org/drawingml/2006/main">
              <a:ext uri="{FF2B5EF4-FFF2-40B4-BE49-F238E27FC236}">
                <a16:creationId xmlns:a16="http://schemas.microsoft.com/office/drawing/2014/main" id="{69012A24-0AA5-4423-B084-E8E2F11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13" y="1878897"/>
            <a:ext cx="463388" cy="61787"/>
          </a:xfrm>
          <a:custGeom xmlns:a="http://schemas.openxmlformats.org/drawingml/2006/main">
            <a:pathLst>
              <a:path w="463388" h="61787">
                <a:moveTo>
                  <a:pt x="0" y="0"/>
                </a:moveTo>
                <a:lnTo>
                  <a:pt x="0" y="30893"/>
                </a:lnTo>
                <a:lnTo>
                  <a:pt x="92678" y="30893"/>
                </a:lnTo>
                <a:lnTo>
                  <a:pt x="92678" y="0"/>
                </a:lnTo>
                <a:close/>
                <a:moveTo>
                  <a:pt x="123570" y="0"/>
                </a:moveTo>
                <a:lnTo>
                  <a:pt x="123570" y="30893"/>
                </a:lnTo>
                <a:lnTo>
                  <a:pt x="216248" y="30893"/>
                </a:lnTo>
                <a:lnTo>
                  <a:pt x="216248" y="0"/>
                </a:lnTo>
                <a:close/>
                <a:moveTo>
                  <a:pt x="247141" y="0"/>
                </a:moveTo>
                <a:lnTo>
                  <a:pt x="339818" y="2"/>
                </a:lnTo>
                <a:lnTo>
                  <a:pt x="339818" y="30894"/>
                </a:lnTo>
                <a:lnTo>
                  <a:pt x="247141" y="30893"/>
                </a:lnTo>
                <a:lnTo>
                  <a:pt x="247141" y="0"/>
                </a:lnTo>
                <a:moveTo>
                  <a:pt x="370711" y="2"/>
                </a:moveTo>
                <a:lnTo>
                  <a:pt x="370711" y="30894"/>
                </a:lnTo>
                <a:lnTo>
                  <a:pt x="386157" y="30894"/>
                </a:lnTo>
                <a:lnTo>
                  <a:pt x="386157" y="2"/>
                </a:lnTo>
                <a:close/>
                <a:moveTo>
                  <a:pt x="370711" y="-30891"/>
                </a:moveTo>
                <a:lnTo>
                  <a:pt x="463388" y="15448"/>
                </a:lnTo>
                <a:lnTo>
                  <a:pt x="370711" y="61787"/>
                </a:lnTo>
                <a:lnTo>
                  <a:pt x="370711" y="-30891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FC8B9623-75B1-43DA-A5A9-CFFDDD997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70b208a424a67"/>
          <a:stretch xmlns:a="http://schemas.openxmlformats.org/drawingml/2006/main"/>
        </p:blipFill>
        <p:spPr>
          <a:xfrm xmlns:a="http://schemas.openxmlformats.org/drawingml/2006/main">
            <a:off x="1436633" y="179201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1" name="path-224">
            <a:extLst xmlns:a="http://schemas.openxmlformats.org/drawingml/2006/main">
              <a:ext uri="{FF2B5EF4-FFF2-40B4-BE49-F238E27FC236}">
                <a16:creationId xmlns:a16="http://schemas.microsoft.com/office/drawing/2014/main" id="{0C358688-EB25-465D-8A9D-01DCC20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822" y="1878897"/>
            <a:ext cx="463388" cy="61787"/>
          </a:xfrm>
          <a:custGeom xmlns:a="http://schemas.openxmlformats.org/drawingml/2006/main">
            <a:pathLst>
              <a:path w="463388" h="61787">
                <a:moveTo>
                  <a:pt x="0" y="0"/>
                </a:moveTo>
                <a:lnTo>
                  <a:pt x="0" y="30893"/>
                </a:lnTo>
                <a:lnTo>
                  <a:pt x="92678" y="30893"/>
                </a:lnTo>
                <a:lnTo>
                  <a:pt x="92678" y="0"/>
                </a:lnTo>
                <a:close/>
                <a:moveTo>
                  <a:pt x="123570" y="0"/>
                </a:moveTo>
                <a:lnTo>
                  <a:pt x="123570" y="30893"/>
                </a:lnTo>
                <a:lnTo>
                  <a:pt x="216248" y="30893"/>
                </a:lnTo>
                <a:lnTo>
                  <a:pt x="216248" y="0"/>
                </a:lnTo>
                <a:close/>
                <a:moveTo>
                  <a:pt x="247140" y="0"/>
                </a:moveTo>
                <a:lnTo>
                  <a:pt x="339818" y="2"/>
                </a:lnTo>
                <a:lnTo>
                  <a:pt x="339818" y="30894"/>
                </a:lnTo>
                <a:lnTo>
                  <a:pt x="247140" y="30893"/>
                </a:lnTo>
                <a:lnTo>
                  <a:pt x="247140" y="0"/>
                </a:lnTo>
                <a:moveTo>
                  <a:pt x="370711" y="2"/>
                </a:moveTo>
                <a:lnTo>
                  <a:pt x="370711" y="30894"/>
                </a:lnTo>
                <a:lnTo>
                  <a:pt x="386157" y="30894"/>
                </a:lnTo>
                <a:lnTo>
                  <a:pt x="386157" y="2"/>
                </a:lnTo>
                <a:close/>
                <a:moveTo>
                  <a:pt x="370711" y="-30891"/>
                </a:moveTo>
                <a:lnTo>
                  <a:pt x="463388" y="15448"/>
                </a:lnTo>
                <a:lnTo>
                  <a:pt x="370711" y="61787"/>
                </a:lnTo>
                <a:lnTo>
                  <a:pt x="370711" y="-30891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text-225 Context">
            <a:extLst xmlns:a="http://schemas.openxmlformats.org/drawingml/2006/main">
              <a:ext uri="{FF2B5EF4-FFF2-40B4-BE49-F238E27FC236}">
                <a16:creationId xmlns:a16="http://schemas.microsoft.com/office/drawing/2014/main" id="{2E303F6A-5C89-4455-9803-0AB5CCD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523" y="2055807"/>
            <a:ext cx="623550" cy="26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303" name="text-226 Task">
            <a:extLst xmlns:a="http://schemas.openxmlformats.org/drawingml/2006/main">
              <a:ext uri="{FF2B5EF4-FFF2-40B4-BE49-F238E27FC236}">
                <a16:creationId xmlns:a16="http://schemas.microsoft.com/office/drawing/2014/main" id="{752E7EFB-C943-4157-B837-ADE7CE8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540" y="2054844"/>
            <a:ext cx="373995" cy="26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304" name="text-227 Verifier">
            <a:extLst xmlns:a="http://schemas.openxmlformats.org/drawingml/2006/main">
              <a:ext uri="{FF2B5EF4-FFF2-40B4-BE49-F238E27FC236}">
                <a16:creationId xmlns:a16="http://schemas.microsoft.com/office/drawing/2014/main" id="{EF0A1E26-AE90-40FD-81B4-C04DD59C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2903" y="2055037"/>
            <a:ext cx="598123" cy="267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4081876-353D-40FD-AD4A-A4E480CA10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4197d6d014b18"/>
          <a:stretch xmlns:a="http://schemas.openxmlformats.org/drawingml/2006/main"/>
        </p:blipFill>
        <p:spPr>
          <a:xfrm xmlns:a="http://schemas.openxmlformats.org/drawingml/2006/main">
            <a:off x="2665358" y="179201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6" name="path-229">
            <a:extLst xmlns:a="http://schemas.openxmlformats.org/drawingml/2006/main">
              <a:ext uri="{FF2B5EF4-FFF2-40B4-BE49-F238E27FC236}">
                <a16:creationId xmlns:a16="http://schemas.microsoft.com/office/drawing/2014/main" id="{401B7748-48E6-42AD-BCC1-0C28A0CC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532" y="4195838"/>
            <a:ext cx="339818" cy="61785"/>
          </a:xfrm>
          <a:custGeom xmlns:a="http://schemas.openxmlformats.org/drawingml/2006/main">
            <a:pathLst>
              <a:path w="339818" h="61785">
                <a:moveTo>
                  <a:pt x="0" y="0"/>
                </a:moveTo>
                <a:lnTo>
                  <a:pt x="0" y="30892"/>
                </a:lnTo>
                <a:lnTo>
                  <a:pt x="92677" y="30892"/>
                </a:lnTo>
                <a:lnTo>
                  <a:pt x="92677" y="0"/>
                </a:lnTo>
                <a:close/>
                <a:moveTo>
                  <a:pt x="123570" y="0"/>
                </a:moveTo>
                <a:lnTo>
                  <a:pt x="123570" y="30892"/>
                </a:lnTo>
                <a:lnTo>
                  <a:pt x="216247" y="30892"/>
                </a:lnTo>
                <a:lnTo>
                  <a:pt x="216247" y="0"/>
                </a:lnTo>
                <a:close/>
                <a:moveTo>
                  <a:pt x="247140" y="0"/>
                </a:moveTo>
                <a:lnTo>
                  <a:pt x="247140" y="30892"/>
                </a:lnTo>
                <a:lnTo>
                  <a:pt x="262587" y="30892"/>
                </a:lnTo>
                <a:lnTo>
                  <a:pt x="262587" y="0"/>
                </a:lnTo>
                <a:close/>
                <a:moveTo>
                  <a:pt x="247140" y="-30893"/>
                </a:moveTo>
                <a:lnTo>
                  <a:pt x="339818" y="15448"/>
                </a:lnTo>
                <a:lnTo>
                  <a:pt x="247140" y="61785"/>
                </a:lnTo>
                <a:lnTo>
                  <a:pt x="247140" y="-30893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5FE41C63-6277-4D8C-92EA-2C4B322C7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8f77e490e4880"/>
          <a:stretch xmlns:a="http://schemas.openxmlformats.org/drawingml/2006/main"/>
        </p:blipFill>
        <p:spPr>
          <a:xfrm xmlns:a="http://schemas.openxmlformats.org/drawingml/2006/main">
            <a:off x="2960633" y="4097064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8082227-34F8-4C42-9BDD-CAFE3339B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18f73038d42f8"/>
          <a:stretch xmlns:a="http://schemas.openxmlformats.org/drawingml/2006/main"/>
        </p:blipFill>
        <p:spPr>
          <a:xfrm xmlns:a="http://schemas.openxmlformats.org/drawingml/2006/main">
            <a:off x="7604133" y="3543387"/>
            <a:ext cx="518994" cy="518994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BE4A353-5CFF-4661-B9EE-71CCA39747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d9a309ce44964"/>
          <a:stretch xmlns:a="http://schemas.openxmlformats.org/drawingml/2006/main"/>
        </p:blipFill>
        <p:spPr>
          <a:xfrm xmlns:a="http://schemas.openxmlformats.org/drawingml/2006/main">
            <a:off x="7618358" y="3601764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10" name="path-233">
            <a:extLst xmlns:a="http://schemas.openxmlformats.org/drawingml/2006/main">
              <a:ext uri="{FF2B5EF4-FFF2-40B4-BE49-F238E27FC236}">
                <a16:creationId xmlns:a16="http://schemas.microsoft.com/office/drawing/2014/main" id="{9A6F2659-3C53-49D1-97D4-0461637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80" y="6635081"/>
            <a:ext cx="231694" cy="77232"/>
          </a:xfrm>
          <a:custGeom xmlns:a="http://schemas.openxmlformats.org/drawingml/2006/main">
            <a:pathLst>
              <a:path w="231694" h="77232">
                <a:moveTo>
                  <a:pt x="0" y="0"/>
                </a:moveTo>
                <a:lnTo>
                  <a:pt x="135155" y="0"/>
                </a:lnTo>
                <a:lnTo>
                  <a:pt x="135155" y="38616"/>
                </a:lnTo>
                <a:lnTo>
                  <a:pt x="0" y="38615"/>
                </a:lnTo>
                <a:lnTo>
                  <a:pt x="0" y="0"/>
                </a:lnTo>
                <a:moveTo>
                  <a:pt x="115847" y="-38615"/>
                </a:moveTo>
                <a:lnTo>
                  <a:pt x="231694" y="19309"/>
                </a:lnTo>
                <a:lnTo>
                  <a:pt x="115847" y="77232"/>
                </a:lnTo>
                <a:lnTo>
                  <a:pt x="115847" y="-38615"/>
                </a:lnTo>
              </a:path>
            </a:pathLst>
          </a:custGeom>
          <a:solidFill xmlns:a="http://schemas.openxmlformats.org/drawingml/2006/main">
            <a:srgbClr val="20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234">
            <a:extLst xmlns:a="http://schemas.openxmlformats.org/drawingml/2006/main">
              <a:ext uri="{FF2B5EF4-FFF2-40B4-BE49-F238E27FC236}">
                <a16:creationId xmlns:a16="http://schemas.microsoft.com/office/drawing/2014/main" id="{05FECF88-5606-4D51-A1FD-1ED3D94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864" y="6635081"/>
            <a:ext cx="231694" cy="77232"/>
          </a:xfrm>
          <a:custGeom xmlns:a="http://schemas.openxmlformats.org/drawingml/2006/main">
            <a:pathLst>
              <a:path w="231694" h="77232">
                <a:moveTo>
                  <a:pt x="0" y="0"/>
                </a:moveTo>
                <a:lnTo>
                  <a:pt x="135155" y="0"/>
                </a:lnTo>
                <a:lnTo>
                  <a:pt x="135155" y="38616"/>
                </a:lnTo>
                <a:lnTo>
                  <a:pt x="0" y="38615"/>
                </a:lnTo>
                <a:lnTo>
                  <a:pt x="0" y="0"/>
                </a:lnTo>
                <a:moveTo>
                  <a:pt x="115847" y="-38615"/>
                </a:moveTo>
                <a:lnTo>
                  <a:pt x="231694" y="19309"/>
                </a:lnTo>
                <a:lnTo>
                  <a:pt x="115847" y="77232"/>
                </a:lnTo>
                <a:lnTo>
                  <a:pt x="115847" y="-38615"/>
                </a:lnTo>
              </a:path>
            </a:pathLst>
          </a:custGeom>
          <a:solidFill xmlns:a="http://schemas.openxmlformats.org/drawingml/2006/main">
            <a:srgbClr val="20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35">
            <a:extLst xmlns:a="http://schemas.openxmlformats.org/drawingml/2006/main">
              <a:ext uri="{FF2B5EF4-FFF2-40B4-BE49-F238E27FC236}">
                <a16:creationId xmlns:a16="http://schemas.microsoft.com/office/drawing/2014/main" id="{649CEE5F-2B7B-4ECC-A7B7-52EE7C86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747" y="6635081"/>
            <a:ext cx="231694" cy="77232"/>
          </a:xfrm>
          <a:custGeom xmlns:a="http://schemas.openxmlformats.org/drawingml/2006/main">
            <a:pathLst>
              <a:path w="231694" h="77232">
                <a:moveTo>
                  <a:pt x="0" y="0"/>
                </a:moveTo>
                <a:lnTo>
                  <a:pt x="135155" y="0"/>
                </a:lnTo>
                <a:lnTo>
                  <a:pt x="135155" y="38616"/>
                </a:lnTo>
                <a:lnTo>
                  <a:pt x="0" y="38615"/>
                </a:lnTo>
                <a:lnTo>
                  <a:pt x="0" y="0"/>
                </a:lnTo>
                <a:moveTo>
                  <a:pt x="115847" y="-38615"/>
                </a:moveTo>
                <a:lnTo>
                  <a:pt x="231694" y="19309"/>
                </a:lnTo>
                <a:lnTo>
                  <a:pt x="115847" y="77232"/>
                </a:lnTo>
                <a:lnTo>
                  <a:pt x="115847" y="-38615"/>
                </a:lnTo>
              </a:path>
            </a:pathLst>
          </a:custGeom>
          <a:solidFill xmlns:a="http://schemas.openxmlformats.org/drawingml/2006/main">
            <a:srgbClr val="2030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2C27E7E0-F3E3-4D4F-9DF1-EEC74063D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8b9358a94445b"/>
          <a:stretch xmlns:a="http://schemas.openxmlformats.org/drawingml/2006/main"/>
        </p:blipFill>
        <p:spPr>
          <a:xfrm xmlns:a="http://schemas.openxmlformats.org/drawingml/2006/main">
            <a:off x="564343" y="6338544"/>
            <a:ext cx="441145" cy="437438"/>
          </a:xfrm>
          <a:prstGeom xmlns:a="http://schemas.openxmlformats.org/drawingml/2006/main" prst="rect">
            <a:avLst/>
          </a:prstGeom>
        </p:spPr>
      </p:pic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2932668-E3AB-4424-9C44-6FA3DCF07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a021ebe974260"/>
          <a:stretch xmlns:a="http://schemas.openxmlformats.org/drawingml/2006/main"/>
        </p:blipFill>
        <p:spPr>
          <a:xfrm xmlns:a="http://schemas.openxmlformats.org/drawingml/2006/main">
            <a:off x="579383" y="6364014"/>
            <a:ext cx="323850" cy="390525"/>
          </a:xfrm>
          <a:prstGeom xmlns:a="http://schemas.openxmlformats.org/drawingml/2006/main" prst="rect">
            <a:avLst/>
          </a:prstGeom>
        </p:spPr>
      </p:pic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48F86699-DCA4-4763-BFCB-36922F4AE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1c61329e24938"/>
          <a:stretch xmlns:a="http://schemas.openxmlformats.org/drawingml/2006/main"/>
        </p:blipFill>
        <p:spPr>
          <a:xfrm xmlns:a="http://schemas.openxmlformats.org/drawingml/2006/main">
            <a:off x="1461462" y="6338544"/>
            <a:ext cx="437438" cy="437438"/>
          </a:xfrm>
          <a:prstGeom xmlns:a="http://schemas.openxmlformats.org/drawingml/2006/main" prst="rect">
            <a:avLst/>
          </a:prstGeom>
        </p:spPr>
      </p:pic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C2DD838-7A2E-467A-97B6-33C736833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5c0fe4bac427c"/>
          <a:stretch xmlns:a="http://schemas.openxmlformats.org/drawingml/2006/main"/>
        </p:blipFill>
        <p:spPr>
          <a:xfrm xmlns:a="http://schemas.openxmlformats.org/drawingml/2006/main">
            <a:off x="1474733" y="6364014"/>
            <a:ext cx="323850" cy="390525"/>
          </a:xfrm>
          <a:prstGeom xmlns:a="http://schemas.openxmlformats.org/drawingml/2006/main" prst="rect">
            <a:avLst/>
          </a:prstGeom>
        </p:spPr>
      </p:pic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9851188-FA78-4464-8E0A-0F53678CC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c1328c34649b8"/>
          <a:stretch xmlns:a="http://schemas.openxmlformats.org/drawingml/2006/main"/>
        </p:blipFill>
        <p:spPr>
          <a:xfrm xmlns:a="http://schemas.openxmlformats.org/drawingml/2006/main">
            <a:off x="2358581" y="6338544"/>
            <a:ext cx="437438" cy="437438"/>
          </a:xfrm>
          <a:prstGeom xmlns:a="http://schemas.openxmlformats.org/drawingml/2006/main" prst="rect">
            <a:avLst/>
          </a:prstGeom>
        </p:spPr>
      </p:pic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D6C4ACB-E2FF-4B15-92EC-29A83F166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07f15ba024943"/>
          <a:stretch xmlns:a="http://schemas.openxmlformats.org/drawingml/2006/main"/>
        </p:blipFill>
        <p:spPr>
          <a:xfrm xmlns:a="http://schemas.openxmlformats.org/drawingml/2006/main">
            <a:off x="2370083" y="6392589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9" name="path-242">
            <a:extLst xmlns:a="http://schemas.openxmlformats.org/drawingml/2006/main">
              <a:ext uri="{FF2B5EF4-FFF2-40B4-BE49-F238E27FC236}">
                <a16:creationId xmlns:a16="http://schemas.microsoft.com/office/drawing/2014/main" id="{34D0A144-A4A7-4BE1-BBCF-0801FEF2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95" y="4195838"/>
            <a:ext cx="339818" cy="61785"/>
          </a:xfrm>
          <a:custGeom xmlns:a="http://schemas.openxmlformats.org/drawingml/2006/main">
            <a:pathLst>
              <a:path w="339818" h="61785">
                <a:moveTo>
                  <a:pt x="0" y="0"/>
                </a:moveTo>
                <a:lnTo>
                  <a:pt x="92678" y="0"/>
                </a:lnTo>
                <a:lnTo>
                  <a:pt x="92678" y="30892"/>
                </a:lnTo>
                <a:lnTo>
                  <a:pt x="0" y="30892"/>
                </a:lnTo>
                <a:lnTo>
                  <a:pt x="0" y="0"/>
                </a:lnTo>
                <a:moveTo>
                  <a:pt x="123570" y="0"/>
                </a:moveTo>
                <a:lnTo>
                  <a:pt x="216248" y="0"/>
                </a:lnTo>
                <a:lnTo>
                  <a:pt x="216248" y="30892"/>
                </a:lnTo>
                <a:lnTo>
                  <a:pt x="123570" y="30892"/>
                </a:lnTo>
                <a:lnTo>
                  <a:pt x="123570" y="0"/>
                </a:lnTo>
                <a:moveTo>
                  <a:pt x="247141" y="0"/>
                </a:moveTo>
                <a:lnTo>
                  <a:pt x="262587" y="0"/>
                </a:lnTo>
                <a:lnTo>
                  <a:pt x="262587" y="30892"/>
                </a:lnTo>
                <a:lnTo>
                  <a:pt x="247140" y="30892"/>
                </a:lnTo>
                <a:lnTo>
                  <a:pt x="247141" y="0"/>
                </a:lnTo>
                <a:moveTo>
                  <a:pt x="247141" y="-30893"/>
                </a:moveTo>
                <a:lnTo>
                  <a:pt x="339818" y="15448"/>
                </a:lnTo>
                <a:lnTo>
                  <a:pt x="247140" y="61785"/>
                </a:lnTo>
                <a:lnTo>
                  <a:pt x="247141" y="-30893"/>
                </a:lnTo>
              </a:path>
            </a:pathLst>
          </a:custGeom>
          <a:solidFill xmlns:a="http://schemas.openxmlformats.org/drawingml/2006/main">
            <a:srgbClr val="4F81B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0" name="path-243">
            <a:extLst xmlns:a="http://schemas.openxmlformats.org/drawingml/2006/main">
              <a:ext uri="{FF2B5EF4-FFF2-40B4-BE49-F238E27FC236}">
                <a16:creationId xmlns:a16="http://schemas.microsoft.com/office/drawing/2014/main" id="{A1E98D33-185D-4F46-9DF0-DB9573CA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864" y="4195838"/>
            <a:ext cx="339818" cy="61785"/>
          </a:xfrm>
          <a:custGeom xmlns:a="http://schemas.openxmlformats.org/drawingml/2006/main">
            <a:pathLst>
              <a:path w="339818" h="61785">
                <a:moveTo>
                  <a:pt x="0" y="0"/>
                </a:moveTo>
                <a:lnTo>
                  <a:pt x="0" y="30892"/>
                </a:lnTo>
                <a:lnTo>
                  <a:pt x="92678" y="30892"/>
                </a:lnTo>
                <a:lnTo>
                  <a:pt x="92678" y="0"/>
                </a:lnTo>
                <a:close/>
                <a:moveTo>
                  <a:pt x="123570" y="0"/>
                </a:moveTo>
                <a:lnTo>
                  <a:pt x="123570" y="30892"/>
                </a:lnTo>
                <a:lnTo>
                  <a:pt x="216248" y="30892"/>
                </a:lnTo>
                <a:lnTo>
                  <a:pt x="216248" y="0"/>
                </a:lnTo>
                <a:close/>
                <a:moveTo>
                  <a:pt x="247140" y="0"/>
                </a:moveTo>
                <a:lnTo>
                  <a:pt x="247140" y="30892"/>
                </a:lnTo>
                <a:lnTo>
                  <a:pt x="262586" y="30892"/>
                </a:lnTo>
                <a:lnTo>
                  <a:pt x="262586" y="0"/>
                </a:lnTo>
                <a:close/>
                <a:moveTo>
                  <a:pt x="247140" y="-30893"/>
                </a:moveTo>
                <a:lnTo>
                  <a:pt x="339818" y="15448"/>
                </a:lnTo>
                <a:lnTo>
                  <a:pt x="247140" y="61785"/>
                </a:lnTo>
                <a:lnTo>
                  <a:pt x="247140" y="-30893"/>
                </a:lnTo>
              </a:path>
            </a:pathLst>
          </a:custGeom>
          <a:solidFill xmlns:a="http://schemas.openxmlformats.org/drawingml/2006/main">
            <a:srgbClr val="4F81B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02BD03B-5EC9-439E-8B18-67BEC3E93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5c5c6b9684d39"/>
          <a:stretch xmlns:a="http://schemas.openxmlformats.org/drawingml/2006/main"/>
        </p:blipFill>
        <p:spPr>
          <a:xfrm xmlns:a="http://schemas.openxmlformats.org/drawingml/2006/main">
            <a:off x="542100" y="1215326"/>
            <a:ext cx="470802" cy="470802"/>
          </a:xfrm>
          <a:prstGeom xmlns:a="http://schemas.openxmlformats.org/drawingml/2006/main" prst="rect">
            <a:avLst/>
          </a:prstGeom>
        </p:spPr>
      </p:pic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EB42B76-7DF0-46C1-ABAF-DEC9EB6D7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ca54ca33f410b"/>
          <a:stretch xmlns:a="http://schemas.openxmlformats.org/drawingml/2006/main"/>
        </p:blipFill>
        <p:spPr>
          <a:xfrm xmlns:a="http://schemas.openxmlformats.org/drawingml/2006/main">
            <a:off x="550808" y="1277664"/>
            <a:ext cx="361950" cy="352425"/>
          </a:xfrm>
          <a:prstGeom xmlns:a="http://schemas.openxmlformats.org/drawingml/2006/main" prst="rect">
            <a:avLst/>
          </a:prstGeom>
        </p:spPr>
      </p:pic>
      <p:pic>
        <p:nvPic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A5BB284-AE6C-46DE-A7C1-957EC85EA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439a8113f41cf"/>
          <a:stretch xmlns:a="http://schemas.openxmlformats.org/drawingml/2006/main"/>
        </p:blipFill>
        <p:spPr>
          <a:xfrm xmlns:a="http://schemas.openxmlformats.org/drawingml/2006/main">
            <a:off x="11859888" y="1411803"/>
            <a:ext cx="674693" cy="674693"/>
          </a:xfrm>
          <a:prstGeom xmlns:a="http://schemas.openxmlformats.org/drawingml/2006/main" prst="rect">
            <a:avLst/>
          </a:prstGeom>
        </p:spPr>
      </p:pic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F053899-6C5B-43E8-9BE0-F1FA6ED30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45eb6a6a34015"/>
          <a:stretch xmlns:a="http://schemas.openxmlformats.org/drawingml/2006/main"/>
        </p:blipFill>
        <p:spPr>
          <a:xfrm xmlns:a="http://schemas.openxmlformats.org/drawingml/2006/main">
            <a:off x="11866508" y="1468164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F6CED248-D6F8-4505-B36B-879DCA791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bc92fc2534371"/>
          <a:stretch xmlns:a="http://schemas.openxmlformats.org/drawingml/2006/main"/>
        </p:blipFill>
        <p:spPr>
          <a:xfrm xmlns:a="http://schemas.openxmlformats.org/drawingml/2006/main">
            <a:off x="3307600" y="4047554"/>
            <a:ext cx="344760" cy="344760"/>
          </a:xfrm>
          <a:prstGeom xmlns:a="http://schemas.openxmlformats.org/drawingml/2006/main" prst="rect">
            <a:avLst/>
          </a:prstGeom>
        </p:spPr>
      </p:pic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031BB7DB-E8B8-4CEA-B85E-3B7709E9F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b6a0d5b564c4d"/>
          <a:stretch xmlns:a="http://schemas.openxmlformats.org/drawingml/2006/main"/>
        </p:blipFill>
        <p:spPr>
          <a:xfrm xmlns:a="http://schemas.openxmlformats.org/drawingml/2006/main">
            <a:off x="3322583" y="4106589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D570966-E0B8-4004-A371-E724DBE577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a8e3f9015482c"/>
          <a:stretch xmlns:a="http://schemas.openxmlformats.org/drawingml/2006/main"/>
        </p:blipFill>
        <p:spPr>
          <a:xfrm xmlns:a="http://schemas.openxmlformats.org/drawingml/2006/main">
            <a:off x="3059224" y="1708371"/>
            <a:ext cx="344760" cy="344760"/>
          </a:xfrm>
          <a:prstGeom xmlns:a="http://schemas.openxmlformats.org/drawingml/2006/main" prst="rect">
            <a:avLst/>
          </a:prstGeom>
        </p:spPr>
      </p:pic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A2A4031-8DD0-4CF6-BC7E-5CC6579E81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ba56774004a8b"/>
          <a:stretch xmlns:a="http://schemas.openxmlformats.org/drawingml/2006/main"/>
        </p:blipFill>
        <p:spPr>
          <a:xfrm xmlns:a="http://schemas.openxmlformats.org/drawingml/2006/main">
            <a:off x="3074933" y="1763439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7C33B58-81E0-4240-BEC3-A2CC1A9AF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7a0df09b8457e"/>
          <a:stretch xmlns:a="http://schemas.openxmlformats.org/drawingml/2006/main"/>
        </p:blipFill>
        <p:spPr>
          <a:xfrm xmlns:a="http://schemas.openxmlformats.org/drawingml/2006/main">
            <a:off x="1898900" y="1708371"/>
            <a:ext cx="389246" cy="344760"/>
          </a:xfrm>
          <a:prstGeom xmlns:a="http://schemas.openxmlformats.org/drawingml/2006/main" prst="rect">
            <a:avLst/>
          </a:prstGeom>
        </p:spPr>
      </p:pic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9AE8BB3A-D524-4058-A067-C52B171B9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433ec602e483f"/>
          <a:stretch xmlns:a="http://schemas.openxmlformats.org/drawingml/2006/main"/>
        </p:blipFill>
        <p:spPr>
          <a:xfrm xmlns:a="http://schemas.openxmlformats.org/drawingml/2006/main">
            <a:off x="1912883" y="1744389"/>
            <a:ext cx="266700" cy="276225"/>
          </a:xfrm>
          <a:prstGeom xmlns:a="http://schemas.openxmlformats.org/drawingml/2006/main" prst="rect">
            <a:avLst/>
          </a:prstGeom>
        </p:spPr>
      </p:pic>
      <p:pic>
        <p:nvPic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7325DFE-545B-4AB9-A8E0-6872FD18F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8f11c9a684234"/>
          <a:stretch xmlns:a="http://schemas.openxmlformats.org/drawingml/2006/main"/>
        </p:blipFill>
        <p:spPr>
          <a:xfrm xmlns:a="http://schemas.openxmlformats.org/drawingml/2006/main">
            <a:off x="1405856" y="4025311"/>
            <a:ext cx="389246" cy="348468"/>
          </a:xfrm>
          <a:prstGeom xmlns:a="http://schemas.openxmlformats.org/drawingml/2006/main" prst="rect">
            <a:avLst/>
          </a:prstGeom>
        </p:spPr>
      </p:pic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D703DDE-2179-4F7F-A273-9DA9D576B1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862f1451c4431"/>
          <a:stretch xmlns:a="http://schemas.openxmlformats.org/drawingml/2006/main"/>
        </p:blipFill>
        <p:spPr>
          <a:xfrm xmlns:a="http://schemas.openxmlformats.org/drawingml/2006/main">
            <a:off x="1417583" y="4068489"/>
            <a:ext cx="276225" cy="266700"/>
          </a:xfrm>
          <a:prstGeom xmlns:a="http://schemas.openxmlformats.org/drawingml/2006/main" prst="rect">
            <a:avLst/>
          </a:prstGeom>
        </p:spPr>
      </p:pic>
      <p:sp>
        <p:nvSpPr>
          <p:cNvPr id="333" name="path-256">
            <a:extLst xmlns:a="http://schemas.openxmlformats.org/drawingml/2006/main">
              <a:ext uri="{FF2B5EF4-FFF2-40B4-BE49-F238E27FC236}">
                <a16:creationId xmlns:a16="http://schemas.microsoft.com/office/drawing/2014/main" id="{D8154788-42A8-46B0-BDE7-9D56D364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75" y="4504491"/>
            <a:ext cx="370711" cy="216247"/>
          </a:xfrm>
          <a:custGeom xmlns:a="http://schemas.openxmlformats.org/drawingml/2006/main">
            <a:pathLst>
              <a:path w="370711" h="216247">
                <a:moveTo>
                  <a:pt x="0" y="25949"/>
                </a:moveTo>
                <a:cubicBezTo>
                  <a:pt x="0" y="11619"/>
                  <a:pt x="11619" y="0"/>
                  <a:pt x="25950" y="0"/>
                </a:cubicBezTo>
                <a:lnTo>
                  <a:pt x="344760" y="0"/>
                </a:lnTo>
                <a:cubicBezTo>
                  <a:pt x="359094" y="0"/>
                  <a:pt x="370711" y="11619"/>
                  <a:pt x="370711" y="25949"/>
                </a:cubicBezTo>
                <a:lnTo>
                  <a:pt x="370711" y="190298"/>
                </a:lnTo>
                <a:cubicBezTo>
                  <a:pt x="370711" y="204630"/>
                  <a:pt x="359094" y="216247"/>
                  <a:pt x="344760" y="216247"/>
                </a:cubicBezTo>
                <a:lnTo>
                  <a:pt x="25950" y="216247"/>
                </a:lnTo>
                <a:cubicBezTo>
                  <a:pt x="11619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257">
            <a:extLst xmlns:a="http://schemas.openxmlformats.org/drawingml/2006/main">
              <a:ext uri="{FF2B5EF4-FFF2-40B4-BE49-F238E27FC236}">
                <a16:creationId xmlns:a16="http://schemas.microsoft.com/office/drawing/2014/main" id="{65AB0266-D507-47A4-9762-1F2B1321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75" y="4504491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35" name="text-258 ΔC">
            <a:extLst xmlns:a="http://schemas.openxmlformats.org/drawingml/2006/main">
              <a:ext uri="{FF2B5EF4-FFF2-40B4-BE49-F238E27FC236}">
                <a16:creationId xmlns:a16="http://schemas.microsoft.com/office/drawing/2014/main" id="{33CEC7D8-8DC8-4319-A301-4A08F70B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0926" y="4503904"/>
            <a:ext cx="221738" cy="2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9" b="1" i="1">
                <a:solidFill>
                  <a:srgbClr val="64ACE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9" b="1" i="1">
                <a:solidFill>
                  <a:srgbClr val="64ACE3"/>
                </a:solidFill>
                <a:latin typeface="Calibri"/>
                <a:ea typeface="Calibri"/>
                <a:cs typeface="Calibri"/>
              </a:defRPr>
            </a:pPr>
            <a:r>
              <a:rPr sz="1369" b="1" i="1">
                <a:solidFill>
                  <a:srgbClr val="64ACE3"/>
                </a:solidFill>
                <a:latin typeface="Calibri"/>
                <a:ea typeface="Calibri"/>
                <a:cs typeface="Calibri"/>
              </a:rPr>
              <a:t>ΔC</a:t>
            </a:r>
          </a:p>
        </p:txBody>
      </p:sp>
      <p:sp>
        <p:nvSpPr>
          <p:cNvPr id="336" name="path-259">
            <a:extLst xmlns:a="http://schemas.openxmlformats.org/drawingml/2006/main">
              <a:ext uri="{FF2B5EF4-FFF2-40B4-BE49-F238E27FC236}">
                <a16:creationId xmlns:a16="http://schemas.microsoft.com/office/drawing/2014/main" id="{A6BBFBC2-A050-40EB-A9EE-F627F4A0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992" y="4504491"/>
            <a:ext cx="370710" cy="216247"/>
          </a:xfrm>
          <a:custGeom xmlns:a="http://schemas.openxmlformats.org/drawingml/2006/main">
            <a:pathLst>
              <a:path w="370710" h="216247">
                <a:moveTo>
                  <a:pt x="0" y="25949"/>
                </a:moveTo>
                <a:cubicBezTo>
                  <a:pt x="0" y="11619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9"/>
                  <a:pt x="370710" y="25949"/>
                </a:cubicBezTo>
                <a:lnTo>
                  <a:pt x="370710" y="190298"/>
                </a:lnTo>
                <a:cubicBezTo>
                  <a:pt x="370710" y="204630"/>
                  <a:pt x="359092" y="216247"/>
                  <a:pt x="344760" y="216247"/>
                </a:cubicBezTo>
                <a:lnTo>
                  <a:pt x="25950" y="216247"/>
                </a:lnTo>
                <a:cubicBezTo>
                  <a:pt x="11618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60">
            <a:extLst xmlns:a="http://schemas.openxmlformats.org/drawingml/2006/main">
              <a:ext uri="{FF2B5EF4-FFF2-40B4-BE49-F238E27FC236}">
                <a16:creationId xmlns:a16="http://schemas.microsoft.com/office/drawing/2014/main" id="{8F20BA86-E9A2-4FC6-9DA3-1A68F74D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992" y="4504491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38" name="text-261 ΔT">
            <a:extLst xmlns:a="http://schemas.openxmlformats.org/drawingml/2006/main">
              <a:ext uri="{FF2B5EF4-FFF2-40B4-BE49-F238E27FC236}">
                <a16:creationId xmlns:a16="http://schemas.microsoft.com/office/drawing/2014/main" id="{F81BAD6F-D15E-4FE7-A590-6A21630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0104" y="4503891"/>
            <a:ext cx="217758" cy="243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9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9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pPr>
            <a:r>
              <a:rPr sz="1369" b="1" i="1">
                <a:solidFill>
                  <a:srgbClr val="F79646"/>
                </a:solidFill>
                <a:latin typeface="Calibri"/>
                <a:ea typeface="Calibri"/>
                <a:cs typeface="Calibri"/>
              </a:rPr>
              <a:t>ΔT</a:t>
            </a:r>
          </a:p>
        </p:txBody>
      </p:sp>
      <p:sp>
        <p:nvSpPr>
          <p:cNvPr id="339" name="path-262">
            <a:extLst xmlns:a="http://schemas.openxmlformats.org/drawingml/2006/main">
              <a:ext uri="{FF2B5EF4-FFF2-40B4-BE49-F238E27FC236}">
                <a16:creationId xmlns:a16="http://schemas.microsoft.com/office/drawing/2014/main" id="{7733B16E-4A2F-48C9-AF46-0AF46891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909" y="4504491"/>
            <a:ext cx="370710" cy="216247"/>
          </a:xfrm>
          <a:custGeom xmlns:a="http://schemas.openxmlformats.org/drawingml/2006/main">
            <a:pathLst>
              <a:path w="370710" h="216247">
                <a:moveTo>
                  <a:pt x="0" y="25949"/>
                </a:moveTo>
                <a:cubicBezTo>
                  <a:pt x="0" y="11619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9"/>
                  <a:pt x="370710" y="25949"/>
                </a:cubicBezTo>
                <a:lnTo>
                  <a:pt x="370710" y="190298"/>
                </a:lnTo>
                <a:cubicBezTo>
                  <a:pt x="370710" y="204630"/>
                  <a:pt x="359092" y="216247"/>
                  <a:pt x="344760" y="216247"/>
                </a:cubicBezTo>
                <a:lnTo>
                  <a:pt x="25950" y="216247"/>
                </a:lnTo>
                <a:cubicBezTo>
                  <a:pt x="11618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263">
            <a:extLst xmlns:a="http://schemas.openxmlformats.org/drawingml/2006/main">
              <a:ext uri="{FF2B5EF4-FFF2-40B4-BE49-F238E27FC236}">
                <a16:creationId xmlns:a16="http://schemas.microsoft.com/office/drawing/2014/main" id="{2CE3ED21-587A-48B4-9B7B-C94E1B6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909" y="4504491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41" name="text-264 Δ">
            <a:extLst xmlns:a="http://schemas.openxmlformats.org/drawingml/2006/main">
              <a:ext uri="{FF2B5EF4-FFF2-40B4-BE49-F238E27FC236}">
                <a16:creationId xmlns:a16="http://schemas.microsoft.com/office/drawing/2014/main" id="{F1FB2ED1-B360-4AA9-A85E-9F8946BA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5106" y="4507786"/>
            <a:ext cx="128741" cy="237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Δ</a:t>
            </a:r>
          </a:p>
        </p:txBody>
      </p:sp>
      <p:sp>
        <p:nvSpPr>
          <p:cNvPr id="342" name="text-265 H">
            <a:extLst xmlns:a="http://schemas.openxmlformats.org/drawingml/2006/main">
              <a:ext uri="{FF2B5EF4-FFF2-40B4-BE49-F238E27FC236}">
                <a16:creationId xmlns:a16="http://schemas.microsoft.com/office/drawing/2014/main" id="{F6F91283-6183-43A9-8EF7-06BD6D25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437" y="4507801"/>
            <a:ext cx="137782" cy="237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H</a:t>
            </a:r>
          </a:p>
        </p:txBody>
      </p:sp>
      <p:sp>
        <p:nvSpPr>
          <p:cNvPr id="343" name="path-266">
            <a:extLst xmlns:a="http://schemas.openxmlformats.org/drawingml/2006/main">
              <a:ext uri="{FF2B5EF4-FFF2-40B4-BE49-F238E27FC236}">
                <a16:creationId xmlns:a16="http://schemas.microsoft.com/office/drawing/2014/main" id="{F62CD26D-B744-4766-89B2-5AA07B55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825" y="4504491"/>
            <a:ext cx="370711" cy="216247"/>
          </a:xfrm>
          <a:custGeom xmlns:a="http://schemas.openxmlformats.org/drawingml/2006/main">
            <a:pathLst>
              <a:path w="370711" h="216247">
                <a:moveTo>
                  <a:pt x="0" y="25949"/>
                </a:moveTo>
                <a:cubicBezTo>
                  <a:pt x="0" y="11619"/>
                  <a:pt x="11619" y="0"/>
                  <a:pt x="25950" y="0"/>
                </a:cubicBezTo>
                <a:lnTo>
                  <a:pt x="344761" y="0"/>
                </a:lnTo>
                <a:cubicBezTo>
                  <a:pt x="359094" y="0"/>
                  <a:pt x="370711" y="11619"/>
                  <a:pt x="370711" y="25949"/>
                </a:cubicBezTo>
                <a:lnTo>
                  <a:pt x="370711" y="190298"/>
                </a:lnTo>
                <a:cubicBezTo>
                  <a:pt x="370711" y="204630"/>
                  <a:pt x="359094" y="216247"/>
                  <a:pt x="344761" y="216247"/>
                </a:cubicBezTo>
                <a:lnTo>
                  <a:pt x="25950" y="216247"/>
                </a:lnTo>
                <a:cubicBezTo>
                  <a:pt x="11619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267">
            <a:extLst xmlns:a="http://schemas.openxmlformats.org/drawingml/2006/main">
              <a:ext uri="{FF2B5EF4-FFF2-40B4-BE49-F238E27FC236}">
                <a16:creationId xmlns:a16="http://schemas.microsoft.com/office/drawing/2014/main" id="{24608565-97AD-4E2E-9733-FCA465E6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825" y="4504491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45" name="text-268 ΔV">
            <a:extLst xmlns:a="http://schemas.openxmlformats.org/drawingml/2006/main">
              <a:ext uri="{FF2B5EF4-FFF2-40B4-BE49-F238E27FC236}">
                <a16:creationId xmlns:a16="http://schemas.microsoft.com/office/drawing/2014/main" id="{4B719DB6-0D6C-4CBA-A895-ED53FCFC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0884" y="4504168"/>
            <a:ext cx="234052" cy="243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7" b="1" i="1">
                <a:solidFill>
                  <a:srgbClr val="CF8C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7" b="1" i="1">
                <a:solidFill>
                  <a:srgbClr val="CF8CCF"/>
                </a:solidFill>
                <a:latin typeface="Calibri"/>
                <a:ea typeface="Calibri"/>
                <a:cs typeface="Calibri"/>
              </a:defRPr>
            </a:pPr>
            <a:r>
              <a:rPr sz="1367" b="1" i="1">
                <a:solidFill>
                  <a:srgbClr val="CF8CCF"/>
                </a:solidFill>
                <a:latin typeface="Calibri"/>
                <a:ea typeface="Calibri"/>
                <a:cs typeface="Calibri"/>
              </a:rPr>
              <a:t>ΔV</a:t>
            </a:r>
          </a:p>
        </p:txBody>
      </p:sp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5895898-9A90-4DAD-8C39-489C7F2BD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c737b78bb4828"/>
          <a:stretch xmlns:a="http://schemas.openxmlformats.org/drawingml/2006/main"/>
        </p:blipFill>
        <p:spPr>
          <a:xfrm xmlns:a="http://schemas.openxmlformats.org/drawingml/2006/main">
            <a:off x="8608758" y="2253315"/>
            <a:ext cx="433731" cy="433731"/>
          </a:xfrm>
          <a:prstGeom xmlns:a="http://schemas.openxmlformats.org/drawingml/2006/main" prst="rect">
            <a:avLst/>
          </a:prstGeom>
        </p:spPr>
      </p:pic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627B351-4C07-49D0-9491-69C82B4E8C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92b2b0f5a4c89"/>
          <a:stretch xmlns:a="http://schemas.openxmlformats.org/drawingml/2006/main"/>
        </p:blipFill>
        <p:spPr>
          <a:xfrm xmlns:a="http://schemas.openxmlformats.org/drawingml/2006/main">
            <a:off x="8618483" y="2315889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9D16739-F64B-4DE9-B1C4-9E6F27563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ea3a29a3e4309"/>
          <a:stretch xmlns:a="http://schemas.openxmlformats.org/drawingml/2006/main"/>
        </p:blipFill>
        <p:spPr>
          <a:xfrm xmlns:a="http://schemas.openxmlformats.org/drawingml/2006/main">
            <a:off x="3433641" y="6338543"/>
            <a:ext cx="433731" cy="433731"/>
          </a:xfrm>
          <a:prstGeom xmlns:a="http://schemas.openxmlformats.org/drawingml/2006/main" prst="rect">
            <a:avLst/>
          </a:prstGeom>
        </p:spPr>
      </p:pic>
      <p:pic>
        <p:nvPic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8729D1E-9A1B-491A-A73E-F133FD7F0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708516f624fa7"/>
          <a:stretch xmlns:a="http://schemas.openxmlformats.org/drawingml/2006/main"/>
        </p:blipFill>
        <p:spPr>
          <a:xfrm xmlns:a="http://schemas.openxmlformats.org/drawingml/2006/main">
            <a:off x="3446408" y="6402114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B41FA2EC-CD14-45AE-B0C5-AB110EBD9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9e9c371064fb5"/>
          <a:stretch xmlns:a="http://schemas.openxmlformats.org/drawingml/2006/main"/>
        </p:blipFill>
        <p:spPr>
          <a:xfrm xmlns:a="http://schemas.openxmlformats.org/drawingml/2006/main">
            <a:off x="3014738" y="4351536"/>
            <a:ext cx="478216" cy="478216"/>
          </a:xfrm>
          <a:prstGeom xmlns:a="http://schemas.openxmlformats.org/drawingml/2006/main" prst="rect">
            <a:avLst/>
          </a:prstGeom>
        </p:spPr>
      </p:pic>
      <p:pic>
        <p:nvPic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31375C55-84AB-4671-B88E-4A40C39A9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836d592614907"/>
          <a:stretch xmlns:a="http://schemas.openxmlformats.org/drawingml/2006/main"/>
        </p:blipFill>
        <p:spPr>
          <a:xfrm xmlns:a="http://schemas.openxmlformats.org/drawingml/2006/main">
            <a:off x="3027308" y="4411389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52" name="text-275 Group">
            <a:extLst xmlns:a="http://schemas.openxmlformats.org/drawingml/2006/main">
              <a:ext uri="{FF2B5EF4-FFF2-40B4-BE49-F238E27FC236}">
                <a16:creationId xmlns:a16="http://schemas.microsoft.com/office/drawing/2014/main" id="{16E474F7-F9B3-4312-817B-E768A81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3053" y="6556140"/>
            <a:ext cx="582499" cy="30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</a:t>
            </a:r>
          </a:p>
        </p:txBody>
      </p:sp>
      <p:sp>
        <p:nvSpPr>
          <p:cNvPr id="353" name="text-275 normalization">
            <a:extLst xmlns:a="http://schemas.openxmlformats.org/drawingml/2006/main">
              <a:ext uri="{FF2B5EF4-FFF2-40B4-BE49-F238E27FC236}">
                <a16:creationId xmlns:a16="http://schemas.microsoft.com/office/drawing/2014/main" id="{DB34B734-ADCD-45B5-A423-98D10981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658" y="6555288"/>
            <a:ext cx="1256308" cy="303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normalization</a:t>
            </a:r>
          </a:p>
        </p:txBody>
      </p:sp>
      <p:sp>
        <p:nvSpPr>
          <p:cNvPr id="354" name="text-276 R">
            <a:extLst xmlns:a="http://schemas.openxmlformats.org/drawingml/2006/main">
              <a:ext uri="{FF2B5EF4-FFF2-40B4-BE49-F238E27FC236}">
                <a16:creationId xmlns:a16="http://schemas.microsoft.com/office/drawing/2014/main" id="{FA172D46-1428-47CB-96A6-153EFCAA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320" y="6582490"/>
            <a:ext cx="138514" cy="26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355" name="text-276 →">
            <a:extLst xmlns:a="http://schemas.openxmlformats.org/drawingml/2006/main">
              <a:ext uri="{FF2B5EF4-FFF2-40B4-BE49-F238E27FC236}">
                <a16:creationId xmlns:a16="http://schemas.microsoft.com/office/drawing/2014/main" id="{19599491-058B-42D0-B58D-8174BCEF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121" y="6582431"/>
            <a:ext cx="201969" cy="265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6" name="text-277 A">
            <a:extLst xmlns:a="http://schemas.openxmlformats.org/drawingml/2006/main">
              <a:ext uri="{FF2B5EF4-FFF2-40B4-BE49-F238E27FC236}">
                <a16:creationId xmlns:a16="http://schemas.microsoft.com/office/drawing/2014/main" id="{028CD488-F905-45C9-ACFC-72E2A0D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9515" y="6582380"/>
            <a:ext cx="146499" cy="265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57" name="path-278">
            <a:extLst xmlns:a="http://schemas.openxmlformats.org/drawingml/2006/main">
              <a:ext uri="{FF2B5EF4-FFF2-40B4-BE49-F238E27FC236}">
                <a16:creationId xmlns:a16="http://schemas.microsoft.com/office/drawing/2014/main" id="{40BF3C02-ED37-435E-8EB3-2352F74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91" y="6635971"/>
            <a:ext cx="45577" cy="72109"/>
          </a:xfrm>
          <a:custGeom xmlns:a="http://schemas.openxmlformats.org/drawingml/2006/main">
            <a:pathLst>
              <a:path w="45577" h="72109">
                <a:moveTo>
                  <a:pt x="5775" y="17569"/>
                </a:moveTo>
                <a:cubicBezTo>
                  <a:pt x="7893" y="17253"/>
                  <a:pt x="9710" y="16701"/>
                  <a:pt x="11225" y="15912"/>
                </a:cubicBezTo>
                <a:cubicBezTo>
                  <a:pt x="12740" y="15124"/>
                  <a:pt x="14061" y="14108"/>
                  <a:pt x="15187" y="12866"/>
                </a:cubicBezTo>
                <a:cubicBezTo>
                  <a:pt x="16313" y="11624"/>
                  <a:pt x="17395" y="10066"/>
                  <a:pt x="18434" y="8193"/>
                </a:cubicBezTo>
                <a:cubicBezTo>
                  <a:pt x="19473" y="6320"/>
                  <a:pt x="20823" y="3589"/>
                  <a:pt x="22486" y="0"/>
                </a:cubicBezTo>
                <a:lnTo>
                  <a:pt x="31053" y="0"/>
                </a:lnTo>
                <a:lnTo>
                  <a:pt x="26088" y="14611"/>
                </a:lnTo>
                <a:lnTo>
                  <a:pt x="45577" y="14611"/>
                </a:lnTo>
                <a:lnTo>
                  <a:pt x="43546" y="20586"/>
                </a:lnTo>
                <a:lnTo>
                  <a:pt x="24058" y="20586"/>
                </a:lnTo>
                <a:lnTo>
                  <a:pt x="15112" y="46909"/>
                </a:lnTo>
                <a:cubicBezTo>
                  <a:pt x="13812" y="50734"/>
                  <a:pt x="12937" y="53781"/>
                  <a:pt x="12488" y="56048"/>
                </a:cubicBezTo>
                <a:cubicBezTo>
                  <a:pt x="12040" y="58316"/>
                  <a:pt x="12040" y="60091"/>
                  <a:pt x="12489" y="61372"/>
                </a:cubicBezTo>
                <a:cubicBezTo>
                  <a:pt x="12939" y="62654"/>
                  <a:pt x="13633" y="63571"/>
                  <a:pt x="14571" y="64123"/>
                </a:cubicBezTo>
                <a:cubicBezTo>
                  <a:pt x="15510" y="64675"/>
                  <a:pt x="16864" y="64951"/>
                  <a:pt x="18634" y="64951"/>
                </a:cubicBezTo>
                <a:cubicBezTo>
                  <a:pt x="20243" y="64951"/>
                  <a:pt x="21862" y="64626"/>
                  <a:pt x="23491" y="63975"/>
                </a:cubicBezTo>
                <a:cubicBezTo>
                  <a:pt x="25120" y="63324"/>
                  <a:pt x="26826" y="62388"/>
                  <a:pt x="28609" y="61165"/>
                </a:cubicBezTo>
                <a:lnTo>
                  <a:pt x="30239" y="64359"/>
                </a:lnTo>
                <a:cubicBezTo>
                  <a:pt x="26458" y="67081"/>
                  <a:pt x="23083" y="69052"/>
                  <a:pt x="20113" y="70275"/>
                </a:cubicBezTo>
                <a:cubicBezTo>
                  <a:pt x="17143" y="71497"/>
                  <a:pt x="14291" y="72109"/>
                  <a:pt x="11556" y="72109"/>
                </a:cubicBezTo>
                <a:cubicBezTo>
                  <a:pt x="6367" y="72109"/>
                  <a:pt x="3018" y="70600"/>
                  <a:pt x="1509" y="67583"/>
                </a:cubicBezTo>
                <a:cubicBezTo>
                  <a:pt x="0" y="64566"/>
                  <a:pt x="338" y="59844"/>
                  <a:pt x="2522" y="53416"/>
                </a:cubicBezTo>
                <a:lnTo>
                  <a:pt x="13680" y="20586"/>
                </a:lnTo>
                <a:lnTo>
                  <a:pt x="4750" y="20586"/>
                </a:lnTo>
                <a:lnTo>
                  <a:pt x="5775" y="17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279">
            <a:extLst xmlns:a="http://schemas.openxmlformats.org/drawingml/2006/main">
              <a:ext uri="{FF2B5EF4-FFF2-40B4-BE49-F238E27FC236}">
                <a16:creationId xmlns:a16="http://schemas.microsoft.com/office/drawing/2014/main" id="{5DC99A1B-0F4C-4D34-BAA8-15C64169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676" y="6649576"/>
            <a:ext cx="62581" cy="57557"/>
          </a:xfrm>
          <a:custGeom xmlns:a="http://schemas.openxmlformats.org/drawingml/2006/main">
            <a:pathLst>
              <a:path w="62581" h="57557">
                <a:moveTo>
                  <a:pt x="32112" y="10825"/>
                </a:moveTo>
                <a:lnTo>
                  <a:pt x="32896" y="11003"/>
                </a:lnTo>
                <a:cubicBezTo>
                  <a:pt x="36007" y="8360"/>
                  <a:pt x="38765" y="6280"/>
                  <a:pt x="41172" y="4762"/>
                </a:cubicBezTo>
                <a:cubicBezTo>
                  <a:pt x="43578" y="3244"/>
                  <a:pt x="46018" y="2070"/>
                  <a:pt x="48492" y="1242"/>
                </a:cubicBezTo>
                <a:cubicBezTo>
                  <a:pt x="50966" y="414"/>
                  <a:pt x="53590" y="0"/>
                  <a:pt x="56366" y="0"/>
                </a:cubicBezTo>
                <a:cubicBezTo>
                  <a:pt x="58699" y="0"/>
                  <a:pt x="60770" y="118"/>
                  <a:pt x="62581" y="355"/>
                </a:cubicBezTo>
                <a:lnTo>
                  <a:pt x="57957" y="13960"/>
                </a:lnTo>
                <a:lnTo>
                  <a:pt x="51139" y="13960"/>
                </a:lnTo>
                <a:cubicBezTo>
                  <a:pt x="50897" y="11831"/>
                  <a:pt x="50397" y="10283"/>
                  <a:pt x="49640" y="9317"/>
                </a:cubicBezTo>
                <a:cubicBezTo>
                  <a:pt x="48882" y="8351"/>
                  <a:pt x="47558" y="7867"/>
                  <a:pt x="45667" y="7867"/>
                </a:cubicBezTo>
                <a:cubicBezTo>
                  <a:pt x="44219" y="7867"/>
                  <a:pt x="42640" y="8282"/>
                  <a:pt x="40931" y="9110"/>
                </a:cubicBezTo>
                <a:cubicBezTo>
                  <a:pt x="39222" y="9938"/>
                  <a:pt x="37435" y="11141"/>
                  <a:pt x="35572" y="12718"/>
                </a:cubicBezTo>
                <a:cubicBezTo>
                  <a:pt x="33708" y="14296"/>
                  <a:pt x="32291" y="15774"/>
                  <a:pt x="31319" y="17155"/>
                </a:cubicBezTo>
                <a:cubicBezTo>
                  <a:pt x="30347" y="18535"/>
                  <a:pt x="29539" y="20171"/>
                  <a:pt x="28896" y="22064"/>
                </a:cubicBezTo>
                <a:lnTo>
                  <a:pt x="21860" y="42768"/>
                </a:lnTo>
                <a:cubicBezTo>
                  <a:pt x="20640" y="46357"/>
                  <a:pt x="20020" y="48832"/>
                  <a:pt x="20001" y="50192"/>
                </a:cubicBezTo>
                <a:cubicBezTo>
                  <a:pt x="19981" y="51553"/>
                  <a:pt x="20376" y="52548"/>
                  <a:pt x="21188" y="53179"/>
                </a:cubicBezTo>
                <a:cubicBezTo>
                  <a:pt x="21999" y="53810"/>
                  <a:pt x="23370" y="54303"/>
                  <a:pt x="25301" y="54658"/>
                </a:cubicBezTo>
                <a:lnTo>
                  <a:pt x="24316" y="57557"/>
                </a:lnTo>
                <a:lnTo>
                  <a:pt x="0" y="57557"/>
                </a:lnTo>
                <a:lnTo>
                  <a:pt x="985" y="54658"/>
                </a:lnTo>
                <a:cubicBezTo>
                  <a:pt x="2674" y="54185"/>
                  <a:pt x="3911" y="53771"/>
                  <a:pt x="4696" y="53416"/>
                </a:cubicBezTo>
                <a:cubicBezTo>
                  <a:pt x="5480" y="53061"/>
                  <a:pt x="6221" y="52568"/>
                  <a:pt x="6918" y="51937"/>
                </a:cubicBezTo>
                <a:cubicBezTo>
                  <a:pt x="7615" y="51306"/>
                  <a:pt x="8305" y="50340"/>
                  <a:pt x="8989" y="49039"/>
                </a:cubicBezTo>
                <a:cubicBezTo>
                  <a:pt x="9672" y="47737"/>
                  <a:pt x="10483" y="45706"/>
                  <a:pt x="11422" y="42946"/>
                </a:cubicBezTo>
                <a:lnTo>
                  <a:pt x="20186" y="17155"/>
                </a:lnTo>
                <a:cubicBezTo>
                  <a:pt x="21044" y="14631"/>
                  <a:pt x="21694" y="12600"/>
                  <a:pt x="22136" y="11062"/>
                </a:cubicBezTo>
                <a:cubicBezTo>
                  <a:pt x="22579" y="9524"/>
                  <a:pt x="22716" y="8291"/>
                  <a:pt x="22548" y="7365"/>
                </a:cubicBezTo>
                <a:cubicBezTo>
                  <a:pt x="22380" y="6438"/>
                  <a:pt x="21881" y="5748"/>
                  <a:pt x="21049" y="5294"/>
                </a:cubicBezTo>
                <a:cubicBezTo>
                  <a:pt x="20218" y="4841"/>
                  <a:pt x="18951" y="4456"/>
                  <a:pt x="17248" y="4141"/>
                </a:cubicBezTo>
                <a:lnTo>
                  <a:pt x="18293" y="1065"/>
                </a:lnTo>
                <a:lnTo>
                  <a:pt x="32613" y="473"/>
                </a:lnTo>
                <a:lnTo>
                  <a:pt x="36294" y="473"/>
                </a:lnTo>
                <a:lnTo>
                  <a:pt x="32112" y="108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280">
            <a:extLst xmlns:a="http://schemas.openxmlformats.org/drawingml/2006/main">
              <a:ext uri="{FF2B5EF4-FFF2-40B4-BE49-F238E27FC236}">
                <a16:creationId xmlns:a16="http://schemas.microsoft.com/office/drawing/2014/main" id="{24D2083D-C9D9-421A-BF70-B4559DF4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952" y="6649576"/>
            <a:ext cx="57425" cy="58503"/>
          </a:xfrm>
          <a:custGeom xmlns:a="http://schemas.openxmlformats.org/drawingml/2006/main">
            <a:pathLst>
              <a:path w="57425" h="58503">
                <a:moveTo>
                  <a:pt x="35495" y="49098"/>
                </a:moveTo>
                <a:lnTo>
                  <a:pt x="34670" y="48861"/>
                </a:lnTo>
                <a:cubicBezTo>
                  <a:pt x="29978" y="52371"/>
                  <a:pt x="25845" y="54855"/>
                  <a:pt x="22272" y="56315"/>
                </a:cubicBezTo>
                <a:cubicBezTo>
                  <a:pt x="18699" y="57774"/>
                  <a:pt x="15183" y="58503"/>
                  <a:pt x="11724" y="58503"/>
                </a:cubicBezTo>
                <a:cubicBezTo>
                  <a:pt x="8666" y="58503"/>
                  <a:pt x="6169" y="57922"/>
                  <a:pt x="4231" y="56758"/>
                </a:cubicBezTo>
                <a:cubicBezTo>
                  <a:pt x="2294" y="55595"/>
                  <a:pt x="1060" y="53958"/>
                  <a:pt x="530" y="51848"/>
                </a:cubicBezTo>
                <a:cubicBezTo>
                  <a:pt x="0" y="49739"/>
                  <a:pt x="204" y="47303"/>
                  <a:pt x="1142" y="44543"/>
                </a:cubicBezTo>
                <a:cubicBezTo>
                  <a:pt x="3099" y="38785"/>
                  <a:pt x="7516" y="34339"/>
                  <a:pt x="14394" y="31204"/>
                </a:cubicBezTo>
                <a:cubicBezTo>
                  <a:pt x="21272" y="28069"/>
                  <a:pt x="30611" y="26245"/>
                  <a:pt x="42410" y="25732"/>
                </a:cubicBezTo>
                <a:lnTo>
                  <a:pt x="43716" y="21887"/>
                </a:lnTo>
                <a:cubicBezTo>
                  <a:pt x="45110" y="17786"/>
                  <a:pt x="45807" y="14552"/>
                  <a:pt x="45807" y="12186"/>
                </a:cubicBezTo>
                <a:cubicBezTo>
                  <a:pt x="45806" y="9820"/>
                  <a:pt x="45129" y="8084"/>
                  <a:pt x="43774" y="6980"/>
                </a:cubicBezTo>
                <a:cubicBezTo>
                  <a:pt x="42420" y="5876"/>
                  <a:pt x="40295" y="5324"/>
                  <a:pt x="37399" y="5324"/>
                </a:cubicBezTo>
                <a:cubicBezTo>
                  <a:pt x="34261" y="5324"/>
                  <a:pt x="31462" y="6132"/>
                  <a:pt x="29002" y="7749"/>
                </a:cubicBezTo>
                <a:cubicBezTo>
                  <a:pt x="26542" y="9366"/>
                  <a:pt x="24280" y="11791"/>
                  <a:pt x="22215" y="15025"/>
                </a:cubicBezTo>
                <a:lnTo>
                  <a:pt x="14311" y="15025"/>
                </a:lnTo>
                <a:lnTo>
                  <a:pt x="16925" y="7335"/>
                </a:lnTo>
                <a:cubicBezTo>
                  <a:pt x="21456" y="5363"/>
                  <a:pt x="25167" y="3914"/>
                  <a:pt x="28056" y="2987"/>
                </a:cubicBezTo>
                <a:cubicBezTo>
                  <a:pt x="30945" y="2061"/>
                  <a:pt x="33768" y="1331"/>
                  <a:pt x="36523" y="799"/>
                </a:cubicBezTo>
                <a:cubicBezTo>
                  <a:pt x="39278" y="266"/>
                  <a:pt x="41983" y="0"/>
                  <a:pt x="44638" y="0"/>
                </a:cubicBezTo>
                <a:cubicBezTo>
                  <a:pt x="48620" y="0"/>
                  <a:pt x="51607" y="621"/>
                  <a:pt x="53599" y="1863"/>
                </a:cubicBezTo>
                <a:cubicBezTo>
                  <a:pt x="55590" y="3106"/>
                  <a:pt x="56753" y="5008"/>
                  <a:pt x="57089" y="7572"/>
                </a:cubicBezTo>
                <a:cubicBezTo>
                  <a:pt x="57425" y="10135"/>
                  <a:pt x="56715" y="14000"/>
                  <a:pt x="54959" y="19166"/>
                </a:cubicBezTo>
                <a:lnTo>
                  <a:pt x="47963" y="39751"/>
                </a:lnTo>
                <a:cubicBezTo>
                  <a:pt x="46971" y="42670"/>
                  <a:pt x="46291" y="44730"/>
                  <a:pt x="45923" y="45933"/>
                </a:cubicBezTo>
                <a:cubicBezTo>
                  <a:pt x="45554" y="47136"/>
                  <a:pt x="45296" y="48250"/>
                  <a:pt x="45149" y="49275"/>
                </a:cubicBezTo>
                <a:cubicBezTo>
                  <a:pt x="45001" y="50301"/>
                  <a:pt x="45025" y="51119"/>
                  <a:pt x="45220" y="51730"/>
                </a:cubicBezTo>
                <a:cubicBezTo>
                  <a:pt x="45414" y="52341"/>
                  <a:pt x="45830" y="52864"/>
                  <a:pt x="46467" y="53298"/>
                </a:cubicBezTo>
                <a:cubicBezTo>
                  <a:pt x="47104" y="53731"/>
                  <a:pt x="48227" y="54185"/>
                  <a:pt x="49836" y="54658"/>
                </a:cubicBezTo>
                <a:lnTo>
                  <a:pt x="48851" y="57557"/>
                </a:lnTo>
                <a:lnTo>
                  <a:pt x="32318" y="57557"/>
                </a:lnTo>
                <a:lnTo>
                  <a:pt x="35495" y="49098"/>
                </a:lnTo>
                <a:moveTo>
                  <a:pt x="40761" y="30583"/>
                </a:moveTo>
                <a:cubicBezTo>
                  <a:pt x="32569" y="30661"/>
                  <a:pt x="26093" y="31726"/>
                  <a:pt x="21333" y="33777"/>
                </a:cubicBezTo>
                <a:cubicBezTo>
                  <a:pt x="16574" y="35828"/>
                  <a:pt x="13490" y="38923"/>
                  <a:pt x="12083" y="43064"/>
                </a:cubicBezTo>
                <a:cubicBezTo>
                  <a:pt x="11319" y="45312"/>
                  <a:pt x="11179" y="47087"/>
                  <a:pt x="11662" y="48388"/>
                </a:cubicBezTo>
                <a:cubicBezTo>
                  <a:pt x="12144" y="49689"/>
                  <a:pt x="13006" y="50586"/>
                  <a:pt x="14246" y="51079"/>
                </a:cubicBezTo>
                <a:cubicBezTo>
                  <a:pt x="15487" y="51572"/>
                  <a:pt x="17072" y="51819"/>
                  <a:pt x="19003" y="51819"/>
                </a:cubicBezTo>
                <a:cubicBezTo>
                  <a:pt x="21738" y="51819"/>
                  <a:pt x="24443" y="51168"/>
                  <a:pt x="27118" y="49867"/>
                </a:cubicBezTo>
                <a:cubicBezTo>
                  <a:pt x="29793" y="48565"/>
                  <a:pt x="32095" y="46909"/>
                  <a:pt x="34026" y="44898"/>
                </a:cubicBezTo>
                <a:cubicBezTo>
                  <a:pt x="35956" y="42887"/>
                  <a:pt x="37257" y="40895"/>
                  <a:pt x="37927" y="38923"/>
                </a:cubicBezTo>
                <a:lnTo>
                  <a:pt x="40761" y="30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281">
            <a:extLst xmlns:a="http://schemas.openxmlformats.org/drawingml/2006/main">
              <a:ext uri="{FF2B5EF4-FFF2-40B4-BE49-F238E27FC236}">
                <a16:creationId xmlns:a16="http://schemas.microsoft.com/office/drawing/2014/main" id="{38C245B6-60C8-42FD-88F8-DE4B53A2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830" y="6627394"/>
            <a:ext cx="56440" cy="105945"/>
          </a:xfrm>
          <a:custGeom xmlns:a="http://schemas.openxmlformats.org/drawingml/2006/main">
            <a:pathLst>
              <a:path w="56440" h="105945">
                <a:moveTo>
                  <a:pt x="56440" y="0"/>
                </a:moveTo>
                <a:lnTo>
                  <a:pt x="52540" y="11476"/>
                </a:lnTo>
                <a:lnTo>
                  <a:pt x="41498" y="11476"/>
                </a:lnTo>
                <a:lnTo>
                  <a:pt x="45398" y="0"/>
                </a:lnTo>
                <a:lnTo>
                  <a:pt x="56440" y="0"/>
                </a:lnTo>
                <a:moveTo>
                  <a:pt x="29421" y="78616"/>
                </a:moveTo>
                <a:cubicBezTo>
                  <a:pt x="27545" y="84137"/>
                  <a:pt x="25460" y="88553"/>
                  <a:pt x="23168" y="91866"/>
                </a:cubicBezTo>
                <a:cubicBezTo>
                  <a:pt x="20876" y="95179"/>
                  <a:pt x="17900" y="97988"/>
                  <a:pt x="14239" y="100295"/>
                </a:cubicBezTo>
                <a:cubicBezTo>
                  <a:pt x="10579" y="102602"/>
                  <a:pt x="5927" y="104486"/>
                  <a:pt x="282" y="105945"/>
                </a:cubicBezTo>
                <a:lnTo>
                  <a:pt x="0" y="100739"/>
                </a:lnTo>
                <a:cubicBezTo>
                  <a:pt x="2816" y="99793"/>
                  <a:pt x="5021" y="98895"/>
                  <a:pt x="6617" y="98048"/>
                </a:cubicBezTo>
                <a:cubicBezTo>
                  <a:pt x="8212" y="97200"/>
                  <a:pt x="9623" y="96214"/>
                  <a:pt x="10850" y="95090"/>
                </a:cubicBezTo>
                <a:cubicBezTo>
                  <a:pt x="12076" y="93966"/>
                  <a:pt x="13233" y="92458"/>
                  <a:pt x="14318" y="90565"/>
                </a:cubicBezTo>
                <a:cubicBezTo>
                  <a:pt x="15404" y="88672"/>
                  <a:pt x="16450" y="86246"/>
                  <a:pt x="17455" y="83289"/>
                </a:cubicBezTo>
                <a:lnTo>
                  <a:pt x="32391" y="39337"/>
                </a:lnTo>
                <a:cubicBezTo>
                  <a:pt x="33437" y="36261"/>
                  <a:pt x="34127" y="34053"/>
                  <a:pt x="34462" y="32712"/>
                </a:cubicBezTo>
                <a:cubicBezTo>
                  <a:pt x="34797" y="31371"/>
                  <a:pt x="34894" y="30316"/>
                  <a:pt x="34753" y="29547"/>
                </a:cubicBezTo>
                <a:cubicBezTo>
                  <a:pt x="34612" y="28778"/>
                  <a:pt x="34200" y="28157"/>
                  <a:pt x="33516" y="27684"/>
                </a:cubicBezTo>
                <a:cubicBezTo>
                  <a:pt x="32832" y="27211"/>
                  <a:pt x="31458" y="26757"/>
                  <a:pt x="29393" y="26323"/>
                </a:cubicBezTo>
                <a:lnTo>
                  <a:pt x="30458" y="23188"/>
                </a:lnTo>
                <a:lnTo>
                  <a:pt x="44758" y="22656"/>
                </a:lnTo>
                <a:lnTo>
                  <a:pt x="48438" y="22656"/>
                </a:lnTo>
                <a:lnTo>
                  <a:pt x="29421" y="78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282">
            <a:extLst xmlns:a="http://schemas.openxmlformats.org/drawingml/2006/main">
              <a:ext uri="{FF2B5EF4-FFF2-40B4-BE49-F238E27FC236}">
                <a16:creationId xmlns:a16="http://schemas.microsoft.com/office/drawing/2014/main" id="{5DB7D8E6-CF4E-4D53-B3AA-4F45CBD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91" y="6635971"/>
            <a:ext cx="45577" cy="72109"/>
          </a:xfrm>
          <a:custGeom xmlns:a="http://schemas.openxmlformats.org/drawingml/2006/main">
            <a:pathLst>
              <a:path w="45577" h="72109">
                <a:moveTo>
                  <a:pt x="5775" y="17569"/>
                </a:moveTo>
                <a:cubicBezTo>
                  <a:pt x="7893" y="17253"/>
                  <a:pt x="9710" y="16701"/>
                  <a:pt x="11225" y="15912"/>
                </a:cubicBezTo>
                <a:cubicBezTo>
                  <a:pt x="12740" y="15124"/>
                  <a:pt x="14061" y="14108"/>
                  <a:pt x="15187" y="12866"/>
                </a:cubicBezTo>
                <a:cubicBezTo>
                  <a:pt x="16313" y="11624"/>
                  <a:pt x="17395" y="10066"/>
                  <a:pt x="18434" y="8193"/>
                </a:cubicBezTo>
                <a:cubicBezTo>
                  <a:pt x="19473" y="6320"/>
                  <a:pt x="20823" y="3589"/>
                  <a:pt x="22486" y="0"/>
                </a:cubicBezTo>
                <a:lnTo>
                  <a:pt x="31053" y="0"/>
                </a:lnTo>
                <a:lnTo>
                  <a:pt x="26088" y="14611"/>
                </a:lnTo>
                <a:lnTo>
                  <a:pt x="45577" y="14611"/>
                </a:lnTo>
                <a:lnTo>
                  <a:pt x="43546" y="20586"/>
                </a:lnTo>
                <a:lnTo>
                  <a:pt x="24058" y="20586"/>
                </a:lnTo>
                <a:lnTo>
                  <a:pt x="15112" y="46909"/>
                </a:lnTo>
                <a:cubicBezTo>
                  <a:pt x="13812" y="50734"/>
                  <a:pt x="12937" y="53781"/>
                  <a:pt x="12488" y="56048"/>
                </a:cubicBezTo>
                <a:cubicBezTo>
                  <a:pt x="12040" y="58316"/>
                  <a:pt x="12040" y="60091"/>
                  <a:pt x="12489" y="61372"/>
                </a:cubicBezTo>
                <a:cubicBezTo>
                  <a:pt x="12939" y="62654"/>
                  <a:pt x="13633" y="63571"/>
                  <a:pt x="14571" y="64123"/>
                </a:cubicBezTo>
                <a:cubicBezTo>
                  <a:pt x="15510" y="64675"/>
                  <a:pt x="16864" y="64951"/>
                  <a:pt x="18634" y="64951"/>
                </a:cubicBezTo>
                <a:cubicBezTo>
                  <a:pt x="20243" y="64951"/>
                  <a:pt x="21862" y="64626"/>
                  <a:pt x="23491" y="63975"/>
                </a:cubicBezTo>
                <a:cubicBezTo>
                  <a:pt x="25120" y="63324"/>
                  <a:pt x="26826" y="62388"/>
                  <a:pt x="28609" y="61165"/>
                </a:cubicBezTo>
                <a:lnTo>
                  <a:pt x="30239" y="64359"/>
                </a:lnTo>
                <a:cubicBezTo>
                  <a:pt x="26458" y="67081"/>
                  <a:pt x="23083" y="69052"/>
                  <a:pt x="20113" y="70275"/>
                </a:cubicBezTo>
                <a:cubicBezTo>
                  <a:pt x="17143" y="71497"/>
                  <a:pt x="14291" y="72109"/>
                  <a:pt x="11556" y="72109"/>
                </a:cubicBezTo>
                <a:cubicBezTo>
                  <a:pt x="6367" y="72109"/>
                  <a:pt x="3018" y="70600"/>
                  <a:pt x="1509" y="67583"/>
                </a:cubicBezTo>
                <a:cubicBezTo>
                  <a:pt x="0" y="64566"/>
                  <a:pt x="338" y="59844"/>
                  <a:pt x="2522" y="53416"/>
                </a:cubicBezTo>
                <a:lnTo>
                  <a:pt x="13680" y="20586"/>
                </a:lnTo>
                <a:lnTo>
                  <a:pt x="4750" y="20586"/>
                </a:lnTo>
                <a:lnTo>
                  <a:pt x="5775" y="17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283">
            <a:extLst xmlns:a="http://schemas.openxmlformats.org/drawingml/2006/main">
              <a:ext uri="{FF2B5EF4-FFF2-40B4-BE49-F238E27FC236}">
                <a16:creationId xmlns:a16="http://schemas.microsoft.com/office/drawing/2014/main" id="{7EDBC8B8-197A-4E66-8D0F-D5BC244A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676" y="6649576"/>
            <a:ext cx="62581" cy="57557"/>
          </a:xfrm>
          <a:custGeom xmlns:a="http://schemas.openxmlformats.org/drawingml/2006/main">
            <a:pathLst>
              <a:path w="62581" h="57557">
                <a:moveTo>
                  <a:pt x="32112" y="10825"/>
                </a:moveTo>
                <a:lnTo>
                  <a:pt x="32896" y="11003"/>
                </a:lnTo>
                <a:cubicBezTo>
                  <a:pt x="36007" y="8360"/>
                  <a:pt x="38765" y="6280"/>
                  <a:pt x="41172" y="4762"/>
                </a:cubicBezTo>
                <a:cubicBezTo>
                  <a:pt x="43578" y="3244"/>
                  <a:pt x="46018" y="2070"/>
                  <a:pt x="48492" y="1242"/>
                </a:cubicBezTo>
                <a:cubicBezTo>
                  <a:pt x="50966" y="414"/>
                  <a:pt x="53590" y="0"/>
                  <a:pt x="56366" y="0"/>
                </a:cubicBezTo>
                <a:cubicBezTo>
                  <a:pt x="58699" y="0"/>
                  <a:pt x="60770" y="118"/>
                  <a:pt x="62581" y="355"/>
                </a:cubicBezTo>
                <a:lnTo>
                  <a:pt x="57957" y="13960"/>
                </a:lnTo>
                <a:lnTo>
                  <a:pt x="51139" y="13960"/>
                </a:lnTo>
                <a:cubicBezTo>
                  <a:pt x="50897" y="11831"/>
                  <a:pt x="50397" y="10283"/>
                  <a:pt x="49640" y="9317"/>
                </a:cubicBezTo>
                <a:cubicBezTo>
                  <a:pt x="48882" y="8351"/>
                  <a:pt x="47558" y="7867"/>
                  <a:pt x="45667" y="7867"/>
                </a:cubicBezTo>
                <a:cubicBezTo>
                  <a:pt x="44219" y="7867"/>
                  <a:pt x="42640" y="8282"/>
                  <a:pt x="40931" y="9110"/>
                </a:cubicBezTo>
                <a:cubicBezTo>
                  <a:pt x="39222" y="9938"/>
                  <a:pt x="37435" y="11141"/>
                  <a:pt x="35572" y="12718"/>
                </a:cubicBezTo>
                <a:cubicBezTo>
                  <a:pt x="33708" y="14296"/>
                  <a:pt x="32291" y="15774"/>
                  <a:pt x="31319" y="17155"/>
                </a:cubicBezTo>
                <a:cubicBezTo>
                  <a:pt x="30347" y="18535"/>
                  <a:pt x="29539" y="20171"/>
                  <a:pt x="28896" y="22064"/>
                </a:cubicBezTo>
                <a:lnTo>
                  <a:pt x="21860" y="42768"/>
                </a:lnTo>
                <a:cubicBezTo>
                  <a:pt x="20640" y="46357"/>
                  <a:pt x="20020" y="48832"/>
                  <a:pt x="20001" y="50192"/>
                </a:cubicBezTo>
                <a:cubicBezTo>
                  <a:pt x="19981" y="51553"/>
                  <a:pt x="20376" y="52548"/>
                  <a:pt x="21188" y="53179"/>
                </a:cubicBezTo>
                <a:cubicBezTo>
                  <a:pt x="21999" y="53810"/>
                  <a:pt x="23370" y="54303"/>
                  <a:pt x="25301" y="54658"/>
                </a:cubicBezTo>
                <a:lnTo>
                  <a:pt x="24316" y="57557"/>
                </a:lnTo>
                <a:lnTo>
                  <a:pt x="0" y="57557"/>
                </a:lnTo>
                <a:lnTo>
                  <a:pt x="985" y="54658"/>
                </a:lnTo>
                <a:cubicBezTo>
                  <a:pt x="2674" y="54185"/>
                  <a:pt x="3911" y="53771"/>
                  <a:pt x="4696" y="53416"/>
                </a:cubicBezTo>
                <a:cubicBezTo>
                  <a:pt x="5480" y="53061"/>
                  <a:pt x="6221" y="52568"/>
                  <a:pt x="6918" y="51937"/>
                </a:cubicBezTo>
                <a:cubicBezTo>
                  <a:pt x="7615" y="51306"/>
                  <a:pt x="8305" y="50340"/>
                  <a:pt x="8989" y="49039"/>
                </a:cubicBezTo>
                <a:cubicBezTo>
                  <a:pt x="9672" y="47737"/>
                  <a:pt x="10483" y="45706"/>
                  <a:pt x="11422" y="42946"/>
                </a:cubicBezTo>
                <a:lnTo>
                  <a:pt x="20186" y="17155"/>
                </a:lnTo>
                <a:cubicBezTo>
                  <a:pt x="21044" y="14631"/>
                  <a:pt x="21694" y="12600"/>
                  <a:pt x="22136" y="11062"/>
                </a:cubicBezTo>
                <a:cubicBezTo>
                  <a:pt x="22579" y="9524"/>
                  <a:pt x="22716" y="8291"/>
                  <a:pt x="22548" y="7365"/>
                </a:cubicBezTo>
                <a:cubicBezTo>
                  <a:pt x="22380" y="6438"/>
                  <a:pt x="21881" y="5748"/>
                  <a:pt x="21049" y="5294"/>
                </a:cubicBezTo>
                <a:cubicBezTo>
                  <a:pt x="20218" y="4841"/>
                  <a:pt x="18951" y="4456"/>
                  <a:pt x="17248" y="4141"/>
                </a:cubicBezTo>
                <a:lnTo>
                  <a:pt x="18293" y="1065"/>
                </a:lnTo>
                <a:lnTo>
                  <a:pt x="32613" y="473"/>
                </a:lnTo>
                <a:lnTo>
                  <a:pt x="36294" y="473"/>
                </a:lnTo>
                <a:lnTo>
                  <a:pt x="32112" y="108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284">
            <a:extLst xmlns:a="http://schemas.openxmlformats.org/drawingml/2006/main">
              <a:ext uri="{FF2B5EF4-FFF2-40B4-BE49-F238E27FC236}">
                <a16:creationId xmlns:a16="http://schemas.microsoft.com/office/drawing/2014/main" id="{12033D95-74EB-435F-9CC6-48D2089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952" y="6649576"/>
            <a:ext cx="57425" cy="58503"/>
          </a:xfrm>
          <a:custGeom xmlns:a="http://schemas.openxmlformats.org/drawingml/2006/main">
            <a:pathLst>
              <a:path w="57425" h="58503">
                <a:moveTo>
                  <a:pt x="35495" y="49098"/>
                </a:moveTo>
                <a:lnTo>
                  <a:pt x="34670" y="48861"/>
                </a:lnTo>
                <a:cubicBezTo>
                  <a:pt x="29978" y="52371"/>
                  <a:pt x="25845" y="54855"/>
                  <a:pt x="22272" y="56315"/>
                </a:cubicBezTo>
                <a:cubicBezTo>
                  <a:pt x="18699" y="57774"/>
                  <a:pt x="15183" y="58503"/>
                  <a:pt x="11724" y="58503"/>
                </a:cubicBezTo>
                <a:cubicBezTo>
                  <a:pt x="8666" y="58503"/>
                  <a:pt x="6169" y="57922"/>
                  <a:pt x="4231" y="56758"/>
                </a:cubicBezTo>
                <a:cubicBezTo>
                  <a:pt x="2294" y="55595"/>
                  <a:pt x="1060" y="53958"/>
                  <a:pt x="530" y="51848"/>
                </a:cubicBezTo>
                <a:cubicBezTo>
                  <a:pt x="0" y="49739"/>
                  <a:pt x="204" y="47303"/>
                  <a:pt x="1142" y="44543"/>
                </a:cubicBezTo>
                <a:cubicBezTo>
                  <a:pt x="3099" y="38785"/>
                  <a:pt x="7516" y="34339"/>
                  <a:pt x="14394" y="31204"/>
                </a:cubicBezTo>
                <a:cubicBezTo>
                  <a:pt x="21272" y="28069"/>
                  <a:pt x="30611" y="26245"/>
                  <a:pt x="42410" y="25732"/>
                </a:cubicBezTo>
                <a:lnTo>
                  <a:pt x="43716" y="21887"/>
                </a:lnTo>
                <a:cubicBezTo>
                  <a:pt x="45110" y="17786"/>
                  <a:pt x="45807" y="14552"/>
                  <a:pt x="45807" y="12186"/>
                </a:cubicBezTo>
                <a:cubicBezTo>
                  <a:pt x="45806" y="9820"/>
                  <a:pt x="45129" y="8084"/>
                  <a:pt x="43774" y="6980"/>
                </a:cubicBezTo>
                <a:cubicBezTo>
                  <a:pt x="42420" y="5876"/>
                  <a:pt x="40295" y="5324"/>
                  <a:pt x="37399" y="5324"/>
                </a:cubicBezTo>
                <a:cubicBezTo>
                  <a:pt x="34261" y="5324"/>
                  <a:pt x="31462" y="6132"/>
                  <a:pt x="29002" y="7749"/>
                </a:cubicBezTo>
                <a:cubicBezTo>
                  <a:pt x="26542" y="9366"/>
                  <a:pt x="24280" y="11791"/>
                  <a:pt x="22215" y="15025"/>
                </a:cubicBezTo>
                <a:lnTo>
                  <a:pt x="14311" y="15025"/>
                </a:lnTo>
                <a:lnTo>
                  <a:pt x="16925" y="7335"/>
                </a:lnTo>
                <a:cubicBezTo>
                  <a:pt x="21456" y="5363"/>
                  <a:pt x="25167" y="3914"/>
                  <a:pt x="28056" y="2987"/>
                </a:cubicBezTo>
                <a:cubicBezTo>
                  <a:pt x="30945" y="2061"/>
                  <a:pt x="33768" y="1331"/>
                  <a:pt x="36523" y="799"/>
                </a:cubicBezTo>
                <a:cubicBezTo>
                  <a:pt x="39278" y="266"/>
                  <a:pt x="41983" y="0"/>
                  <a:pt x="44638" y="0"/>
                </a:cubicBezTo>
                <a:cubicBezTo>
                  <a:pt x="48620" y="0"/>
                  <a:pt x="51607" y="621"/>
                  <a:pt x="53599" y="1863"/>
                </a:cubicBezTo>
                <a:cubicBezTo>
                  <a:pt x="55590" y="3106"/>
                  <a:pt x="56753" y="5008"/>
                  <a:pt x="57089" y="7572"/>
                </a:cubicBezTo>
                <a:cubicBezTo>
                  <a:pt x="57425" y="10135"/>
                  <a:pt x="56715" y="14000"/>
                  <a:pt x="54959" y="19166"/>
                </a:cubicBezTo>
                <a:lnTo>
                  <a:pt x="47963" y="39751"/>
                </a:lnTo>
                <a:cubicBezTo>
                  <a:pt x="46971" y="42670"/>
                  <a:pt x="46291" y="44730"/>
                  <a:pt x="45923" y="45933"/>
                </a:cubicBezTo>
                <a:cubicBezTo>
                  <a:pt x="45554" y="47136"/>
                  <a:pt x="45296" y="48250"/>
                  <a:pt x="45149" y="49275"/>
                </a:cubicBezTo>
                <a:cubicBezTo>
                  <a:pt x="45001" y="50301"/>
                  <a:pt x="45025" y="51119"/>
                  <a:pt x="45220" y="51730"/>
                </a:cubicBezTo>
                <a:cubicBezTo>
                  <a:pt x="45414" y="52341"/>
                  <a:pt x="45830" y="52864"/>
                  <a:pt x="46467" y="53298"/>
                </a:cubicBezTo>
                <a:cubicBezTo>
                  <a:pt x="47104" y="53731"/>
                  <a:pt x="48227" y="54185"/>
                  <a:pt x="49836" y="54658"/>
                </a:cubicBezTo>
                <a:lnTo>
                  <a:pt x="48851" y="57557"/>
                </a:lnTo>
                <a:lnTo>
                  <a:pt x="32318" y="57557"/>
                </a:lnTo>
                <a:lnTo>
                  <a:pt x="35495" y="49098"/>
                </a:lnTo>
                <a:moveTo>
                  <a:pt x="40761" y="30583"/>
                </a:moveTo>
                <a:cubicBezTo>
                  <a:pt x="32569" y="30661"/>
                  <a:pt x="26093" y="31726"/>
                  <a:pt x="21333" y="33777"/>
                </a:cubicBezTo>
                <a:cubicBezTo>
                  <a:pt x="16574" y="35828"/>
                  <a:pt x="13490" y="38923"/>
                  <a:pt x="12083" y="43064"/>
                </a:cubicBezTo>
                <a:cubicBezTo>
                  <a:pt x="11319" y="45312"/>
                  <a:pt x="11179" y="47087"/>
                  <a:pt x="11662" y="48388"/>
                </a:cubicBezTo>
                <a:cubicBezTo>
                  <a:pt x="12144" y="49689"/>
                  <a:pt x="13006" y="50586"/>
                  <a:pt x="14246" y="51079"/>
                </a:cubicBezTo>
                <a:cubicBezTo>
                  <a:pt x="15487" y="51572"/>
                  <a:pt x="17072" y="51819"/>
                  <a:pt x="19003" y="51819"/>
                </a:cubicBezTo>
                <a:cubicBezTo>
                  <a:pt x="21738" y="51819"/>
                  <a:pt x="24443" y="51168"/>
                  <a:pt x="27118" y="49867"/>
                </a:cubicBezTo>
                <a:cubicBezTo>
                  <a:pt x="29793" y="48565"/>
                  <a:pt x="32095" y="46909"/>
                  <a:pt x="34026" y="44898"/>
                </a:cubicBezTo>
                <a:cubicBezTo>
                  <a:pt x="35956" y="42887"/>
                  <a:pt x="37257" y="40895"/>
                  <a:pt x="37927" y="38923"/>
                </a:cubicBezTo>
                <a:lnTo>
                  <a:pt x="40761" y="30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285">
            <a:extLst xmlns:a="http://schemas.openxmlformats.org/drawingml/2006/main">
              <a:ext uri="{FF2B5EF4-FFF2-40B4-BE49-F238E27FC236}">
                <a16:creationId xmlns:a16="http://schemas.microsoft.com/office/drawing/2014/main" id="{6AAE209E-E4A9-4061-B366-A5B30A1D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830" y="6627394"/>
            <a:ext cx="56440" cy="105945"/>
          </a:xfrm>
          <a:custGeom xmlns:a="http://schemas.openxmlformats.org/drawingml/2006/main">
            <a:pathLst>
              <a:path w="56440" h="105945">
                <a:moveTo>
                  <a:pt x="56440" y="0"/>
                </a:moveTo>
                <a:lnTo>
                  <a:pt x="52540" y="11476"/>
                </a:lnTo>
                <a:lnTo>
                  <a:pt x="41498" y="11476"/>
                </a:lnTo>
                <a:lnTo>
                  <a:pt x="45398" y="0"/>
                </a:lnTo>
                <a:lnTo>
                  <a:pt x="56440" y="0"/>
                </a:lnTo>
                <a:moveTo>
                  <a:pt x="29421" y="78616"/>
                </a:moveTo>
                <a:cubicBezTo>
                  <a:pt x="27545" y="84137"/>
                  <a:pt x="25460" y="88553"/>
                  <a:pt x="23168" y="91866"/>
                </a:cubicBezTo>
                <a:cubicBezTo>
                  <a:pt x="20876" y="95179"/>
                  <a:pt x="17900" y="97988"/>
                  <a:pt x="14239" y="100295"/>
                </a:cubicBezTo>
                <a:cubicBezTo>
                  <a:pt x="10579" y="102602"/>
                  <a:pt x="5927" y="104486"/>
                  <a:pt x="282" y="105945"/>
                </a:cubicBezTo>
                <a:lnTo>
                  <a:pt x="0" y="100739"/>
                </a:lnTo>
                <a:cubicBezTo>
                  <a:pt x="2816" y="99793"/>
                  <a:pt x="5021" y="98895"/>
                  <a:pt x="6617" y="98048"/>
                </a:cubicBezTo>
                <a:cubicBezTo>
                  <a:pt x="8212" y="97200"/>
                  <a:pt x="9623" y="96214"/>
                  <a:pt x="10850" y="95090"/>
                </a:cubicBezTo>
                <a:cubicBezTo>
                  <a:pt x="12076" y="93966"/>
                  <a:pt x="13233" y="92458"/>
                  <a:pt x="14318" y="90565"/>
                </a:cubicBezTo>
                <a:cubicBezTo>
                  <a:pt x="15404" y="88672"/>
                  <a:pt x="16450" y="86246"/>
                  <a:pt x="17455" y="83289"/>
                </a:cubicBezTo>
                <a:lnTo>
                  <a:pt x="32391" y="39337"/>
                </a:lnTo>
                <a:cubicBezTo>
                  <a:pt x="33437" y="36261"/>
                  <a:pt x="34127" y="34053"/>
                  <a:pt x="34462" y="32712"/>
                </a:cubicBezTo>
                <a:cubicBezTo>
                  <a:pt x="34797" y="31371"/>
                  <a:pt x="34894" y="30316"/>
                  <a:pt x="34753" y="29547"/>
                </a:cubicBezTo>
                <a:cubicBezTo>
                  <a:pt x="34612" y="28778"/>
                  <a:pt x="34200" y="28157"/>
                  <a:pt x="33516" y="27684"/>
                </a:cubicBezTo>
                <a:cubicBezTo>
                  <a:pt x="32832" y="27211"/>
                  <a:pt x="31458" y="26757"/>
                  <a:pt x="29393" y="26323"/>
                </a:cubicBezTo>
                <a:lnTo>
                  <a:pt x="30458" y="23188"/>
                </a:lnTo>
                <a:lnTo>
                  <a:pt x="44758" y="22656"/>
                </a:lnTo>
                <a:lnTo>
                  <a:pt x="48438" y="22656"/>
                </a:lnTo>
                <a:lnTo>
                  <a:pt x="29421" y="78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text-286 Negative">
            <a:extLst xmlns:a="http://schemas.openxmlformats.org/drawingml/2006/main">
              <a:ext uri="{FF2B5EF4-FFF2-40B4-BE49-F238E27FC236}">
                <a16:creationId xmlns:a16="http://schemas.microsoft.com/office/drawing/2014/main" id="{5BE0F7F8-4D27-4133-95CA-ACC8B85A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668" y="6488342"/>
            <a:ext cx="827718" cy="304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366" name="text-286 stays">
            <a:extLst xmlns:a="http://schemas.openxmlformats.org/drawingml/2006/main">
              <a:ext uri="{FF2B5EF4-FFF2-40B4-BE49-F238E27FC236}">
                <a16:creationId xmlns:a16="http://schemas.microsoft.com/office/drawing/2014/main" id="{867C803D-C0A1-4CD4-B279-A385FCD1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1487" y="6488052"/>
            <a:ext cx="485000" cy="304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stays</a:t>
            </a:r>
          </a:p>
        </p:txBody>
      </p:sp>
      <p:sp>
        <p:nvSpPr>
          <p:cNvPr id="367" name="text-286 local">
            <a:extLst xmlns:a="http://schemas.openxmlformats.org/drawingml/2006/main">
              <a:ext uri="{FF2B5EF4-FFF2-40B4-BE49-F238E27FC236}">
                <a16:creationId xmlns:a16="http://schemas.microsoft.com/office/drawing/2014/main" id="{FEC08DD7-AA3D-47BD-B94A-05043C41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6348" y="6488743"/>
            <a:ext cx="450131" cy="303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368" name="text-287 to">
            <a:extLst xmlns:a="http://schemas.openxmlformats.org/drawingml/2006/main">
              <a:ext uri="{FF2B5EF4-FFF2-40B4-BE49-F238E27FC236}">
                <a16:creationId xmlns:a16="http://schemas.microsoft.com/office/drawing/2014/main" id="{8CAA1FA2-B5CB-4EB1-A3F8-526C70F8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3286" y="6465951"/>
            <a:ext cx="220833" cy="304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369" name="text-287 prerequisites">
            <a:extLst xmlns:a="http://schemas.openxmlformats.org/drawingml/2006/main">
              <a:ext uri="{FF2B5EF4-FFF2-40B4-BE49-F238E27FC236}">
                <a16:creationId xmlns:a16="http://schemas.microsoft.com/office/drawing/2014/main" id="{95FE6776-18FB-4CF0-9B54-CEB234BF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357" y="6466843"/>
            <a:ext cx="1169368" cy="30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prerequisites</a:t>
            </a:r>
          </a:p>
        </p:txBody>
      </p:sp>
      <p:sp>
        <p:nvSpPr>
          <p:cNvPr id="370" name="text-288 H:">
            <a:extLst xmlns:a="http://schemas.openxmlformats.org/drawingml/2006/main">
              <a:ext uri="{FF2B5EF4-FFF2-40B4-BE49-F238E27FC236}">
                <a16:creationId xmlns:a16="http://schemas.microsoft.com/office/drawing/2014/main" id="{1F56201D-ACD8-4AAD-A090-E529BCBB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6310" y="7085668"/>
            <a:ext cx="232029" cy="3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H:</a:t>
            </a:r>
          </a:p>
        </p:txBody>
      </p:sp>
      <p:sp>
        <p:nvSpPr>
          <p:cNvPr id="371" name="text-288 hard">
            <a:extLst xmlns:a="http://schemas.openxmlformats.org/drawingml/2006/main">
              <a:ext uri="{FF2B5EF4-FFF2-40B4-BE49-F238E27FC236}">
                <a16:creationId xmlns:a16="http://schemas.microsoft.com/office/drawing/2014/main" id="{2CF83182-D040-4FAE-879F-41F6B0DF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7643" y="7085689"/>
            <a:ext cx="447533" cy="30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hard</a:t>
            </a:r>
          </a:p>
        </p:txBody>
      </p:sp>
      <p:sp>
        <p:nvSpPr>
          <p:cNvPr id="372" name="text-289 -">
            <a:extLst xmlns:a="http://schemas.openxmlformats.org/drawingml/2006/main">
              <a:ext uri="{FF2B5EF4-FFF2-40B4-BE49-F238E27FC236}">
                <a16:creationId xmlns:a16="http://schemas.microsoft.com/office/drawing/2014/main" id="{08288491-C791-40E6-A7C5-49787F8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6986" y="7086123"/>
            <a:ext cx="105133" cy="30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373" name="text-290 constraint">
            <a:extLst xmlns:a="http://schemas.openxmlformats.org/drawingml/2006/main">
              <a:ext uri="{FF2B5EF4-FFF2-40B4-BE49-F238E27FC236}">
                <a16:creationId xmlns:a16="http://schemas.microsoft.com/office/drawing/2014/main" id="{C4D66053-4E6B-49F6-BEC5-A39098A5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2631" y="7085099"/>
            <a:ext cx="924335" cy="304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constraint</a:t>
            </a:r>
          </a:p>
        </p:txBody>
      </p:sp>
      <p:sp>
        <p:nvSpPr>
          <p:cNvPr id="374" name="text-290 gate">
            <a:extLst xmlns:a="http://schemas.openxmlformats.org/drawingml/2006/main">
              <a:ext uri="{FF2B5EF4-FFF2-40B4-BE49-F238E27FC236}">
                <a16:creationId xmlns:a16="http://schemas.microsoft.com/office/drawing/2014/main" id="{3673585D-145C-4948-BCFE-A5FECB2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7124" y="7084655"/>
            <a:ext cx="437681" cy="30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375" name="text-291 δ">
            <a:extLst xmlns:a="http://schemas.openxmlformats.org/drawingml/2006/main">
              <a:ext uri="{FF2B5EF4-FFF2-40B4-BE49-F238E27FC236}">
                <a16:creationId xmlns:a16="http://schemas.microsoft.com/office/drawing/2014/main" id="{4CCBF736-41B2-4059-9245-02AB5A7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7112" y="7086077"/>
            <a:ext cx="152128" cy="30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</a:t>
            </a:r>
          </a:p>
        </p:txBody>
      </p:sp>
      <p:sp>
        <p:nvSpPr>
          <p:cNvPr id="376" name="text-292 ₜ">
            <a:extLst xmlns:a="http://schemas.openxmlformats.org/drawingml/2006/main">
              <a:ext uri="{FF2B5EF4-FFF2-40B4-BE49-F238E27FC236}">
                <a16:creationId xmlns:a16="http://schemas.microsoft.com/office/drawing/2014/main" id="{7D0E34EE-E206-48FA-9ACE-A73B1347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1029" y="7086275"/>
            <a:ext cx="82404" cy="302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ₜ</a:t>
            </a:r>
          </a:p>
        </p:txBody>
      </p:sp>
      <p:sp>
        <p:nvSpPr>
          <p:cNvPr id="377" name="text-293 :">
            <a:extLst xmlns:a="http://schemas.openxmlformats.org/drawingml/2006/main">
              <a:ext uri="{FF2B5EF4-FFF2-40B4-BE49-F238E27FC236}">
                <a16:creationId xmlns:a16="http://schemas.microsoft.com/office/drawing/2014/main" id="{78990CA7-C344-48B6-9ED7-6FD0548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5436" y="7085969"/>
            <a:ext cx="96819" cy="3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378" name="text-293 allocated">
            <a:extLst xmlns:a="http://schemas.openxmlformats.org/drawingml/2006/main">
              <a:ext uri="{FF2B5EF4-FFF2-40B4-BE49-F238E27FC236}">
                <a16:creationId xmlns:a16="http://schemas.microsoft.com/office/drawing/2014/main" id="{1631D9B2-7677-418E-96A8-1CC43AE9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1571" y="7085479"/>
            <a:ext cx="847240" cy="303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allocated</a:t>
            </a:r>
          </a:p>
        </p:txBody>
      </p:sp>
      <p:sp>
        <p:nvSpPr>
          <p:cNvPr id="379" name="text-293 progress">
            <a:extLst xmlns:a="http://schemas.openxmlformats.org/drawingml/2006/main">
              <a:ext uri="{FF2B5EF4-FFF2-40B4-BE49-F238E27FC236}">
                <a16:creationId xmlns:a16="http://schemas.microsoft.com/office/drawing/2014/main" id="{ACC8923E-5340-4B30-A92F-5E76DBAB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8777" y="7086473"/>
            <a:ext cx="790858" cy="302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380" name="text-294 c">
            <a:extLst xmlns:a="http://schemas.openxmlformats.org/drawingml/2006/main">
              <a:ext uri="{FF2B5EF4-FFF2-40B4-BE49-F238E27FC236}">
                <a16:creationId xmlns:a16="http://schemas.microsoft.com/office/drawing/2014/main" id="{3ED02CDE-BF42-4E46-A26C-46B54FE9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1374" y="7086032"/>
            <a:ext cx="128907" cy="30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381" name="text-295 ₜ">
            <a:extLst xmlns:a="http://schemas.openxmlformats.org/drawingml/2006/main">
              <a:ext uri="{FF2B5EF4-FFF2-40B4-BE49-F238E27FC236}">
                <a16:creationId xmlns:a16="http://schemas.microsoft.com/office/drawing/2014/main" id="{8E2FEB8E-53B6-4631-8783-B41A19E5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121" y="7086275"/>
            <a:ext cx="82404" cy="302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ₜ</a:t>
            </a:r>
          </a:p>
        </p:txBody>
      </p:sp>
      <p:sp>
        <p:nvSpPr>
          <p:cNvPr id="382" name="text-296 :">
            <a:extLst xmlns:a="http://schemas.openxmlformats.org/drawingml/2006/main">
              <a:ext uri="{FF2B5EF4-FFF2-40B4-BE49-F238E27FC236}">
                <a16:creationId xmlns:a16="http://schemas.microsoft.com/office/drawing/2014/main" id="{89114CD7-C8B8-4DA6-948E-CAC34C45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6529" y="7085969"/>
            <a:ext cx="96819" cy="3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383" name="text-296 local">
            <a:extLst xmlns:a="http://schemas.openxmlformats.org/drawingml/2006/main">
              <a:ext uri="{FF2B5EF4-FFF2-40B4-BE49-F238E27FC236}">
                <a16:creationId xmlns:a16="http://schemas.microsoft.com/office/drawing/2014/main" id="{A8FDE273-BE70-49A2-AE28-6301A3E9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2663" y="7085587"/>
            <a:ext cx="450131" cy="303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384" name="text-296 trace">
            <a:extLst xmlns:a="http://schemas.openxmlformats.org/drawingml/2006/main">
              <a:ext uri="{FF2B5EF4-FFF2-40B4-BE49-F238E27FC236}">
                <a16:creationId xmlns:a16="http://schemas.microsoft.com/office/drawing/2014/main" id="{7866597D-D940-42D5-9FA4-E58CCEFC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2493" y="7085402"/>
            <a:ext cx="490180" cy="30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385" name="text-296 cost">
            <a:extLst xmlns:a="http://schemas.openxmlformats.org/drawingml/2006/main">
              <a:ext uri="{FF2B5EF4-FFF2-40B4-BE49-F238E27FC236}">
                <a16:creationId xmlns:a16="http://schemas.microsoft.com/office/drawing/2014/main" id="{E48096AF-760C-4D1D-8E1E-4704D8B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0813" y="7085750"/>
            <a:ext cx="392920" cy="303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pic>
        <p:nvPic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63C6A213-04A8-4BD4-801A-247365B90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939ef0be2467a"/>
          <a:stretch xmlns:a="http://schemas.openxmlformats.org/drawingml/2006/main"/>
        </p:blipFill>
        <p:spPr>
          <a:xfrm xmlns:a="http://schemas.openxmlformats.org/drawingml/2006/main">
            <a:off x="12616137" y="3543387"/>
            <a:ext cx="518994" cy="518994"/>
          </a:xfrm>
          <a:prstGeom xmlns:a="http://schemas.openxmlformats.org/drawingml/2006/main" prst="rect">
            <a:avLst/>
          </a:prstGeom>
        </p:spPr>
      </p:pic>
      <p:pic>
        <p:nvPic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E13C9EB9-F4E2-4BD1-8049-D4921BABC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2daa10bdc46b5"/>
          <a:stretch xmlns:a="http://schemas.openxmlformats.org/drawingml/2006/main"/>
        </p:blipFill>
        <p:spPr>
          <a:xfrm xmlns:a="http://schemas.openxmlformats.org/drawingml/2006/main">
            <a:off x="12628508" y="3601764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88E48705-8C6D-4787-959C-E1A840A749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a57e0f6c44c6f"/>
          <a:stretch xmlns:a="http://schemas.openxmlformats.org/drawingml/2006/main"/>
        </p:blipFill>
        <p:spPr>
          <a:xfrm xmlns:a="http://schemas.openxmlformats.org/drawingml/2006/main">
            <a:off x="5142616" y="3543387"/>
            <a:ext cx="522702" cy="518994"/>
          </a:xfrm>
          <a:prstGeom xmlns:a="http://schemas.openxmlformats.org/drawingml/2006/main" prst="rect">
            <a:avLst/>
          </a:prstGeom>
        </p:spPr>
      </p:pic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C50C0A74-49E5-4B34-AC14-93706BC78A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d01350af542b1"/>
          <a:stretch xmlns:a="http://schemas.openxmlformats.org/drawingml/2006/main"/>
        </p:blipFill>
        <p:spPr>
          <a:xfrm xmlns:a="http://schemas.openxmlformats.org/drawingml/2006/main">
            <a:off x="5160908" y="3601764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5663560A-A0FF-49A5-AA1B-6B132BC55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04bb7939c4f5c"/>
          <a:stretch xmlns:a="http://schemas.openxmlformats.org/drawingml/2006/main"/>
        </p:blipFill>
        <p:spPr>
          <a:xfrm xmlns:a="http://schemas.openxmlformats.org/drawingml/2006/main">
            <a:off x="909104" y="2953958"/>
            <a:ext cx="678400" cy="674693"/>
          </a:xfrm>
          <a:prstGeom xmlns:a="http://schemas.openxmlformats.org/drawingml/2006/main" prst="rect">
            <a:avLst/>
          </a:prstGeom>
        </p:spPr>
      </p:pic>
      <p:pic>
        <p:nvPic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CB9E286E-B109-48D1-8D10-B7D9C96C27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513857c44b04"/>
          <a:stretch xmlns:a="http://schemas.openxmlformats.org/drawingml/2006/main"/>
        </p:blipFill>
        <p:spPr>
          <a:xfrm xmlns:a="http://schemas.openxmlformats.org/drawingml/2006/main">
            <a:off x="922283" y="3011214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8197C260-C0AC-47C6-9D02-72EEC29A2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2c09b043545ad"/>
          <a:stretch xmlns:a="http://schemas.openxmlformats.org/drawingml/2006/main"/>
        </p:blipFill>
        <p:spPr>
          <a:xfrm xmlns:a="http://schemas.openxmlformats.org/drawingml/2006/main">
            <a:off x="998074" y="714867"/>
            <a:ext cx="500459" cy="496752"/>
          </a:xfrm>
          <a:prstGeom xmlns:a="http://schemas.openxmlformats.org/drawingml/2006/main" prst="rect">
            <a:avLst/>
          </a:prstGeom>
        </p:spPr>
      </p:pic>
      <p:pic>
        <p:nvPic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E3FA2097-5A48-45C6-8F6B-77E3C7D16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46546e1484020"/>
          <a:stretch xmlns:a="http://schemas.openxmlformats.org/drawingml/2006/main"/>
        </p:blipFill>
        <p:spPr>
          <a:xfrm xmlns:a="http://schemas.openxmlformats.org/drawingml/2006/main">
            <a:off x="1008008" y="772839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677F267-A7CC-4E3D-995D-2EFA0C7D9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c540e0ca14af8"/>
          <a:stretch xmlns:a="http://schemas.openxmlformats.org/drawingml/2006/main"/>
        </p:blipFill>
        <p:spPr>
          <a:xfrm xmlns:a="http://schemas.openxmlformats.org/drawingml/2006/main">
            <a:off x="972124" y="5330211"/>
            <a:ext cx="552359" cy="556066"/>
          </a:xfrm>
          <a:prstGeom xmlns:a="http://schemas.openxmlformats.org/drawingml/2006/main" prst="rect">
            <a:avLst/>
          </a:prstGeom>
        </p:spPr>
      </p:pic>
      <p:pic>
        <p:nvPic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DA53C68-2C75-4CB6-A0F5-46CBE2A9AC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3430cc69b4866"/>
          <a:stretch xmlns:a="http://schemas.openxmlformats.org/drawingml/2006/main"/>
        </p:blipFill>
        <p:spPr>
          <a:xfrm xmlns:a="http://schemas.openxmlformats.org/drawingml/2006/main">
            <a:off x="979433" y="5392464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F6D0C1F-3615-4A05-9046-6567828A8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547a342284bd6"/>
          <a:stretch xmlns:a="http://schemas.openxmlformats.org/drawingml/2006/main"/>
        </p:blipFill>
        <p:spPr>
          <a:xfrm xmlns:a="http://schemas.openxmlformats.org/drawingml/2006/main">
            <a:off x="522233" y="5963964"/>
            <a:ext cx="295275" cy="295275"/>
          </a:xfrm>
          <a:prstGeom xmlns:a="http://schemas.openxmlformats.org/drawingml/2006/main" prst="rect">
            <a:avLst/>
          </a:prstGeom>
        </p:spPr>
      </p:pic>
      <p:pic>
        <p:nvPic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0AB710D3-F1D1-43FA-943D-E936E3652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a0f131a9c428f"/>
          <a:stretch xmlns:a="http://schemas.openxmlformats.org/drawingml/2006/main"/>
        </p:blipFill>
        <p:spPr>
          <a:xfrm xmlns:a="http://schemas.openxmlformats.org/drawingml/2006/main">
            <a:off x="5264950" y="2231073"/>
            <a:ext cx="478217" cy="478217"/>
          </a:xfrm>
          <a:prstGeom xmlns:a="http://schemas.openxmlformats.org/drawingml/2006/main" prst="rect">
            <a:avLst/>
          </a:prstGeom>
        </p:spPr>
      </p:pic>
      <p:pic>
        <p:nvPic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4D08BD2-2928-4F36-B11D-ED48D63F2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2d0ce4bb44dc3"/>
          <a:stretch xmlns:a="http://schemas.openxmlformats.org/drawingml/2006/main"/>
        </p:blipFill>
        <p:spPr>
          <a:xfrm xmlns:a="http://schemas.openxmlformats.org/drawingml/2006/main">
            <a:off x="5275208" y="22873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62422E2B-B18B-4DDA-AFEB-0A52539975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702028bfd4e92"/>
          <a:stretch xmlns:a="http://schemas.openxmlformats.org/drawingml/2006/main"/>
        </p:blipFill>
        <p:spPr>
          <a:xfrm xmlns:a="http://schemas.openxmlformats.org/drawingml/2006/main">
            <a:off x="5446658" y="4449489"/>
            <a:ext cx="1562100" cy="314325"/>
          </a:xfrm>
          <a:prstGeom xmlns:a="http://schemas.openxmlformats.org/drawingml/2006/main" prst="rect">
            <a:avLst/>
          </a:prstGeom>
        </p:spPr>
      </p:pic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1E53733-2133-4ECC-A643-3AE1BE820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50b49704541af"/>
          <a:stretch xmlns:a="http://schemas.openxmlformats.org/drawingml/2006/main"/>
        </p:blipFill>
        <p:spPr>
          <a:xfrm xmlns:a="http://schemas.openxmlformats.org/drawingml/2006/main">
            <a:off x="10313933" y="4401864"/>
            <a:ext cx="1476375" cy="381000"/>
          </a:xfrm>
          <a:prstGeom xmlns:a="http://schemas.openxmlformats.org/drawingml/2006/main" prst="rect">
            <a:avLst/>
          </a:prstGeom>
        </p:spPr>
      </p:pic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21FB130-E42B-4C19-A0AC-7EE6890139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166deed674325"/>
          <a:stretch xmlns:a="http://schemas.openxmlformats.org/drawingml/2006/main"/>
        </p:blipFill>
        <p:spPr>
          <a:xfrm xmlns:a="http://schemas.openxmlformats.org/drawingml/2006/main">
            <a:off x="12819008" y="4487589"/>
            <a:ext cx="1809750" cy="342900"/>
          </a:xfrm>
          <a:prstGeom xmlns:a="http://schemas.openxmlformats.org/drawingml/2006/main" prst="rect">
            <a:avLst/>
          </a:prstGeom>
        </p:spPr>
      </p:pic>
      <p:sp>
        <p:nvSpPr>
          <p:cNvPr id="402" name="path-313">
            <a:extLst xmlns:a="http://schemas.openxmlformats.org/drawingml/2006/main">
              <a:ext uri="{FF2B5EF4-FFF2-40B4-BE49-F238E27FC236}">
                <a16:creationId xmlns:a16="http://schemas.microsoft.com/office/drawing/2014/main" id="{3E378023-6D39-45B4-9DED-13A50CBD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071" y="4487730"/>
            <a:ext cx="269660" cy="262511"/>
          </a:xfrm>
          <a:custGeom xmlns:a="http://schemas.openxmlformats.org/drawingml/2006/main">
            <a:pathLst>
              <a:path w="269660" h="262511">
                <a:moveTo>
                  <a:pt x="0" y="131255"/>
                </a:moveTo>
                <a:cubicBezTo>
                  <a:pt x="0" y="58765"/>
                  <a:pt x="60365" y="0"/>
                  <a:pt x="134830" y="0"/>
                </a:cubicBezTo>
                <a:cubicBezTo>
                  <a:pt x="209295" y="0"/>
                  <a:pt x="269660" y="58765"/>
                  <a:pt x="269660" y="131255"/>
                </a:cubicBezTo>
                <a:cubicBezTo>
                  <a:pt x="269660" y="203746"/>
                  <a:pt x="209295" y="262511"/>
                  <a:pt x="134830" y="262511"/>
                </a:cubicBezTo>
                <a:cubicBezTo>
                  <a:pt x="60365" y="262511"/>
                  <a:pt x="0" y="203746"/>
                  <a:pt x="0" y="131255"/>
                </a:cubicBezTo>
              </a:path>
            </a:pathLst>
          </a:custGeom>
          <a:solidFill xmlns:a="http://schemas.openxmlformats.org/drawingml/2006/main">
            <a:srgbClr val="E9E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14">
            <a:extLst xmlns:a="http://schemas.openxmlformats.org/drawingml/2006/main">
              <a:ext uri="{FF2B5EF4-FFF2-40B4-BE49-F238E27FC236}">
                <a16:creationId xmlns:a16="http://schemas.microsoft.com/office/drawing/2014/main" id="{221B3534-C4FB-49F7-8D8D-1B47C028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071" y="4487730"/>
            <a:ext cx="269659" cy="262510"/>
          </a:xfrm>
          <a:custGeom xmlns:a="http://schemas.openxmlformats.org/drawingml/2006/main">
            <a:pathLst>
              <a:path w="269659" h="262510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5"/>
                  <a:pt x="209294" y="262510"/>
                  <a:pt x="134829" y="262510"/>
                </a:cubicBezTo>
                <a:cubicBezTo>
                  <a:pt x="60365" y="262510"/>
                  <a:pt x="0" y="203745"/>
                  <a:pt x="0" y="13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846C91"/>
            </a:solidFill>
            <a:prstDash val="solid"/>
          </a:ln>
        </p:spPr>
      </p:sp>
      <p:sp>
        <p:nvSpPr>
          <p:cNvPr id="404" name="text-315 ∆T">
            <a:extLst xmlns:a="http://schemas.openxmlformats.org/drawingml/2006/main">
              <a:ext uri="{FF2B5EF4-FFF2-40B4-BE49-F238E27FC236}">
                <a16:creationId xmlns:a16="http://schemas.microsoft.com/office/drawing/2014/main" id="{AAFB0AD6-4198-480C-9EF0-5ECE3479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1774" y="4543307"/>
            <a:ext cx="154818" cy="172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pPr>
            <a:r>
              <a:rPr sz="971" b="1" i="1">
                <a:solidFill>
                  <a:srgbClr val="F79646"/>
                </a:solidFill>
                <a:latin typeface="Calibri"/>
                <a:ea typeface="Calibri"/>
                <a:cs typeface="Calibri"/>
              </a:rPr>
              <a:t>∆T</a:t>
            </a:r>
          </a:p>
        </p:txBody>
      </p:sp>
      <p:sp>
        <p:nvSpPr>
          <p:cNvPr id="405" name="path-316">
            <a:extLst xmlns:a="http://schemas.openxmlformats.org/drawingml/2006/main">
              <a:ext uri="{FF2B5EF4-FFF2-40B4-BE49-F238E27FC236}">
                <a16:creationId xmlns:a16="http://schemas.microsoft.com/office/drawing/2014/main" id="{0F3CEF69-5B99-494F-B5DE-031DF3B9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614" y="4487730"/>
            <a:ext cx="269661" cy="262511"/>
          </a:xfrm>
          <a:custGeom xmlns:a="http://schemas.openxmlformats.org/drawingml/2006/main">
            <a:pathLst>
              <a:path w="269661" h="262511">
                <a:moveTo>
                  <a:pt x="0" y="131255"/>
                </a:moveTo>
                <a:cubicBezTo>
                  <a:pt x="0" y="58765"/>
                  <a:pt x="60366" y="0"/>
                  <a:pt x="134831" y="0"/>
                </a:cubicBezTo>
                <a:cubicBezTo>
                  <a:pt x="209295" y="0"/>
                  <a:pt x="269661" y="58765"/>
                  <a:pt x="269661" y="131255"/>
                </a:cubicBezTo>
                <a:cubicBezTo>
                  <a:pt x="269661" y="203746"/>
                  <a:pt x="209295" y="262511"/>
                  <a:pt x="134831" y="262511"/>
                </a:cubicBezTo>
                <a:cubicBezTo>
                  <a:pt x="60366" y="262511"/>
                  <a:pt x="0" y="203746"/>
                  <a:pt x="0" y="131255"/>
                </a:cubicBezTo>
              </a:path>
            </a:pathLst>
          </a:custGeom>
          <a:solidFill xmlns:a="http://schemas.openxmlformats.org/drawingml/2006/main">
            <a:srgbClr val="E9E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17">
            <a:extLst xmlns:a="http://schemas.openxmlformats.org/drawingml/2006/main">
              <a:ext uri="{FF2B5EF4-FFF2-40B4-BE49-F238E27FC236}">
                <a16:creationId xmlns:a16="http://schemas.microsoft.com/office/drawing/2014/main" id="{66775AE2-02C1-4A23-8E81-7D6DD824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614" y="4487730"/>
            <a:ext cx="269659" cy="262510"/>
          </a:xfrm>
          <a:custGeom xmlns:a="http://schemas.openxmlformats.org/drawingml/2006/main">
            <a:pathLst>
              <a:path w="269659" h="262510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5"/>
                  <a:pt x="209294" y="262510"/>
                  <a:pt x="134829" y="262510"/>
                </a:cubicBezTo>
                <a:cubicBezTo>
                  <a:pt x="60365" y="262510"/>
                  <a:pt x="0" y="203745"/>
                  <a:pt x="0" y="13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846C91"/>
            </a:solidFill>
            <a:prstDash val="solid"/>
          </a:ln>
        </p:spPr>
      </p:sp>
      <p:sp>
        <p:nvSpPr>
          <p:cNvPr id="407" name="text-318 ∆H">
            <a:extLst xmlns:a="http://schemas.openxmlformats.org/drawingml/2006/main">
              <a:ext uri="{FF2B5EF4-FFF2-40B4-BE49-F238E27FC236}">
                <a16:creationId xmlns:a16="http://schemas.microsoft.com/office/drawing/2014/main" id="{39489CBE-75AF-4CF3-84D4-308DCDFB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1593" y="4543273"/>
            <a:ext cx="171597" cy="172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971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∆H</a:t>
            </a:r>
          </a:p>
        </p:txBody>
      </p:sp>
      <p:sp>
        <p:nvSpPr>
          <p:cNvPr id="408" name="path-319">
            <a:extLst xmlns:a="http://schemas.openxmlformats.org/drawingml/2006/main">
              <a:ext uri="{FF2B5EF4-FFF2-40B4-BE49-F238E27FC236}">
                <a16:creationId xmlns:a16="http://schemas.microsoft.com/office/drawing/2014/main" id="{40C46AB6-2268-4EC2-B763-603F735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158" y="4487730"/>
            <a:ext cx="269659" cy="262511"/>
          </a:xfrm>
          <a:custGeom xmlns:a="http://schemas.openxmlformats.org/drawingml/2006/main">
            <a:pathLst>
              <a:path w="269659" h="262511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6"/>
                  <a:pt x="209294" y="262511"/>
                  <a:pt x="134829" y="262511"/>
                </a:cubicBezTo>
                <a:cubicBezTo>
                  <a:pt x="60365" y="262511"/>
                  <a:pt x="0" y="203746"/>
                  <a:pt x="0" y="131255"/>
                </a:cubicBezTo>
              </a:path>
            </a:pathLst>
          </a:custGeom>
          <a:solidFill xmlns:a="http://schemas.openxmlformats.org/drawingml/2006/main">
            <a:srgbClr val="E9E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20">
            <a:extLst xmlns:a="http://schemas.openxmlformats.org/drawingml/2006/main">
              <a:ext uri="{FF2B5EF4-FFF2-40B4-BE49-F238E27FC236}">
                <a16:creationId xmlns:a16="http://schemas.microsoft.com/office/drawing/2014/main" id="{233A969F-D9FD-4A64-9615-43FA2F3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158" y="4487730"/>
            <a:ext cx="269659" cy="262510"/>
          </a:xfrm>
          <a:custGeom xmlns:a="http://schemas.openxmlformats.org/drawingml/2006/main">
            <a:pathLst>
              <a:path w="269659" h="262510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5"/>
                  <a:pt x="209294" y="262510"/>
                  <a:pt x="134829" y="262510"/>
                </a:cubicBezTo>
                <a:cubicBezTo>
                  <a:pt x="60365" y="262510"/>
                  <a:pt x="0" y="203745"/>
                  <a:pt x="0" y="13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846C91"/>
            </a:solidFill>
            <a:prstDash val="solid"/>
          </a:ln>
        </p:spPr>
      </p:sp>
      <p:sp>
        <p:nvSpPr>
          <p:cNvPr id="410" name="text-321 ∆V">
            <a:extLst xmlns:a="http://schemas.openxmlformats.org/drawingml/2006/main">
              <a:ext uri="{FF2B5EF4-FFF2-40B4-BE49-F238E27FC236}">
                <a16:creationId xmlns:a16="http://schemas.microsoft.com/office/drawing/2014/main" id="{4EFD5753-2B0C-4B43-94DC-97C758B0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9409" y="4543349"/>
            <a:ext cx="157711" cy="172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1" i="1">
                <a:solidFill>
                  <a:srgbClr val="CF8CC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1" i="1">
                <a:solidFill>
                  <a:srgbClr val="CF8CCF"/>
                </a:solidFill>
                <a:latin typeface="Consolas"/>
                <a:ea typeface="Consolas"/>
                <a:cs typeface="Consolas"/>
              </a:defRPr>
            </a:pPr>
            <a:r>
              <a:rPr sz="971" b="1" i="1">
                <a:solidFill>
                  <a:srgbClr val="CF8CCF"/>
                </a:solidFill>
                <a:latin typeface="Consolas"/>
                <a:ea typeface="Consolas"/>
                <a:cs typeface="Consolas"/>
              </a:rPr>
              <a:t>∆V</a:t>
            </a:r>
          </a:p>
        </p:txBody>
      </p:sp>
    </p:spTree>
    <p:extLst>
      <p:ext uri="{BB962C8B-B14F-4D97-AF65-F5344CB8AC3E}">
        <p14:creationId xmlns:p14="http://schemas.microsoft.com/office/powerpoint/2010/main" val="1228427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2026-10-15T09:22:13.4760000Z</dcterms:created>
  <dcterms:modified xsi:type="dcterms:W3CDTF">2026-10-15T09:22:13.4760000Z</dcterms:modified>
</coreProperties>
</file>