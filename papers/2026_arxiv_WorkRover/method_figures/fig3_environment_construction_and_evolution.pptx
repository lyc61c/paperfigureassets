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62d0167e594efb" /><Relationship Type="http://schemas.openxmlformats.org/officeDocument/2006/relationships/extended-properties" Target="/docProps/app.xml" Id="R7c155c60979b492b" /><Relationship Type="http://schemas.openxmlformats.org/officeDocument/2006/relationships/officeDocument" Target="/ppt/presentation.xml" Id="R095275bfa3c84a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578eb40b2d4632"/>
  </p:sldMasterIdLst>
  <p:notesMasterIdLst>
    <p:notesMasterId xmlns:r="http://schemas.openxmlformats.org/officeDocument/2006/relationships" r:id="Racabeb31f54e4d92"/>
  </p:notesMasterIdLst>
  <p:sldIdLst>
    <p:sldId xmlns:r="http://schemas.openxmlformats.org/officeDocument/2006/relationships" id="256" r:id="R76b0fb78fe0a4a67"/>
  </p:sldIdLst>
  <p:sldSz cx="15240000" cy="9284874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99b1ff312d42ac" /><Relationship Type="http://schemas.openxmlformats.org/officeDocument/2006/relationships/slideMaster" Target="/ppt/slideMasters/slideMaster1.xml" Id="Rd0578eb40b2d4632" /><Relationship Type="http://schemas.openxmlformats.org/officeDocument/2006/relationships/notesMaster" Target="/ppt/notesMasters/notesMaster1.xml" Id="Racabeb31f54e4d92" /><Relationship Type="http://schemas.openxmlformats.org/officeDocument/2006/relationships/presProps" Target="/ppt/presProps.xml" Id="R328e0068d44a4f66" /><Relationship Type="http://schemas.openxmlformats.org/officeDocument/2006/relationships/tableStyles" Target="/ppt/tableStyles.xml" Id="Rf6e3777f3de3453b" /><Relationship Type="http://schemas.openxmlformats.org/officeDocument/2006/relationships/slide" Target="/ppt/slides/slide1.xml" Id="R76b0fb78fe0a4a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f854e472dc4a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" dist="34343" dir="3378596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7bbbb9a8754c7e" /><Relationship Type="http://schemas.openxmlformats.org/officeDocument/2006/relationships/notesMaster" Target="/ppt/notesMasters/notesMaster1.xml" Id="Rdb1519359a0b48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Environment construction and recursive evolution</a:t>
            </a:r>
          </a:p>
          <a:p xmlns:a="http://schemas.openxmlformats.org/drawingml/2006/main">
            <a:r>
              <a:t>Source: https://arxiv.org/abs/2610.18067v1</a:t>
            </a:r>
          </a:p>
          <a:p xmlns:a="http://schemas.openxmlformats.org/drawingml/2006/main">
            <a:r>
              <a:t>Approved image: fig3_environment_construction_and_evolution.png; SHA-256: 29109663610dc4f35aefb56554cc9edf8a6d566d81c16c1da6cc2bcbb419bfd4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(201), whose internal pixels are not editable.</a:t>
            </a:r>
          </a:p>
          <a:p xmlns:a="http://schemas.openxmlformats.org/drawingml/2006/main">
            <a:r>
              <a:t>Font substitution: source PDF families mapped to Calibri, Arial, Times New Roman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111b4444334dc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c427a5dfe54f9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5abaee480b4d4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acfb522f4e4fe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0f336dc5864b7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abf13546d343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4B4CC2-12D6-4823-A64D-54514C014B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07619"/>
            <a:ext cx="12192000" cy="13411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4C3CAB6-697F-4D5B-94A8-9EBD1F50A15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5106681"/>
            <a:ext cx="10668000" cy="1031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09518A3-9ABF-4306-9AAA-BB8680B7CB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868697"/>
            <a:ext cx="12192000" cy="1547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CBEF37-6F93-45DB-9164-DA1788EE63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722157"/>
            <a:ext cx="13525500" cy="1134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C7807A8-E7C5-4EC6-B73E-FD6BCFBF0D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579132"/>
            <a:ext cx="13525500" cy="5777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1680949-0157-4E64-8B03-5F4C887DA4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722157"/>
            <a:ext cx="13525500" cy="1134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4F47AE-1C70-40CB-AA34-AD70E2DB06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579132"/>
            <a:ext cx="6286500" cy="5777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354C95D-41A1-4F0C-A23A-7395B50FA31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579132"/>
            <a:ext cx="6286500" cy="5777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AC2B77-497D-44FB-A657-02C313D96F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722157"/>
            <a:ext cx="13525500" cy="1134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1021CD-0A1E-4F04-B11D-36D30F24C9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579132"/>
            <a:ext cx="6286500" cy="5777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7e4ad114b340e3" /><Relationship Type="http://schemas.openxmlformats.org/officeDocument/2006/relationships/slideLayout" Target="/ppt/slideLayouts/slideLayout1.xml" Id="Rf2fd58fa03454333" /><Relationship Type="http://schemas.openxmlformats.org/officeDocument/2006/relationships/slideLayout" Target="/ppt/slideLayouts/slideLayout2.xml" Id="R0836b60e98334a35" /><Relationship Type="http://schemas.openxmlformats.org/officeDocument/2006/relationships/slideLayout" Target="/ppt/slideLayouts/slideLayout3.xml" Id="R257de31c2447432f" /><Relationship Type="http://schemas.openxmlformats.org/officeDocument/2006/relationships/slideLayout" Target="/ppt/slideLayouts/slideLayout4.xml" Id="Rf806510afdd84357" /><Relationship Type="http://schemas.openxmlformats.org/officeDocument/2006/relationships/slideLayout" Target="/ppt/slideLayouts/slideLayout5.xml" Id="Rdc13a128b9274c02" /><Relationship Type="http://schemas.openxmlformats.org/officeDocument/2006/relationships/slideLayout" Target="/ppt/slideLayouts/slideLayout6.xml" Id="Rf89d6c03b58f45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fd58fa03454333"/>
    <p:sldLayoutId xmlns:r="http://schemas.openxmlformats.org/officeDocument/2006/relationships" id="2147483650" r:id="R0836b60e98334a35"/>
    <p:sldLayoutId xmlns:r="http://schemas.openxmlformats.org/officeDocument/2006/relationships" id="2147483651" r:id="R257de31c2447432f"/>
    <p:sldLayoutId xmlns:r="http://schemas.openxmlformats.org/officeDocument/2006/relationships" id="2147483652" r:id="Rf806510afdd84357"/>
    <p:sldLayoutId xmlns:r="http://schemas.openxmlformats.org/officeDocument/2006/relationships" id="2147483653" r:id="Rdc13a128b9274c02"/>
    <p:sldLayoutId xmlns:r="http://schemas.openxmlformats.org/officeDocument/2006/relationships" id="2147483654" r:id="Rf89d6c03b58f45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" dist="34343" dir="3378596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e34d4d438b42a7" /><Relationship Type="http://schemas.openxmlformats.org/officeDocument/2006/relationships/image" Target="/ppt/media/image.png" Id="Rcc3fa01dc05942d8" /><Relationship Type="http://schemas.openxmlformats.org/officeDocument/2006/relationships/image" Target="/ppt/media/image2.png" Id="Re93ec37ceeea4d59" /><Relationship Type="http://schemas.openxmlformats.org/officeDocument/2006/relationships/image" Target="/ppt/media/image3.png" Id="R1bbb468fab704ef5" /><Relationship Type="http://schemas.openxmlformats.org/officeDocument/2006/relationships/image" Target="/ppt/media/image4.png" Id="Radf93eb991e34f06" /><Relationship Type="http://schemas.openxmlformats.org/officeDocument/2006/relationships/image" Target="/ppt/media/image5.png" Id="R805e0b1b7815444b" /><Relationship Type="http://schemas.openxmlformats.org/officeDocument/2006/relationships/image" Target="/ppt/media/image6.png" Id="Re133fba3fe7f4155" /><Relationship Type="http://schemas.openxmlformats.org/officeDocument/2006/relationships/image" Target="/ppt/media/image7.png" Id="Rbb6d999ea93c4014" /><Relationship Type="http://schemas.openxmlformats.org/officeDocument/2006/relationships/image" Target="/ppt/media/image8.png" Id="Rb77f86bbf3c54c21" /><Relationship Type="http://schemas.openxmlformats.org/officeDocument/2006/relationships/image" Target="/ppt/media/image9.png" Id="R07a8eca9036e414b" /><Relationship Type="http://schemas.openxmlformats.org/officeDocument/2006/relationships/image" Target="/ppt/media/image10.png" Id="R134a6e97f9d048b4" /><Relationship Type="http://schemas.openxmlformats.org/officeDocument/2006/relationships/image" Target="/ppt/media/image11.png" Id="R157314ca47c84a96" /><Relationship Type="http://schemas.openxmlformats.org/officeDocument/2006/relationships/image" Target="/ppt/media/image12.png" Id="R29bce811b6294994" /><Relationship Type="http://schemas.openxmlformats.org/officeDocument/2006/relationships/image" Target="/ppt/media/image13.png" Id="R1e37f32703674b33" /><Relationship Type="http://schemas.openxmlformats.org/officeDocument/2006/relationships/image" Target="/ppt/media/image14.png" Id="R2d9da02c81964bcd" /><Relationship Type="http://schemas.openxmlformats.org/officeDocument/2006/relationships/image" Target="/ppt/media/image15.png" Id="R46b3f1d33ff14d80" /><Relationship Type="http://schemas.openxmlformats.org/officeDocument/2006/relationships/image" Target="/ppt/media/image16.png" Id="R45260e240ea7460a" /><Relationship Type="http://schemas.openxmlformats.org/officeDocument/2006/relationships/image" Target="/ppt/media/image17.png" Id="R092dc8820bef42f9" /><Relationship Type="http://schemas.openxmlformats.org/officeDocument/2006/relationships/image" Target="/ppt/media/image18.png" Id="R33739a82f7ce4158" /><Relationship Type="http://schemas.openxmlformats.org/officeDocument/2006/relationships/image" Target="/ppt/media/image19.png" Id="R713422d7bc134d37" /><Relationship Type="http://schemas.openxmlformats.org/officeDocument/2006/relationships/image" Target="/ppt/media/image20.png" Id="R3346336ecb554f51" /><Relationship Type="http://schemas.openxmlformats.org/officeDocument/2006/relationships/image" Target="/ppt/media/image21.png" Id="R248e73f65bd04ed7" /><Relationship Type="http://schemas.openxmlformats.org/officeDocument/2006/relationships/image" Target="/ppt/media/image22.png" Id="R515d7388c32e4a67" /><Relationship Type="http://schemas.openxmlformats.org/officeDocument/2006/relationships/image" Target="/ppt/media/image23.png" Id="R84eabfca4ed44d92" /><Relationship Type="http://schemas.openxmlformats.org/officeDocument/2006/relationships/image" Target="/ppt/media/image24.png" Id="Rfc44705e71f24c61" /><Relationship Type="http://schemas.openxmlformats.org/officeDocument/2006/relationships/image" Target="/ppt/media/image25.png" Id="Rfdc4455e6f924b5e" /><Relationship Type="http://schemas.openxmlformats.org/officeDocument/2006/relationships/image" Target="/ppt/media/image26.png" Id="R09cc27dbbe994d73" /><Relationship Type="http://schemas.openxmlformats.org/officeDocument/2006/relationships/image" Target="/ppt/media/image27.png" Id="Rae319f124bfc4e57" /><Relationship Type="http://schemas.openxmlformats.org/officeDocument/2006/relationships/image" Target="/ppt/media/image28.png" Id="Rf98bcd673cca487f" /><Relationship Type="http://schemas.openxmlformats.org/officeDocument/2006/relationships/image" Target="/ppt/media/image29.png" Id="R0b2983aed536406d" /><Relationship Type="http://schemas.openxmlformats.org/officeDocument/2006/relationships/image" Target="/ppt/media/image30.png" Id="Rd2d0d97b8bad4b9b" /><Relationship Type="http://schemas.openxmlformats.org/officeDocument/2006/relationships/image" Target="/ppt/media/image31.png" Id="R17f9cb3a0b974ff7" /><Relationship Type="http://schemas.openxmlformats.org/officeDocument/2006/relationships/image" Target="/ppt/media/image32.png" Id="R669a88c89d124cd2" /><Relationship Type="http://schemas.openxmlformats.org/officeDocument/2006/relationships/image" Target="/ppt/media/image33.png" Id="Rc5fa31ac5ed44d38" /><Relationship Type="http://schemas.openxmlformats.org/officeDocument/2006/relationships/image" Target="/ppt/media/image34.png" Id="Ref5e3679a1b9403f" /><Relationship Type="http://schemas.openxmlformats.org/officeDocument/2006/relationships/image" Target="/ppt/media/image35.png" Id="Ra5b4493944794c43" /><Relationship Type="http://schemas.openxmlformats.org/officeDocument/2006/relationships/image" Target="/ppt/media/image36.png" Id="Re1b9ac268ed0452c" /><Relationship Type="http://schemas.openxmlformats.org/officeDocument/2006/relationships/image" Target="/ppt/media/image37.png" Id="Rfe29f3f64c0746e4" /><Relationship Type="http://schemas.openxmlformats.org/officeDocument/2006/relationships/image" Target="/ppt/media/image38.png" Id="Re6134e94ea8a4f73" /><Relationship Type="http://schemas.openxmlformats.org/officeDocument/2006/relationships/image" Target="/ppt/media/image39.png" Id="R0d3d5fe94747400a" /><Relationship Type="http://schemas.openxmlformats.org/officeDocument/2006/relationships/image" Target="/ppt/media/image40.png" Id="R54da16fb3ccc4b29" /><Relationship Type="http://schemas.openxmlformats.org/officeDocument/2006/relationships/image" Target="/ppt/media/image41.png" Id="R08cfbf09b9e2468b" /><Relationship Type="http://schemas.openxmlformats.org/officeDocument/2006/relationships/image" Target="/ppt/media/image42.png" Id="Rf9e3c0d7f09c4960" /><Relationship Type="http://schemas.openxmlformats.org/officeDocument/2006/relationships/image" Target="/ppt/media/image43.png" Id="R382cf057a436413d" /><Relationship Type="http://schemas.openxmlformats.org/officeDocument/2006/relationships/image" Target="/ppt/media/image44.png" Id="Re0565c0f5fbb4c42" /><Relationship Type="http://schemas.openxmlformats.org/officeDocument/2006/relationships/image" Target="/ppt/media/image45.png" Id="Rb82fb5bdb07047f3" /><Relationship Type="http://schemas.openxmlformats.org/officeDocument/2006/relationships/image" Target="/ppt/media/image46.png" Id="R990695def67d4ce6" /><Relationship Type="http://schemas.openxmlformats.org/officeDocument/2006/relationships/image" Target="/ppt/media/image47.png" Id="R7c5ff61ec5aa44a3" /><Relationship Type="http://schemas.openxmlformats.org/officeDocument/2006/relationships/image" Target="/ppt/media/image48.png" Id="R1db5ee525cdb4fc9" /><Relationship Type="http://schemas.openxmlformats.org/officeDocument/2006/relationships/image" Target="/ppt/media/image49.png" Id="R8015776ecb994f1f" /><Relationship Type="http://schemas.openxmlformats.org/officeDocument/2006/relationships/image" Target="/ppt/media/image50.png" Id="R9f34e38df35b49d4" /><Relationship Type="http://schemas.openxmlformats.org/officeDocument/2006/relationships/image" Target="/ppt/media/image51.png" Id="R81af6c4a3e084fd3" /><Relationship Type="http://schemas.openxmlformats.org/officeDocument/2006/relationships/image" Target="/ppt/media/image52.png" Id="Ra94a7cfa48de4917" /><Relationship Type="http://schemas.openxmlformats.org/officeDocument/2006/relationships/image" Target="/ppt/media/image53.png" Id="Rf972cf602f654976" /><Relationship Type="http://schemas.openxmlformats.org/officeDocument/2006/relationships/image" Target="/ppt/media/image54.png" Id="R6aaf83e855574944" /><Relationship Type="http://schemas.openxmlformats.org/officeDocument/2006/relationships/image" Target="/ppt/media/image55.png" Id="R9eb226c5cd604ae4" /><Relationship Type="http://schemas.openxmlformats.org/officeDocument/2006/relationships/image" Target="/ppt/media/image56.png" Id="R6eb2aef9ec4446b4" /><Relationship Type="http://schemas.openxmlformats.org/officeDocument/2006/relationships/image" Target="/ppt/media/image57.png" Id="Ra2cf2ff4050847cc" /><Relationship Type="http://schemas.openxmlformats.org/officeDocument/2006/relationships/image" Target="/ppt/media/image58.png" Id="R5886755c49044678" /><Relationship Type="http://schemas.openxmlformats.org/officeDocument/2006/relationships/image" Target="/ppt/media/image59.png" Id="Rc6754b24728042d8" /><Relationship Type="http://schemas.openxmlformats.org/officeDocument/2006/relationships/image" Target="/ppt/media/image60.png" Id="R2275f0eff23f4b2c" /><Relationship Type="http://schemas.openxmlformats.org/officeDocument/2006/relationships/image" Target="/ppt/media/image61.png" Id="Rb43475988f244045" /><Relationship Type="http://schemas.openxmlformats.org/officeDocument/2006/relationships/image" Target="/ppt/media/image62.png" Id="R83637b79a0c44063" /><Relationship Type="http://schemas.openxmlformats.org/officeDocument/2006/relationships/image" Target="/ppt/media/image63.png" Id="R0d268248f86b4ee5" /><Relationship Type="http://schemas.openxmlformats.org/officeDocument/2006/relationships/image" Target="/ppt/media/image64.png" Id="Rce7ac71f174c4b4b" /><Relationship Type="http://schemas.openxmlformats.org/officeDocument/2006/relationships/image" Target="/ppt/media/image65.png" Id="R5501061d9d1f40d4" /><Relationship Type="http://schemas.openxmlformats.org/officeDocument/2006/relationships/image" Target="/ppt/media/image66.png" Id="R3239846e45b04fe8" /><Relationship Type="http://schemas.openxmlformats.org/officeDocument/2006/relationships/image" Target="/ppt/media/image67.png" Id="Ra6728afa33534e2c" /><Relationship Type="http://schemas.openxmlformats.org/officeDocument/2006/relationships/image" Target="/ppt/media/image68.png" Id="R36c6ae39ef5240ae" /><Relationship Type="http://schemas.openxmlformats.org/officeDocument/2006/relationships/image" Target="/ppt/media/image69.png" Id="Rc551b2fc0a824a57" /><Relationship Type="http://schemas.openxmlformats.org/officeDocument/2006/relationships/image" Target="/ppt/media/image70.png" Id="R045a297d6f7548d4" /><Relationship Type="http://schemas.openxmlformats.org/officeDocument/2006/relationships/image" Target="/ppt/media/image71.png" Id="R05a8878e72464d8b" /><Relationship Type="http://schemas.openxmlformats.org/officeDocument/2006/relationships/image" Target="/ppt/media/image72.png" Id="R7161f53a6c1e45fb" /><Relationship Type="http://schemas.openxmlformats.org/officeDocument/2006/relationships/image" Target="/ppt/media/image73.png" Id="Ra2f37cf9667a4ae1" /><Relationship Type="http://schemas.openxmlformats.org/officeDocument/2006/relationships/image" Target="/ppt/media/image74.png" Id="R956dbc1c68ce482d" /><Relationship Type="http://schemas.openxmlformats.org/officeDocument/2006/relationships/image" Target="/ppt/media/image75.png" Id="R917ed3f86e524526" /><Relationship Type="http://schemas.openxmlformats.org/officeDocument/2006/relationships/image" Target="/ppt/media/image76.png" Id="R737681f7b8ed4a42" /><Relationship Type="http://schemas.openxmlformats.org/officeDocument/2006/relationships/image" Target="/ppt/media/image77.png" Id="Re8a1059e049a426c" /><Relationship Type="http://schemas.openxmlformats.org/officeDocument/2006/relationships/image" Target="/ppt/media/image78.png" Id="R3d36dca2157145c2" /><Relationship Type="http://schemas.openxmlformats.org/officeDocument/2006/relationships/image" Target="/ppt/media/image79.png" Id="R0ce84b48d84743cc" /><Relationship Type="http://schemas.openxmlformats.org/officeDocument/2006/relationships/image" Target="/ppt/media/image80.png" Id="Rbac19252772347dc" /><Relationship Type="http://schemas.openxmlformats.org/officeDocument/2006/relationships/image" Target="/ppt/media/image81.png" Id="R3dc6de9cdb8c4bca" /><Relationship Type="http://schemas.openxmlformats.org/officeDocument/2006/relationships/image" Target="/ppt/media/image82.png" Id="R833718cd3a2f40ec" /><Relationship Type="http://schemas.openxmlformats.org/officeDocument/2006/relationships/image" Target="/ppt/media/image83.png" Id="Reb56120da3a04809" /><Relationship Type="http://schemas.openxmlformats.org/officeDocument/2006/relationships/image" Target="/ppt/media/image84.png" Id="R631c55f370a041ad" /><Relationship Type="http://schemas.openxmlformats.org/officeDocument/2006/relationships/image" Target="/ppt/media/image85.png" Id="R2544b141b0e74fa5" /><Relationship Type="http://schemas.openxmlformats.org/officeDocument/2006/relationships/image" Target="/ppt/media/image86.png" Id="Rc32050d9660548ae" /><Relationship Type="http://schemas.openxmlformats.org/officeDocument/2006/relationships/image" Target="/ppt/media/image87.png" Id="R6a6fd685dce74367" /><Relationship Type="http://schemas.openxmlformats.org/officeDocument/2006/relationships/image" Target="/ppt/media/image88.png" Id="Rbd4e9a5b1106473e" /><Relationship Type="http://schemas.openxmlformats.org/officeDocument/2006/relationships/image" Target="/ppt/media/image89.png" Id="Rac7f894a88f24803" /><Relationship Type="http://schemas.openxmlformats.org/officeDocument/2006/relationships/image" Target="/ppt/media/image90.png" Id="Rc042282804d446e5" /><Relationship Type="http://schemas.openxmlformats.org/officeDocument/2006/relationships/image" Target="/ppt/media/image91.png" Id="R069360592546408d" /><Relationship Type="http://schemas.openxmlformats.org/officeDocument/2006/relationships/image" Target="/ppt/media/image92.png" Id="R1278f05216424eba" /><Relationship Type="http://schemas.openxmlformats.org/officeDocument/2006/relationships/image" Target="/ppt/media/image93.png" Id="Rd19f7e8ab0cf4c63" /><Relationship Type="http://schemas.openxmlformats.org/officeDocument/2006/relationships/image" Target="/ppt/media/image94.png" Id="R644ca04021f143c3" /><Relationship Type="http://schemas.openxmlformats.org/officeDocument/2006/relationships/image" Target="/ppt/media/image95.png" Id="R1a655f2320504648" /><Relationship Type="http://schemas.openxmlformats.org/officeDocument/2006/relationships/image" Target="/ppt/media/image96.png" Id="Raf9a6db5ddfb4814" /><Relationship Type="http://schemas.openxmlformats.org/officeDocument/2006/relationships/image" Target="/ppt/media/image97.png" Id="R25e3f273cf254904" /><Relationship Type="http://schemas.openxmlformats.org/officeDocument/2006/relationships/image" Target="/ppt/media/image98.png" Id="R375737c3c5dd462e" /><Relationship Type="http://schemas.openxmlformats.org/officeDocument/2006/relationships/image" Target="/ppt/media/image99.png" Id="R5537838f20f7436a" /><Relationship Type="http://schemas.openxmlformats.org/officeDocument/2006/relationships/image" Target="/ppt/media/image100.png" Id="Rcdf24afd26d34fd2" /><Relationship Type="http://schemas.openxmlformats.org/officeDocument/2006/relationships/image" Target="/ppt/media/image101.png" Id="Rbc4e8afc68aa49e3" /><Relationship Type="http://schemas.openxmlformats.org/officeDocument/2006/relationships/image" Target="/ppt/media/image102.png" Id="R1ba82fdc3b13446e" /><Relationship Type="http://schemas.openxmlformats.org/officeDocument/2006/relationships/image" Target="/ppt/media/image103.png" Id="R74869fe8390d4deb" /><Relationship Type="http://schemas.openxmlformats.org/officeDocument/2006/relationships/image" Target="/ppt/media/image104.png" Id="R43e6128ea211435f" /><Relationship Type="http://schemas.openxmlformats.org/officeDocument/2006/relationships/image" Target="/ppt/media/image105.png" Id="Ree4e8f024afc42d5" /><Relationship Type="http://schemas.openxmlformats.org/officeDocument/2006/relationships/image" Target="/ppt/media/image106.png" Id="R4ffa9da5567b4390" /><Relationship Type="http://schemas.openxmlformats.org/officeDocument/2006/relationships/image" Target="/ppt/media/image107.png" Id="R311376ad98dc4e08" /><Relationship Type="http://schemas.openxmlformats.org/officeDocument/2006/relationships/image" Target="/ppt/media/image108.png" Id="Ra8addb78b4dc4fe8" /><Relationship Type="http://schemas.openxmlformats.org/officeDocument/2006/relationships/image" Target="/ppt/media/image109.png" Id="R3f0d41bbb6724385" /><Relationship Type="http://schemas.openxmlformats.org/officeDocument/2006/relationships/image" Target="/ppt/media/image110.png" Id="Re825a45307034cb5" /><Relationship Type="http://schemas.openxmlformats.org/officeDocument/2006/relationships/image" Target="/ppt/media/image111.png" Id="R1a7b13ed1c974a59" /><Relationship Type="http://schemas.openxmlformats.org/officeDocument/2006/relationships/image" Target="/ppt/media/image112.png" Id="Rfbf37f66169e41e6" /><Relationship Type="http://schemas.openxmlformats.org/officeDocument/2006/relationships/image" Target="/ppt/media/image113.png" Id="R65e5318c6f2e4508" /><Relationship Type="http://schemas.openxmlformats.org/officeDocument/2006/relationships/image" Target="/ppt/media/image114.png" Id="Rf086e386a54346dd" /><Relationship Type="http://schemas.openxmlformats.org/officeDocument/2006/relationships/image" Target="/ppt/media/image115.png" Id="Ra5d57c248a0f4fa2" /><Relationship Type="http://schemas.openxmlformats.org/officeDocument/2006/relationships/image" Target="/ppt/media/image116.png" Id="R7737f893284f41df" /><Relationship Type="http://schemas.openxmlformats.org/officeDocument/2006/relationships/image" Target="/ppt/media/image117.png" Id="Rc5d5e6e8bec74cf4" /><Relationship Type="http://schemas.openxmlformats.org/officeDocument/2006/relationships/image" Target="/ppt/media/image118.png" Id="R639e0832c4cc49f5" /><Relationship Type="http://schemas.openxmlformats.org/officeDocument/2006/relationships/image" Target="/ppt/media/image119.png" Id="R03549bf1104e4b1a" /><Relationship Type="http://schemas.openxmlformats.org/officeDocument/2006/relationships/image" Target="/ppt/media/image120.png" Id="R35f08833234c41a3" /><Relationship Type="http://schemas.openxmlformats.org/officeDocument/2006/relationships/image" Target="/ppt/media/image121.png" Id="R1be5a1e3a2184c58" /><Relationship Type="http://schemas.openxmlformats.org/officeDocument/2006/relationships/image" Target="/ppt/media/image122.png" Id="Rf4114ce3a3144e45" /><Relationship Type="http://schemas.openxmlformats.org/officeDocument/2006/relationships/image" Target="/ppt/media/image123.png" Id="R2a274df5e33b4c40" /><Relationship Type="http://schemas.openxmlformats.org/officeDocument/2006/relationships/image" Target="/ppt/media/image124.png" Id="R1d3f7c534275444e" /><Relationship Type="http://schemas.openxmlformats.org/officeDocument/2006/relationships/image" Target="/ppt/media/image125.png" Id="R41ac1ab252ba4c53" /><Relationship Type="http://schemas.openxmlformats.org/officeDocument/2006/relationships/image" Target="/ppt/media/image126.png" Id="R83b4e27c869a4ed0" /><Relationship Type="http://schemas.openxmlformats.org/officeDocument/2006/relationships/image" Target="/ppt/media/image127.png" Id="Rc25028d4c8634168" /><Relationship Type="http://schemas.openxmlformats.org/officeDocument/2006/relationships/image" Target="/ppt/media/image128.png" Id="Rba0030a253d34865" /><Relationship Type="http://schemas.openxmlformats.org/officeDocument/2006/relationships/image" Target="/ppt/media/image129.png" Id="R5ad47749941f4ece" /><Relationship Type="http://schemas.openxmlformats.org/officeDocument/2006/relationships/image" Target="/ppt/media/image130.png" Id="Rc106651a5b714682" /><Relationship Type="http://schemas.openxmlformats.org/officeDocument/2006/relationships/image" Target="/ppt/media/image131.png" Id="R8b32554ff89e40f9" /><Relationship Type="http://schemas.openxmlformats.org/officeDocument/2006/relationships/image" Target="/ppt/media/image132.png" Id="R25013c51d86e48cf" /><Relationship Type="http://schemas.openxmlformats.org/officeDocument/2006/relationships/image" Target="/ppt/media/image133.png" Id="R3f34fc17995f40d7" /><Relationship Type="http://schemas.openxmlformats.org/officeDocument/2006/relationships/image" Target="/ppt/media/image134.png" Id="Rdc5ed26fd1594fe7" /><Relationship Type="http://schemas.openxmlformats.org/officeDocument/2006/relationships/image" Target="/ppt/media/image135.png" Id="R735c39c2d8584220" /><Relationship Type="http://schemas.openxmlformats.org/officeDocument/2006/relationships/image" Target="/ppt/media/image136.png" Id="R2094479f74a446de" /><Relationship Type="http://schemas.openxmlformats.org/officeDocument/2006/relationships/image" Target="/ppt/media/image137.png" Id="R826f3d90477946ad" /><Relationship Type="http://schemas.openxmlformats.org/officeDocument/2006/relationships/image" Target="/ppt/media/image138.png" Id="Rf64beb11773f4aff" /><Relationship Type="http://schemas.openxmlformats.org/officeDocument/2006/relationships/image" Target="/ppt/media/image139.png" Id="R2b0f0545a6da4de3" /><Relationship Type="http://schemas.openxmlformats.org/officeDocument/2006/relationships/image" Target="/ppt/media/image140.png" Id="Ra2c34ffd75d941e6" /><Relationship Type="http://schemas.openxmlformats.org/officeDocument/2006/relationships/image" Target="/ppt/media/image141.png" Id="R75a5abe9983c457c" /><Relationship Type="http://schemas.openxmlformats.org/officeDocument/2006/relationships/image" Target="/ppt/media/image142.png" Id="Rad4c0885e1e04558" /><Relationship Type="http://schemas.openxmlformats.org/officeDocument/2006/relationships/image" Target="/ppt/media/image143.png" Id="R40409fee694d45e2" /><Relationship Type="http://schemas.openxmlformats.org/officeDocument/2006/relationships/image" Target="/ppt/media/image144.png" Id="Rdc3adecc074b47b1" /><Relationship Type="http://schemas.openxmlformats.org/officeDocument/2006/relationships/image" Target="/ppt/media/image145.png" Id="Rf720a87fb3194f09" /><Relationship Type="http://schemas.openxmlformats.org/officeDocument/2006/relationships/image" Target="/ppt/media/image146.png" Id="R103a1b3037e74b81" /><Relationship Type="http://schemas.openxmlformats.org/officeDocument/2006/relationships/image" Target="/ppt/media/image147.png" Id="Rcc2737aceb1d40fd" /><Relationship Type="http://schemas.openxmlformats.org/officeDocument/2006/relationships/image" Target="/ppt/media/image148.png" Id="Ref6c0852a00d4e5d" /><Relationship Type="http://schemas.openxmlformats.org/officeDocument/2006/relationships/image" Target="/ppt/media/image149.png" Id="Rb6d34a3814cc4db7" /><Relationship Type="http://schemas.openxmlformats.org/officeDocument/2006/relationships/image" Target="/ppt/media/image150.png" Id="R56fefe1de5cc4354" /><Relationship Type="http://schemas.openxmlformats.org/officeDocument/2006/relationships/image" Target="/ppt/media/image151.png" Id="R4c104297325846b2" /><Relationship Type="http://schemas.openxmlformats.org/officeDocument/2006/relationships/image" Target="/ppt/media/image152.png" Id="R646c9be36b964ca1" /><Relationship Type="http://schemas.openxmlformats.org/officeDocument/2006/relationships/image" Target="/ppt/media/image153.png" Id="Rea243abf99814743" /><Relationship Type="http://schemas.openxmlformats.org/officeDocument/2006/relationships/image" Target="/ppt/media/image154.png" Id="Rc558d3663472463c" /><Relationship Type="http://schemas.openxmlformats.org/officeDocument/2006/relationships/image" Target="/ppt/media/image155.png" Id="Rbae65b4412094c5e" /><Relationship Type="http://schemas.openxmlformats.org/officeDocument/2006/relationships/image" Target="/ppt/media/image156.png" Id="R82f69555e8ff4f03" /><Relationship Type="http://schemas.openxmlformats.org/officeDocument/2006/relationships/image" Target="/ppt/media/image157.png" Id="R0b1c82d87462485f" /><Relationship Type="http://schemas.openxmlformats.org/officeDocument/2006/relationships/image" Target="/ppt/media/image158.png" Id="Rd29385451aa244ed" /><Relationship Type="http://schemas.openxmlformats.org/officeDocument/2006/relationships/image" Target="/ppt/media/image159.png" Id="R925c0226b46c40f8" /><Relationship Type="http://schemas.openxmlformats.org/officeDocument/2006/relationships/image" Target="/ppt/media/image160.png" Id="R3361a69d6f0f4212" /><Relationship Type="http://schemas.openxmlformats.org/officeDocument/2006/relationships/image" Target="/ppt/media/image161.png" Id="R029fadb5e80242db" /><Relationship Type="http://schemas.openxmlformats.org/officeDocument/2006/relationships/image" Target="/ppt/media/image162.png" Id="Rfe4252dc571e4cef" /><Relationship Type="http://schemas.openxmlformats.org/officeDocument/2006/relationships/image" Target="/ppt/media/image163.png" Id="R4495d77d98f044b0" /><Relationship Type="http://schemas.openxmlformats.org/officeDocument/2006/relationships/image" Target="/ppt/media/image164.png" Id="Rf2305f3e1e424277" /><Relationship Type="http://schemas.openxmlformats.org/officeDocument/2006/relationships/image" Target="/ppt/media/image165.png" Id="R2fda914cf2d24700" /><Relationship Type="http://schemas.openxmlformats.org/officeDocument/2006/relationships/image" Target="/ppt/media/image166.png" Id="Rf53f37afe8b0466d" /><Relationship Type="http://schemas.openxmlformats.org/officeDocument/2006/relationships/image" Target="/ppt/media/image167.png" Id="R27ea2fee81f64509" /><Relationship Type="http://schemas.openxmlformats.org/officeDocument/2006/relationships/image" Target="/ppt/media/image168.png" Id="R7d1b1553c32845f0" /><Relationship Type="http://schemas.openxmlformats.org/officeDocument/2006/relationships/image" Target="/ppt/media/image169.png" Id="R35cadbe9a53146e0" /><Relationship Type="http://schemas.openxmlformats.org/officeDocument/2006/relationships/image" Target="/ppt/media/image170.png" Id="Rafb65d60bbbb4726" /><Relationship Type="http://schemas.openxmlformats.org/officeDocument/2006/relationships/image" Target="/ppt/media/image171.png" Id="R4004f69158ac43a0" /><Relationship Type="http://schemas.openxmlformats.org/officeDocument/2006/relationships/image" Target="/ppt/media/image172.png" Id="Rb63526366a2a4f38" /><Relationship Type="http://schemas.openxmlformats.org/officeDocument/2006/relationships/image" Target="/ppt/media/image173.png" Id="R5b0811b04964493e" /><Relationship Type="http://schemas.openxmlformats.org/officeDocument/2006/relationships/image" Target="/ppt/media/image174.png" Id="R645ec7e1653f4b68" /><Relationship Type="http://schemas.openxmlformats.org/officeDocument/2006/relationships/image" Target="/ppt/media/image175.png" Id="Re384b264c4f94564" /><Relationship Type="http://schemas.openxmlformats.org/officeDocument/2006/relationships/image" Target="/ppt/media/image176.png" Id="R51f48955306341b5" /><Relationship Type="http://schemas.openxmlformats.org/officeDocument/2006/relationships/image" Target="/ppt/media/image177.png" Id="R8bee4b6bfb6b42b0" /><Relationship Type="http://schemas.openxmlformats.org/officeDocument/2006/relationships/image" Target="/ppt/media/image178.png" Id="R6c6268b8fcb34799" /><Relationship Type="http://schemas.openxmlformats.org/officeDocument/2006/relationships/image" Target="/ppt/media/image179.png" Id="Raa3132f59f93488b" /><Relationship Type="http://schemas.openxmlformats.org/officeDocument/2006/relationships/image" Target="/ppt/media/image180.png" Id="R961e867eac3b4d1b" /><Relationship Type="http://schemas.openxmlformats.org/officeDocument/2006/relationships/image" Target="/ppt/media/image181.png" Id="Re6c9a41bf966446d" /><Relationship Type="http://schemas.openxmlformats.org/officeDocument/2006/relationships/image" Target="/ppt/media/image182.png" Id="Rdd35e15d9d284e74" /><Relationship Type="http://schemas.openxmlformats.org/officeDocument/2006/relationships/image" Target="/ppt/media/image183.png" Id="R74cec1109b794f73" /><Relationship Type="http://schemas.openxmlformats.org/officeDocument/2006/relationships/image" Target="/ppt/media/image184.png" Id="Rd955359b26d048c4" /><Relationship Type="http://schemas.openxmlformats.org/officeDocument/2006/relationships/image" Target="/ppt/media/image185.png" Id="R2234d873cb1d4aef" /><Relationship Type="http://schemas.openxmlformats.org/officeDocument/2006/relationships/image" Target="/ppt/media/image186.png" Id="R33ecb1a7e71b4d19" /><Relationship Type="http://schemas.openxmlformats.org/officeDocument/2006/relationships/image" Target="/ppt/media/image187.png" Id="Rbcfa14189fad4dc7" /><Relationship Type="http://schemas.openxmlformats.org/officeDocument/2006/relationships/image" Target="/ppt/media/image188.png" Id="R3cb30a9880ff4563" /><Relationship Type="http://schemas.openxmlformats.org/officeDocument/2006/relationships/image" Target="/ppt/media/image189.png" Id="R339b269018f94734" /><Relationship Type="http://schemas.openxmlformats.org/officeDocument/2006/relationships/image" Target="/ppt/media/image190.png" Id="R5062e44778c5472c" /><Relationship Type="http://schemas.openxmlformats.org/officeDocument/2006/relationships/image" Target="/ppt/media/image191.png" Id="R415958988a204e6e" /><Relationship Type="http://schemas.openxmlformats.org/officeDocument/2006/relationships/image" Target="/ppt/media/image192.png" Id="R742e67cb221e4e0f" /><Relationship Type="http://schemas.openxmlformats.org/officeDocument/2006/relationships/image" Target="/ppt/media/image193.png" Id="Rd1c29a76f79741c1" /><Relationship Type="http://schemas.openxmlformats.org/officeDocument/2006/relationships/image" Target="/ppt/media/image194.png" Id="Ra3fded6ff61248a2" /><Relationship Type="http://schemas.openxmlformats.org/officeDocument/2006/relationships/image" Target="/ppt/media/image195.png" Id="Rfa28c0f222834ba9" /><Relationship Type="http://schemas.openxmlformats.org/officeDocument/2006/relationships/image" Target="/ppt/media/image196.png" Id="Ra012d11ecb544694" /><Relationship Type="http://schemas.openxmlformats.org/officeDocument/2006/relationships/image" Target="/ppt/media/image197.png" Id="R1bd5d53748dd4a6d" /><Relationship Type="http://schemas.openxmlformats.org/officeDocument/2006/relationships/image" Target="/ppt/media/image198.png" Id="R4c1bc69b9414402b" /><Relationship Type="http://schemas.openxmlformats.org/officeDocument/2006/relationships/image" Target="/ppt/media/image199.png" Id="R03a07be8e2444512" /><Relationship Type="http://schemas.openxmlformats.org/officeDocument/2006/relationships/image" Target="/ppt/media/image200.png" Id="Re3282b59090f4013" /><Relationship Type="http://schemas.openxmlformats.org/officeDocument/2006/relationships/image" Target="/ppt/media/image201.png" Id="R4c6246c6586d4a35" /><Relationship Type="http://schemas.openxmlformats.org/officeDocument/2006/relationships/notesSlide" Target="/ppt/notesSlides/notesSlide1.xml" Id="R108758b29ac149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0" name="path-1">
            <a:extLst xmlns:a="http://schemas.openxmlformats.org/drawingml/2006/main">
              <a:ext uri="{FF2B5EF4-FFF2-40B4-BE49-F238E27FC236}">
                <a16:creationId xmlns:a16="http://schemas.microsoft.com/office/drawing/2014/main" id="{71822AB5-2923-458C-97EE-C2CB047B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60" y="94497"/>
            <a:ext cx="15054292" cy="9026578"/>
          </a:xfrm>
          <a:custGeom xmlns:a="http://schemas.openxmlformats.org/drawingml/2006/main">
            <a:pathLst>
              <a:path w="15054292" h="9026578">
                <a:moveTo>
                  <a:pt x="0" y="0"/>
                </a:moveTo>
                <a:lnTo>
                  <a:pt x="0" y="9026578"/>
                </a:lnTo>
                <a:lnTo>
                  <a:pt x="15054292" y="9026578"/>
                </a:lnTo>
                <a:lnTo>
                  <a:pt x="15054292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7FA7F4C6-9075-42FD-BF1C-03B13600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60" y="94497"/>
            <a:ext cx="15052887" cy="9027828"/>
          </a:xfrm>
          <a:custGeom xmlns:a="http://schemas.openxmlformats.org/drawingml/2006/main">
            <a:pathLst>
              <a:path w="15052887" h="9027828">
                <a:moveTo>
                  <a:pt x="0" y="9027828"/>
                </a:moveTo>
                <a:lnTo>
                  <a:pt x="15052887" y="9027828"/>
                </a:lnTo>
                <a:lnTo>
                  <a:pt x="15052887" y="0"/>
                </a:lnTo>
                <a:lnTo>
                  <a:pt x="0" y="0"/>
                </a:lnTo>
                <a:lnTo>
                  <a:pt x="0" y="902782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D105B6F6-AED2-4E35-8ECF-C1A3A648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942" y="445626"/>
            <a:ext cx="8584780" cy="3885744"/>
          </a:xfrm>
          <a:custGeom xmlns:a="http://schemas.openxmlformats.org/drawingml/2006/main">
            <a:pathLst>
              <a:path w="8584780" h="3885744">
                <a:moveTo>
                  <a:pt x="0" y="336734"/>
                </a:moveTo>
                <a:cubicBezTo>
                  <a:pt x="0" y="150762"/>
                  <a:pt x="150762" y="0"/>
                  <a:pt x="336735" y="0"/>
                </a:cubicBezTo>
                <a:lnTo>
                  <a:pt x="8248045" y="0"/>
                </a:lnTo>
                <a:cubicBezTo>
                  <a:pt x="8434019" y="0"/>
                  <a:pt x="8584780" y="150762"/>
                  <a:pt x="8584780" y="336734"/>
                </a:cubicBezTo>
                <a:lnTo>
                  <a:pt x="8584780" y="3549009"/>
                </a:lnTo>
                <a:cubicBezTo>
                  <a:pt x="8584780" y="3734982"/>
                  <a:pt x="8434019" y="3885744"/>
                  <a:pt x="8248045" y="3885744"/>
                </a:cubicBezTo>
                <a:lnTo>
                  <a:pt x="336735" y="3885744"/>
                </a:lnTo>
                <a:cubicBezTo>
                  <a:pt x="150762" y="3885744"/>
                  <a:pt x="0" y="3734982"/>
                  <a:pt x="0" y="3549009"/>
                </a:cubicBezTo>
                <a:lnTo>
                  <a:pt x="0" y="336734"/>
                </a:lnTo>
              </a:path>
            </a:pathLst>
          </a:custGeom>
          <a:solidFill xmlns:a="http://schemas.openxmlformats.org/drawingml/2006/main">
            <a:srgbClr val="F7EC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073573C2-C58B-43F0-9311-DED1A96B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41" y="452246"/>
            <a:ext cx="6231651" cy="7225294"/>
          </a:xfrm>
          <a:custGeom xmlns:a="http://schemas.openxmlformats.org/drawingml/2006/main">
            <a:pathLst>
              <a:path w="6231651" h="7225294">
                <a:moveTo>
                  <a:pt x="0" y="258921"/>
                </a:moveTo>
                <a:cubicBezTo>
                  <a:pt x="0" y="115924"/>
                  <a:pt x="115923" y="0"/>
                  <a:pt x="258922" y="0"/>
                </a:cubicBezTo>
                <a:lnTo>
                  <a:pt x="5972728" y="0"/>
                </a:lnTo>
                <a:cubicBezTo>
                  <a:pt x="6115725" y="0"/>
                  <a:pt x="6231651" y="115924"/>
                  <a:pt x="6231651" y="258921"/>
                </a:cubicBezTo>
                <a:lnTo>
                  <a:pt x="6231651" y="6966372"/>
                </a:lnTo>
                <a:cubicBezTo>
                  <a:pt x="6231651" y="7109371"/>
                  <a:pt x="6115725" y="7225294"/>
                  <a:pt x="5972728" y="7225294"/>
                </a:cubicBezTo>
                <a:lnTo>
                  <a:pt x="258922" y="7225294"/>
                </a:lnTo>
                <a:cubicBezTo>
                  <a:pt x="115923" y="7225294"/>
                  <a:pt x="0" y="7109371"/>
                  <a:pt x="0" y="6966372"/>
                </a:cubicBezTo>
                <a:lnTo>
                  <a:pt x="0" y="258921"/>
                </a:lnTo>
              </a:path>
            </a:pathLst>
          </a:custGeom>
          <a:solidFill xmlns:a="http://schemas.openxmlformats.org/drawingml/2006/main">
            <a:srgbClr val="E1ECF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9A0D3522-7A6E-4E65-8959-661214DB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36" y="2880679"/>
            <a:ext cx="6230610" cy="4924775"/>
          </a:xfrm>
          <a:custGeom xmlns:a="http://schemas.openxmlformats.org/drawingml/2006/main">
            <a:pathLst>
              <a:path w="6230610" h="4924775">
                <a:moveTo>
                  <a:pt x="0" y="196894"/>
                </a:moveTo>
                <a:cubicBezTo>
                  <a:pt x="0" y="88152"/>
                  <a:pt x="88152" y="0"/>
                  <a:pt x="196894" y="0"/>
                </a:cubicBezTo>
                <a:lnTo>
                  <a:pt x="6033716" y="0"/>
                </a:lnTo>
                <a:cubicBezTo>
                  <a:pt x="6142458" y="0"/>
                  <a:pt x="6230610" y="88152"/>
                  <a:pt x="6230610" y="196894"/>
                </a:cubicBezTo>
                <a:lnTo>
                  <a:pt x="6230610" y="4727882"/>
                </a:lnTo>
                <a:cubicBezTo>
                  <a:pt x="6230610" y="4836623"/>
                  <a:pt x="6142458" y="4924775"/>
                  <a:pt x="6033716" y="4924775"/>
                </a:cubicBezTo>
                <a:lnTo>
                  <a:pt x="196894" y="4924775"/>
                </a:lnTo>
                <a:cubicBezTo>
                  <a:pt x="88152" y="4924775"/>
                  <a:pt x="0" y="4836623"/>
                  <a:pt x="0" y="4727882"/>
                </a:cubicBezTo>
                <a:lnTo>
                  <a:pt x="0" y="196894"/>
                </a:lnTo>
              </a:path>
            </a:pathLst>
          </a:custGeom>
          <a:solidFill xmlns:a="http://schemas.openxmlformats.org/drawingml/2006/main">
            <a:srgbClr val="F7FEF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3BC81B1E-7BC5-42F6-BE00-AD70A0DE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168" y="4782383"/>
            <a:ext cx="8526298" cy="3061130"/>
          </a:xfrm>
          <a:custGeom xmlns:a="http://schemas.openxmlformats.org/drawingml/2006/main">
            <a:pathLst>
              <a:path w="8526298" h="3061130">
                <a:moveTo>
                  <a:pt x="0" y="161203"/>
                </a:moveTo>
                <a:cubicBezTo>
                  <a:pt x="0" y="72173"/>
                  <a:pt x="72173" y="0"/>
                  <a:pt x="161202" y="0"/>
                </a:cubicBezTo>
                <a:lnTo>
                  <a:pt x="8365098" y="0"/>
                </a:lnTo>
                <a:cubicBezTo>
                  <a:pt x="8454125" y="0"/>
                  <a:pt x="8526298" y="72173"/>
                  <a:pt x="8526298" y="161203"/>
                </a:cubicBezTo>
                <a:lnTo>
                  <a:pt x="8526298" y="2899929"/>
                </a:lnTo>
                <a:cubicBezTo>
                  <a:pt x="8526298" y="2988959"/>
                  <a:pt x="8454125" y="3061130"/>
                  <a:pt x="8365098" y="3061130"/>
                </a:cubicBezTo>
                <a:lnTo>
                  <a:pt x="161202" y="3061130"/>
                </a:lnTo>
                <a:cubicBezTo>
                  <a:pt x="72173" y="3061130"/>
                  <a:pt x="0" y="2988959"/>
                  <a:pt x="0" y="2899929"/>
                </a:cubicBezTo>
                <a:lnTo>
                  <a:pt x="0" y="161203"/>
                </a:lnTo>
              </a:path>
            </a:pathLst>
          </a:custGeom>
          <a:solidFill xmlns:a="http://schemas.openxmlformats.org/drawingml/2006/main">
            <a:srgbClr val="F7F0FE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2A81B20B-4E00-4229-9531-2B33F11B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628" y="3194614"/>
            <a:ext cx="1652155" cy="1852400"/>
          </a:xfrm>
          <a:custGeom xmlns:a="http://schemas.openxmlformats.org/drawingml/2006/main">
            <a:pathLst>
              <a:path w="1652155" h="1852400">
                <a:moveTo>
                  <a:pt x="0" y="148330"/>
                </a:moveTo>
                <a:cubicBezTo>
                  <a:pt x="0" y="66409"/>
                  <a:pt x="66409" y="0"/>
                  <a:pt x="148330" y="0"/>
                </a:cubicBezTo>
                <a:lnTo>
                  <a:pt x="1503826" y="0"/>
                </a:lnTo>
                <a:cubicBezTo>
                  <a:pt x="1585746" y="0"/>
                  <a:pt x="1652155" y="66409"/>
                  <a:pt x="1652155" y="148330"/>
                </a:cubicBezTo>
                <a:lnTo>
                  <a:pt x="1652155" y="1704070"/>
                </a:lnTo>
                <a:cubicBezTo>
                  <a:pt x="1652155" y="1785990"/>
                  <a:pt x="1585746" y="1852400"/>
                  <a:pt x="1503826" y="1852400"/>
                </a:cubicBezTo>
                <a:lnTo>
                  <a:pt x="148330" y="1852400"/>
                </a:lnTo>
                <a:cubicBezTo>
                  <a:pt x="66409" y="1852400"/>
                  <a:pt x="0" y="1785990"/>
                  <a:pt x="0" y="1704070"/>
                </a:cubicBezTo>
                <a:lnTo>
                  <a:pt x="0" y="148330"/>
                </a:lnTo>
              </a:path>
            </a:pathLst>
          </a:custGeom>
          <a:solidFill xmlns:a="http://schemas.openxmlformats.org/drawingml/2006/main">
            <a:srgbClr val="8BCF8B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3E2BA971-12FE-4A43-8C79-516F83F9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628" y="3194614"/>
            <a:ext cx="1652155" cy="1852400"/>
          </a:xfrm>
          <a:custGeom xmlns:a="http://schemas.openxmlformats.org/drawingml/2006/main">
            <a:pathLst>
              <a:path w="1652155" h="1852400">
                <a:moveTo>
                  <a:pt x="0" y="148330"/>
                </a:moveTo>
                <a:cubicBezTo>
                  <a:pt x="0" y="66409"/>
                  <a:pt x="66409" y="0"/>
                  <a:pt x="148330" y="0"/>
                </a:cubicBezTo>
                <a:lnTo>
                  <a:pt x="1503826" y="0"/>
                </a:lnTo>
                <a:cubicBezTo>
                  <a:pt x="1585746" y="0"/>
                  <a:pt x="1652155" y="66409"/>
                  <a:pt x="1652155" y="148330"/>
                </a:cubicBezTo>
                <a:lnTo>
                  <a:pt x="1652155" y="1704070"/>
                </a:lnTo>
                <a:cubicBezTo>
                  <a:pt x="1652155" y="1785990"/>
                  <a:pt x="1585746" y="1852400"/>
                  <a:pt x="1503826" y="1852400"/>
                </a:cubicBezTo>
                <a:lnTo>
                  <a:pt x="148330" y="1852400"/>
                </a:lnTo>
                <a:cubicBezTo>
                  <a:pt x="66409" y="1852400"/>
                  <a:pt x="0" y="1785990"/>
                  <a:pt x="0" y="1704070"/>
                </a:cubicBezTo>
                <a:lnTo>
                  <a:pt x="0" y="148330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315B4A"/>
            </a:solidFill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F4753099-0BCA-40F0-B528-2C529294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85" y="3263430"/>
            <a:ext cx="1652155" cy="1852399"/>
          </a:xfrm>
          <a:custGeom xmlns:a="http://schemas.openxmlformats.org/drawingml/2006/main">
            <a:pathLst>
              <a:path w="1652155" h="1852399">
                <a:moveTo>
                  <a:pt x="0" y="148330"/>
                </a:moveTo>
                <a:cubicBezTo>
                  <a:pt x="0" y="66409"/>
                  <a:pt x="66411" y="0"/>
                  <a:pt x="148330" y="0"/>
                </a:cubicBezTo>
                <a:lnTo>
                  <a:pt x="1503826" y="0"/>
                </a:lnTo>
                <a:cubicBezTo>
                  <a:pt x="1585746" y="0"/>
                  <a:pt x="1652155" y="66409"/>
                  <a:pt x="1652155" y="148330"/>
                </a:cubicBezTo>
                <a:lnTo>
                  <a:pt x="1652155" y="1704069"/>
                </a:lnTo>
                <a:cubicBezTo>
                  <a:pt x="1652155" y="1785990"/>
                  <a:pt x="1585746" y="1852399"/>
                  <a:pt x="1503826" y="1852399"/>
                </a:cubicBezTo>
                <a:lnTo>
                  <a:pt x="148330" y="1852399"/>
                </a:lnTo>
                <a:cubicBezTo>
                  <a:pt x="66411" y="1852399"/>
                  <a:pt x="0" y="1785990"/>
                  <a:pt x="0" y="1704069"/>
                </a:cubicBezTo>
                <a:lnTo>
                  <a:pt x="0" y="148330"/>
                </a:lnTo>
              </a:path>
            </a:pathLst>
          </a:custGeom>
          <a:solidFill xmlns:a="http://schemas.openxmlformats.org/drawingml/2006/main">
            <a:srgbClr val="8BCF8B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" name="path-10">
            <a:extLst xmlns:a="http://schemas.openxmlformats.org/drawingml/2006/main">
              <a:ext uri="{FF2B5EF4-FFF2-40B4-BE49-F238E27FC236}">
                <a16:creationId xmlns:a16="http://schemas.microsoft.com/office/drawing/2014/main" id="{AA6FE2CA-2D81-4901-850E-49805171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85" y="3263430"/>
            <a:ext cx="1652154" cy="1852400"/>
          </a:xfrm>
          <a:custGeom xmlns:a="http://schemas.openxmlformats.org/drawingml/2006/main">
            <a:pathLst>
              <a:path w="1652154" h="1852400">
                <a:moveTo>
                  <a:pt x="0" y="148330"/>
                </a:moveTo>
                <a:cubicBezTo>
                  <a:pt x="0" y="66409"/>
                  <a:pt x="66409" y="0"/>
                  <a:pt x="148330" y="0"/>
                </a:cubicBezTo>
                <a:lnTo>
                  <a:pt x="1503825" y="0"/>
                </a:lnTo>
                <a:cubicBezTo>
                  <a:pt x="1585745" y="0"/>
                  <a:pt x="1652154" y="66409"/>
                  <a:pt x="1652154" y="148330"/>
                </a:cubicBezTo>
                <a:lnTo>
                  <a:pt x="1652154" y="1704070"/>
                </a:lnTo>
                <a:cubicBezTo>
                  <a:pt x="1652154" y="1785990"/>
                  <a:pt x="1585745" y="1852400"/>
                  <a:pt x="1503825" y="1852400"/>
                </a:cubicBezTo>
                <a:lnTo>
                  <a:pt x="148330" y="1852400"/>
                </a:lnTo>
                <a:cubicBezTo>
                  <a:pt x="66409" y="1852400"/>
                  <a:pt x="0" y="1785990"/>
                  <a:pt x="0" y="1704070"/>
                </a:cubicBezTo>
                <a:lnTo>
                  <a:pt x="0" y="148330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315B4A"/>
            </a:solidFill>
            <a:prstDash val="solid"/>
          </a:ln>
        </p:spPr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62643066-7C65-420F-8737-1217A4A9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1355" y="3332237"/>
            <a:ext cx="1652151" cy="1852398"/>
          </a:xfrm>
          <a:custGeom xmlns:a="http://schemas.openxmlformats.org/drawingml/2006/main">
            <a:pathLst>
              <a:path w="1652151" h="1852398">
                <a:moveTo>
                  <a:pt x="0" y="148329"/>
                </a:moveTo>
                <a:cubicBezTo>
                  <a:pt x="0" y="66409"/>
                  <a:pt x="66409" y="0"/>
                  <a:pt x="148330" y="0"/>
                </a:cubicBezTo>
                <a:lnTo>
                  <a:pt x="1503822" y="0"/>
                </a:lnTo>
                <a:cubicBezTo>
                  <a:pt x="1585742" y="0"/>
                  <a:pt x="1652151" y="66409"/>
                  <a:pt x="1652151" y="148329"/>
                </a:cubicBezTo>
                <a:lnTo>
                  <a:pt x="1652151" y="1704068"/>
                </a:lnTo>
                <a:cubicBezTo>
                  <a:pt x="1652151" y="1785989"/>
                  <a:pt x="1585742" y="1852398"/>
                  <a:pt x="1503822" y="1852398"/>
                </a:cubicBezTo>
                <a:lnTo>
                  <a:pt x="148330" y="1852398"/>
                </a:lnTo>
                <a:cubicBezTo>
                  <a:pt x="66409" y="1852398"/>
                  <a:pt x="0" y="1785989"/>
                  <a:pt x="0" y="1704068"/>
                </a:cubicBezTo>
                <a:lnTo>
                  <a:pt x="0" y="148329"/>
                </a:lnTo>
              </a:path>
            </a:pathLst>
          </a:custGeom>
          <a:solidFill xmlns:a="http://schemas.openxmlformats.org/drawingml/2006/main">
            <a:srgbClr val="8BCF8B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path-12">
            <a:extLst xmlns:a="http://schemas.openxmlformats.org/drawingml/2006/main">
              <a:ext uri="{FF2B5EF4-FFF2-40B4-BE49-F238E27FC236}">
                <a16:creationId xmlns:a16="http://schemas.microsoft.com/office/drawing/2014/main" id="{88F0117F-B7D2-4BEB-BC46-70F55E9A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1355" y="3332237"/>
            <a:ext cx="1652153" cy="1852398"/>
          </a:xfrm>
          <a:custGeom xmlns:a="http://schemas.openxmlformats.org/drawingml/2006/main">
            <a:pathLst>
              <a:path w="1652153" h="1852398">
                <a:moveTo>
                  <a:pt x="0" y="148330"/>
                </a:moveTo>
                <a:cubicBezTo>
                  <a:pt x="0" y="66409"/>
                  <a:pt x="66409" y="0"/>
                  <a:pt x="148330" y="0"/>
                </a:cubicBezTo>
                <a:lnTo>
                  <a:pt x="1503824" y="0"/>
                </a:lnTo>
                <a:cubicBezTo>
                  <a:pt x="1585744" y="0"/>
                  <a:pt x="1652153" y="66409"/>
                  <a:pt x="1652153" y="148330"/>
                </a:cubicBezTo>
                <a:lnTo>
                  <a:pt x="1652153" y="1704069"/>
                </a:lnTo>
                <a:cubicBezTo>
                  <a:pt x="1652153" y="1785989"/>
                  <a:pt x="1585744" y="1852398"/>
                  <a:pt x="1503824" y="1852398"/>
                </a:cubicBezTo>
                <a:lnTo>
                  <a:pt x="148330" y="1852398"/>
                </a:lnTo>
                <a:cubicBezTo>
                  <a:pt x="66409" y="1852398"/>
                  <a:pt x="0" y="1785989"/>
                  <a:pt x="0" y="1704069"/>
                </a:cubicBezTo>
                <a:lnTo>
                  <a:pt x="0" y="148330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315B4A"/>
            </a:solidFill>
            <a:prstDash val="solid"/>
          </a:ln>
        </p:spPr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D8E34C17-64AA-4DD3-B8EE-0A54D340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843" y="3845826"/>
            <a:ext cx="1513253" cy="1291600"/>
          </a:xfrm>
          <a:custGeom xmlns:a="http://schemas.openxmlformats.org/drawingml/2006/main">
            <a:pathLst>
              <a:path w="1513253" h="1291600">
                <a:moveTo>
                  <a:pt x="0" y="115959"/>
                </a:moveTo>
                <a:cubicBezTo>
                  <a:pt x="0" y="51916"/>
                  <a:pt x="51918" y="0"/>
                  <a:pt x="115961" y="0"/>
                </a:cubicBezTo>
                <a:lnTo>
                  <a:pt x="1397294" y="0"/>
                </a:lnTo>
                <a:cubicBezTo>
                  <a:pt x="1461337" y="0"/>
                  <a:pt x="1513253" y="51916"/>
                  <a:pt x="1513253" y="115959"/>
                </a:cubicBezTo>
                <a:lnTo>
                  <a:pt x="1513253" y="1175640"/>
                </a:lnTo>
                <a:cubicBezTo>
                  <a:pt x="1513253" y="1239683"/>
                  <a:pt x="1461337" y="1291600"/>
                  <a:pt x="1397294" y="1291600"/>
                </a:cubicBezTo>
                <a:lnTo>
                  <a:pt x="115961" y="1291600"/>
                </a:lnTo>
                <a:cubicBezTo>
                  <a:pt x="51918" y="1291600"/>
                  <a:pt x="0" y="1239683"/>
                  <a:pt x="0" y="1175640"/>
                </a:cubicBezTo>
                <a:lnTo>
                  <a:pt x="0" y="115959"/>
                </a:lnTo>
              </a:path>
            </a:pathLst>
          </a:custGeom>
          <a:solidFill xmlns:a="http://schemas.openxmlformats.org/drawingml/2006/main">
            <a:srgbClr val="C4E9C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4" name="text-14 Phase">
            <a:extLst xmlns:a="http://schemas.openxmlformats.org/drawingml/2006/main">
              <a:ext uri="{FF2B5EF4-FFF2-40B4-BE49-F238E27FC236}">
                <a16:creationId xmlns:a16="http://schemas.microsoft.com/office/drawing/2014/main" id="{9F677336-EB15-4B1A-A2E9-471199EF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2536" y="63999"/>
            <a:ext cx="747093" cy="39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Phase</a:t>
            </a:r>
          </a:p>
        </p:txBody>
      </p:sp>
      <p:sp>
        <p:nvSpPr>
          <p:cNvPr id="15" name="text-15 II:">
            <a:extLst xmlns:a="http://schemas.openxmlformats.org/drawingml/2006/main">
              <a:ext uri="{FF2B5EF4-FFF2-40B4-BE49-F238E27FC236}">
                <a16:creationId xmlns:a16="http://schemas.microsoft.com/office/drawing/2014/main" id="{1C742571-AF1E-4D79-B657-419E8B7D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3965" y="66373"/>
            <a:ext cx="276219" cy="390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9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II:</a:t>
            </a:r>
          </a:p>
        </p:txBody>
      </p:sp>
      <p:sp>
        <p:nvSpPr>
          <p:cNvPr id="16" name="text-15 Long">
            <a:extLst xmlns:a="http://schemas.openxmlformats.org/drawingml/2006/main">
              <a:ext uri="{FF2B5EF4-FFF2-40B4-BE49-F238E27FC236}">
                <a16:creationId xmlns:a16="http://schemas.microsoft.com/office/drawing/2014/main" id="{0B9AF21A-4292-4037-8F88-75184021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4837" y="64200"/>
            <a:ext cx="615065" cy="39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Long</a:t>
            </a:r>
          </a:p>
        </p:txBody>
      </p:sp>
      <p:sp>
        <p:nvSpPr>
          <p:cNvPr id="17" name="text-16 -">
            <a:extLst xmlns:a="http://schemas.openxmlformats.org/drawingml/2006/main">
              <a:ext uri="{FF2B5EF4-FFF2-40B4-BE49-F238E27FC236}">
                <a16:creationId xmlns:a16="http://schemas.microsoft.com/office/drawing/2014/main" id="{C6D69A96-57DE-4539-AFDC-60912FFE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9110" y="64618"/>
            <a:ext cx="136659" cy="393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8" name="text-17 Horizon">
            <a:extLst xmlns:a="http://schemas.openxmlformats.org/drawingml/2006/main">
              <a:ext uri="{FF2B5EF4-FFF2-40B4-BE49-F238E27FC236}">
                <a16:creationId xmlns:a16="http://schemas.microsoft.com/office/drawing/2014/main" id="{6B7F5D55-C7DF-4212-AB92-EA4E5D9F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5015" y="64517"/>
            <a:ext cx="948786" cy="393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Horizon</a:t>
            </a:r>
          </a:p>
        </p:txBody>
      </p:sp>
      <p:sp>
        <p:nvSpPr>
          <p:cNvPr id="19" name="text-18 Task">
            <a:extLst xmlns:a="http://schemas.openxmlformats.org/drawingml/2006/main">
              <a:ext uri="{FF2B5EF4-FFF2-40B4-BE49-F238E27FC236}">
                <a16:creationId xmlns:a16="http://schemas.microsoft.com/office/drawing/2014/main" id="{2226DA80-7EFF-4324-A100-E0E62A63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7775" y="64431"/>
            <a:ext cx="563110" cy="393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20" name="text-19 Synthesis">
            <a:extLst xmlns:a="http://schemas.openxmlformats.org/drawingml/2006/main">
              <a:ext uri="{FF2B5EF4-FFF2-40B4-BE49-F238E27FC236}">
                <a16:creationId xmlns:a16="http://schemas.microsoft.com/office/drawing/2014/main" id="{05233D13-2245-4152-9EB8-76C24D09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4197" y="64096"/>
            <a:ext cx="1131352" cy="394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Synthesis</a:t>
            </a:r>
          </a:p>
        </p:txBody>
      </p:sp>
      <p:sp>
        <p:nvSpPr>
          <p:cNvPr id="21" name="text-20 Capability">
            <a:extLst xmlns:a="http://schemas.openxmlformats.org/drawingml/2006/main">
              <a:ext uri="{FF2B5EF4-FFF2-40B4-BE49-F238E27FC236}">
                <a16:creationId xmlns:a16="http://schemas.microsoft.com/office/drawing/2014/main" id="{109DBA05-B3EF-40AC-A352-0D5B6C41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802" y="3312738"/>
            <a:ext cx="956397" cy="30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Capability</a:t>
            </a:r>
          </a:p>
        </p:txBody>
      </p:sp>
      <p:sp>
        <p:nvSpPr>
          <p:cNvPr id="22" name="text-21 Packages">
            <a:extLst xmlns:a="http://schemas.openxmlformats.org/drawingml/2006/main">
              <a:ext uri="{FF2B5EF4-FFF2-40B4-BE49-F238E27FC236}">
                <a16:creationId xmlns:a16="http://schemas.microsoft.com/office/drawing/2014/main" id="{687A179F-9DB3-4F08-8E93-9D5B48CE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0652" y="3579329"/>
            <a:ext cx="882240" cy="306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Packages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ED7FFA-D0DB-4631-A6C0-AC1DAB588C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3fa01dc05942d8"/>
          <a:stretch xmlns:a="http://schemas.openxmlformats.org/drawingml/2006/main"/>
        </p:blipFill>
        <p:spPr>
          <a:xfrm xmlns:a="http://schemas.openxmlformats.org/drawingml/2006/main">
            <a:off x="3383012" y="3295784"/>
            <a:ext cx="569784" cy="569784"/>
          </a:xfrm>
          <a:prstGeom xmlns:a="http://schemas.openxmlformats.org/drawingml/2006/main" prst="rect">
            <a:avLst/>
          </a:prstGeom>
        </p:spPr>
      </p:pic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9A70AE-2186-45D5-AA4F-21C2681340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3ec37ceeea4d59"/>
          <a:stretch xmlns:a="http://schemas.openxmlformats.org/drawingml/2006/main"/>
        </p:blipFill>
        <p:spPr>
          <a:xfrm xmlns:a="http://schemas.openxmlformats.org/drawingml/2006/main">
            <a:off x="3394982" y="3351839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BBE5C8-844F-4EF6-9EC4-C81D069FE2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bb468fab704ef5"/>
          <a:stretch xmlns:a="http://schemas.openxmlformats.org/drawingml/2006/main"/>
        </p:blipFill>
        <p:spPr>
          <a:xfrm xmlns:a="http://schemas.openxmlformats.org/drawingml/2006/main">
            <a:off x="4215197" y="3843076"/>
            <a:ext cx="483567" cy="483567"/>
          </a:xfrm>
          <a:prstGeom xmlns:a="http://schemas.openxmlformats.org/drawingml/2006/main" prst="rect">
            <a:avLst/>
          </a:prstGeom>
        </p:spPr>
      </p:pic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751E1C-2642-4809-A7B3-52738052BA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f93eb991e34f06"/>
          <a:stretch xmlns:a="http://schemas.openxmlformats.org/drawingml/2006/main"/>
        </p:blipFill>
        <p:spPr>
          <a:xfrm xmlns:a="http://schemas.openxmlformats.org/drawingml/2006/main">
            <a:off x="4242707" y="3866189"/>
            <a:ext cx="361950" cy="371475"/>
          </a:xfrm>
          <a:prstGeom xmlns:a="http://schemas.openxmlformats.org/drawingml/2006/main" prst="rect">
            <a:avLst/>
          </a:prstGeom>
        </p:spPr>
      </p:pic>
      <p:sp>
        <p:nvSpPr>
          <p:cNvPr id="27" name="text-26 Tools">
            <a:extLst xmlns:a="http://schemas.openxmlformats.org/drawingml/2006/main">
              <a:ext uri="{FF2B5EF4-FFF2-40B4-BE49-F238E27FC236}">
                <a16:creationId xmlns:a16="http://schemas.microsoft.com/office/drawing/2014/main" id="{90C20B43-FC5D-4EB2-BA7A-F27D4FBE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9202" y="4246269"/>
            <a:ext cx="433866" cy="26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Tools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48285A-26E9-438E-9E26-E9BC7F4B9B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5e0b1b7815444b"/>
          <a:stretch xmlns:a="http://schemas.openxmlformats.org/drawingml/2006/main"/>
        </p:blipFill>
        <p:spPr>
          <a:xfrm xmlns:a="http://schemas.openxmlformats.org/drawingml/2006/main">
            <a:off x="3544201" y="3813088"/>
            <a:ext cx="483567" cy="483567"/>
          </a:xfrm>
          <a:prstGeom xmlns:a="http://schemas.openxmlformats.org/drawingml/2006/main" prst="rect">
            <a:avLst/>
          </a:prstGeom>
        </p:spPr>
      </p:pic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14A2F3-599E-4530-8B2F-871D99663D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33fba3fe7f4155"/>
          <a:stretch xmlns:a="http://schemas.openxmlformats.org/drawingml/2006/main"/>
        </p:blipFill>
        <p:spPr>
          <a:xfrm xmlns:a="http://schemas.openxmlformats.org/drawingml/2006/main">
            <a:off x="3556907" y="3875714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0" name="text-29 MCP">
            <a:extLst xmlns:a="http://schemas.openxmlformats.org/drawingml/2006/main">
              <a:ext uri="{FF2B5EF4-FFF2-40B4-BE49-F238E27FC236}">
                <a16:creationId xmlns:a16="http://schemas.microsoft.com/office/drawing/2014/main" id="{DE6670D4-565C-451E-80A6-93926D18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4501" y="4255010"/>
            <a:ext cx="395217" cy="26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MCP</a:t>
            </a:r>
          </a:p>
        </p:txBody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C83D09-4E73-4E8B-ADC4-2702985CDE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6d999ea93c4014"/>
          <a:stretch xmlns:a="http://schemas.openxmlformats.org/drawingml/2006/main"/>
        </p:blipFill>
        <p:spPr>
          <a:xfrm xmlns:a="http://schemas.openxmlformats.org/drawingml/2006/main">
            <a:off x="4218931" y="4491580"/>
            <a:ext cx="476099" cy="479818"/>
          </a:xfrm>
          <a:prstGeom xmlns:a="http://schemas.openxmlformats.org/drawingml/2006/main" prst="rect">
            <a:avLst/>
          </a:prstGeom>
        </p:spPr>
      </p:pic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92A47D-A1CF-4BD3-AD3C-64D3F002F2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7f86bbf3c54c21"/>
          <a:stretch xmlns:a="http://schemas.openxmlformats.org/drawingml/2006/main"/>
        </p:blipFill>
        <p:spPr>
          <a:xfrm xmlns:a="http://schemas.openxmlformats.org/drawingml/2006/main">
            <a:off x="4242707" y="4513889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3" name="text-32 Reference">
            <a:extLst xmlns:a="http://schemas.openxmlformats.org/drawingml/2006/main">
              <a:ext uri="{FF2B5EF4-FFF2-40B4-BE49-F238E27FC236}">
                <a16:creationId xmlns:a16="http://schemas.microsoft.com/office/drawing/2014/main" id="{D1203963-2AD0-4673-9183-CC58AAB1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5788" y="4888822"/>
            <a:ext cx="802292" cy="2625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34" name="text-33 Script">
            <a:extLst xmlns:a="http://schemas.openxmlformats.org/drawingml/2006/main">
              <a:ext uri="{FF2B5EF4-FFF2-40B4-BE49-F238E27FC236}">
                <a16:creationId xmlns:a16="http://schemas.microsoft.com/office/drawing/2014/main" id="{B947426F-38F0-4D2E-B7B3-8B252402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13463" y="4891129"/>
            <a:ext cx="477038" cy="26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Script</a:t>
            </a:r>
          </a:p>
        </p:txBody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A20386-4132-40BA-928D-4A799B1E7C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8eca9036e414b"/>
          <a:stretch xmlns:a="http://schemas.openxmlformats.org/drawingml/2006/main"/>
        </p:blipFill>
        <p:spPr>
          <a:xfrm xmlns:a="http://schemas.openxmlformats.org/drawingml/2006/main">
            <a:off x="3532941" y="4495329"/>
            <a:ext cx="476099" cy="479818"/>
          </a:xfrm>
          <a:prstGeom xmlns:a="http://schemas.openxmlformats.org/drawingml/2006/main" prst="rect">
            <a:avLst/>
          </a:prstGeom>
        </p:spPr>
      </p:pic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600423-989C-492B-98CB-2B628AB580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4a6e97f9d048b4"/>
          <a:stretch xmlns:a="http://schemas.openxmlformats.org/drawingml/2006/main"/>
        </p:blipFill>
        <p:spPr>
          <a:xfrm xmlns:a="http://schemas.openxmlformats.org/drawingml/2006/main">
            <a:off x="3556907" y="4523414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7" name="path-36">
            <a:extLst xmlns:a="http://schemas.openxmlformats.org/drawingml/2006/main">
              <a:ext uri="{FF2B5EF4-FFF2-40B4-BE49-F238E27FC236}">
                <a16:creationId xmlns:a16="http://schemas.microsoft.com/office/drawing/2014/main" id="{3173BF36-8923-4CD8-BD66-6BD2D5C9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3" y="3261640"/>
            <a:ext cx="2433775" cy="2002166"/>
          </a:xfrm>
          <a:custGeom xmlns:a="http://schemas.openxmlformats.org/drawingml/2006/main">
            <a:pathLst>
              <a:path w="2433775" h="2002166">
                <a:moveTo>
                  <a:pt x="0" y="179756"/>
                </a:moveTo>
                <a:cubicBezTo>
                  <a:pt x="0" y="80479"/>
                  <a:pt x="80479" y="0"/>
                  <a:pt x="179754" y="0"/>
                </a:cubicBezTo>
                <a:lnTo>
                  <a:pt x="2254021" y="0"/>
                </a:lnTo>
                <a:cubicBezTo>
                  <a:pt x="2353296" y="0"/>
                  <a:pt x="2433775" y="80479"/>
                  <a:pt x="2433775" y="179756"/>
                </a:cubicBezTo>
                <a:lnTo>
                  <a:pt x="2433775" y="1822413"/>
                </a:lnTo>
                <a:cubicBezTo>
                  <a:pt x="2433775" y="1921689"/>
                  <a:pt x="2353296" y="2002166"/>
                  <a:pt x="2254021" y="2002166"/>
                </a:cubicBezTo>
                <a:lnTo>
                  <a:pt x="179754" y="2002166"/>
                </a:lnTo>
                <a:cubicBezTo>
                  <a:pt x="80479" y="2002166"/>
                  <a:pt x="0" y="1921689"/>
                  <a:pt x="0" y="1822413"/>
                </a:cubicBezTo>
                <a:lnTo>
                  <a:pt x="0" y="179756"/>
                </a:lnTo>
              </a:path>
            </a:pathLst>
          </a:custGeom>
          <a:solidFill xmlns:a="http://schemas.openxmlformats.org/drawingml/2006/main">
            <a:srgbClr val="E1F2DE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8" name="path-37">
            <a:extLst xmlns:a="http://schemas.openxmlformats.org/drawingml/2006/main">
              <a:ext uri="{FF2B5EF4-FFF2-40B4-BE49-F238E27FC236}">
                <a16:creationId xmlns:a16="http://schemas.microsoft.com/office/drawing/2014/main" id="{D2CE3A47-5156-4B29-90A8-9B6F17EB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3" y="3261640"/>
            <a:ext cx="2433775" cy="2002167"/>
          </a:xfrm>
          <a:custGeom xmlns:a="http://schemas.openxmlformats.org/drawingml/2006/main">
            <a:pathLst>
              <a:path w="2433775" h="2002167">
                <a:moveTo>
                  <a:pt x="0" y="179755"/>
                </a:moveTo>
                <a:cubicBezTo>
                  <a:pt x="0" y="80479"/>
                  <a:pt x="80479" y="0"/>
                  <a:pt x="179755" y="0"/>
                </a:cubicBezTo>
                <a:lnTo>
                  <a:pt x="2254020" y="0"/>
                </a:lnTo>
                <a:cubicBezTo>
                  <a:pt x="2353296" y="0"/>
                  <a:pt x="2433775" y="80479"/>
                  <a:pt x="2433775" y="179755"/>
                </a:cubicBezTo>
                <a:lnTo>
                  <a:pt x="2433775" y="1822412"/>
                </a:lnTo>
                <a:cubicBezTo>
                  <a:pt x="2433775" y="1921688"/>
                  <a:pt x="2353296" y="2002167"/>
                  <a:pt x="2254020" y="2002167"/>
                </a:cubicBezTo>
                <a:lnTo>
                  <a:pt x="179755" y="2002167"/>
                </a:lnTo>
                <a:cubicBezTo>
                  <a:pt x="80479" y="2002167"/>
                  <a:pt x="0" y="1921688"/>
                  <a:pt x="0" y="1822412"/>
                </a:cubicBezTo>
                <a:lnTo>
                  <a:pt x="0" y="179755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5A9D67"/>
            </a:solidFill>
            <a:prstDash val="solid"/>
          </a:ln>
        </p:spPr>
      </p:sp>
      <p:sp>
        <p:nvSpPr>
          <p:cNvPr id="39" name="path-38">
            <a:extLst xmlns:a="http://schemas.openxmlformats.org/drawingml/2006/main">
              <a:ext uri="{FF2B5EF4-FFF2-40B4-BE49-F238E27FC236}">
                <a16:creationId xmlns:a16="http://schemas.microsoft.com/office/drawing/2014/main" id="{DD6D318B-7986-48E2-97F5-11155091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777" y="3194951"/>
            <a:ext cx="388421" cy="925863"/>
          </a:xfrm>
          <a:custGeom xmlns:a="http://schemas.openxmlformats.org/drawingml/2006/main">
            <a:pathLst>
              <a:path w="388421" h="925863">
                <a:moveTo>
                  <a:pt x="0" y="925863"/>
                </a:moveTo>
                <a:lnTo>
                  <a:pt x="120962" y="925863"/>
                </a:lnTo>
                <a:lnTo>
                  <a:pt x="120962" y="0"/>
                </a:lnTo>
                <a:lnTo>
                  <a:pt x="3884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8095">
            <a:solidFill>
              <a:srgbClr val="8BCF8B">
                <a:alpha val="70000"/>
              </a:srgbClr>
            </a:solidFill>
            <a:prstDash val="solid"/>
          </a:ln>
        </p:spPr>
      </p:sp>
      <p:sp>
        <p:nvSpPr>
          <p:cNvPr id="40" name="path-39">
            <a:extLst xmlns:a="http://schemas.openxmlformats.org/drawingml/2006/main">
              <a:ext uri="{FF2B5EF4-FFF2-40B4-BE49-F238E27FC236}">
                <a16:creationId xmlns:a16="http://schemas.microsoft.com/office/drawing/2014/main" id="{D08012B0-9BD8-4E9D-A707-99677F17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777" y="4120815"/>
            <a:ext cx="388421" cy="878172"/>
          </a:xfrm>
          <a:custGeom xmlns:a="http://schemas.openxmlformats.org/drawingml/2006/main">
            <a:pathLst>
              <a:path w="388421" h="878172">
                <a:moveTo>
                  <a:pt x="0" y="0"/>
                </a:moveTo>
                <a:lnTo>
                  <a:pt x="113260" y="0"/>
                </a:lnTo>
                <a:lnTo>
                  <a:pt x="113260" y="878172"/>
                </a:lnTo>
                <a:lnTo>
                  <a:pt x="388421" y="878172"/>
                </a:lnTo>
              </a:path>
            </a:pathLst>
          </a:custGeom>
          <a:noFill xmlns:a="http://schemas.openxmlformats.org/drawingml/2006/main"/>
          <a:ln xmlns:a="http://schemas.openxmlformats.org/drawingml/2006/main" w="78095">
            <a:solidFill>
              <a:srgbClr val="8BCF8B">
                <a:alpha val="70000"/>
              </a:srgbClr>
            </a:solidFill>
            <a:prstDash val="solid"/>
          </a:ln>
        </p:spPr>
      </p:sp>
      <p:sp>
        <p:nvSpPr>
          <p:cNvPr id="41" name="path-40">
            <a:extLst xmlns:a="http://schemas.openxmlformats.org/drawingml/2006/main">
              <a:ext uri="{FF2B5EF4-FFF2-40B4-BE49-F238E27FC236}">
                <a16:creationId xmlns:a16="http://schemas.microsoft.com/office/drawing/2014/main" id="{FF61586D-0265-4E4F-B135-2C233CF4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746" y="4212287"/>
            <a:ext cx="576608" cy="66066"/>
          </a:xfrm>
          <a:custGeom xmlns:a="http://schemas.openxmlformats.org/drawingml/2006/main">
            <a:pathLst>
              <a:path w="576608" h="66066">
                <a:moveTo>
                  <a:pt x="233" y="66066"/>
                </a:moveTo>
                <a:lnTo>
                  <a:pt x="498630" y="62358"/>
                </a:lnTo>
                <a:lnTo>
                  <a:pt x="498399" y="31121"/>
                </a:lnTo>
                <a:lnTo>
                  <a:pt x="0" y="34829"/>
                </a:lnTo>
                <a:lnTo>
                  <a:pt x="233" y="66066"/>
                </a:lnTo>
                <a:moveTo>
                  <a:pt x="483243" y="93712"/>
                </a:moveTo>
                <a:lnTo>
                  <a:pt x="576608" y="46159"/>
                </a:lnTo>
                <a:lnTo>
                  <a:pt x="482547" y="0"/>
                </a:lnTo>
                <a:lnTo>
                  <a:pt x="483243" y="93712"/>
                </a:lnTo>
              </a:path>
            </a:pathLst>
          </a:custGeom>
          <a:solidFill xmlns:a="http://schemas.openxmlformats.org/drawingml/2006/main">
            <a:srgbClr val="315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-41 Exact">
            <a:extLst xmlns:a="http://schemas.openxmlformats.org/drawingml/2006/main">
              <a:ext uri="{FF2B5EF4-FFF2-40B4-BE49-F238E27FC236}">
                <a16:creationId xmlns:a16="http://schemas.microsoft.com/office/drawing/2014/main" id="{3DD36A82-6AAC-4617-B680-28A8EE56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9172" y="4299522"/>
            <a:ext cx="450565" cy="2636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Exact</a:t>
            </a:r>
          </a:p>
        </p:txBody>
      </p:sp>
      <p:sp>
        <p:nvSpPr>
          <p:cNvPr id="43" name="path-42">
            <a:extLst xmlns:a="http://schemas.openxmlformats.org/drawingml/2006/main">
              <a:ext uri="{FF2B5EF4-FFF2-40B4-BE49-F238E27FC236}">
                <a16:creationId xmlns:a16="http://schemas.microsoft.com/office/drawing/2014/main" id="{761934DB-FED8-4485-BB10-411B38A1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080" y="783877"/>
            <a:ext cx="1685299" cy="1776249"/>
          </a:xfrm>
          <a:custGeom xmlns:a="http://schemas.openxmlformats.org/drawingml/2006/main">
            <a:pathLst>
              <a:path w="1685299" h="1776249">
                <a:moveTo>
                  <a:pt x="0" y="151305"/>
                </a:moveTo>
                <a:cubicBezTo>
                  <a:pt x="0" y="67742"/>
                  <a:pt x="67744" y="0"/>
                  <a:pt x="151307" y="0"/>
                </a:cubicBezTo>
                <a:lnTo>
                  <a:pt x="1533992" y="0"/>
                </a:lnTo>
                <a:cubicBezTo>
                  <a:pt x="1617556" y="0"/>
                  <a:pt x="1685299" y="67742"/>
                  <a:pt x="1685299" y="151305"/>
                </a:cubicBezTo>
                <a:lnTo>
                  <a:pt x="1685299" y="1624944"/>
                </a:lnTo>
                <a:cubicBezTo>
                  <a:pt x="1685299" y="1708508"/>
                  <a:pt x="1617556" y="1776249"/>
                  <a:pt x="1533992" y="1776249"/>
                </a:cubicBezTo>
                <a:lnTo>
                  <a:pt x="151307" y="1776249"/>
                </a:lnTo>
                <a:cubicBezTo>
                  <a:pt x="67744" y="1776249"/>
                  <a:pt x="0" y="1708508"/>
                  <a:pt x="0" y="1624944"/>
                </a:cubicBezTo>
                <a:lnTo>
                  <a:pt x="0" y="151305"/>
                </a:lnTo>
              </a:path>
            </a:pathLst>
          </a:custGeom>
          <a:solidFill xmlns:a="http://schemas.openxmlformats.org/drawingml/2006/main">
            <a:srgbClr val="72C2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4" name="path-43">
            <a:extLst xmlns:a="http://schemas.openxmlformats.org/drawingml/2006/main">
              <a:ext uri="{FF2B5EF4-FFF2-40B4-BE49-F238E27FC236}">
                <a16:creationId xmlns:a16="http://schemas.microsoft.com/office/drawing/2014/main" id="{32DC2172-8037-48E1-9A7B-7FAF771C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080" y="783877"/>
            <a:ext cx="1685297" cy="1776248"/>
          </a:xfrm>
          <a:custGeom xmlns:a="http://schemas.openxmlformats.org/drawingml/2006/main">
            <a:pathLst>
              <a:path w="1685297" h="1776248">
                <a:moveTo>
                  <a:pt x="0" y="151305"/>
                </a:moveTo>
                <a:cubicBezTo>
                  <a:pt x="0" y="67742"/>
                  <a:pt x="67742" y="0"/>
                  <a:pt x="151305" y="0"/>
                </a:cubicBezTo>
                <a:lnTo>
                  <a:pt x="1533992" y="0"/>
                </a:lnTo>
                <a:cubicBezTo>
                  <a:pt x="1617556" y="0"/>
                  <a:pt x="1685297" y="67742"/>
                  <a:pt x="1685297" y="151305"/>
                </a:cubicBezTo>
                <a:lnTo>
                  <a:pt x="1685297" y="1624943"/>
                </a:lnTo>
                <a:cubicBezTo>
                  <a:pt x="1685297" y="1708507"/>
                  <a:pt x="1617556" y="1776248"/>
                  <a:pt x="1533992" y="1776248"/>
                </a:cubicBezTo>
                <a:lnTo>
                  <a:pt x="151305" y="1776248"/>
                </a:lnTo>
                <a:cubicBezTo>
                  <a:pt x="67742" y="1776248"/>
                  <a:pt x="0" y="1708507"/>
                  <a:pt x="0" y="1624943"/>
                </a:cubicBezTo>
                <a:lnTo>
                  <a:pt x="0" y="151305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7087E4"/>
            </a:solidFill>
            <a:prstDash val="solid"/>
          </a:ln>
        </p:spPr>
      </p:sp>
      <p:sp>
        <p:nvSpPr>
          <p:cNvPr id="45" name="path-44">
            <a:extLst xmlns:a="http://schemas.openxmlformats.org/drawingml/2006/main">
              <a:ext uri="{FF2B5EF4-FFF2-40B4-BE49-F238E27FC236}">
                <a16:creationId xmlns:a16="http://schemas.microsoft.com/office/drawing/2014/main" id="{826CCFB0-11D5-442D-B705-CD7FFD67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43" y="836756"/>
            <a:ext cx="1685297" cy="1802642"/>
          </a:xfrm>
          <a:custGeom xmlns:a="http://schemas.openxmlformats.org/drawingml/2006/main">
            <a:pathLst>
              <a:path w="1685297" h="1802642">
                <a:moveTo>
                  <a:pt x="0" y="151305"/>
                </a:moveTo>
                <a:cubicBezTo>
                  <a:pt x="0" y="67742"/>
                  <a:pt x="67742" y="0"/>
                  <a:pt x="151307" y="0"/>
                </a:cubicBezTo>
                <a:lnTo>
                  <a:pt x="1533991" y="0"/>
                </a:lnTo>
                <a:cubicBezTo>
                  <a:pt x="1617556" y="0"/>
                  <a:pt x="1685297" y="67742"/>
                  <a:pt x="1685297" y="151305"/>
                </a:cubicBezTo>
                <a:lnTo>
                  <a:pt x="1685297" y="1651336"/>
                </a:lnTo>
                <a:cubicBezTo>
                  <a:pt x="1685297" y="1734901"/>
                  <a:pt x="1617556" y="1802642"/>
                  <a:pt x="1533991" y="1802642"/>
                </a:cubicBezTo>
                <a:lnTo>
                  <a:pt x="151307" y="1802642"/>
                </a:lnTo>
                <a:cubicBezTo>
                  <a:pt x="67742" y="1802642"/>
                  <a:pt x="0" y="1734901"/>
                  <a:pt x="0" y="1651336"/>
                </a:cubicBezTo>
                <a:lnTo>
                  <a:pt x="0" y="151305"/>
                </a:lnTo>
              </a:path>
            </a:pathLst>
          </a:custGeom>
          <a:solidFill xmlns:a="http://schemas.openxmlformats.org/drawingml/2006/main">
            <a:srgbClr val="72C2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6" name="path-45">
            <a:extLst xmlns:a="http://schemas.openxmlformats.org/drawingml/2006/main">
              <a:ext uri="{FF2B5EF4-FFF2-40B4-BE49-F238E27FC236}">
                <a16:creationId xmlns:a16="http://schemas.microsoft.com/office/drawing/2014/main" id="{D0B37D44-F0CD-4543-A4FB-1ABBA945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43" y="836756"/>
            <a:ext cx="1685297" cy="1802644"/>
          </a:xfrm>
          <a:custGeom xmlns:a="http://schemas.openxmlformats.org/drawingml/2006/main">
            <a:pathLst>
              <a:path w="1685297" h="1802644">
                <a:moveTo>
                  <a:pt x="0" y="151306"/>
                </a:moveTo>
                <a:cubicBezTo>
                  <a:pt x="0" y="67742"/>
                  <a:pt x="67742" y="0"/>
                  <a:pt x="151306" y="0"/>
                </a:cubicBezTo>
                <a:lnTo>
                  <a:pt x="1533990" y="0"/>
                </a:lnTo>
                <a:cubicBezTo>
                  <a:pt x="1617555" y="0"/>
                  <a:pt x="1685297" y="67742"/>
                  <a:pt x="1685297" y="151306"/>
                </a:cubicBezTo>
                <a:lnTo>
                  <a:pt x="1685297" y="1651337"/>
                </a:lnTo>
                <a:cubicBezTo>
                  <a:pt x="1685297" y="1734901"/>
                  <a:pt x="1617555" y="1802644"/>
                  <a:pt x="1533990" y="1802644"/>
                </a:cubicBezTo>
                <a:lnTo>
                  <a:pt x="151306" y="1802644"/>
                </a:lnTo>
                <a:cubicBezTo>
                  <a:pt x="67742" y="1802644"/>
                  <a:pt x="0" y="1734901"/>
                  <a:pt x="0" y="1651337"/>
                </a:cubicBezTo>
                <a:lnTo>
                  <a:pt x="0" y="151306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7087E4"/>
            </a:solidFill>
            <a:prstDash val="solid"/>
          </a:ln>
        </p:spPr>
      </p:sp>
      <p:sp>
        <p:nvSpPr>
          <p:cNvPr id="47" name="path-46">
            <a:extLst xmlns:a="http://schemas.openxmlformats.org/drawingml/2006/main">
              <a:ext uri="{FF2B5EF4-FFF2-40B4-BE49-F238E27FC236}">
                <a16:creationId xmlns:a16="http://schemas.microsoft.com/office/drawing/2014/main" id="{E1A655CC-56BF-4DDB-B11B-33D4F199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807" y="883889"/>
            <a:ext cx="1685297" cy="1846390"/>
          </a:xfrm>
          <a:custGeom xmlns:a="http://schemas.openxmlformats.org/drawingml/2006/main">
            <a:pathLst>
              <a:path w="1685297" h="1846390">
                <a:moveTo>
                  <a:pt x="0" y="151306"/>
                </a:moveTo>
                <a:cubicBezTo>
                  <a:pt x="0" y="67743"/>
                  <a:pt x="67741" y="0"/>
                  <a:pt x="151305" y="0"/>
                </a:cubicBezTo>
                <a:lnTo>
                  <a:pt x="1533992" y="0"/>
                </a:lnTo>
                <a:cubicBezTo>
                  <a:pt x="1617555" y="0"/>
                  <a:pt x="1685297" y="67743"/>
                  <a:pt x="1685297" y="151306"/>
                </a:cubicBezTo>
                <a:lnTo>
                  <a:pt x="1685297" y="1695085"/>
                </a:lnTo>
                <a:cubicBezTo>
                  <a:pt x="1685297" y="1778649"/>
                  <a:pt x="1617555" y="1846390"/>
                  <a:pt x="1533992" y="1846390"/>
                </a:cubicBezTo>
                <a:lnTo>
                  <a:pt x="151305" y="1846390"/>
                </a:lnTo>
                <a:cubicBezTo>
                  <a:pt x="67741" y="1846390"/>
                  <a:pt x="0" y="1778649"/>
                  <a:pt x="0" y="1695085"/>
                </a:cubicBezTo>
                <a:lnTo>
                  <a:pt x="0" y="151306"/>
                </a:lnTo>
              </a:path>
            </a:pathLst>
          </a:custGeom>
          <a:solidFill xmlns:a="http://schemas.openxmlformats.org/drawingml/2006/main">
            <a:srgbClr val="72C2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8" name="path-47">
            <a:extLst xmlns:a="http://schemas.openxmlformats.org/drawingml/2006/main">
              <a:ext uri="{FF2B5EF4-FFF2-40B4-BE49-F238E27FC236}">
                <a16:creationId xmlns:a16="http://schemas.microsoft.com/office/drawing/2014/main" id="{ABDA35BF-461B-42DB-AF0B-4D5A7B0A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807" y="883889"/>
            <a:ext cx="1685297" cy="1846390"/>
          </a:xfrm>
          <a:custGeom xmlns:a="http://schemas.openxmlformats.org/drawingml/2006/main">
            <a:pathLst>
              <a:path w="1685297" h="1846390">
                <a:moveTo>
                  <a:pt x="0" y="151305"/>
                </a:moveTo>
                <a:cubicBezTo>
                  <a:pt x="0" y="67742"/>
                  <a:pt x="67742" y="0"/>
                  <a:pt x="151305" y="0"/>
                </a:cubicBezTo>
                <a:lnTo>
                  <a:pt x="1533992" y="0"/>
                </a:lnTo>
                <a:cubicBezTo>
                  <a:pt x="1617556" y="0"/>
                  <a:pt x="1685297" y="67742"/>
                  <a:pt x="1685297" y="151305"/>
                </a:cubicBezTo>
                <a:lnTo>
                  <a:pt x="1685297" y="1695085"/>
                </a:lnTo>
                <a:cubicBezTo>
                  <a:pt x="1685297" y="1778649"/>
                  <a:pt x="1617556" y="1846390"/>
                  <a:pt x="1533992" y="1846390"/>
                </a:cubicBezTo>
                <a:lnTo>
                  <a:pt x="151305" y="1846390"/>
                </a:lnTo>
                <a:cubicBezTo>
                  <a:pt x="67742" y="1846390"/>
                  <a:pt x="0" y="1778649"/>
                  <a:pt x="0" y="1695085"/>
                </a:cubicBezTo>
                <a:lnTo>
                  <a:pt x="0" y="151305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7087E4"/>
            </a:solidFill>
            <a:prstDash val="solid"/>
          </a:ln>
        </p:spPr>
      </p:sp>
      <p:sp>
        <p:nvSpPr>
          <p:cNvPr id="49" name="path-48">
            <a:extLst xmlns:a="http://schemas.openxmlformats.org/drawingml/2006/main">
              <a:ext uri="{FF2B5EF4-FFF2-40B4-BE49-F238E27FC236}">
                <a16:creationId xmlns:a16="http://schemas.microsoft.com/office/drawing/2014/main" id="{27CF29A5-B453-4DC3-B043-7DE5EB20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4302" y="1440448"/>
            <a:ext cx="1542637" cy="1225351"/>
          </a:xfrm>
          <a:custGeom xmlns:a="http://schemas.openxmlformats.org/drawingml/2006/main">
            <a:pathLst>
              <a:path w="1542637" h="1225351">
                <a:moveTo>
                  <a:pt x="0" y="110011"/>
                </a:moveTo>
                <a:cubicBezTo>
                  <a:pt x="0" y="49253"/>
                  <a:pt x="49254" y="0"/>
                  <a:pt x="110013" y="0"/>
                </a:cubicBezTo>
                <a:lnTo>
                  <a:pt x="1432626" y="0"/>
                </a:lnTo>
                <a:cubicBezTo>
                  <a:pt x="1493384" y="0"/>
                  <a:pt x="1542637" y="49253"/>
                  <a:pt x="1542637" y="110011"/>
                </a:cubicBezTo>
                <a:lnTo>
                  <a:pt x="1542637" y="1115340"/>
                </a:lnTo>
                <a:cubicBezTo>
                  <a:pt x="1542637" y="1176098"/>
                  <a:pt x="1493384" y="1225351"/>
                  <a:pt x="1432626" y="1225351"/>
                </a:cubicBezTo>
                <a:lnTo>
                  <a:pt x="110013" y="1225351"/>
                </a:lnTo>
                <a:cubicBezTo>
                  <a:pt x="49254" y="1225351"/>
                  <a:pt x="0" y="1176098"/>
                  <a:pt x="0" y="1115340"/>
                </a:cubicBezTo>
                <a:lnTo>
                  <a:pt x="0" y="110011"/>
                </a:lnTo>
              </a:path>
            </a:pathLst>
          </a:custGeom>
          <a:solidFill xmlns:a="http://schemas.openxmlformats.org/drawingml/2006/main">
            <a:srgbClr val="BFE9FE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0" name="text-49 Profiled">
            <a:extLst xmlns:a="http://schemas.openxmlformats.org/drawingml/2006/main">
              <a:ext uri="{FF2B5EF4-FFF2-40B4-BE49-F238E27FC236}">
                <a16:creationId xmlns:a16="http://schemas.microsoft.com/office/drawing/2014/main" id="{BA216107-821E-42FF-BEDD-F9D5017B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5102" y="875968"/>
            <a:ext cx="748133" cy="30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Profiled</a:t>
            </a:r>
          </a:p>
        </p:txBody>
      </p:sp>
      <p:sp>
        <p:nvSpPr>
          <p:cNvPr id="51" name="text-49 File">
            <a:extLst xmlns:a="http://schemas.openxmlformats.org/drawingml/2006/main">
              <a:ext uri="{FF2B5EF4-FFF2-40B4-BE49-F238E27FC236}">
                <a16:creationId xmlns:a16="http://schemas.microsoft.com/office/drawing/2014/main" id="{CBE59083-4E42-44EE-8DE4-FED226B5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2193" y="875885"/>
            <a:ext cx="355767" cy="30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File</a:t>
            </a:r>
          </a:p>
        </p:txBody>
      </p:sp>
      <p:sp>
        <p:nvSpPr>
          <p:cNvPr id="52" name="text-51 Instances">
            <a:extLst xmlns:a="http://schemas.openxmlformats.org/drawingml/2006/main">
              <a:ext uri="{FF2B5EF4-FFF2-40B4-BE49-F238E27FC236}">
                <a16:creationId xmlns:a16="http://schemas.microsoft.com/office/drawing/2014/main" id="{861AA67B-F280-437C-BD5D-0439CF19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75127" y="1142974"/>
            <a:ext cx="881915" cy="305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Instances</a:t>
            </a:r>
          </a:p>
        </p:txBody>
      </p:sp>
      <p:sp>
        <p:nvSpPr>
          <p:cNvPr id="53" name="path-52">
            <a:extLst xmlns:a="http://schemas.openxmlformats.org/drawingml/2006/main">
              <a:ext uri="{FF2B5EF4-FFF2-40B4-BE49-F238E27FC236}">
                <a16:creationId xmlns:a16="http://schemas.microsoft.com/office/drawing/2014/main" id="{FC31D800-1C54-43B2-A051-0A83077F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286" y="1785105"/>
            <a:ext cx="614514" cy="62478"/>
          </a:xfrm>
          <a:custGeom xmlns:a="http://schemas.openxmlformats.org/drawingml/2006/main">
            <a:pathLst>
              <a:path w="614514" h="62478">
                <a:moveTo>
                  <a:pt x="0" y="0"/>
                </a:moveTo>
                <a:lnTo>
                  <a:pt x="536419" y="1"/>
                </a:lnTo>
                <a:lnTo>
                  <a:pt x="536419" y="31240"/>
                </a:lnTo>
                <a:lnTo>
                  <a:pt x="0" y="31238"/>
                </a:lnTo>
                <a:lnTo>
                  <a:pt x="0" y="0"/>
                </a:lnTo>
                <a:moveTo>
                  <a:pt x="520800" y="-31237"/>
                </a:moveTo>
                <a:lnTo>
                  <a:pt x="614514" y="15621"/>
                </a:lnTo>
                <a:lnTo>
                  <a:pt x="520800" y="62478"/>
                </a:lnTo>
                <a:lnTo>
                  <a:pt x="520800" y="-31237"/>
                </a:lnTo>
              </a:path>
            </a:pathLst>
          </a:custGeom>
          <a:solidFill xmlns:a="http://schemas.openxmlformats.org/drawingml/2006/main">
            <a:srgbClr val="6F87E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7066E0E-AD08-46E2-AA51-63B5AF9101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7314ca47c84a96"/>
          <a:stretch xmlns:a="http://schemas.openxmlformats.org/drawingml/2006/main"/>
        </p:blipFill>
        <p:spPr>
          <a:xfrm xmlns:a="http://schemas.openxmlformats.org/drawingml/2006/main">
            <a:off x="2779491" y="1181585"/>
            <a:ext cx="569784" cy="569784"/>
          </a:xfrm>
          <a:prstGeom xmlns:a="http://schemas.openxmlformats.org/drawingml/2006/main" prst="rect">
            <a:avLst/>
          </a:prstGeom>
        </p:spPr>
      </p:pic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47290D6-5857-4B6E-A604-A4E092C599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bce811b6294994"/>
          <a:stretch xmlns:a="http://schemas.openxmlformats.org/drawingml/2006/main"/>
        </p:blipFill>
        <p:spPr>
          <a:xfrm xmlns:a="http://schemas.openxmlformats.org/drawingml/2006/main">
            <a:off x="2794907" y="1237289"/>
            <a:ext cx="447675" cy="457200"/>
          </a:xfrm>
          <a:prstGeom xmlns:a="http://schemas.openxmlformats.org/drawingml/2006/main" prst="rect">
            <a:avLst/>
          </a:prstGeom>
        </p:spPr>
      </p:pic>
      <p:sp>
        <p:nvSpPr>
          <p:cNvPr id="56" name="text-55 Filter">
            <a:extLst xmlns:a="http://schemas.openxmlformats.org/drawingml/2006/main">
              <a:ext uri="{FF2B5EF4-FFF2-40B4-BE49-F238E27FC236}">
                <a16:creationId xmlns:a16="http://schemas.microsoft.com/office/drawing/2014/main" id="{DE42DAC0-C331-4CFB-B599-6F63F01A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9935" y="1848419"/>
            <a:ext cx="434075" cy="262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Filter</a:t>
            </a:r>
          </a:p>
        </p:txBody>
      </p:sp>
      <p:sp>
        <p:nvSpPr>
          <p:cNvPr id="57" name="text-56 &amp;">
            <a:extLst xmlns:a="http://schemas.openxmlformats.org/drawingml/2006/main">
              <a:ext uri="{FF2B5EF4-FFF2-40B4-BE49-F238E27FC236}">
                <a16:creationId xmlns:a16="http://schemas.microsoft.com/office/drawing/2014/main" id="{15BAF79E-ED2A-4E97-82AA-38281D61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50743" y="2081182"/>
            <a:ext cx="165809" cy="262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&amp;</a:t>
            </a:r>
          </a:p>
        </p:txBody>
      </p:sp>
      <p:sp>
        <p:nvSpPr>
          <p:cNvPr id="58" name="text-56 Map">
            <a:extLst xmlns:a="http://schemas.openxmlformats.org/drawingml/2006/main">
              <a:ext uri="{FF2B5EF4-FFF2-40B4-BE49-F238E27FC236}">
                <a16:creationId xmlns:a16="http://schemas.microsoft.com/office/drawing/2014/main" id="{04331D3D-E98D-4E7B-B165-C360D00A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6476" y="2080726"/>
            <a:ext cx="396399" cy="263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Map</a:t>
            </a:r>
          </a:p>
        </p:txBody>
      </p:sp>
      <p:sp>
        <p:nvSpPr>
          <p:cNvPr id="59" name="path-57">
            <a:extLst xmlns:a="http://schemas.openxmlformats.org/drawingml/2006/main">
              <a:ext uri="{FF2B5EF4-FFF2-40B4-BE49-F238E27FC236}">
                <a16:creationId xmlns:a16="http://schemas.microsoft.com/office/drawing/2014/main" id="{D39DB42A-2B91-4413-BDD5-5B6F9C18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9" y="830423"/>
            <a:ext cx="2389628" cy="2015422"/>
          </a:xfrm>
          <a:custGeom xmlns:a="http://schemas.openxmlformats.org/drawingml/2006/main">
            <a:pathLst>
              <a:path w="2389628" h="2015422">
                <a:moveTo>
                  <a:pt x="0" y="180944"/>
                </a:moveTo>
                <a:cubicBezTo>
                  <a:pt x="0" y="81010"/>
                  <a:pt x="81012" y="0"/>
                  <a:pt x="180944" y="0"/>
                </a:cubicBezTo>
                <a:lnTo>
                  <a:pt x="2208682" y="0"/>
                </a:lnTo>
                <a:cubicBezTo>
                  <a:pt x="2308614" y="0"/>
                  <a:pt x="2389628" y="81010"/>
                  <a:pt x="2389628" y="180944"/>
                </a:cubicBezTo>
                <a:lnTo>
                  <a:pt x="2389628" y="1834478"/>
                </a:lnTo>
                <a:cubicBezTo>
                  <a:pt x="2389628" y="1934410"/>
                  <a:pt x="2308614" y="2015422"/>
                  <a:pt x="2208682" y="2015422"/>
                </a:cubicBezTo>
                <a:lnTo>
                  <a:pt x="180944" y="2015422"/>
                </a:lnTo>
                <a:cubicBezTo>
                  <a:pt x="81012" y="2015422"/>
                  <a:pt x="0" y="1934410"/>
                  <a:pt x="0" y="1834478"/>
                </a:cubicBezTo>
                <a:lnTo>
                  <a:pt x="0" y="180944"/>
                </a:lnTo>
              </a:path>
            </a:pathLst>
          </a:custGeom>
          <a:solidFill xmlns:a="http://schemas.openxmlformats.org/drawingml/2006/main">
            <a:srgbClr val="D9F1F4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0" name="path-58">
            <a:extLst xmlns:a="http://schemas.openxmlformats.org/drawingml/2006/main">
              <a:ext uri="{FF2B5EF4-FFF2-40B4-BE49-F238E27FC236}">
                <a16:creationId xmlns:a16="http://schemas.microsoft.com/office/drawing/2014/main" id="{BB15A088-B5C8-434C-849F-6E6F5614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9" y="830423"/>
            <a:ext cx="2389627" cy="2015422"/>
          </a:xfrm>
          <a:custGeom xmlns:a="http://schemas.openxmlformats.org/drawingml/2006/main">
            <a:pathLst>
              <a:path w="2389627" h="2015422">
                <a:moveTo>
                  <a:pt x="0" y="180944"/>
                </a:moveTo>
                <a:cubicBezTo>
                  <a:pt x="0" y="81012"/>
                  <a:pt x="81012" y="0"/>
                  <a:pt x="180944" y="0"/>
                </a:cubicBezTo>
                <a:lnTo>
                  <a:pt x="2208683" y="0"/>
                </a:lnTo>
                <a:cubicBezTo>
                  <a:pt x="2308615" y="0"/>
                  <a:pt x="2389627" y="81012"/>
                  <a:pt x="2389627" y="180944"/>
                </a:cubicBezTo>
                <a:lnTo>
                  <a:pt x="2389627" y="1834478"/>
                </a:lnTo>
                <a:cubicBezTo>
                  <a:pt x="2389627" y="1934411"/>
                  <a:pt x="2308615" y="2015422"/>
                  <a:pt x="2208683" y="2015422"/>
                </a:cubicBezTo>
                <a:lnTo>
                  <a:pt x="180944" y="2015422"/>
                </a:lnTo>
                <a:cubicBezTo>
                  <a:pt x="81012" y="2015422"/>
                  <a:pt x="0" y="1934411"/>
                  <a:pt x="0" y="1834478"/>
                </a:cubicBezTo>
                <a:lnTo>
                  <a:pt x="0" y="180944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3298AA"/>
            </a:solidFill>
            <a:prstDash val="solid"/>
          </a:ln>
        </p:spPr>
      </p:sp>
      <p:sp>
        <p:nvSpPr>
          <p:cNvPr id="61" name="path-59">
            <a:extLst xmlns:a="http://schemas.openxmlformats.org/drawingml/2006/main">
              <a:ext uri="{FF2B5EF4-FFF2-40B4-BE49-F238E27FC236}">
                <a16:creationId xmlns:a16="http://schemas.microsoft.com/office/drawing/2014/main" id="{ED8C427A-A5E3-4F21-8862-BDD5C6A7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4378" y="1333250"/>
            <a:ext cx="369625" cy="338752"/>
          </a:xfrm>
          <a:custGeom xmlns:a="http://schemas.openxmlformats.org/drawingml/2006/main">
            <a:pathLst>
              <a:path w="369625" h="338752">
                <a:moveTo>
                  <a:pt x="0" y="338752"/>
                </a:moveTo>
                <a:lnTo>
                  <a:pt x="184812" y="338752"/>
                </a:lnTo>
                <a:lnTo>
                  <a:pt x="184812" y="0"/>
                </a:lnTo>
                <a:lnTo>
                  <a:pt x="36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8095">
            <a:solidFill>
              <a:srgbClr val="72C2FF">
                <a:alpha val="62000"/>
              </a:srgbClr>
            </a:solidFill>
            <a:prstDash val="solid"/>
          </a:ln>
        </p:spPr>
      </p:sp>
      <p:sp>
        <p:nvSpPr>
          <p:cNvPr id="62" name="path-60">
            <a:extLst xmlns:a="http://schemas.openxmlformats.org/drawingml/2006/main">
              <a:ext uri="{FF2B5EF4-FFF2-40B4-BE49-F238E27FC236}">
                <a16:creationId xmlns:a16="http://schemas.microsoft.com/office/drawing/2014/main" id="{01D3323F-43E9-4994-8E22-BF6A0496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4378" y="1672002"/>
            <a:ext cx="370583" cy="360889"/>
          </a:xfrm>
          <a:custGeom xmlns:a="http://schemas.openxmlformats.org/drawingml/2006/main">
            <a:pathLst>
              <a:path w="370583" h="360889">
                <a:moveTo>
                  <a:pt x="0" y="0"/>
                </a:moveTo>
                <a:lnTo>
                  <a:pt x="185292" y="0"/>
                </a:lnTo>
                <a:lnTo>
                  <a:pt x="185292" y="360889"/>
                </a:lnTo>
                <a:lnTo>
                  <a:pt x="370583" y="360889"/>
                </a:lnTo>
              </a:path>
            </a:pathLst>
          </a:custGeom>
          <a:noFill xmlns:a="http://schemas.openxmlformats.org/drawingml/2006/main"/>
          <a:ln xmlns:a="http://schemas.openxmlformats.org/drawingml/2006/main" w="78095">
            <a:solidFill>
              <a:srgbClr val="72C2FF">
                <a:alpha val="62000"/>
              </a:srgbClr>
            </a:solidFill>
            <a:prstDash val="solid"/>
          </a:ln>
        </p:spPr>
      </p:sp>
      <p:sp>
        <p:nvSpPr>
          <p:cNvPr id="63" name="text-61 General">
            <a:extLst xmlns:a="http://schemas.openxmlformats.org/drawingml/2006/main">
              <a:ext uri="{FF2B5EF4-FFF2-40B4-BE49-F238E27FC236}">
                <a16:creationId xmlns:a16="http://schemas.microsoft.com/office/drawing/2014/main" id="{90106F74-D2AA-4DB7-AB8A-CB78BF74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8229" y="2316739"/>
            <a:ext cx="752767" cy="305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General</a:t>
            </a:r>
          </a:p>
        </p:txBody>
      </p:sp>
      <p:sp>
        <p:nvSpPr>
          <p:cNvPr id="64" name="text-62 Files">
            <a:extLst xmlns:a="http://schemas.openxmlformats.org/drawingml/2006/main">
              <a:ext uri="{FF2B5EF4-FFF2-40B4-BE49-F238E27FC236}">
                <a16:creationId xmlns:a16="http://schemas.microsoft.com/office/drawing/2014/main" id="{8E7F0ECD-E3E4-432D-829F-04A64C18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1611" y="2315382"/>
            <a:ext cx="442206" cy="307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Files</a:t>
            </a:r>
          </a:p>
        </p:txBody>
      </p:sp>
      <p:sp>
        <p:nvSpPr>
          <p:cNvPr id="65" name="text-63 (">
            <a:extLst xmlns:a="http://schemas.openxmlformats.org/drawingml/2006/main">
              <a:ext uri="{FF2B5EF4-FFF2-40B4-BE49-F238E27FC236}">
                <a16:creationId xmlns:a16="http://schemas.microsoft.com/office/drawing/2014/main" id="{C3D8572E-7C06-4262-8A81-FF7184AB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9785" y="2582253"/>
            <a:ext cx="107489" cy="306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</a:t>
            </a:r>
          </a:p>
        </p:txBody>
      </p:sp>
      <p:sp>
        <p:nvSpPr>
          <p:cNvPr id="66" name="text-64 100k+">
            <a:extLst xmlns:a="http://schemas.openxmlformats.org/drawingml/2006/main">
              <a:ext uri="{FF2B5EF4-FFF2-40B4-BE49-F238E27FC236}">
                <a16:creationId xmlns:a16="http://schemas.microsoft.com/office/drawing/2014/main" id="{5CF4BF39-BDC7-42B2-869C-CE1BEA6A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8119" y="2581559"/>
            <a:ext cx="587615" cy="307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8" b="1" i="1">
                <a:solidFill>
                  <a:srgbClr val="2AA3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8" b="1" i="1">
                <a:solidFill>
                  <a:srgbClr val="2AA371"/>
                </a:solidFill>
                <a:latin typeface="Calibri"/>
                <a:ea typeface="Calibri"/>
                <a:cs typeface="Calibri"/>
              </a:defRPr>
            </a:pPr>
            <a:r>
              <a:rPr sz="1728" b="1" i="1">
                <a:solidFill>
                  <a:srgbClr val="2AA371"/>
                </a:solidFill>
                <a:latin typeface="Calibri"/>
                <a:ea typeface="Calibri"/>
                <a:cs typeface="Calibri"/>
              </a:rPr>
              <a:t>100k+</a:t>
            </a:r>
          </a:p>
        </p:txBody>
      </p:sp>
      <p:sp>
        <p:nvSpPr>
          <p:cNvPr id="67" name="text-65 )">
            <a:extLst xmlns:a="http://schemas.openxmlformats.org/drawingml/2006/main">
              <a:ext uri="{FF2B5EF4-FFF2-40B4-BE49-F238E27FC236}">
                <a16:creationId xmlns:a16="http://schemas.microsoft.com/office/drawing/2014/main" id="{4BB61FC3-3FCE-449B-9995-7D452855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6739" y="2582253"/>
            <a:ext cx="107489" cy="306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68" name="text-66 Domain">
            <a:extLst xmlns:a="http://schemas.openxmlformats.org/drawingml/2006/main">
              <a:ext uri="{FF2B5EF4-FFF2-40B4-BE49-F238E27FC236}">
                <a16:creationId xmlns:a16="http://schemas.microsoft.com/office/drawing/2014/main" id="{C220A9BE-EE89-4265-8B9E-5C604411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4086" y="482623"/>
            <a:ext cx="754234" cy="3068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Domain</a:t>
            </a:r>
          </a:p>
        </p:txBody>
      </p:sp>
      <p:sp>
        <p:nvSpPr>
          <p:cNvPr id="69" name="text-66 Files">
            <a:extLst xmlns:a="http://schemas.openxmlformats.org/drawingml/2006/main">
              <a:ext uri="{FF2B5EF4-FFF2-40B4-BE49-F238E27FC236}">
                <a16:creationId xmlns:a16="http://schemas.microsoft.com/office/drawing/2014/main" id="{A268E6A2-FA0A-4B4C-9FFC-63AB9E5B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7518" y="482565"/>
            <a:ext cx="441726" cy="30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Files</a:t>
            </a:r>
          </a:p>
        </p:txBody>
      </p:sp>
      <p:sp>
        <p:nvSpPr>
          <p:cNvPr id="70" name="text-67 (">
            <a:extLst xmlns:a="http://schemas.openxmlformats.org/drawingml/2006/main">
              <a:ext uri="{FF2B5EF4-FFF2-40B4-BE49-F238E27FC236}">
                <a16:creationId xmlns:a16="http://schemas.microsoft.com/office/drawing/2014/main" id="{3592CF74-5A1B-4AEB-A522-0A8F50E8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9785" y="749197"/>
            <a:ext cx="107489" cy="306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</a:t>
            </a:r>
          </a:p>
        </p:txBody>
      </p:sp>
      <p:sp>
        <p:nvSpPr>
          <p:cNvPr id="71" name="text-68 200k+">
            <a:extLst xmlns:a="http://schemas.openxmlformats.org/drawingml/2006/main">
              <a:ext uri="{FF2B5EF4-FFF2-40B4-BE49-F238E27FC236}">
                <a16:creationId xmlns:a16="http://schemas.microsoft.com/office/drawing/2014/main" id="{51A21B3A-0D43-4CAD-B8DC-DA9179A6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8119" y="748503"/>
            <a:ext cx="587615" cy="307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8" b="1" i="1">
                <a:solidFill>
                  <a:srgbClr val="2AA3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8" b="1" i="1">
                <a:solidFill>
                  <a:srgbClr val="2AA371"/>
                </a:solidFill>
                <a:latin typeface="Calibri"/>
                <a:ea typeface="Calibri"/>
                <a:cs typeface="Calibri"/>
              </a:defRPr>
            </a:pPr>
            <a:r>
              <a:rPr sz="1728" b="1" i="1">
                <a:solidFill>
                  <a:srgbClr val="2AA371"/>
                </a:solidFill>
                <a:latin typeface="Calibri"/>
                <a:ea typeface="Calibri"/>
                <a:cs typeface="Calibri"/>
              </a:rPr>
              <a:t>200k+</a:t>
            </a:r>
          </a:p>
        </p:txBody>
      </p:sp>
      <p:sp>
        <p:nvSpPr>
          <p:cNvPr id="72" name="text-69 )">
            <a:extLst xmlns:a="http://schemas.openxmlformats.org/drawingml/2006/main">
              <a:ext uri="{FF2B5EF4-FFF2-40B4-BE49-F238E27FC236}">
                <a16:creationId xmlns:a16="http://schemas.microsoft.com/office/drawing/2014/main" id="{2A5B3EB4-CCD9-4997-A353-AF5398C7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6739" y="749197"/>
            <a:ext cx="107489" cy="306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73" name="path-70">
            <a:extLst xmlns:a="http://schemas.openxmlformats.org/drawingml/2006/main">
              <a:ext uri="{FF2B5EF4-FFF2-40B4-BE49-F238E27FC236}">
                <a16:creationId xmlns:a16="http://schemas.microsoft.com/office/drawing/2014/main" id="{E14A2967-BE71-4CB7-BABA-4B5888BE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4962" y="1767245"/>
            <a:ext cx="531295" cy="531294"/>
          </a:xfrm>
          <a:custGeom xmlns:a="http://schemas.openxmlformats.org/drawingml/2006/main">
            <a:pathLst>
              <a:path w="531295" h="531294">
                <a:moveTo>
                  <a:pt x="0" y="88550"/>
                </a:moveTo>
                <a:cubicBezTo>
                  <a:pt x="0" y="39646"/>
                  <a:pt x="39645" y="0"/>
                  <a:pt x="88551" y="0"/>
                </a:cubicBezTo>
                <a:lnTo>
                  <a:pt x="442743" y="0"/>
                </a:lnTo>
                <a:cubicBezTo>
                  <a:pt x="491648" y="0"/>
                  <a:pt x="531295" y="39646"/>
                  <a:pt x="531295" y="88550"/>
                </a:cubicBezTo>
                <a:lnTo>
                  <a:pt x="531295" y="442743"/>
                </a:lnTo>
                <a:cubicBezTo>
                  <a:pt x="531295" y="491648"/>
                  <a:pt x="491648" y="531294"/>
                  <a:pt x="442743" y="531294"/>
                </a:cubicBezTo>
                <a:lnTo>
                  <a:pt x="88551" y="531294"/>
                </a:lnTo>
                <a:cubicBezTo>
                  <a:pt x="39645" y="531294"/>
                  <a:pt x="0" y="491648"/>
                  <a:pt x="0" y="442743"/>
                </a:cubicBezTo>
                <a:lnTo>
                  <a:pt x="0" y="88550"/>
                </a:lnTo>
              </a:path>
            </a:pathLst>
          </a:custGeom>
          <a:solidFill xmlns:a="http://schemas.openxmlformats.org/drawingml/2006/main">
            <a:srgbClr val="B0C7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4" name="path-71">
            <a:extLst xmlns:a="http://schemas.openxmlformats.org/drawingml/2006/main">
              <a:ext uri="{FF2B5EF4-FFF2-40B4-BE49-F238E27FC236}">
                <a16:creationId xmlns:a16="http://schemas.microsoft.com/office/drawing/2014/main" id="{54F77D43-CB47-4185-9FA6-B2857A18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4962" y="1767245"/>
            <a:ext cx="531295" cy="531295"/>
          </a:xfrm>
          <a:custGeom xmlns:a="http://schemas.openxmlformats.org/drawingml/2006/main">
            <a:pathLst>
              <a:path w="531295" h="531295">
                <a:moveTo>
                  <a:pt x="0" y="88551"/>
                </a:moveTo>
                <a:cubicBezTo>
                  <a:pt x="0" y="39645"/>
                  <a:pt x="39646" y="0"/>
                  <a:pt x="88551" y="0"/>
                </a:cubicBezTo>
                <a:lnTo>
                  <a:pt x="442744" y="0"/>
                </a:lnTo>
                <a:cubicBezTo>
                  <a:pt x="491649" y="0"/>
                  <a:pt x="531295" y="39645"/>
                  <a:pt x="531295" y="88551"/>
                </a:cubicBezTo>
                <a:lnTo>
                  <a:pt x="531295" y="442744"/>
                </a:lnTo>
                <a:cubicBezTo>
                  <a:pt x="531295" y="491649"/>
                  <a:pt x="491649" y="531295"/>
                  <a:pt x="442744" y="531295"/>
                </a:cubicBezTo>
                <a:lnTo>
                  <a:pt x="88551" y="531295"/>
                </a:lnTo>
                <a:cubicBezTo>
                  <a:pt x="39646" y="531295"/>
                  <a:pt x="0" y="491649"/>
                  <a:pt x="0" y="442744"/>
                </a:cubicBezTo>
                <a:lnTo>
                  <a:pt x="0" y="88551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000000"/>
            </a:solidFill>
            <a:prstDash val="solid"/>
          </a:ln>
        </p:spPr>
      </p:sp>
      <p:pic>
        <p:nvPic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C82B401-A5E2-4044-A862-46A11141F3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7f32703674b33"/>
          <a:stretch xmlns:a="http://schemas.openxmlformats.org/drawingml/2006/main"/>
        </p:blipFill>
        <p:spPr>
          <a:xfrm xmlns:a="http://schemas.openxmlformats.org/drawingml/2006/main">
            <a:off x="5512206" y="1736374"/>
            <a:ext cx="659750" cy="659750"/>
          </a:xfrm>
          <a:prstGeom xmlns:a="http://schemas.openxmlformats.org/drawingml/2006/main" prst="rect">
            <a:avLst/>
          </a:prstGeom>
        </p:spPr>
      </p:pic>
      <p:pic>
        <p:nvPic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602C315-2C50-460C-BA00-CDFE4776A1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9da02c81964bcd"/>
          <a:stretch xmlns:a="http://schemas.openxmlformats.org/drawingml/2006/main"/>
        </p:blipFill>
        <p:spPr>
          <a:xfrm xmlns:a="http://schemas.openxmlformats.org/drawingml/2006/main">
            <a:off x="5538107" y="1761164"/>
            <a:ext cx="542925" cy="542925"/>
          </a:xfrm>
          <a:prstGeom xmlns:a="http://schemas.openxmlformats.org/drawingml/2006/main" prst="rect">
            <a:avLst/>
          </a:prstGeom>
        </p:spPr>
      </p:pic>
      <p:sp>
        <p:nvSpPr>
          <p:cNvPr id="77" name="path-74">
            <a:extLst xmlns:a="http://schemas.openxmlformats.org/drawingml/2006/main">
              <a:ext uri="{FF2B5EF4-FFF2-40B4-BE49-F238E27FC236}">
                <a16:creationId xmlns:a16="http://schemas.microsoft.com/office/drawing/2014/main" id="{16E1F170-AE06-4E21-81D8-BE7564D2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4003" y="1045465"/>
            <a:ext cx="575569" cy="575569"/>
          </a:xfrm>
          <a:custGeom xmlns:a="http://schemas.openxmlformats.org/drawingml/2006/main">
            <a:pathLst>
              <a:path w="575569" h="575569">
                <a:moveTo>
                  <a:pt x="0" y="95931"/>
                </a:moveTo>
                <a:cubicBezTo>
                  <a:pt x="0" y="42950"/>
                  <a:pt x="42949" y="0"/>
                  <a:pt x="95931" y="0"/>
                </a:cubicBezTo>
                <a:lnTo>
                  <a:pt x="479640" y="0"/>
                </a:lnTo>
                <a:cubicBezTo>
                  <a:pt x="532620" y="0"/>
                  <a:pt x="575569" y="42950"/>
                  <a:pt x="575569" y="95931"/>
                </a:cubicBezTo>
                <a:lnTo>
                  <a:pt x="575569" y="479640"/>
                </a:lnTo>
                <a:cubicBezTo>
                  <a:pt x="575569" y="532620"/>
                  <a:pt x="532620" y="575569"/>
                  <a:pt x="479640" y="575569"/>
                </a:cubicBezTo>
                <a:lnTo>
                  <a:pt x="95931" y="575569"/>
                </a:lnTo>
                <a:cubicBezTo>
                  <a:pt x="42949" y="575569"/>
                  <a:pt x="0" y="532620"/>
                  <a:pt x="0" y="479640"/>
                </a:cubicBezTo>
                <a:lnTo>
                  <a:pt x="0" y="95931"/>
                </a:lnTo>
              </a:path>
            </a:pathLst>
          </a:custGeom>
          <a:solidFill xmlns:a="http://schemas.openxmlformats.org/drawingml/2006/main">
            <a:srgbClr val="FED68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8" name="path-75">
            <a:extLst xmlns:a="http://schemas.openxmlformats.org/drawingml/2006/main">
              <a:ext uri="{FF2B5EF4-FFF2-40B4-BE49-F238E27FC236}">
                <a16:creationId xmlns:a16="http://schemas.microsoft.com/office/drawing/2014/main" id="{CD125A2A-4574-4BF6-9B58-E8BD5BC5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4003" y="1045465"/>
            <a:ext cx="575569" cy="575569"/>
          </a:xfrm>
          <a:custGeom xmlns:a="http://schemas.openxmlformats.org/drawingml/2006/main">
            <a:pathLst>
              <a:path w="575569" h="575569">
                <a:moveTo>
                  <a:pt x="0" y="95930"/>
                </a:moveTo>
                <a:cubicBezTo>
                  <a:pt x="0" y="42949"/>
                  <a:pt x="42949" y="0"/>
                  <a:pt x="95930" y="0"/>
                </a:cubicBezTo>
                <a:lnTo>
                  <a:pt x="479639" y="0"/>
                </a:lnTo>
                <a:cubicBezTo>
                  <a:pt x="532620" y="0"/>
                  <a:pt x="575569" y="42949"/>
                  <a:pt x="575569" y="95930"/>
                </a:cubicBezTo>
                <a:lnTo>
                  <a:pt x="575569" y="479639"/>
                </a:lnTo>
                <a:cubicBezTo>
                  <a:pt x="575569" y="532620"/>
                  <a:pt x="532620" y="575569"/>
                  <a:pt x="479639" y="575569"/>
                </a:cubicBezTo>
                <a:lnTo>
                  <a:pt x="95930" y="575569"/>
                </a:lnTo>
                <a:cubicBezTo>
                  <a:pt x="42949" y="575569"/>
                  <a:pt x="0" y="532620"/>
                  <a:pt x="0" y="479639"/>
                </a:cubicBezTo>
                <a:lnTo>
                  <a:pt x="0" y="95930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000000"/>
            </a:solidFill>
            <a:prstDash val="solid"/>
          </a:ln>
        </p:spPr>
      </p:sp>
      <p:pic>
        <p:nvPic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EE7464C-9468-49C9-A704-3B5D487C07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b3f1d33ff14d80"/>
          <a:stretch xmlns:a="http://schemas.openxmlformats.org/drawingml/2006/main"/>
        </p:blipFill>
        <p:spPr>
          <a:xfrm xmlns:a="http://schemas.openxmlformats.org/drawingml/2006/main">
            <a:off x="5549691" y="1001653"/>
            <a:ext cx="659750" cy="659750"/>
          </a:xfrm>
          <a:prstGeom xmlns:a="http://schemas.openxmlformats.org/drawingml/2006/main" prst="rect">
            <a:avLst/>
          </a:prstGeom>
        </p:spPr>
      </p:pic>
      <p:pic>
        <p:nvPic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96C68C2-E906-4272-B31F-E23D3070B2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260e240ea7460a"/>
          <a:stretch xmlns:a="http://schemas.openxmlformats.org/drawingml/2006/main"/>
        </p:blipFill>
        <p:spPr>
          <a:xfrm xmlns:a="http://schemas.openxmlformats.org/drawingml/2006/main">
            <a:off x="5557157" y="1065839"/>
            <a:ext cx="542925" cy="533400"/>
          </a:xfrm>
          <a:prstGeom xmlns:a="http://schemas.openxmlformats.org/drawingml/2006/main" prst="rect">
            <a:avLst/>
          </a:prstGeom>
        </p:spPr>
      </p:pic>
      <p:sp>
        <p:nvSpPr>
          <p:cNvPr id="81" name="text-78 Phase">
            <a:extLst xmlns:a="http://schemas.openxmlformats.org/drawingml/2006/main">
              <a:ext uri="{FF2B5EF4-FFF2-40B4-BE49-F238E27FC236}">
                <a16:creationId xmlns:a16="http://schemas.microsoft.com/office/drawing/2014/main" id="{0BDFF75D-3007-4D40-897A-BA8BB9A7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95" y="41507"/>
            <a:ext cx="747093" cy="39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Phase</a:t>
            </a:r>
          </a:p>
        </p:txBody>
      </p:sp>
      <p:sp>
        <p:nvSpPr>
          <p:cNvPr id="82" name="text-79 I:">
            <a:extLst xmlns:a="http://schemas.openxmlformats.org/drawingml/2006/main">
              <a:ext uri="{FF2B5EF4-FFF2-40B4-BE49-F238E27FC236}">
                <a16:creationId xmlns:a16="http://schemas.microsoft.com/office/drawing/2014/main" id="{8C8B76E7-E605-4652-A312-3AD35712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125" y="43381"/>
            <a:ext cx="202115" cy="391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0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0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I:</a:t>
            </a:r>
          </a:p>
        </p:txBody>
      </p:sp>
      <p:sp>
        <p:nvSpPr>
          <p:cNvPr id="83" name="text-79 Work">
            <a:extLst xmlns:a="http://schemas.openxmlformats.org/drawingml/2006/main">
              <a:ext uri="{FF2B5EF4-FFF2-40B4-BE49-F238E27FC236}">
                <a16:creationId xmlns:a16="http://schemas.microsoft.com/office/drawing/2014/main" id="{007EE166-9487-414B-B0C3-9694FDAC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802" y="41375"/>
            <a:ext cx="678706" cy="394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Work</a:t>
            </a:r>
          </a:p>
        </p:txBody>
      </p:sp>
      <p:sp>
        <p:nvSpPr>
          <p:cNvPr id="84" name="text-80 Context">
            <a:extLst xmlns:a="http://schemas.openxmlformats.org/drawingml/2006/main">
              <a:ext uri="{FF2B5EF4-FFF2-40B4-BE49-F238E27FC236}">
                <a16:creationId xmlns:a16="http://schemas.microsoft.com/office/drawing/2014/main" id="{CFCDAA10-C59F-4321-A2FE-CD114F77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8156" y="41727"/>
            <a:ext cx="944548" cy="394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sp>
        <p:nvSpPr>
          <p:cNvPr id="85" name="text-81 Construction">
            <a:extLst xmlns:a="http://schemas.openxmlformats.org/drawingml/2006/main">
              <a:ext uri="{FF2B5EF4-FFF2-40B4-BE49-F238E27FC236}">
                <a16:creationId xmlns:a16="http://schemas.microsoft.com/office/drawing/2014/main" id="{CE58F4CD-E2AD-42D3-A340-1BF9AA89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6933" y="41491"/>
            <a:ext cx="1524775" cy="394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Construction</a:t>
            </a:r>
          </a:p>
        </p:txBody>
      </p:sp>
      <p:sp>
        <p:nvSpPr>
          <p:cNvPr id="86" name="path-82">
            <a:extLst xmlns:a="http://schemas.openxmlformats.org/drawingml/2006/main">
              <a:ext uri="{FF2B5EF4-FFF2-40B4-BE49-F238E27FC236}">
                <a16:creationId xmlns:a16="http://schemas.microsoft.com/office/drawing/2014/main" id="{690F5FBC-B32B-47D4-9380-C0B8835D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58" y="1161637"/>
            <a:ext cx="2280916" cy="1639920"/>
          </a:xfrm>
          <a:custGeom xmlns:a="http://schemas.openxmlformats.org/drawingml/2006/main">
            <a:pathLst>
              <a:path w="2280916" h="1639920">
                <a:moveTo>
                  <a:pt x="0" y="135505"/>
                </a:moveTo>
                <a:cubicBezTo>
                  <a:pt x="0" y="60668"/>
                  <a:pt x="60668" y="0"/>
                  <a:pt x="135505" y="0"/>
                </a:cubicBezTo>
                <a:lnTo>
                  <a:pt x="2145409" y="0"/>
                </a:lnTo>
                <a:cubicBezTo>
                  <a:pt x="2220247" y="0"/>
                  <a:pt x="2280916" y="60668"/>
                  <a:pt x="2280916" y="135505"/>
                </a:cubicBezTo>
                <a:lnTo>
                  <a:pt x="2280916" y="1504414"/>
                </a:lnTo>
                <a:cubicBezTo>
                  <a:pt x="2280916" y="1579252"/>
                  <a:pt x="2220247" y="1639920"/>
                  <a:pt x="2145409" y="1639920"/>
                </a:cubicBezTo>
                <a:lnTo>
                  <a:pt x="135505" y="1639920"/>
                </a:lnTo>
                <a:cubicBezTo>
                  <a:pt x="60668" y="1639920"/>
                  <a:pt x="0" y="1579252"/>
                  <a:pt x="0" y="1504414"/>
                </a:cubicBezTo>
                <a:lnTo>
                  <a:pt x="0" y="13550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ath-83">
            <a:extLst xmlns:a="http://schemas.openxmlformats.org/drawingml/2006/main">
              <a:ext uri="{FF2B5EF4-FFF2-40B4-BE49-F238E27FC236}">
                <a16:creationId xmlns:a16="http://schemas.microsoft.com/office/drawing/2014/main" id="{A70F75F0-683A-4BEC-9AB0-63A43EA4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58" y="1161637"/>
            <a:ext cx="2280916" cy="1639921"/>
          </a:xfrm>
          <a:custGeom xmlns:a="http://schemas.openxmlformats.org/drawingml/2006/main">
            <a:pathLst>
              <a:path w="2280916" h="1639921">
                <a:moveTo>
                  <a:pt x="0" y="135506"/>
                </a:moveTo>
                <a:cubicBezTo>
                  <a:pt x="0" y="60668"/>
                  <a:pt x="60668" y="0"/>
                  <a:pt x="135505" y="0"/>
                </a:cubicBezTo>
                <a:lnTo>
                  <a:pt x="2145409" y="0"/>
                </a:lnTo>
                <a:cubicBezTo>
                  <a:pt x="2220248" y="0"/>
                  <a:pt x="2280916" y="60668"/>
                  <a:pt x="2280916" y="135506"/>
                </a:cubicBezTo>
                <a:lnTo>
                  <a:pt x="2280916" y="1504415"/>
                </a:lnTo>
                <a:cubicBezTo>
                  <a:pt x="2280916" y="1579252"/>
                  <a:pt x="2220248" y="1639921"/>
                  <a:pt x="2145409" y="1639921"/>
                </a:cubicBezTo>
                <a:lnTo>
                  <a:pt x="135505" y="1639921"/>
                </a:lnTo>
                <a:cubicBezTo>
                  <a:pt x="60668" y="1639921"/>
                  <a:pt x="0" y="1579252"/>
                  <a:pt x="0" y="1504415"/>
                </a:cubicBezTo>
                <a:lnTo>
                  <a:pt x="0" y="135506"/>
                </a:lnTo>
              </a:path>
            </a:pathLst>
          </a:custGeom>
          <a:noFill xmlns:a="http://schemas.openxmlformats.org/drawingml/2006/main"/>
          <a:ln xmlns:a="http://schemas.openxmlformats.org/drawingml/2006/main" w="27333">
            <a:solidFill>
              <a:srgbClr val="6FC8CA"/>
            </a:solidFill>
            <a:prstDash val="solid"/>
          </a:ln>
        </p:spPr>
      </p:sp>
      <p:sp>
        <p:nvSpPr>
          <p:cNvPr id="88" name="text-84 ç">
            <a:extLst xmlns:a="http://schemas.openxmlformats.org/drawingml/2006/main">
              <a:ext uri="{FF2B5EF4-FFF2-40B4-BE49-F238E27FC236}">
                <a16:creationId xmlns:a16="http://schemas.microsoft.com/office/drawing/2014/main" id="{8F26F693-5629-4B3D-BD57-2DC3CABB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7982" y="1782386"/>
            <a:ext cx="200693" cy="413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4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ç</a:t>
            </a:r>
          </a:p>
        </p:txBody>
      </p:sp>
      <p:sp>
        <p:nvSpPr>
          <p:cNvPr id="89" name="text-85 √">
            <a:extLst xmlns:a="http://schemas.openxmlformats.org/drawingml/2006/main">
              <a:ext uri="{FF2B5EF4-FFF2-40B4-BE49-F238E27FC236}">
                <a16:creationId xmlns:a16="http://schemas.microsoft.com/office/drawing/2014/main" id="{0738E8D6-A201-408F-B92F-3E83BF01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6363" y="1725828"/>
            <a:ext cx="256311" cy="492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6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6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69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√</a:t>
            </a:r>
          </a:p>
        </p:txBody>
      </p:sp>
      <p:pic>
        <p:nvPic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006A5B7-CD8D-448D-9501-452C750133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dc8820bef42f9"/>
          <a:stretch xmlns:a="http://schemas.openxmlformats.org/drawingml/2006/main"/>
        </p:blipFill>
        <p:spPr>
          <a:xfrm xmlns:a="http://schemas.openxmlformats.org/drawingml/2006/main">
            <a:off x="474115" y="1327780"/>
            <a:ext cx="438584" cy="438584"/>
          </a:xfrm>
          <a:prstGeom xmlns:a="http://schemas.openxmlformats.org/drawingml/2006/main" prst="rect">
            <a:avLst/>
          </a:prstGeom>
        </p:spPr>
      </p:pic>
      <p:pic>
        <p:nvPic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A65F558-8341-47DA-B325-9A65FC8D19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739a82f7ce4158"/>
          <a:stretch xmlns:a="http://schemas.openxmlformats.org/drawingml/2006/main"/>
        </p:blipFill>
        <p:spPr>
          <a:xfrm xmlns:a="http://schemas.openxmlformats.org/drawingml/2006/main">
            <a:off x="489857" y="1389689"/>
            <a:ext cx="314325" cy="314325"/>
          </a:xfrm>
          <a:prstGeom xmlns:a="http://schemas.openxmlformats.org/drawingml/2006/main" prst="rect">
            <a:avLst/>
          </a:prstGeom>
        </p:spPr>
      </p:pic>
      <p:pic>
        <p:nvPic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D8AF4BF-1CE9-4164-9683-040339E90E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422d7bc134d37"/>
          <a:stretch xmlns:a="http://schemas.openxmlformats.org/drawingml/2006/main"/>
        </p:blipFill>
        <p:spPr>
          <a:xfrm xmlns:a="http://schemas.openxmlformats.org/drawingml/2006/main">
            <a:off x="1564952" y="1327780"/>
            <a:ext cx="438583" cy="438583"/>
          </a:xfrm>
          <a:prstGeom xmlns:a="http://schemas.openxmlformats.org/drawingml/2006/main" prst="rect">
            <a:avLst/>
          </a:prstGeom>
        </p:spPr>
      </p:pic>
      <p:pic>
        <p:nvPic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CF0C3A7-0DEB-4818-B58F-D726F80B52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46336ecb554f51"/>
          <a:stretch xmlns:a="http://schemas.openxmlformats.org/drawingml/2006/main"/>
        </p:blipFill>
        <p:spPr>
          <a:xfrm xmlns:a="http://schemas.openxmlformats.org/drawingml/2006/main">
            <a:off x="1575707" y="1389689"/>
            <a:ext cx="323850" cy="314325"/>
          </a:xfrm>
          <a:prstGeom xmlns:a="http://schemas.openxmlformats.org/drawingml/2006/main" prst="rect">
            <a:avLst/>
          </a:prstGeom>
        </p:spPr>
      </p:pic>
      <p:pic>
        <p:nvPic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10A1A67-2A93-4D05-B37F-EF5ACE114F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e73f65bd04ed7"/>
          <a:stretch xmlns:a="http://schemas.openxmlformats.org/drawingml/2006/main"/>
        </p:blipFill>
        <p:spPr>
          <a:xfrm xmlns:a="http://schemas.openxmlformats.org/drawingml/2006/main">
            <a:off x="1021408" y="1327780"/>
            <a:ext cx="438584" cy="438584"/>
          </a:xfrm>
          <a:prstGeom xmlns:a="http://schemas.openxmlformats.org/drawingml/2006/main" prst="rect">
            <a:avLst/>
          </a:prstGeom>
        </p:spPr>
      </p:pic>
      <p:pic>
        <p:nvPic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689A654-D10D-4AA3-8EBC-866C37D88E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5d7388c32e4a67"/>
          <a:stretch xmlns:a="http://schemas.openxmlformats.org/drawingml/2006/main"/>
        </p:blipFill>
        <p:spPr>
          <a:xfrm xmlns:a="http://schemas.openxmlformats.org/drawingml/2006/main">
            <a:off x="1032782" y="1389689"/>
            <a:ext cx="323850" cy="314325"/>
          </a:xfrm>
          <a:prstGeom xmlns:a="http://schemas.openxmlformats.org/drawingml/2006/main" prst="rect">
            <a:avLst/>
          </a:prstGeom>
        </p:spPr>
      </p:pic>
      <p:pic>
        <p:nvPic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AF57C26-3FD0-4C76-8260-98A527A795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abfca4ed44d92"/>
          <a:stretch xmlns:a="http://schemas.openxmlformats.org/drawingml/2006/main"/>
        </p:blipFill>
        <p:spPr>
          <a:xfrm xmlns:a="http://schemas.openxmlformats.org/drawingml/2006/main">
            <a:off x="2112244" y="1327780"/>
            <a:ext cx="378606" cy="438584"/>
          </a:xfrm>
          <a:prstGeom xmlns:a="http://schemas.openxmlformats.org/drawingml/2006/main" prst="rect">
            <a:avLst/>
          </a:prstGeom>
        </p:spPr>
      </p:pic>
      <p:pic>
        <p:nvPic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674ACC9-B8B9-4E67-A9CD-59C9B6550C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4705e71f24c61"/>
          <a:stretch xmlns:a="http://schemas.openxmlformats.org/drawingml/2006/main"/>
        </p:blipFill>
        <p:spPr>
          <a:xfrm xmlns:a="http://schemas.openxmlformats.org/drawingml/2006/main">
            <a:off x="2128157" y="1389689"/>
            <a:ext cx="1085850" cy="314325"/>
          </a:xfrm>
          <a:prstGeom xmlns:a="http://schemas.openxmlformats.org/drawingml/2006/main" prst="rect">
            <a:avLst/>
          </a:prstGeom>
        </p:spPr>
      </p:pic>
      <p:sp>
        <p:nvSpPr>
          <p:cNvPr id="98" name="text-94 Project">
            <a:extLst xmlns:a="http://schemas.openxmlformats.org/drawingml/2006/main">
              <a:ext uri="{FF2B5EF4-FFF2-40B4-BE49-F238E27FC236}">
                <a16:creationId xmlns:a16="http://schemas.microsoft.com/office/drawing/2014/main" id="{26E45FDD-21A9-46AD-9404-62112FD6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855" y="1135678"/>
            <a:ext cx="583048" cy="263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Project</a:t>
            </a:r>
          </a:p>
        </p:txBody>
      </p:sp>
      <p:sp>
        <p:nvSpPr>
          <p:cNvPr id="99" name="text-94 repositories">
            <a:extLst xmlns:a="http://schemas.openxmlformats.org/drawingml/2006/main">
              <a:ext uri="{FF2B5EF4-FFF2-40B4-BE49-F238E27FC236}">
                <a16:creationId xmlns:a16="http://schemas.microsoft.com/office/drawing/2014/main" id="{78FAD205-2599-42E8-A736-F9980EA1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306" y="1135776"/>
            <a:ext cx="953083" cy="263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repositories</a:t>
            </a:r>
          </a:p>
        </p:txBody>
      </p:sp>
      <p:sp>
        <p:nvSpPr>
          <p:cNvPr id="100" name="text-95 Documents">
            <a:extLst xmlns:a="http://schemas.openxmlformats.org/drawingml/2006/main">
              <a:ext uri="{FF2B5EF4-FFF2-40B4-BE49-F238E27FC236}">
                <a16:creationId xmlns:a16="http://schemas.microsoft.com/office/drawing/2014/main" id="{7CA435A8-BD94-4AC9-9F62-439614CD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59" y="1679449"/>
            <a:ext cx="908452" cy="2633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Documents</a:t>
            </a:r>
          </a:p>
        </p:txBody>
      </p:sp>
      <p:sp>
        <p:nvSpPr>
          <p:cNvPr id="101" name="text-95 &amp;">
            <a:extLst xmlns:a="http://schemas.openxmlformats.org/drawingml/2006/main">
              <a:ext uri="{FF2B5EF4-FFF2-40B4-BE49-F238E27FC236}">
                <a16:creationId xmlns:a16="http://schemas.microsoft.com/office/drawing/2014/main" id="{384ECA2A-F0E5-4172-A13B-B3E8F370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5098" y="1680084"/>
            <a:ext cx="165809" cy="262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&amp;</a:t>
            </a:r>
          </a:p>
        </p:txBody>
      </p:sp>
      <p:sp>
        <p:nvSpPr>
          <p:cNvPr id="102" name="text-95 artifacts">
            <a:extLst xmlns:a="http://schemas.openxmlformats.org/drawingml/2006/main">
              <a:ext uri="{FF2B5EF4-FFF2-40B4-BE49-F238E27FC236}">
                <a16:creationId xmlns:a16="http://schemas.microsoft.com/office/drawing/2014/main" id="{6AAFD7FE-3A8C-4C55-AAA0-72D40849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0869" y="1679247"/>
            <a:ext cx="684323" cy="263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artifacts</a:t>
            </a:r>
          </a:p>
        </p:txBody>
      </p:sp>
      <p:sp>
        <p:nvSpPr>
          <p:cNvPr id="103" name="text-96 DeepResearch">
            <a:extLst xmlns:a="http://schemas.openxmlformats.org/drawingml/2006/main">
              <a:ext uri="{FF2B5EF4-FFF2-40B4-BE49-F238E27FC236}">
                <a16:creationId xmlns:a16="http://schemas.microsoft.com/office/drawing/2014/main" id="{68E3B10D-5D3E-4B28-B3AB-BA6105F6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658" y="2211985"/>
            <a:ext cx="1139040" cy="263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DeepResearch</a:t>
            </a:r>
          </a:p>
        </p:txBody>
      </p:sp>
      <p:sp>
        <p:nvSpPr>
          <p:cNvPr id="104" name="text-97 trajectories">
            <a:extLst xmlns:a="http://schemas.openxmlformats.org/drawingml/2006/main">
              <a:ext uri="{FF2B5EF4-FFF2-40B4-BE49-F238E27FC236}">
                <a16:creationId xmlns:a16="http://schemas.microsoft.com/office/drawing/2014/main" id="{591758E8-DD11-43B3-AABE-223C98B3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8832" y="2211652"/>
            <a:ext cx="924119" cy="263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trajectories</a:t>
            </a:r>
          </a:p>
        </p:txBody>
      </p:sp>
      <p:pic>
        <p:nvPic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34F5E99-5209-4293-86F6-BA18140101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c4455e6f924b5e"/>
          <a:stretch xmlns:a="http://schemas.openxmlformats.org/drawingml/2006/main"/>
        </p:blipFill>
        <p:spPr>
          <a:xfrm xmlns:a="http://schemas.openxmlformats.org/drawingml/2006/main">
            <a:off x="89807" y="341939"/>
            <a:ext cx="5629275" cy="590550"/>
          </a:xfrm>
          <a:prstGeom xmlns:a="http://schemas.openxmlformats.org/drawingml/2006/main" prst="rect">
            <a:avLst/>
          </a:prstGeom>
        </p:spPr>
      </p:pic>
      <p:sp>
        <p:nvSpPr>
          <p:cNvPr id="106" name="text-99 (a)">
            <a:extLst xmlns:a="http://schemas.openxmlformats.org/drawingml/2006/main">
              <a:ext uri="{FF2B5EF4-FFF2-40B4-BE49-F238E27FC236}">
                <a16:creationId xmlns:a16="http://schemas.microsoft.com/office/drawing/2014/main" id="{18C60184-54DC-4887-B4EF-17EEB991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95" y="469551"/>
            <a:ext cx="333944" cy="35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6" b="1" i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6" b="1" i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sz="1976" b="1" i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(a)</a:t>
            </a:r>
          </a:p>
        </p:txBody>
      </p:sp>
      <p:sp>
        <p:nvSpPr>
          <p:cNvPr id="107" name="text-99 Filesystem">
            <a:extLst xmlns:a="http://schemas.openxmlformats.org/drawingml/2006/main">
              <a:ext uri="{FF2B5EF4-FFF2-40B4-BE49-F238E27FC236}">
                <a16:creationId xmlns:a16="http://schemas.microsoft.com/office/drawing/2014/main" id="{1753E79F-0344-4226-972F-F4DF5A73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314" y="471428"/>
            <a:ext cx="1117231" cy="348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1" b="1" i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1" b="1" i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sz="1961" b="1" i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Filesystem</a:t>
            </a:r>
          </a:p>
        </p:txBody>
      </p:sp>
      <p:sp>
        <p:nvSpPr>
          <p:cNvPr id="108" name="text-99 Construction">
            <a:extLst xmlns:a="http://schemas.openxmlformats.org/drawingml/2006/main">
              <a:ext uri="{FF2B5EF4-FFF2-40B4-BE49-F238E27FC236}">
                <a16:creationId xmlns:a16="http://schemas.microsoft.com/office/drawing/2014/main" id="{54C04B4E-9F3C-4E73-B63B-81D51DE8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2510" y="470121"/>
            <a:ext cx="1355285" cy="350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2" b="1" i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2" b="1" i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sz="1972" b="1" i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Construction</a:t>
            </a:r>
          </a:p>
        </p:txBody>
      </p:sp>
      <p:sp>
        <p:nvSpPr>
          <p:cNvPr id="109" name="text-100 (b)">
            <a:extLst xmlns:a="http://schemas.openxmlformats.org/drawingml/2006/main">
              <a:ext uri="{FF2B5EF4-FFF2-40B4-BE49-F238E27FC236}">
                <a16:creationId xmlns:a16="http://schemas.microsoft.com/office/drawing/2014/main" id="{60B38B66-DE9E-4B55-817D-4D7E8009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143" y="2887384"/>
            <a:ext cx="333944" cy="35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6" b="1" i="1">
                <a:solidFill>
                  <a:srgbClr val="3D9F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6" b="1" i="1">
                <a:solidFill>
                  <a:srgbClr val="3D9F3C"/>
                </a:solidFill>
                <a:latin typeface="Calibri"/>
                <a:ea typeface="Calibri"/>
                <a:cs typeface="Calibri"/>
              </a:defRPr>
            </a:pPr>
            <a:r>
              <a:rPr sz="1976" b="1" i="1">
                <a:solidFill>
                  <a:srgbClr val="3D9F3C"/>
                </a:solidFill>
                <a:latin typeface="Calibri"/>
                <a:ea typeface="Calibri"/>
                <a:cs typeface="Calibri"/>
              </a:rPr>
              <a:t>(b)</a:t>
            </a:r>
          </a:p>
        </p:txBody>
      </p:sp>
      <p:sp>
        <p:nvSpPr>
          <p:cNvPr id="110" name="text-100 Capability">
            <a:extLst xmlns:a="http://schemas.openxmlformats.org/drawingml/2006/main">
              <a:ext uri="{FF2B5EF4-FFF2-40B4-BE49-F238E27FC236}">
                <a16:creationId xmlns:a16="http://schemas.microsoft.com/office/drawing/2014/main" id="{6CD50C97-8ED1-4278-9F70-1DED67B4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762" y="2888458"/>
            <a:ext cx="1090262" cy="349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8" b="1" i="1">
                <a:solidFill>
                  <a:srgbClr val="3D9F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8" b="1" i="1">
                <a:solidFill>
                  <a:srgbClr val="3D9F3C"/>
                </a:solidFill>
                <a:latin typeface="Calibri"/>
                <a:ea typeface="Calibri"/>
                <a:cs typeface="Calibri"/>
              </a:defRPr>
            </a:pPr>
            <a:r>
              <a:rPr sz="1968" b="1" i="1">
                <a:solidFill>
                  <a:srgbClr val="3D9F3C"/>
                </a:solidFill>
                <a:latin typeface="Calibri"/>
                <a:ea typeface="Calibri"/>
                <a:cs typeface="Calibri"/>
              </a:rPr>
              <a:t>Capability</a:t>
            </a:r>
          </a:p>
        </p:txBody>
      </p:sp>
      <p:sp>
        <p:nvSpPr>
          <p:cNvPr id="111" name="text-100 Library">
            <a:extLst xmlns:a="http://schemas.openxmlformats.org/drawingml/2006/main">
              <a:ext uri="{FF2B5EF4-FFF2-40B4-BE49-F238E27FC236}">
                <a16:creationId xmlns:a16="http://schemas.microsoft.com/office/drawing/2014/main" id="{EF5BD3BC-1AD6-4E30-A845-37B4E5A0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1219" y="2888307"/>
            <a:ext cx="771285" cy="350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9" b="1" i="1">
                <a:solidFill>
                  <a:srgbClr val="3D9F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9" b="1" i="1">
                <a:solidFill>
                  <a:srgbClr val="3D9F3C"/>
                </a:solidFill>
                <a:latin typeface="Calibri"/>
                <a:ea typeface="Calibri"/>
                <a:cs typeface="Calibri"/>
              </a:defRPr>
            </a:pPr>
            <a:r>
              <a:rPr sz="1969" b="1" i="1">
                <a:solidFill>
                  <a:srgbClr val="3D9F3C"/>
                </a:solidFill>
                <a:latin typeface="Calibri"/>
                <a:ea typeface="Calibri"/>
                <a:cs typeface="Calibri"/>
              </a:rPr>
              <a:t>Library</a:t>
            </a:r>
          </a:p>
        </p:txBody>
      </p:sp>
      <p:sp>
        <p:nvSpPr>
          <p:cNvPr id="112" name="text-100 Construction">
            <a:extLst xmlns:a="http://schemas.openxmlformats.org/drawingml/2006/main">
              <a:ext uri="{FF2B5EF4-FFF2-40B4-BE49-F238E27FC236}">
                <a16:creationId xmlns:a16="http://schemas.microsoft.com/office/drawing/2014/main" id="{C2F54CED-D759-4A87-B298-EB7920AE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03672" y="2887954"/>
            <a:ext cx="1355285" cy="350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2" b="1" i="1">
                <a:solidFill>
                  <a:srgbClr val="3D9F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2" b="1" i="1">
                <a:solidFill>
                  <a:srgbClr val="3D9F3C"/>
                </a:solidFill>
                <a:latin typeface="Calibri"/>
                <a:ea typeface="Calibri"/>
                <a:cs typeface="Calibri"/>
              </a:defRPr>
            </a:pPr>
            <a:r>
              <a:rPr sz="1972" b="1" i="1">
                <a:solidFill>
                  <a:srgbClr val="3D9F3C"/>
                </a:solidFill>
                <a:latin typeface="Calibri"/>
                <a:ea typeface="Calibri"/>
                <a:cs typeface="Calibri"/>
              </a:rPr>
              <a:t>Construction</a:t>
            </a:r>
          </a:p>
        </p:txBody>
      </p:sp>
      <p:sp>
        <p:nvSpPr>
          <p:cNvPr id="113" name="text-101 Phase">
            <a:extLst xmlns:a="http://schemas.openxmlformats.org/drawingml/2006/main">
              <a:ext uri="{FF2B5EF4-FFF2-40B4-BE49-F238E27FC236}">
                <a16:creationId xmlns:a16="http://schemas.microsoft.com/office/drawing/2014/main" id="{758B8F3C-7B64-4024-8C74-7CA28624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2529" y="4401103"/>
            <a:ext cx="747093" cy="39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Phase</a:t>
            </a:r>
          </a:p>
        </p:txBody>
      </p:sp>
      <p:sp>
        <p:nvSpPr>
          <p:cNvPr id="114" name="text-102 III:">
            <a:extLst xmlns:a="http://schemas.openxmlformats.org/drawingml/2006/main">
              <a:ext uri="{FF2B5EF4-FFF2-40B4-BE49-F238E27FC236}">
                <a16:creationId xmlns:a16="http://schemas.microsoft.com/office/drawing/2014/main" id="{FAD67F7E-49B3-4451-9232-2CB4061F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3959" y="4403729"/>
            <a:ext cx="350368" cy="390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9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III:</a:t>
            </a:r>
          </a:p>
        </p:txBody>
      </p:sp>
      <p:sp>
        <p:nvSpPr>
          <p:cNvPr id="115" name="text-102 Verifier">
            <a:extLst xmlns:a="http://schemas.openxmlformats.org/drawingml/2006/main">
              <a:ext uri="{FF2B5EF4-FFF2-40B4-BE49-F238E27FC236}">
                <a16:creationId xmlns:a16="http://schemas.microsoft.com/office/drawing/2014/main" id="{CB2269C0-8383-49B1-AFE5-9701B4E3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9024" y="4400694"/>
            <a:ext cx="904422" cy="39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2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2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Verifier</a:t>
            </a:r>
          </a:p>
        </p:txBody>
      </p:sp>
      <p:sp>
        <p:nvSpPr>
          <p:cNvPr id="116" name="text-102 Synthesis">
            <a:extLst xmlns:a="http://schemas.openxmlformats.org/drawingml/2006/main">
              <a:ext uri="{FF2B5EF4-FFF2-40B4-BE49-F238E27FC236}">
                <a16:creationId xmlns:a16="http://schemas.microsoft.com/office/drawing/2014/main" id="{9F5B083C-8EFE-40B5-8DB6-14DF4836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7548" y="4401318"/>
            <a:ext cx="1130880" cy="394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Synthesis</a:t>
            </a:r>
          </a:p>
        </p:txBody>
      </p:sp>
      <p:sp>
        <p:nvSpPr>
          <p:cNvPr id="117" name="text-102 and">
            <a:extLst xmlns:a="http://schemas.openxmlformats.org/drawingml/2006/main">
              <a:ext uri="{FF2B5EF4-FFF2-40B4-BE49-F238E27FC236}">
                <a16:creationId xmlns:a16="http://schemas.microsoft.com/office/drawing/2014/main" id="{BDE5D0F6-78FC-465F-878F-CC717BE6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2646" y="4401475"/>
            <a:ext cx="495858" cy="393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and</a:t>
            </a:r>
          </a:p>
        </p:txBody>
      </p:sp>
      <p:sp>
        <p:nvSpPr>
          <p:cNvPr id="118" name="text-102 Validation">
            <a:extLst xmlns:a="http://schemas.openxmlformats.org/drawingml/2006/main">
              <a:ext uri="{FF2B5EF4-FFF2-40B4-BE49-F238E27FC236}">
                <a16:creationId xmlns:a16="http://schemas.microsoft.com/office/drawing/2014/main" id="{7D59C4EA-9090-49CD-B82D-5D6E147C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2246" y="4401736"/>
            <a:ext cx="1246973" cy="393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Validation</a:t>
            </a:r>
          </a:p>
        </p:txBody>
      </p:sp>
      <p:sp>
        <p:nvSpPr>
          <p:cNvPr id="119" name="text-103 Context">
            <a:extLst xmlns:a="http://schemas.openxmlformats.org/drawingml/2006/main">
              <a:ext uri="{FF2B5EF4-FFF2-40B4-BE49-F238E27FC236}">
                <a16:creationId xmlns:a16="http://schemas.microsoft.com/office/drawing/2014/main" id="{EF352165-34C0-4941-8FD1-2472286B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2536" y="455279"/>
            <a:ext cx="839811" cy="350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0" b="1" i="1">
                <a:solidFill>
                  <a:srgbClr val="E9713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0" b="1" i="1">
                <a:solidFill>
                  <a:srgbClr val="E97132"/>
                </a:solidFill>
                <a:latin typeface="Calibri"/>
                <a:ea typeface="Calibri"/>
                <a:cs typeface="Calibri"/>
              </a:defRPr>
            </a:pPr>
            <a:r>
              <a:rPr sz="1970" b="1" i="1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sp>
        <p:nvSpPr>
          <p:cNvPr id="120" name="text-104 -">
            <a:extLst xmlns:a="http://schemas.openxmlformats.org/drawingml/2006/main">
              <a:ext uri="{FF2B5EF4-FFF2-40B4-BE49-F238E27FC236}">
                <a16:creationId xmlns:a16="http://schemas.microsoft.com/office/drawing/2014/main" id="{EE24EC0F-D0B4-491C-8C94-639EC1D4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0440" y="455534"/>
            <a:ext cx="121505" cy="349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8" b="1" i="1">
                <a:solidFill>
                  <a:srgbClr val="E9713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8" b="1" i="1">
                <a:solidFill>
                  <a:srgbClr val="E97132"/>
                </a:solidFill>
                <a:latin typeface="Calibri"/>
                <a:ea typeface="Calibri"/>
                <a:cs typeface="Calibri"/>
              </a:defRPr>
            </a:pPr>
            <a:r>
              <a:rPr sz="1968" b="1" i="1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21" name="text-105 Grounded">
            <a:extLst xmlns:a="http://schemas.openxmlformats.org/drawingml/2006/main">
              <a:ext uri="{FF2B5EF4-FFF2-40B4-BE49-F238E27FC236}">
                <a16:creationId xmlns:a16="http://schemas.microsoft.com/office/drawing/2014/main" id="{F1CE9AAE-DE3D-47EE-9451-EDE8655B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6583" y="454326"/>
            <a:ext cx="1079580" cy="3516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8" b="1" i="1">
                <a:solidFill>
                  <a:srgbClr val="E9713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8" b="1" i="1">
                <a:solidFill>
                  <a:srgbClr val="E97132"/>
                </a:solidFill>
                <a:latin typeface="Calibri"/>
                <a:ea typeface="Calibri"/>
                <a:cs typeface="Calibri"/>
              </a:defRPr>
            </a:pPr>
            <a:r>
              <a:rPr sz="1978" b="1" i="1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Grounded</a:t>
            </a:r>
          </a:p>
        </p:txBody>
      </p:sp>
      <p:sp>
        <p:nvSpPr>
          <p:cNvPr id="122" name="text-106 Task">
            <a:extLst xmlns:a="http://schemas.openxmlformats.org/drawingml/2006/main">
              <a:ext uri="{FF2B5EF4-FFF2-40B4-BE49-F238E27FC236}">
                <a16:creationId xmlns:a16="http://schemas.microsoft.com/office/drawing/2014/main" id="{1D822E27-5DCA-4908-B40C-6B4D19EF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7966" y="455990"/>
            <a:ext cx="499612" cy="349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5" b="1" i="1">
                <a:solidFill>
                  <a:srgbClr val="E9713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5" b="1" i="1">
                <a:solidFill>
                  <a:srgbClr val="E97132"/>
                </a:solidFill>
                <a:latin typeface="Calibri"/>
                <a:ea typeface="Calibri"/>
                <a:cs typeface="Calibri"/>
              </a:defRPr>
            </a:pPr>
            <a:r>
              <a:rPr sz="1965" b="1" i="1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123" name="text-106 Synthesis">
            <a:extLst xmlns:a="http://schemas.openxmlformats.org/drawingml/2006/main">
              <a:ext uri="{FF2B5EF4-FFF2-40B4-BE49-F238E27FC236}">
                <a16:creationId xmlns:a16="http://schemas.microsoft.com/office/drawing/2014/main" id="{9730BA33-F3C2-4BD4-BAA6-0C5E4330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8397" y="455550"/>
            <a:ext cx="1004391" cy="34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8" b="1" i="1">
                <a:solidFill>
                  <a:srgbClr val="E9713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8" b="1" i="1">
                <a:solidFill>
                  <a:srgbClr val="E97132"/>
                </a:solidFill>
                <a:latin typeface="Calibri"/>
                <a:ea typeface="Calibri"/>
                <a:cs typeface="Calibri"/>
              </a:defRPr>
            </a:pPr>
            <a:r>
              <a:rPr sz="1968" b="1" i="1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Synthesis</a:t>
            </a:r>
          </a:p>
        </p:txBody>
      </p:sp>
      <p:sp>
        <p:nvSpPr>
          <p:cNvPr id="124" name="path-107">
            <a:extLst xmlns:a="http://schemas.openxmlformats.org/drawingml/2006/main">
              <a:ext uri="{FF2B5EF4-FFF2-40B4-BE49-F238E27FC236}">
                <a16:creationId xmlns:a16="http://schemas.microsoft.com/office/drawing/2014/main" id="{15D2C6F5-67B0-4B78-AA6F-4E417B0F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198" y="2907154"/>
            <a:ext cx="575570" cy="575569"/>
          </a:xfrm>
          <a:custGeom xmlns:a="http://schemas.openxmlformats.org/drawingml/2006/main">
            <a:pathLst>
              <a:path w="575570" h="575569">
                <a:moveTo>
                  <a:pt x="0" y="95931"/>
                </a:moveTo>
                <a:cubicBezTo>
                  <a:pt x="0" y="42949"/>
                  <a:pt x="42950" y="0"/>
                  <a:pt x="95930" y="0"/>
                </a:cubicBezTo>
                <a:lnTo>
                  <a:pt x="479639" y="0"/>
                </a:lnTo>
                <a:cubicBezTo>
                  <a:pt x="532620" y="0"/>
                  <a:pt x="575570" y="42949"/>
                  <a:pt x="575570" y="95931"/>
                </a:cubicBezTo>
                <a:lnTo>
                  <a:pt x="575570" y="479640"/>
                </a:lnTo>
                <a:cubicBezTo>
                  <a:pt x="575570" y="532620"/>
                  <a:pt x="532620" y="575569"/>
                  <a:pt x="479639" y="575569"/>
                </a:cubicBezTo>
                <a:lnTo>
                  <a:pt x="95930" y="575569"/>
                </a:lnTo>
                <a:cubicBezTo>
                  <a:pt x="42950" y="575569"/>
                  <a:pt x="0" y="532620"/>
                  <a:pt x="0" y="479640"/>
                </a:cubicBezTo>
                <a:lnTo>
                  <a:pt x="0" y="95931"/>
                </a:lnTo>
              </a:path>
            </a:pathLst>
          </a:custGeom>
          <a:solidFill xmlns:a="http://schemas.openxmlformats.org/drawingml/2006/main">
            <a:srgbClr val="FED68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5" name="path-108">
            <a:extLst xmlns:a="http://schemas.openxmlformats.org/drawingml/2006/main">
              <a:ext uri="{FF2B5EF4-FFF2-40B4-BE49-F238E27FC236}">
                <a16:creationId xmlns:a16="http://schemas.microsoft.com/office/drawing/2014/main" id="{E0B444A5-2788-481D-8FB4-A4C71778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198" y="2907154"/>
            <a:ext cx="575569" cy="575569"/>
          </a:xfrm>
          <a:custGeom xmlns:a="http://schemas.openxmlformats.org/drawingml/2006/main">
            <a:pathLst>
              <a:path w="575569" h="575569">
                <a:moveTo>
                  <a:pt x="0" y="95930"/>
                </a:moveTo>
                <a:cubicBezTo>
                  <a:pt x="0" y="42949"/>
                  <a:pt x="42949" y="0"/>
                  <a:pt x="95930" y="0"/>
                </a:cubicBezTo>
                <a:lnTo>
                  <a:pt x="479639" y="0"/>
                </a:lnTo>
                <a:cubicBezTo>
                  <a:pt x="532619" y="0"/>
                  <a:pt x="575569" y="42949"/>
                  <a:pt x="575569" y="95930"/>
                </a:cubicBezTo>
                <a:lnTo>
                  <a:pt x="575569" y="479639"/>
                </a:lnTo>
                <a:cubicBezTo>
                  <a:pt x="575569" y="532620"/>
                  <a:pt x="532619" y="575569"/>
                  <a:pt x="479639" y="575569"/>
                </a:cubicBezTo>
                <a:lnTo>
                  <a:pt x="95930" y="575569"/>
                </a:lnTo>
                <a:cubicBezTo>
                  <a:pt x="42949" y="575569"/>
                  <a:pt x="0" y="532620"/>
                  <a:pt x="0" y="479639"/>
                </a:cubicBezTo>
                <a:lnTo>
                  <a:pt x="0" y="95930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000000"/>
            </a:solidFill>
            <a:prstDash val="solid"/>
          </a:ln>
        </p:spPr>
      </p:sp>
      <p:pic>
        <p:nvPic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525C7F1-A053-4E85-AD78-A0C3761D21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cc27dbbe994d73"/>
          <a:stretch xmlns:a="http://schemas.openxmlformats.org/drawingml/2006/main"/>
        </p:blipFill>
        <p:spPr>
          <a:xfrm xmlns:a="http://schemas.openxmlformats.org/drawingml/2006/main">
            <a:off x="5587177" y="2909680"/>
            <a:ext cx="573533" cy="569784"/>
          </a:xfrm>
          <a:prstGeom xmlns:a="http://schemas.openxmlformats.org/drawingml/2006/main" prst="rect">
            <a:avLst/>
          </a:prstGeom>
        </p:spPr>
      </p:pic>
      <p:pic>
        <p:nvPic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E48F85E-EB6D-4A82-8624-126C27DC0C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19f124bfc4e57"/>
          <a:stretch xmlns:a="http://schemas.openxmlformats.org/drawingml/2006/main"/>
        </p:blipFill>
        <p:spPr>
          <a:xfrm xmlns:a="http://schemas.openxmlformats.org/drawingml/2006/main">
            <a:off x="5604782" y="2970839"/>
            <a:ext cx="447675" cy="447675"/>
          </a:xfrm>
          <a:prstGeom xmlns:a="http://schemas.openxmlformats.org/drawingml/2006/main" prst="rect">
            <a:avLst/>
          </a:prstGeom>
        </p:spPr>
      </p:pic>
      <p:sp>
        <p:nvSpPr>
          <p:cNvPr id="128" name="path-111">
            <a:extLst xmlns:a="http://schemas.openxmlformats.org/drawingml/2006/main">
              <a:ext uri="{FF2B5EF4-FFF2-40B4-BE49-F238E27FC236}">
                <a16:creationId xmlns:a16="http://schemas.microsoft.com/office/drawing/2014/main" id="{FB41256A-C36E-4ED3-B242-5196C8C2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198" y="4711191"/>
            <a:ext cx="575570" cy="575569"/>
          </a:xfrm>
          <a:custGeom xmlns:a="http://schemas.openxmlformats.org/drawingml/2006/main">
            <a:pathLst>
              <a:path w="575570" h="575569">
                <a:moveTo>
                  <a:pt x="0" y="95929"/>
                </a:moveTo>
                <a:cubicBezTo>
                  <a:pt x="0" y="42949"/>
                  <a:pt x="42950" y="0"/>
                  <a:pt x="95930" y="0"/>
                </a:cubicBezTo>
                <a:lnTo>
                  <a:pt x="479639" y="0"/>
                </a:lnTo>
                <a:cubicBezTo>
                  <a:pt x="532620" y="0"/>
                  <a:pt x="575570" y="42949"/>
                  <a:pt x="575570" y="95929"/>
                </a:cubicBezTo>
                <a:lnTo>
                  <a:pt x="575570" y="479638"/>
                </a:lnTo>
                <a:cubicBezTo>
                  <a:pt x="575570" y="532620"/>
                  <a:pt x="532620" y="575569"/>
                  <a:pt x="479639" y="575569"/>
                </a:cubicBezTo>
                <a:lnTo>
                  <a:pt x="95930" y="575569"/>
                </a:lnTo>
                <a:cubicBezTo>
                  <a:pt x="42950" y="575569"/>
                  <a:pt x="0" y="532620"/>
                  <a:pt x="0" y="479638"/>
                </a:cubicBezTo>
                <a:lnTo>
                  <a:pt x="0" y="95929"/>
                </a:lnTo>
              </a:path>
            </a:pathLst>
          </a:custGeom>
          <a:solidFill xmlns:a="http://schemas.openxmlformats.org/drawingml/2006/main">
            <a:srgbClr val="B0C7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9" name="path-112">
            <a:extLst xmlns:a="http://schemas.openxmlformats.org/drawingml/2006/main">
              <a:ext uri="{FF2B5EF4-FFF2-40B4-BE49-F238E27FC236}">
                <a16:creationId xmlns:a16="http://schemas.microsoft.com/office/drawing/2014/main" id="{216F39C2-8DC6-4EE7-A5EF-7BDCCD47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198" y="4711191"/>
            <a:ext cx="575569" cy="575569"/>
          </a:xfrm>
          <a:custGeom xmlns:a="http://schemas.openxmlformats.org/drawingml/2006/main">
            <a:pathLst>
              <a:path w="575569" h="575569">
                <a:moveTo>
                  <a:pt x="0" y="95930"/>
                </a:moveTo>
                <a:cubicBezTo>
                  <a:pt x="0" y="42949"/>
                  <a:pt x="42949" y="0"/>
                  <a:pt x="95930" y="0"/>
                </a:cubicBezTo>
                <a:lnTo>
                  <a:pt x="479639" y="0"/>
                </a:lnTo>
                <a:cubicBezTo>
                  <a:pt x="532619" y="0"/>
                  <a:pt x="575569" y="42949"/>
                  <a:pt x="575569" y="95930"/>
                </a:cubicBezTo>
                <a:lnTo>
                  <a:pt x="575569" y="479639"/>
                </a:lnTo>
                <a:cubicBezTo>
                  <a:pt x="575569" y="532620"/>
                  <a:pt x="532619" y="575569"/>
                  <a:pt x="479639" y="575569"/>
                </a:cubicBezTo>
                <a:lnTo>
                  <a:pt x="95930" y="575569"/>
                </a:lnTo>
                <a:cubicBezTo>
                  <a:pt x="42949" y="575569"/>
                  <a:pt x="0" y="532620"/>
                  <a:pt x="0" y="479639"/>
                </a:cubicBezTo>
                <a:lnTo>
                  <a:pt x="0" y="95930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000000"/>
            </a:solidFill>
            <a:prstDash val="solid"/>
          </a:ln>
        </p:spPr>
      </p:sp>
      <p:pic>
        <p:nvPic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4418D1C-939B-49F2-9407-5F05A89A13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bcd673cca487f"/>
          <a:stretch xmlns:a="http://schemas.openxmlformats.org/drawingml/2006/main"/>
        </p:blipFill>
        <p:spPr>
          <a:xfrm xmlns:a="http://schemas.openxmlformats.org/drawingml/2006/main">
            <a:off x="5587177" y="4712746"/>
            <a:ext cx="573533" cy="573533"/>
          </a:xfrm>
          <a:prstGeom xmlns:a="http://schemas.openxmlformats.org/drawingml/2006/main" prst="rect">
            <a:avLst/>
          </a:prstGeom>
        </p:spPr>
      </p:pic>
      <p:pic>
        <p:nvPic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E308285-F68C-404D-9CED-1C2A999966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2983aed536406d"/>
          <a:stretch xmlns:a="http://schemas.openxmlformats.org/drawingml/2006/main"/>
        </p:blipFill>
        <p:spPr>
          <a:xfrm xmlns:a="http://schemas.openxmlformats.org/drawingml/2006/main">
            <a:off x="5604782" y="4771064"/>
            <a:ext cx="447675" cy="457200"/>
          </a:xfrm>
          <a:prstGeom xmlns:a="http://schemas.openxmlformats.org/drawingml/2006/main" prst="rect">
            <a:avLst/>
          </a:prstGeom>
        </p:spPr>
      </p:pic>
      <p:sp>
        <p:nvSpPr>
          <p:cNvPr id="132" name="path-115">
            <a:extLst xmlns:a="http://schemas.openxmlformats.org/drawingml/2006/main">
              <a:ext uri="{FF2B5EF4-FFF2-40B4-BE49-F238E27FC236}">
                <a16:creationId xmlns:a16="http://schemas.microsoft.com/office/drawing/2014/main" id="{E642074A-DB9D-4361-B9DF-92703E1A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036" y="1471523"/>
            <a:ext cx="8288935" cy="564969"/>
          </a:xfrm>
          <a:custGeom xmlns:a="http://schemas.openxmlformats.org/drawingml/2006/main">
            <a:pathLst>
              <a:path w="8288935" h="564969">
                <a:moveTo>
                  <a:pt x="0" y="107901"/>
                </a:moveTo>
                <a:cubicBezTo>
                  <a:pt x="0" y="48310"/>
                  <a:pt x="48308" y="0"/>
                  <a:pt x="107898" y="0"/>
                </a:cubicBezTo>
                <a:lnTo>
                  <a:pt x="8181039" y="0"/>
                </a:lnTo>
                <a:cubicBezTo>
                  <a:pt x="8240630" y="0"/>
                  <a:pt x="8288935" y="48310"/>
                  <a:pt x="8288935" y="107901"/>
                </a:cubicBezTo>
                <a:lnTo>
                  <a:pt x="8288935" y="457068"/>
                </a:lnTo>
                <a:cubicBezTo>
                  <a:pt x="8288935" y="516661"/>
                  <a:pt x="8240630" y="564969"/>
                  <a:pt x="8181039" y="564969"/>
                </a:cubicBezTo>
                <a:lnTo>
                  <a:pt x="107898" y="564969"/>
                </a:lnTo>
                <a:cubicBezTo>
                  <a:pt x="48308" y="564969"/>
                  <a:pt x="0" y="516661"/>
                  <a:pt x="0" y="457068"/>
                </a:cubicBezTo>
                <a:lnTo>
                  <a:pt x="0" y="107901"/>
                </a:lnTo>
              </a:path>
            </a:pathLst>
          </a:custGeom>
          <a:solidFill xmlns:a="http://schemas.openxmlformats.org/drawingml/2006/main">
            <a:srgbClr val="FBEFAD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3" name="path-116">
            <a:extLst xmlns:a="http://schemas.openxmlformats.org/drawingml/2006/main">
              <a:ext uri="{FF2B5EF4-FFF2-40B4-BE49-F238E27FC236}">
                <a16:creationId xmlns:a16="http://schemas.microsoft.com/office/drawing/2014/main" id="{626EE4D7-FF12-4C4C-8684-60739E74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036" y="1471523"/>
            <a:ext cx="8288939" cy="564968"/>
          </a:xfrm>
          <a:custGeom xmlns:a="http://schemas.openxmlformats.org/drawingml/2006/main">
            <a:pathLst>
              <a:path w="8288939" h="564968">
                <a:moveTo>
                  <a:pt x="0" y="107901"/>
                </a:moveTo>
                <a:cubicBezTo>
                  <a:pt x="0" y="48309"/>
                  <a:pt x="48309" y="0"/>
                  <a:pt x="107899" y="0"/>
                </a:cubicBezTo>
                <a:lnTo>
                  <a:pt x="8181039" y="0"/>
                </a:lnTo>
                <a:cubicBezTo>
                  <a:pt x="8240630" y="0"/>
                  <a:pt x="8288939" y="48309"/>
                  <a:pt x="8288939" y="107901"/>
                </a:cubicBezTo>
                <a:lnTo>
                  <a:pt x="8288939" y="457067"/>
                </a:lnTo>
                <a:cubicBezTo>
                  <a:pt x="8288939" y="516659"/>
                  <a:pt x="8240630" y="564968"/>
                  <a:pt x="8181039" y="564968"/>
                </a:cubicBezTo>
                <a:lnTo>
                  <a:pt x="107899" y="564968"/>
                </a:lnTo>
                <a:cubicBezTo>
                  <a:pt x="48309" y="564968"/>
                  <a:pt x="0" y="516659"/>
                  <a:pt x="0" y="457067"/>
                </a:cubicBezTo>
                <a:lnTo>
                  <a:pt x="0" y="107901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E97132"/>
            </a:solidFill>
            <a:prstDash val="solid"/>
          </a:ln>
        </p:spPr>
      </p:sp>
      <p:pic>
        <p:nvPic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5E29792-F0ED-4306-B3DC-CEBFFC2585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0d97b8bad4b9b"/>
          <a:stretch xmlns:a="http://schemas.openxmlformats.org/drawingml/2006/main"/>
        </p:blipFill>
        <p:spPr>
          <a:xfrm xmlns:a="http://schemas.openxmlformats.org/drawingml/2006/main">
            <a:off x="6681107" y="1503989"/>
            <a:ext cx="447675" cy="447675"/>
          </a:xfrm>
          <a:prstGeom xmlns:a="http://schemas.openxmlformats.org/drawingml/2006/main" prst="rect">
            <a:avLst/>
          </a:prstGeom>
        </p:spPr>
      </p:pic>
      <p:sp>
        <p:nvSpPr>
          <p:cNvPr id="135" name="path-119">
            <a:extLst xmlns:a="http://schemas.openxmlformats.org/drawingml/2006/main">
              <a:ext uri="{FF2B5EF4-FFF2-40B4-BE49-F238E27FC236}">
                <a16:creationId xmlns:a16="http://schemas.microsoft.com/office/drawing/2014/main" id="{B6A527DC-CB77-48EC-836F-93E46907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991" y="1808718"/>
            <a:ext cx="150527" cy="129510"/>
          </a:xfrm>
          <a:custGeom xmlns:a="http://schemas.openxmlformats.org/drawingml/2006/main">
            <a:pathLst>
              <a:path w="150527" h="129510">
                <a:moveTo>
                  <a:pt x="0" y="0"/>
                </a:moveTo>
                <a:lnTo>
                  <a:pt x="0" y="129510"/>
                </a:lnTo>
                <a:lnTo>
                  <a:pt x="150527" y="129510"/>
                </a:lnTo>
                <a:lnTo>
                  <a:pt x="150527" y="0"/>
                </a:lnTo>
                <a:close/>
              </a:path>
            </a:pathLst>
          </a:custGeom>
          <a:solidFill xmlns:a="http://schemas.openxmlformats.org/drawingml/2006/main">
            <a:srgbClr val="FBEFA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4C55800-4B7A-4C26-B19E-623EF3DAA7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9cb3a0b974ff7"/>
          <a:stretch xmlns:a="http://schemas.openxmlformats.org/drawingml/2006/main"/>
        </p:blipFill>
        <p:spPr>
          <a:xfrm xmlns:a="http://schemas.openxmlformats.org/drawingml/2006/main">
            <a:off x="6900182" y="1780214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7" name="path-121">
            <a:extLst xmlns:a="http://schemas.openxmlformats.org/drawingml/2006/main">
              <a:ext uri="{FF2B5EF4-FFF2-40B4-BE49-F238E27FC236}">
                <a16:creationId xmlns:a16="http://schemas.microsoft.com/office/drawing/2014/main" id="{237200AF-28A0-48C0-A097-7E41A686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1781" y="1548448"/>
            <a:ext cx="117326" cy="135447"/>
          </a:xfrm>
          <a:custGeom xmlns:a="http://schemas.openxmlformats.org/drawingml/2006/main">
            <a:pathLst>
              <a:path w="117326" h="135447">
                <a:moveTo>
                  <a:pt x="0" y="135447"/>
                </a:moveTo>
                <a:lnTo>
                  <a:pt x="117326" y="67723"/>
                </a:lnTo>
                <a:lnTo>
                  <a:pt x="0" y="0"/>
                </a:lnTo>
                <a:lnTo>
                  <a:pt x="39170" y="67723"/>
                </a:lnTo>
                <a:lnTo>
                  <a:pt x="0" y="135447"/>
                </a:lnTo>
                <a:moveTo>
                  <a:pt x="108357" y="67723"/>
                </a:moveTo>
                <a:lnTo>
                  <a:pt x="44386" y="67723"/>
                </a:lnTo>
                <a:lnTo>
                  <a:pt x="12355" y="12263"/>
                </a:lnTo>
                <a:lnTo>
                  <a:pt x="108357" y="677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text-122 Edit">
            <a:extLst xmlns:a="http://schemas.openxmlformats.org/drawingml/2006/main">
              <a:ext uri="{FF2B5EF4-FFF2-40B4-BE49-F238E27FC236}">
                <a16:creationId xmlns:a16="http://schemas.microsoft.com/office/drawing/2014/main" id="{E181AAA0-20C4-4A00-9E9C-16E59F4B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6805" y="1496636"/>
            <a:ext cx="323670" cy="262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Edit</a:t>
            </a:r>
          </a:p>
        </p:txBody>
      </p:sp>
      <p:sp>
        <p:nvSpPr>
          <p:cNvPr id="139" name="text-122 Scope">
            <a:extLst xmlns:a="http://schemas.openxmlformats.org/drawingml/2006/main">
              <a:ext uri="{FF2B5EF4-FFF2-40B4-BE49-F238E27FC236}">
                <a16:creationId xmlns:a16="http://schemas.microsoft.com/office/drawing/2014/main" id="{30D7C617-EF29-4A9A-A5B9-85F3E6D7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9585" y="1497161"/>
            <a:ext cx="475071" cy="261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Scope</a:t>
            </a:r>
          </a:p>
        </p:txBody>
      </p:sp>
      <p:sp>
        <p:nvSpPr>
          <p:cNvPr id="140" name="text-122 (#">
            <a:extLst xmlns:a="http://schemas.openxmlformats.org/drawingml/2006/main">
              <a:ext uri="{FF2B5EF4-FFF2-40B4-BE49-F238E27FC236}">
                <a16:creationId xmlns:a16="http://schemas.microsoft.com/office/drawing/2014/main" id="{82988CCA-9323-433A-9F27-3AA8FA97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4501" y="1496737"/>
            <a:ext cx="183585" cy="262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(#</a:t>
            </a:r>
          </a:p>
        </p:txBody>
      </p:sp>
      <p:sp>
        <p:nvSpPr>
          <p:cNvPr id="141" name="text-122 Files)">
            <a:extLst xmlns:a="http://schemas.openxmlformats.org/drawingml/2006/main">
              <a:ext uri="{FF2B5EF4-FFF2-40B4-BE49-F238E27FC236}">
                <a16:creationId xmlns:a16="http://schemas.microsoft.com/office/drawing/2014/main" id="{C13E3C2F-8909-4C6E-9EF6-4D42A70F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7759" y="1496550"/>
            <a:ext cx="424834" cy="262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Files)</a:t>
            </a:r>
          </a:p>
        </p:txBody>
      </p:sp>
      <p:sp>
        <p:nvSpPr>
          <p:cNvPr id="142" name="path-123">
            <a:extLst xmlns:a="http://schemas.openxmlformats.org/drawingml/2006/main">
              <a:ext uri="{FF2B5EF4-FFF2-40B4-BE49-F238E27FC236}">
                <a16:creationId xmlns:a16="http://schemas.microsoft.com/office/drawing/2014/main" id="{301A000D-B6E4-409D-B613-27E9543E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1781" y="1784608"/>
            <a:ext cx="117326" cy="135447"/>
          </a:xfrm>
          <a:custGeom xmlns:a="http://schemas.openxmlformats.org/drawingml/2006/main">
            <a:pathLst>
              <a:path w="117326" h="135447">
                <a:moveTo>
                  <a:pt x="0" y="135447"/>
                </a:moveTo>
                <a:lnTo>
                  <a:pt x="117326" y="67723"/>
                </a:lnTo>
                <a:lnTo>
                  <a:pt x="0" y="0"/>
                </a:lnTo>
                <a:lnTo>
                  <a:pt x="39170" y="67723"/>
                </a:lnTo>
                <a:lnTo>
                  <a:pt x="0" y="135447"/>
                </a:lnTo>
                <a:moveTo>
                  <a:pt x="108357" y="67723"/>
                </a:moveTo>
                <a:lnTo>
                  <a:pt x="44386" y="67723"/>
                </a:lnTo>
                <a:lnTo>
                  <a:pt x="12355" y="12263"/>
                </a:lnTo>
                <a:lnTo>
                  <a:pt x="108357" y="677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text-124 Rollout">
            <a:extLst xmlns:a="http://schemas.openxmlformats.org/drawingml/2006/main">
              <a:ext uri="{FF2B5EF4-FFF2-40B4-BE49-F238E27FC236}">
                <a16:creationId xmlns:a16="http://schemas.microsoft.com/office/drawing/2014/main" id="{08BEFA19-8454-4A74-88CA-DF6C0005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6805" y="1733340"/>
            <a:ext cx="566874" cy="261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Rollout</a:t>
            </a:r>
          </a:p>
        </p:txBody>
      </p:sp>
      <p:sp>
        <p:nvSpPr>
          <p:cNvPr id="144" name="text-124 Length">
            <a:extLst xmlns:a="http://schemas.openxmlformats.org/drawingml/2006/main">
              <a:ext uri="{FF2B5EF4-FFF2-40B4-BE49-F238E27FC236}">
                <a16:creationId xmlns:a16="http://schemas.microsoft.com/office/drawing/2014/main" id="{9787F1D1-FE92-4606-A27C-2C60444C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2699" y="1733340"/>
            <a:ext cx="551693" cy="261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Length</a:t>
            </a:r>
          </a:p>
        </p:txBody>
      </p:sp>
      <p:sp>
        <p:nvSpPr>
          <p:cNvPr id="145" name="text-124 (">
            <a:extLst xmlns:a="http://schemas.openxmlformats.org/drawingml/2006/main">
              <a:ext uri="{FF2B5EF4-FFF2-40B4-BE49-F238E27FC236}">
                <a16:creationId xmlns:a16="http://schemas.microsoft.com/office/drawing/2014/main" id="{63DF2C7F-16FE-4249-BEA4-D5281CA7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2999" y="1732416"/>
            <a:ext cx="90608" cy="262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</a:t>
            </a:r>
          </a:p>
        </p:txBody>
      </p:sp>
      <p:sp>
        <p:nvSpPr>
          <p:cNvPr id="146" name="text-125 #">
            <a:extLst xmlns:a="http://schemas.openxmlformats.org/drawingml/2006/main">
              <a:ext uri="{FF2B5EF4-FFF2-40B4-BE49-F238E27FC236}">
                <a16:creationId xmlns:a16="http://schemas.microsoft.com/office/drawing/2014/main" id="{EC838EED-D5CF-4C0F-8943-52A58126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9790" y="1732618"/>
            <a:ext cx="127087" cy="262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#</a:t>
            </a:r>
          </a:p>
        </p:txBody>
      </p:sp>
      <p:sp>
        <p:nvSpPr>
          <p:cNvPr id="147" name="text-126 Turns)">
            <a:extLst xmlns:a="http://schemas.openxmlformats.org/drawingml/2006/main">
              <a:ext uri="{FF2B5EF4-FFF2-40B4-BE49-F238E27FC236}">
                <a16:creationId xmlns:a16="http://schemas.microsoft.com/office/drawing/2014/main" id="{D60AFD42-979F-4912-9401-9C45BF86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6458" y="1733121"/>
            <a:ext cx="501419" cy="261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Turns)</a:t>
            </a:r>
          </a:p>
        </p:txBody>
      </p:sp>
      <p:sp>
        <p:nvSpPr>
          <p:cNvPr id="148" name="path-127">
            <a:extLst xmlns:a="http://schemas.openxmlformats.org/drawingml/2006/main">
              <a:ext uri="{FF2B5EF4-FFF2-40B4-BE49-F238E27FC236}">
                <a16:creationId xmlns:a16="http://schemas.microsoft.com/office/drawing/2014/main" id="{DF409269-2032-4A64-ABDF-9DA4C835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1985" y="4860192"/>
            <a:ext cx="1496479" cy="2722886"/>
          </a:xfrm>
          <a:custGeom xmlns:a="http://schemas.openxmlformats.org/drawingml/2006/main">
            <a:pathLst>
              <a:path w="1496479" h="2722886">
                <a:moveTo>
                  <a:pt x="0" y="134356"/>
                </a:moveTo>
                <a:cubicBezTo>
                  <a:pt x="0" y="60154"/>
                  <a:pt x="60153" y="0"/>
                  <a:pt x="134356" y="0"/>
                </a:cubicBezTo>
                <a:lnTo>
                  <a:pt x="1362127" y="0"/>
                </a:lnTo>
                <a:cubicBezTo>
                  <a:pt x="1436326" y="0"/>
                  <a:pt x="1496479" y="60154"/>
                  <a:pt x="1496479" y="134356"/>
                </a:cubicBezTo>
                <a:lnTo>
                  <a:pt x="1496479" y="2588532"/>
                </a:lnTo>
                <a:cubicBezTo>
                  <a:pt x="1496479" y="2662733"/>
                  <a:pt x="1436326" y="2722886"/>
                  <a:pt x="1362127" y="2722886"/>
                </a:cubicBezTo>
                <a:lnTo>
                  <a:pt x="134356" y="2722886"/>
                </a:lnTo>
                <a:cubicBezTo>
                  <a:pt x="60153" y="2722886"/>
                  <a:pt x="0" y="2662733"/>
                  <a:pt x="0" y="2588532"/>
                </a:cubicBezTo>
                <a:lnTo>
                  <a:pt x="0" y="134356"/>
                </a:lnTo>
              </a:path>
            </a:pathLst>
          </a:custGeom>
          <a:solidFill xmlns:a="http://schemas.openxmlformats.org/drawingml/2006/main">
            <a:srgbClr val="CF8BC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49" name="path-128">
            <a:extLst xmlns:a="http://schemas.openxmlformats.org/drawingml/2006/main">
              <a:ext uri="{FF2B5EF4-FFF2-40B4-BE49-F238E27FC236}">
                <a16:creationId xmlns:a16="http://schemas.microsoft.com/office/drawing/2014/main" id="{214A1308-8845-4719-917B-FB97B856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1985" y="4860192"/>
            <a:ext cx="1496481" cy="2722885"/>
          </a:xfrm>
          <a:custGeom xmlns:a="http://schemas.openxmlformats.org/drawingml/2006/main">
            <a:pathLst>
              <a:path w="1496481" h="2722885">
                <a:moveTo>
                  <a:pt x="0" y="134355"/>
                </a:moveTo>
                <a:cubicBezTo>
                  <a:pt x="0" y="60153"/>
                  <a:pt x="60153" y="0"/>
                  <a:pt x="134355" y="0"/>
                </a:cubicBezTo>
                <a:lnTo>
                  <a:pt x="1362125" y="0"/>
                </a:lnTo>
                <a:cubicBezTo>
                  <a:pt x="1436326" y="0"/>
                  <a:pt x="1496481" y="60153"/>
                  <a:pt x="1496481" y="134355"/>
                </a:cubicBezTo>
                <a:lnTo>
                  <a:pt x="1496481" y="2588531"/>
                </a:lnTo>
                <a:cubicBezTo>
                  <a:pt x="1496481" y="2662734"/>
                  <a:pt x="1436326" y="2722885"/>
                  <a:pt x="1362125" y="2722885"/>
                </a:cubicBezTo>
                <a:lnTo>
                  <a:pt x="134355" y="2722885"/>
                </a:lnTo>
                <a:cubicBezTo>
                  <a:pt x="60153" y="2722885"/>
                  <a:pt x="0" y="2662734"/>
                  <a:pt x="0" y="2588531"/>
                </a:cubicBezTo>
                <a:lnTo>
                  <a:pt x="0" y="134355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74505E"/>
            </a:solidFill>
            <a:prstDash val="solid"/>
          </a:ln>
        </p:spPr>
      </p:sp>
      <p:sp>
        <p:nvSpPr>
          <p:cNvPr id="150" name="path-129">
            <a:extLst xmlns:a="http://schemas.openxmlformats.org/drawingml/2006/main">
              <a:ext uri="{FF2B5EF4-FFF2-40B4-BE49-F238E27FC236}">
                <a16:creationId xmlns:a16="http://schemas.microsoft.com/office/drawing/2014/main" id="{90776FDC-2B0B-4C62-9C1B-09244CF1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9360" y="4909736"/>
            <a:ext cx="1482075" cy="2722885"/>
          </a:xfrm>
          <a:custGeom xmlns:a="http://schemas.openxmlformats.org/drawingml/2006/main">
            <a:pathLst>
              <a:path w="1482075" h="2722885">
                <a:moveTo>
                  <a:pt x="0" y="133059"/>
                </a:moveTo>
                <a:cubicBezTo>
                  <a:pt x="0" y="59573"/>
                  <a:pt x="59572" y="0"/>
                  <a:pt x="133058" y="0"/>
                </a:cubicBezTo>
                <a:lnTo>
                  <a:pt x="1349017" y="0"/>
                </a:lnTo>
                <a:cubicBezTo>
                  <a:pt x="1422503" y="0"/>
                  <a:pt x="1482075" y="59573"/>
                  <a:pt x="1482075" y="133059"/>
                </a:cubicBezTo>
                <a:lnTo>
                  <a:pt x="1482075" y="2589826"/>
                </a:lnTo>
                <a:cubicBezTo>
                  <a:pt x="1482075" y="2663313"/>
                  <a:pt x="1422503" y="2722885"/>
                  <a:pt x="1349017" y="2722885"/>
                </a:cubicBezTo>
                <a:lnTo>
                  <a:pt x="133058" y="2722885"/>
                </a:lnTo>
                <a:cubicBezTo>
                  <a:pt x="59572" y="2722885"/>
                  <a:pt x="0" y="2663313"/>
                  <a:pt x="0" y="2589826"/>
                </a:cubicBezTo>
                <a:lnTo>
                  <a:pt x="0" y="133059"/>
                </a:lnTo>
              </a:path>
            </a:pathLst>
          </a:custGeom>
          <a:solidFill xmlns:a="http://schemas.openxmlformats.org/drawingml/2006/main">
            <a:srgbClr val="CF8BC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1" name="path-130">
            <a:extLst xmlns:a="http://schemas.openxmlformats.org/drawingml/2006/main">
              <a:ext uri="{FF2B5EF4-FFF2-40B4-BE49-F238E27FC236}">
                <a16:creationId xmlns:a16="http://schemas.microsoft.com/office/drawing/2014/main" id="{1E67190C-4FB0-4F56-9E37-62703D80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9360" y="4909736"/>
            <a:ext cx="1482077" cy="2722885"/>
          </a:xfrm>
          <a:custGeom xmlns:a="http://schemas.openxmlformats.org/drawingml/2006/main">
            <a:pathLst>
              <a:path w="1482077" h="2722885">
                <a:moveTo>
                  <a:pt x="0" y="133059"/>
                </a:moveTo>
                <a:cubicBezTo>
                  <a:pt x="0" y="59573"/>
                  <a:pt x="59572" y="0"/>
                  <a:pt x="133059" y="0"/>
                </a:cubicBezTo>
                <a:lnTo>
                  <a:pt x="1349017" y="0"/>
                </a:lnTo>
                <a:cubicBezTo>
                  <a:pt x="1422505" y="0"/>
                  <a:pt x="1482077" y="59573"/>
                  <a:pt x="1482077" y="133059"/>
                </a:cubicBezTo>
                <a:lnTo>
                  <a:pt x="1482077" y="2589826"/>
                </a:lnTo>
                <a:cubicBezTo>
                  <a:pt x="1482077" y="2663313"/>
                  <a:pt x="1422505" y="2722885"/>
                  <a:pt x="1349017" y="2722885"/>
                </a:cubicBezTo>
                <a:lnTo>
                  <a:pt x="133059" y="2722885"/>
                </a:lnTo>
                <a:cubicBezTo>
                  <a:pt x="59572" y="2722885"/>
                  <a:pt x="0" y="2663313"/>
                  <a:pt x="0" y="2589826"/>
                </a:cubicBezTo>
                <a:lnTo>
                  <a:pt x="0" y="133059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74505E"/>
            </a:solidFill>
            <a:prstDash val="solid"/>
          </a:ln>
        </p:spPr>
      </p:sp>
      <p:sp>
        <p:nvSpPr>
          <p:cNvPr id="152" name="path-131">
            <a:extLst xmlns:a="http://schemas.openxmlformats.org/drawingml/2006/main">
              <a:ext uri="{FF2B5EF4-FFF2-40B4-BE49-F238E27FC236}">
                <a16:creationId xmlns:a16="http://schemas.microsoft.com/office/drawing/2014/main" id="{CC2067DC-88C6-4498-BF6A-5F67A663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6632" y="4959280"/>
            <a:ext cx="1482247" cy="2718256"/>
          </a:xfrm>
          <a:custGeom xmlns:a="http://schemas.openxmlformats.org/drawingml/2006/main">
            <a:pathLst>
              <a:path w="1482247" h="2718256">
                <a:moveTo>
                  <a:pt x="0" y="133076"/>
                </a:moveTo>
                <a:cubicBezTo>
                  <a:pt x="0" y="59580"/>
                  <a:pt x="59581" y="0"/>
                  <a:pt x="133077" y="0"/>
                </a:cubicBezTo>
                <a:lnTo>
                  <a:pt x="1349169" y="0"/>
                </a:lnTo>
                <a:cubicBezTo>
                  <a:pt x="1422665" y="0"/>
                  <a:pt x="1482247" y="59580"/>
                  <a:pt x="1482247" y="133076"/>
                </a:cubicBezTo>
                <a:lnTo>
                  <a:pt x="1482247" y="2585179"/>
                </a:lnTo>
                <a:cubicBezTo>
                  <a:pt x="1482247" y="2658675"/>
                  <a:pt x="1422665" y="2718256"/>
                  <a:pt x="1349169" y="2718256"/>
                </a:cubicBezTo>
                <a:lnTo>
                  <a:pt x="133077" y="2718256"/>
                </a:lnTo>
                <a:cubicBezTo>
                  <a:pt x="59581" y="2718256"/>
                  <a:pt x="0" y="2658675"/>
                  <a:pt x="0" y="2585179"/>
                </a:cubicBezTo>
                <a:lnTo>
                  <a:pt x="0" y="133076"/>
                </a:lnTo>
              </a:path>
            </a:pathLst>
          </a:custGeom>
          <a:solidFill xmlns:a="http://schemas.openxmlformats.org/drawingml/2006/main">
            <a:srgbClr val="CF8BC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3" name="path-132">
            <a:extLst xmlns:a="http://schemas.openxmlformats.org/drawingml/2006/main">
              <a:ext uri="{FF2B5EF4-FFF2-40B4-BE49-F238E27FC236}">
                <a16:creationId xmlns:a16="http://schemas.microsoft.com/office/drawing/2014/main" id="{0BF0F0FE-3847-436F-9B6E-BD0A4A8F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6632" y="4959280"/>
            <a:ext cx="1482245" cy="2718256"/>
          </a:xfrm>
          <a:custGeom xmlns:a="http://schemas.openxmlformats.org/drawingml/2006/main">
            <a:pathLst>
              <a:path w="1482245" h="2718256">
                <a:moveTo>
                  <a:pt x="0" y="133077"/>
                </a:moveTo>
                <a:cubicBezTo>
                  <a:pt x="0" y="59581"/>
                  <a:pt x="59581" y="0"/>
                  <a:pt x="133077" y="0"/>
                </a:cubicBezTo>
                <a:lnTo>
                  <a:pt x="1349169" y="0"/>
                </a:lnTo>
                <a:cubicBezTo>
                  <a:pt x="1422665" y="0"/>
                  <a:pt x="1482245" y="59581"/>
                  <a:pt x="1482245" y="133077"/>
                </a:cubicBezTo>
                <a:lnTo>
                  <a:pt x="1482245" y="2585179"/>
                </a:lnTo>
                <a:cubicBezTo>
                  <a:pt x="1482245" y="2658676"/>
                  <a:pt x="1422665" y="2718256"/>
                  <a:pt x="1349169" y="2718256"/>
                </a:cubicBezTo>
                <a:lnTo>
                  <a:pt x="133077" y="2718256"/>
                </a:lnTo>
                <a:cubicBezTo>
                  <a:pt x="59581" y="2718256"/>
                  <a:pt x="0" y="2658676"/>
                  <a:pt x="0" y="2585179"/>
                </a:cubicBezTo>
                <a:lnTo>
                  <a:pt x="0" y="133077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74505E"/>
            </a:solidFill>
            <a:prstDash val="solid"/>
          </a:ln>
        </p:spPr>
      </p:sp>
      <p:sp>
        <p:nvSpPr>
          <p:cNvPr id="154" name="path-133">
            <a:extLst xmlns:a="http://schemas.openxmlformats.org/drawingml/2006/main">
              <a:ext uri="{FF2B5EF4-FFF2-40B4-BE49-F238E27FC236}">
                <a16:creationId xmlns:a16="http://schemas.microsoft.com/office/drawing/2014/main" id="{F9F60037-62FD-41D1-9B8A-FCBBEF51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8887" y="5521051"/>
            <a:ext cx="1351086" cy="1177326"/>
          </a:xfrm>
          <a:custGeom xmlns:a="http://schemas.openxmlformats.org/drawingml/2006/main">
            <a:pathLst>
              <a:path w="1351086" h="1177326">
                <a:moveTo>
                  <a:pt x="0" y="105701"/>
                </a:moveTo>
                <a:cubicBezTo>
                  <a:pt x="0" y="47324"/>
                  <a:pt x="47322" y="0"/>
                  <a:pt x="105700" y="0"/>
                </a:cubicBezTo>
                <a:lnTo>
                  <a:pt x="1245386" y="0"/>
                </a:lnTo>
                <a:cubicBezTo>
                  <a:pt x="1303763" y="0"/>
                  <a:pt x="1351086" y="47324"/>
                  <a:pt x="1351086" y="105701"/>
                </a:cubicBezTo>
                <a:lnTo>
                  <a:pt x="1351086" y="1071625"/>
                </a:lnTo>
                <a:cubicBezTo>
                  <a:pt x="1351086" y="1130001"/>
                  <a:pt x="1303763" y="1177326"/>
                  <a:pt x="1245386" y="1177326"/>
                </a:cubicBezTo>
                <a:lnTo>
                  <a:pt x="105700" y="1177326"/>
                </a:lnTo>
                <a:cubicBezTo>
                  <a:pt x="47322" y="1177326"/>
                  <a:pt x="0" y="1130001"/>
                  <a:pt x="0" y="1071625"/>
                </a:cubicBezTo>
                <a:lnTo>
                  <a:pt x="0" y="105701"/>
                </a:lnTo>
              </a:path>
            </a:pathLst>
          </a:custGeom>
          <a:solidFill xmlns:a="http://schemas.openxmlformats.org/drawingml/2006/main">
            <a:srgbClr val="E9C4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5" name="text-134 Admitted">
            <a:extLst xmlns:a="http://schemas.openxmlformats.org/drawingml/2006/main">
              <a:ext uri="{FF2B5EF4-FFF2-40B4-BE49-F238E27FC236}">
                <a16:creationId xmlns:a16="http://schemas.microsoft.com/office/drawing/2014/main" id="{F267E4B9-FADD-48C4-9355-D4F1C741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32894" y="4960401"/>
            <a:ext cx="890059" cy="309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4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Admitted</a:t>
            </a:r>
          </a:p>
        </p:txBody>
      </p:sp>
      <p:sp>
        <p:nvSpPr>
          <p:cNvPr id="156" name="text-135 Package">
            <a:extLst xmlns:a="http://schemas.openxmlformats.org/drawingml/2006/main">
              <a:ext uri="{FF2B5EF4-FFF2-40B4-BE49-F238E27FC236}">
                <a16:creationId xmlns:a16="http://schemas.microsoft.com/office/drawing/2014/main" id="{B6598186-09A2-4F64-B76E-EB62DE52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46131" y="5228728"/>
            <a:ext cx="796008" cy="3062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Package</a:t>
            </a:r>
          </a:p>
        </p:txBody>
      </p:sp>
      <p:sp>
        <p:nvSpPr>
          <p:cNvPr id="157" name="path-136">
            <a:extLst xmlns:a="http://schemas.openxmlformats.org/drawingml/2006/main">
              <a:ext uri="{FF2B5EF4-FFF2-40B4-BE49-F238E27FC236}">
                <a16:creationId xmlns:a16="http://schemas.microsoft.com/office/drawing/2014/main" id="{D27E9F51-B5BF-4D6B-9971-338CAE58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7851" y="5301727"/>
            <a:ext cx="134531" cy="145742"/>
          </a:xfrm>
          <a:custGeom xmlns:a="http://schemas.openxmlformats.org/drawingml/2006/main">
            <a:pathLst>
              <a:path w="134531" h="145742">
                <a:moveTo>
                  <a:pt x="82641" y="0"/>
                </a:moveTo>
                <a:cubicBezTo>
                  <a:pt x="90115" y="0"/>
                  <a:pt x="96165" y="231"/>
                  <a:pt x="100792" y="694"/>
                </a:cubicBezTo>
                <a:cubicBezTo>
                  <a:pt x="105419" y="1157"/>
                  <a:pt x="109921" y="2224"/>
                  <a:pt x="114298" y="3897"/>
                </a:cubicBezTo>
                <a:cubicBezTo>
                  <a:pt x="118676" y="5570"/>
                  <a:pt x="122360" y="7776"/>
                  <a:pt x="125349" y="10517"/>
                </a:cubicBezTo>
                <a:cubicBezTo>
                  <a:pt x="128339" y="13257"/>
                  <a:pt x="130617" y="16567"/>
                  <a:pt x="132183" y="20447"/>
                </a:cubicBezTo>
                <a:cubicBezTo>
                  <a:pt x="133749" y="24326"/>
                  <a:pt x="134531" y="28757"/>
                  <a:pt x="134531" y="33740"/>
                </a:cubicBezTo>
                <a:cubicBezTo>
                  <a:pt x="134531" y="41712"/>
                  <a:pt x="133054" y="48848"/>
                  <a:pt x="130101" y="55147"/>
                </a:cubicBezTo>
                <a:cubicBezTo>
                  <a:pt x="127147" y="61447"/>
                  <a:pt x="122965" y="66874"/>
                  <a:pt x="117555" y="71430"/>
                </a:cubicBezTo>
                <a:cubicBezTo>
                  <a:pt x="112145" y="75985"/>
                  <a:pt x="105258" y="79420"/>
                  <a:pt x="96895" y="81733"/>
                </a:cubicBezTo>
                <a:cubicBezTo>
                  <a:pt x="88531" y="84047"/>
                  <a:pt x="79189" y="85203"/>
                  <a:pt x="68867" y="85203"/>
                </a:cubicBezTo>
                <a:lnTo>
                  <a:pt x="65771" y="85203"/>
                </a:lnTo>
                <a:cubicBezTo>
                  <a:pt x="61429" y="85203"/>
                  <a:pt x="57799" y="85025"/>
                  <a:pt x="54880" y="84669"/>
                </a:cubicBezTo>
                <a:lnTo>
                  <a:pt x="47727" y="116914"/>
                </a:lnTo>
                <a:cubicBezTo>
                  <a:pt x="47228" y="119192"/>
                  <a:pt x="46872" y="121167"/>
                  <a:pt x="46659" y="122840"/>
                </a:cubicBezTo>
                <a:cubicBezTo>
                  <a:pt x="46445" y="124513"/>
                  <a:pt x="46339" y="126702"/>
                  <a:pt x="46339" y="129406"/>
                </a:cubicBezTo>
                <a:cubicBezTo>
                  <a:pt x="46339" y="132681"/>
                  <a:pt x="47175" y="134994"/>
                  <a:pt x="48848" y="136347"/>
                </a:cubicBezTo>
                <a:cubicBezTo>
                  <a:pt x="50520" y="137699"/>
                  <a:pt x="53136" y="138482"/>
                  <a:pt x="56695" y="138696"/>
                </a:cubicBezTo>
                <a:lnTo>
                  <a:pt x="55201" y="145742"/>
                </a:lnTo>
                <a:lnTo>
                  <a:pt x="0" y="145742"/>
                </a:lnTo>
                <a:lnTo>
                  <a:pt x="1495" y="138696"/>
                </a:lnTo>
                <a:cubicBezTo>
                  <a:pt x="5552" y="137557"/>
                  <a:pt x="8542" y="135564"/>
                  <a:pt x="10464" y="132716"/>
                </a:cubicBezTo>
                <a:cubicBezTo>
                  <a:pt x="12385" y="129869"/>
                  <a:pt x="14201" y="124602"/>
                  <a:pt x="15909" y="116914"/>
                </a:cubicBezTo>
                <a:lnTo>
                  <a:pt x="35341" y="28828"/>
                </a:lnTo>
                <a:cubicBezTo>
                  <a:pt x="36267" y="24629"/>
                  <a:pt x="36729" y="20464"/>
                  <a:pt x="36729" y="16336"/>
                </a:cubicBezTo>
                <a:cubicBezTo>
                  <a:pt x="36729" y="13346"/>
                  <a:pt x="36035" y="11158"/>
                  <a:pt x="34647" y="9770"/>
                </a:cubicBezTo>
                <a:cubicBezTo>
                  <a:pt x="33259" y="8382"/>
                  <a:pt x="30999" y="7474"/>
                  <a:pt x="27867" y="7047"/>
                </a:cubicBezTo>
                <a:lnTo>
                  <a:pt x="29362" y="0"/>
                </a:lnTo>
                <a:lnTo>
                  <a:pt x="82641" y="0"/>
                </a:lnTo>
                <a:moveTo>
                  <a:pt x="63102" y="72818"/>
                </a:moveTo>
                <a:cubicBezTo>
                  <a:pt x="72853" y="72818"/>
                  <a:pt x="80363" y="71287"/>
                  <a:pt x="85630" y="68227"/>
                </a:cubicBezTo>
                <a:cubicBezTo>
                  <a:pt x="90898" y="65166"/>
                  <a:pt x="94919" y="60593"/>
                  <a:pt x="97695" y="54507"/>
                </a:cubicBezTo>
                <a:cubicBezTo>
                  <a:pt x="100472" y="48421"/>
                  <a:pt x="101860" y="41570"/>
                  <a:pt x="101860" y="33953"/>
                </a:cubicBezTo>
                <a:cubicBezTo>
                  <a:pt x="101860" y="26764"/>
                  <a:pt x="100169" y="21390"/>
                  <a:pt x="96788" y="17831"/>
                </a:cubicBezTo>
                <a:cubicBezTo>
                  <a:pt x="93407" y="14272"/>
                  <a:pt x="88157" y="12492"/>
                  <a:pt x="81039" y="12492"/>
                </a:cubicBezTo>
                <a:cubicBezTo>
                  <a:pt x="77053" y="12492"/>
                  <a:pt x="73601" y="12563"/>
                  <a:pt x="70682" y="12706"/>
                </a:cubicBezTo>
                <a:lnTo>
                  <a:pt x="57550" y="72818"/>
                </a:lnTo>
                <a:lnTo>
                  <a:pt x="63102" y="728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ath-137">
            <a:extLst xmlns:a="http://schemas.openxmlformats.org/drawingml/2006/main">
              <a:ext uri="{FF2B5EF4-FFF2-40B4-BE49-F238E27FC236}">
                <a16:creationId xmlns:a16="http://schemas.microsoft.com/office/drawing/2014/main" id="{C97D7747-CA39-4181-8C69-3CB414A4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2774" y="5386365"/>
            <a:ext cx="41946" cy="107305"/>
          </a:xfrm>
          <a:custGeom xmlns:a="http://schemas.openxmlformats.org/drawingml/2006/main">
            <a:pathLst>
              <a:path w="41946" h="107305">
                <a:moveTo>
                  <a:pt x="39963" y="0"/>
                </a:moveTo>
                <a:lnTo>
                  <a:pt x="35997" y="18685"/>
                </a:lnTo>
                <a:lnTo>
                  <a:pt x="16244" y="18685"/>
                </a:lnTo>
                <a:lnTo>
                  <a:pt x="20439" y="0"/>
                </a:lnTo>
                <a:lnTo>
                  <a:pt x="39963" y="0"/>
                </a:lnTo>
                <a:moveTo>
                  <a:pt x="22498" y="82061"/>
                </a:moveTo>
                <a:cubicBezTo>
                  <a:pt x="21990" y="84197"/>
                  <a:pt x="21647" y="85849"/>
                  <a:pt x="21469" y="87018"/>
                </a:cubicBezTo>
                <a:cubicBezTo>
                  <a:pt x="21291" y="88188"/>
                  <a:pt x="21202" y="89510"/>
                  <a:pt x="21202" y="90984"/>
                </a:cubicBezTo>
                <a:cubicBezTo>
                  <a:pt x="21202" y="92967"/>
                  <a:pt x="21532" y="94340"/>
                  <a:pt x="22193" y="95102"/>
                </a:cubicBezTo>
                <a:cubicBezTo>
                  <a:pt x="22854" y="95865"/>
                  <a:pt x="23795" y="96246"/>
                  <a:pt x="25015" y="96246"/>
                </a:cubicBezTo>
                <a:cubicBezTo>
                  <a:pt x="26489" y="96246"/>
                  <a:pt x="28142" y="95547"/>
                  <a:pt x="29972" y="94149"/>
                </a:cubicBezTo>
                <a:cubicBezTo>
                  <a:pt x="31803" y="92751"/>
                  <a:pt x="33963" y="90628"/>
                  <a:pt x="36455" y="87781"/>
                </a:cubicBezTo>
                <a:lnTo>
                  <a:pt x="41946" y="93272"/>
                </a:lnTo>
                <a:cubicBezTo>
                  <a:pt x="36963" y="98356"/>
                  <a:pt x="32502" y="101966"/>
                  <a:pt x="28561" y="104102"/>
                </a:cubicBezTo>
                <a:cubicBezTo>
                  <a:pt x="24621" y="106237"/>
                  <a:pt x="20286" y="107305"/>
                  <a:pt x="15558" y="107305"/>
                </a:cubicBezTo>
                <a:cubicBezTo>
                  <a:pt x="10169" y="107305"/>
                  <a:pt x="6228" y="105983"/>
                  <a:pt x="3737" y="103339"/>
                </a:cubicBezTo>
                <a:cubicBezTo>
                  <a:pt x="1246" y="100695"/>
                  <a:pt x="0" y="96704"/>
                  <a:pt x="0" y="91366"/>
                </a:cubicBezTo>
                <a:cubicBezTo>
                  <a:pt x="0" y="87959"/>
                  <a:pt x="559" y="83968"/>
                  <a:pt x="1678" y="79392"/>
                </a:cubicBezTo>
                <a:lnTo>
                  <a:pt x="8084" y="52852"/>
                </a:lnTo>
                <a:cubicBezTo>
                  <a:pt x="9253" y="48022"/>
                  <a:pt x="9838" y="44208"/>
                  <a:pt x="9838" y="41412"/>
                </a:cubicBezTo>
                <a:cubicBezTo>
                  <a:pt x="9838" y="39429"/>
                  <a:pt x="9368" y="38018"/>
                  <a:pt x="8427" y="37179"/>
                </a:cubicBezTo>
                <a:cubicBezTo>
                  <a:pt x="7487" y="36340"/>
                  <a:pt x="5517" y="35768"/>
                  <a:pt x="2517" y="35463"/>
                </a:cubicBezTo>
                <a:lnTo>
                  <a:pt x="3661" y="30430"/>
                </a:lnTo>
                <a:lnTo>
                  <a:pt x="26006" y="29591"/>
                </a:lnTo>
                <a:lnTo>
                  <a:pt x="34701" y="29591"/>
                </a:lnTo>
                <a:lnTo>
                  <a:pt x="22498" y="820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text-138 Task">
            <a:extLst xmlns:a="http://schemas.openxmlformats.org/drawingml/2006/main">
              <a:ext uri="{FF2B5EF4-FFF2-40B4-BE49-F238E27FC236}">
                <a16:creationId xmlns:a16="http://schemas.microsoft.com/office/drawing/2014/main" id="{F1139785-97F8-4567-93BF-A747A991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74456" y="5545409"/>
            <a:ext cx="362662" cy="261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160" name="text-139 Instruction">
            <a:extLst xmlns:a="http://schemas.openxmlformats.org/drawingml/2006/main">
              <a:ext uri="{FF2B5EF4-FFF2-40B4-BE49-F238E27FC236}">
                <a16:creationId xmlns:a16="http://schemas.microsoft.com/office/drawing/2014/main" id="{DBEBB674-FCC0-414F-A4C9-BDE6EBF4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47048" y="5545417"/>
            <a:ext cx="844122" cy="261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Instruction</a:t>
            </a:r>
          </a:p>
        </p:txBody>
      </p:sp>
      <p:sp>
        <p:nvSpPr>
          <p:cNvPr id="161" name="text-140 Starter">
            <a:extLst xmlns:a="http://schemas.openxmlformats.org/drawingml/2006/main">
              <a:ext uri="{FF2B5EF4-FFF2-40B4-BE49-F238E27FC236}">
                <a16:creationId xmlns:a16="http://schemas.microsoft.com/office/drawing/2014/main" id="{D29F6F69-88D2-4AD8-BDE9-3E34C720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74456" y="5781635"/>
            <a:ext cx="552100" cy="261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Starter</a:t>
            </a:r>
          </a:p>
        </p:txBody>
      </p:sp>
      <p:sp>
        <p:nvSpPr>
          <p:cNvPr id="162" name="text-140 WorkEnv">
            <a:extLst xmlns:a="http://schemas.openxmlformats.org/drawingml/2006/main">
              <a:ext uri="{FF2B5EF4-FFF2-40B4-BE49-F238E27FC236}">
                <a16:creationId xmlns:a16="http://schemas.microsoft.com/office/drawing/2014/main" id="{5BB6DDBE-200D-47D1-9795-B1A017A1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36031" y="5781380"/>
            <a:ext cx="703780" cy="261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WorkEnv</a:t>
            </a:r>
          </a:p>
        </p:txBody>
      </p:sp>
      <p:sp>
        <p:nvSpPr>
          <p:cNvPr id="163" name="text-141 Reference">
            <a:extLst xmlns:a="http://schemas.openxmlformats.org/drawingml/2006/main">
              <a:ext uri="{FF2B5EF4-FFF2-40B4-BE49-F238E27FC236}">
                <a16:creationId xmlns:a16="http://schemas.microsoft.com/office/drawing/2014/main" id="{3C6C7027-EDA0-4412-9B4D-1B5F3645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74456" y="5998518"/>
            <a:ext cx="781416" cy="262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164" name="text-141 State">
            <a:extLst xmlns:a="http://schemas.openxmlformats.org/drawingml/2006/main">
              <a:ext uri="{FF2B5EF4-FFF2-40B4-BE49-F238E27FC236}">
                <a16:creationId xmlns:a16="http://schemas.microsoft.com/office/drawing/2014/main" id="{AF6FABA3-6B70-4EA4-9F10-1EFB6716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65407" y="5999527"/>
            <a:ext cx="422907" cy="260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68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State</a:t>
            </a:r>
          </a:p>
        </p:txBody>
      </p:sp>
      <p:sp>
        <p:nvSpPr>
          <p:cNvPr id="165" name="text-142 Rubric">
            <a:extLst xmlns:a="http://schemas.openxmlformats.org/drawingml/2006/main">
              <a:ext uri="{FF2B5EF4-FFF2-40B4-BE49-F238E27FC236}">
                <a16:creationId xmlns:a16="http://schemas.microsoft.com/office/drawing/2014/main" id="{FF4916C6-9B0C-4FA4-9170-D25CC89C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74456" y="6214837"/>
            <a:ext cx="529144" cy="263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Rubric</a:t>
            </a:r>
          </a:p>
        </p:txBody>
      </p:sp>
      <p:sp>
        <p:nvSpPr>
          <p:cNvPr id="166" name="text-143 Evidence">
            <a:extLst xmlns:a="http://schemas.openxmlformats.org/drawingml/2006/main">
              <a:ext uri="{FF2B5EF4-FFF2-40B4-BE49-F238E27FC236}">
                <a16:creationId xmlns:a16="http://schemas.microsoft.com/office/drawing/2014/main" id="{BAD4E445-11C0-4A99-B166-69031D3C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74456" y="6451193"/>
            <a:ext cx="715317" cy="263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Evidence</a:t>
            </a:r>
          </a:p>
        </p:txBody>
      </p:sp>
      <p:pic>
        <p:nvPic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BF84C207-B270-4D9B-BAF1-E424E939F0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a88c89d124cd2"/>
          <a:stretch xmlns:a="http://schemas.openxmlformats.org/drawingml/2006/main"/>
        </p:blipFill>
        <p:spPr>
          <a:xfrm xmlns:a="http://schemas.openxmlformats.org/drawingml/2006/main">
            <a:off x="13279261" y="4986393"/>
            <a:ext cx="453578" cy="483567"/>
          </a:xfrm>
          <a:prstGeom xmlns:a="http://schemas.openxmlformats.org/drawingml/2006/main" prst="rect">
            <a:avLst/>
          </a:prstGeom>
        </p:spPr>
      </p:pic>
      <p:pic>
        <p:nvPic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63604C40-E923-4EAD-B452-276C7155EE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a31ac5ed44d38"/>
          <a:stretch xmlns:a="http://schemas.openxmlformats.org/drawingml/2006/main"/>
        </p:blipFill>
        <p:spPr>
          <a:xfrm xmlns:a="http://schemas.openxmlformats.org/drawingml/2006/main">
            <a:off x="13291457" y="5047289"/>
            <a:ext cx="333375" cy="361950"/>
          </a:xfrm>
          <a:prstGeom xmlns:a="http://schemas.openxmlformats.org/drawingml/2006/main" prst="rect">
            <a:avLst/>
          </a:prstGeom>
        </p:spPr>
      </p:pic>
      <p:pic>
        <p:nvPic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70D7B96-F793-44A0-88BD-2FCD07A40D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e3679a1b9403f"/>
          <a:stretch xmlns:a="http://schemas.openxmlformats.org/drawingml/2006/main"/>
        </p:blipFill>
        <p:spPr>
          <a:xfrm xmlns:a="http://schemas.openxmlformats.org/drawingml/2006/main">
            <a:off x="13501007" y="5009189"/>
            <a:ext cx="209550" cy="228600"/>
          </a:xfrm>
          <a:prstGeom xmlns:a="http://schemas.openxmlformats.org/drawingml/2006/main" prst="rect">
            <a:avLst/>
          </a:prstGeom>
        </p:spPr>
      </p:pic>
      <p:sp>
        <p:nvSpPr>
          <p:cNvPr id="170" name="text-147 Rubric">
            <a:extLst xmlns:a="http://schemas.openxmlformats.org/drawingml/2006/main">
              <a:ext uri="{FF2B5EF4-FFF2-40B4-BE49-F238E27FC236}">
                <a16:creationId xmlns:a16="http://schemas.microsoft.com/office/drawing/2014/main" id="{2BB8C37F-372E-468B-9B99-77209A78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2529" y="4777352"/>
            <a:ext cx="702580" cy="350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1" b="1" i="1">
                <a:solidFill>
                  <a:srgbClr val="9E3C9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1" b="1" i="1">
                <a:solidFill>
                  <a:srgbClr val="9E3C9F"/>
                </a:solidFill>
                <a:latin typeface="Calibri"/>
                <a:ea typeface="Calibri"/>
                <a:cs typeface="Calibri"/>
              </a:defRPr>
            </a:pPr>
            <a:r>
              <a:rPr sz="1971" b="1" i="1">
                <a:solidFill>
                  <a:srgbClr val="9E3C9F"/>
                </a:solidFill>
                <a:latin typeface="Calibri"/>
                <a:ea typeface="Calibri"/>
                <a:cs typeface="Calibri"/>
              </a:rPr>
              <a:t>Rubric</a:t>
            </a:r>
          </a:p>
        </p:txBody>
      </p:sp>
      <p:sp>
        <p:nvSpPr>
          <p:cNvPr id="171" name="text-148 -">
            <a:extLst xmlns:a="http://schemas.openxmlformats.org/drawingml/2006/main">
              <a:ext uri="{FF2B5EF4-FFF2-40B4-BE49-F238E27FC236}">
                <a16:creationId xmlns:a16="http://schemas.microsoft.com/office/drawing/2014/main" id="{4753A506-A99F-4EB5-9FE8-42E6F1B2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0483" y="4777647"/>
            <a:ext cx="121505" cy="349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8" b="1" i="1">
                <a:solidFill>
                  <a:srgbClr val="9E3C9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8" b="1" i="1">
                <a:solidFill>
                  <a:srgbClr val="9E3C9F"/>
                </a:solidFill>
                <a:latin typeface="Calibri"/>
                <a:ea typeface="Calibri"/>
                <a:cs typeface="Calibri"/>
              </a:defRPr>
            </a:pPr>
            <a:r>
              <a:rPr sz="1968" b="1" i="1">
                <a:solidFill>
                  <a:srgbClr val="9E3C9F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72" name="text-149 Guided">
            <a:extLst xmlns:a="http://schemas.openxmlformats.org/drawingml/2006/main">
              <a:ext uri="{FF2B5EF4-FFF2-40B4-BE49-F238E27FC236}">
                <a16:creationId xmlns:a16="http://schemas.microsoft.com/office/drawing/2014/main" id="{D09C00FB-377D-417E-8B58-F82857EA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6626" y="4776884"/>
            <a:ext cx="786561" cy="35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4" b="1" i="1">
                <a:solidFill>
                  <a:srgbClr val="9E3C9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4" b="1" i="1">
                <a:solidFill>
                  <a:srgbClr val="9E3C9F"/>
                </a:solidFill>
                <a:latin typeface="Calibri"/>
                <a:ea typeface="Calibri"/>
                <a:cs typeface="Calibri"/>
              </a:defRPr>
            </a:pPr>
            <a:r>
              <a:rPr sz="1974" b="1" i="1">
                <a:solidFill>
                  <a:srgbClr val="9E3C9F"/>
                </a:solidFill>
                <a:latin typeface="Calibri"/>
                <a:ea typeface="Calibri"/>
                <a:cs typeface="Calibri"/>
              </a:rPr>
              <a:t>Guided</a:t>
            </a:r>
          </a:p>
        </p:txBody>
      </p:sp>
      <p:sp>
        <p:nvSpPr>
          <p:cNvPr id="173" name="text-150 Verification">
            <a:extLst xmlns:a="http://schemas.openxmlformats.org/drawingml/2006/main">
              <a:ext uri="{FF2B5EF4-FFF2-40B4-BE49-F238E27FC236}">
                <a16:creationId xmlns:a16="http://schemas.microsoft.com/office/drawing/2014/main" id="{1E96F457-67A4-4A45-910B-CF6BEAEA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5153" y="4776647"/>
            <a:ext cx="1238435" cy="351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6" b="1" i="1">
                <a:solidFill>
                  <a:srgbClr val="9E3C9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6" b="1" i="1">
                <a:solidFill>
                  <a:srgbClr val="9E3C9F"/>
                </a:solidFill>
                <a:latin typeface="Calibri"/>
                <a:ea typeface="Calibri"/>
                <a:cs typeface="Calibri"/>
              </a:defRPr>
            </a:pPr>
            <a:r>
              <a:rPr sz="1976" b="1" i="1">
                <a:solidFill>
                  <a:srgbClr val="9E3C9F"/>
                </a:solidFill>
                <a:latin typeface="Calibri"/>
                <a:ea typeface="Calibri"/>
                <a:cs typeface="Calibri"/>
              </a:rPr>
              <a:t>Verification</a:t>
            </a:r>
          </a:p>
        </p:txBody>
      </p:sp>
      <p:sp>
        <p:nvSpPr>
          <p:cNvPr id="174" name="text-151 &amp;">
            <a:extLst xmlns:a="http://schemas.openxmlformats.org/drawingml/2006/main">
              <a:ext uri="{FF2B5EF4-FFF2-40B4-BE49-F238E27FC236}">
                <a16:creationId xmlns:a16="http://schemas.microsoft.com/office/drawing/2014/main" id="{B9BC7078-378D-403C-90FA-3924AE0C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5538" y="4777639"/>
            <a:ext cx="221079" cy="349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8" b="1" i="1">
                <a:solidFill>
                  <a:srgbClr val="9E3C9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8" b="1" i="1">
                <a:solidFill>
                  <a:srgbClr val="9E3C9F"/>
                </a:solidFill>
                <a:latin typeface="Calibri"/>
                <a:ea typeface="Calibri"/>
                <a:cs typeface="Calibri"/>
              </a:defRPr>
            </a:pPr>
            <a:r>
              <a:rPr sz="1968" b="1" i="1">
                <a:solidFill>
                  <a:srgbClr val="9E3C9F"/>
                </a:solidFill>
                <a:latin typeface="Calibri"/>
                <a:ea typeface="Calibri"/>
                <a:cs typeface="Calibri"/>
              </a:rPr>
              <a:t>&amp;</a:t>
            </a:r>
          </a:p>
        </p:txBody>
      </p:sp>
      <p:sp>
        <p:nvSpPr>
          <p:cNvPr id="175" name="text-152 Admission">
            <a:extLst xmlns:a="http://schemas.openxmlformats.org/drawingml/2006/main">
              <a:ext uri="{FF2B5EF4-FFF2-40B4-BE49-F238E27FC236}">
                <a16:creationId xmlns:a16="http://schemas.microsoft.com/office/drawing/2014/main" id="{E0CA5A89-B25B-4755-88CC-7C4731E0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7870" y="4777814"/>
            <a:ext cx="1111947" cy="349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7" b="1" i="1">
                <a:solidFill>
                  <a:srgbClr val="9E3C9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7" b="1" i="1">
                <a:solidFill>
                  <a:srgbClr val="9E3C9F"/>
                </a:solidFill>
                <a:latin typeface="Calibri"/>
                <a:ea typeface="Calibri"/>
                <a:cs typeface="Calibri"/>
              </a:defRPr>
            </a:pPr>
            <a:r>
              <a:rPr sz="1967" b="1" i="1">
                <a:solidFill>
                  <a:srgbClr val="9E3C9F"/>
                </a:solidFill>
                <a:latin typeface="Calibri"/>
                <a:ea typeface="Calibri"/>
                <a:cs typeface="Calibri"/>
              </a:rPr>
              <a:t>Admission</a:t>
            </a:r>
          </a:p>
        </p:txBody>
      </p:sp>
      <p:sp>
        <p:nvSpPr>
          <p:cNvPr id="176" name="text-153 R">
            <a:extLst xmlns:a="http://schemas.openxmlformats.org/drawingml/2006/main">
              <a:ext uri="{FF2B5EF4-FFF2-40B4-BE49-F238E27FC236}">
                <a16:creationId xmlns:a16="http://schemas.microsoft.com/office/drawing/2014/main" id="{07F48188-A7AC-4F3C-9830-28430AF2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57922" y="5050043"/>
            <a:ext cx="135519" cy="262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177" name="path-154">
            <a:extLst xmlns:a="http://schemas.openxmlformats.org/drawingml/2006/main">
              <a:ext uri="{FF2B5EF4-FFF2-40B4-BE49-F238E27FC236}">
                <a16:creationId xmlns:a16="http://schemas.microsoft.com/office/drawing/2014/main" id="{53715FB0-77C5-44D3-B610-D45BE305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530" y="5152488"/>
            <a:ext cx="1841579" cy="2158023"/>
          </a:xfrm>
          <a:custGeom xmlns:a="http://schemas.openxmlformats.org/drawingml/2006/main">
            <a:pathLst>
              <a:path w="1841579" h="2158023">
                <a:moveTo>
                  <a:pt x="0" y="132666"/>
                </a:moveTo>
                <a:cubicBezTo>
                  <a:pt x="0" y="59397"/>
                  <a:pt x="59398" y="0"/>
                  <a:pt x="132667" y="0"/>
                </a:cubicBezTo>
                <a:lnTo>
                  <a:pt x="1708913" y="0"/>
                </a:lnTo>
                <a:cubicBezTo>
                  <a:pt x="1782183" y="0"/>
                  <a:pt x="1841579" y="59397"/>
                  <a:pt x="1841579" y="132666"/>
                </a:cubicBezTo>
                <a:lnTo>
                  <a:pt x="1841579" y="2025355"/>
                </a:lnTo>
                <a:cubicBezTo>
                  <a:pt x="1841579" y="2098626"/>
                  <a:pt x="1782183" y="2158023"/>
                  <a:pt x="1708913" y="2158023"/>
                </a:cubicBezTo>
                <a:lnTo>
                  <a:pt x="132667" y="2158023"/>
                </a:lnTo>
                <a:cubicBezTo>
                  <a:pt x="59398" y="2158023"/>
                  <a:pt x="0" y="2098626"/>
                  <a:pt x="0" y="2025355"/>
                </a:cubicBezTo>
                <a:lnTo>
                  <a:pt x="0" y="132666"/>
                </a:lnTo>
              </a:path>
            </a:pathLst>
          </a:custGeom>
          <a:solidFill xmlns:a="http://schemas.openxmlformats.org/drawingml/2006/main">
            <a:srgbClr val="EFDEF2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8" name="path-155">
            <a:extLst xmlns:a="http://schemas.openxmlformats.org/drawingml/2006/main">
              <a:ext uri="{FF2B5EF4-FFF2-40B4-BE49-F238E27FC236}">
                <a16:creationId xmlns:a16="http://schemas.microsoft.com/office/drawing/2014/main" id="{556801C2-7D17-43A4-985E-60D926E7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530" y="5152488"/>
            <a:ext cx="1841581" cy="2158024"/>
          </a:xfrm>
          <a:custGeom xmlns:a="http://schemas.openxmlformats.org/drawingml/2006/main">
            <a:pathLst>
              <a:path w="1841581" h="2158024">
                <a:moveTo>
                  <a:pt x="0" y="132667"/>
                </a:moveTo>
                <a:cubicBezTo>
                  <a:pt x="0" y="59397"/>
                  <a:pt x="59397" y="0"/>
                  <a:pt x="132667" y="0"/>
                </a:cubicBezTo>
                <a:lnTo>
                  <a:pt x="1708913" y="0"/>
                </a:lnTo>
                <a:cubicBezTo>
                  <a:pt x="1782184" y="0"/>
                  <a:pt x="1841581" y="59397"/>
                  <a:pt x="1841581" y="132667"/>
                </a:cubicBezTo>
                <a:lnTo>
                  <a:pt x="1841581" y="2025357"/>
                </a:lnTo>
                <a:cubicBezTo>
                  <a:pt x="1841581" y="2098627"/>
                  <a:pt x="1782184" y="2158024"/>
                  <a:pt x="1708913" y="2158024"/>
                </a:cubicBezTo>
                <a:lnTo>
                  <a:pt x="132667" y="2158024"/>
                </a:lnTo>
                <a:cubicBezTo>
                  <a:pt x="59397" y="2158024"/>
                  <a:pt x="0" y="2098627"/>
                  <a:pt x="0" y="2025357"/>
                </a:cubicBezTo>
                <a:lnTo>
                  <a:pt x="0" y="132667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74505E"/>
            </a:solidFill>
            <a:prstDash val="solid"/>
          </a:ln>
        </p:spPr>
      </p:sp>
      <p:sp>
        <p:nvSpPr>
          <p:cNvPr id="179" name="path-156">
            <a:extLst xmlns:a="http://schemas.openxmlformats.org/drawingml/2006/main">
              <a:ext uri="{FF2B5EF4-FFF2-40B4-BE49-F238E27FC236}">
                <a16:creationId xmlns:a16="http://schemas.microsoft.com/office/drawing/2014/main" id="{BEB4AED9-25B9-4832-A1EA-72613CE4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364" y="5727776"/>
            <a:ext cx="1754115" cy="1494879"/>
          </a:xfrm>
          <a:custGeom xmlns:a="http://schemas.openxmlformats.org/drawingml/2006/main">
            <a:pathLst>
              <a:path w="1754115" h="1494879">
                <a:moveTo>
                  <a:pt x="0" y="87810"/>
                </a:moveTo>
                <a:cubicBezTo>
                  <a:pt x="0" y="39315"/>
                  <a:pt x="39315" y="0"/>
                  <a:pt x="87811" y="0"/>
                </a:cubicBezTo>
                <a:lnTo>
                  <a:pt x="1666307" y="0"/>
                </a:lnTo>
                <a:cubicBezTo>
                  <a:pt x="1714803" y="0"/>
                  <a:pt x="1754115" y="39315"/>
                  <a:pt x="1754115" y="87810"/>
                </a:cubicBezTo>
                <a:lnTo>
                  <a:pt x="1754115" y="1407069"/>
                </a:lnTo>
                <a:cubicBezTo>
                  <a:pt x="1754115" y="1455565"/>
                  <a:pt x="1714803" y="1494879"/>
                  <a:pt x="1666307" y="1494879"/>
                </a:cubicBezTo>
                <a:lnTo>
                  <a:pt x="87811" y="1494879"/>
                </a:lnTo>
                <a:cubicBezTo>
                  <a:pt x="39315" y="1494879"/>
                  <a:pt x="0" y="1455565"/>
                  <a:pt x="0" y="1407069"/>
                </a:cubicBezTo>
                <a:lnTo>
                  <a:pt x="0" y="87810"/>
                </a:lnTo>
              </a:path>
            </a:pathLst>
          </a:custGeom>
          <a:solidFill xmlns:a="http://schemas.openxmlformats.org/drawingml/2006/main">
            <a:srgbClr val="FFFFFF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ath-157">
            <a:extLst xmlns:a="http://schemas.openxmlformats.org/drawingml/2006/main">
              <a:ext uri="{FF2B5EF4-FFF2-40B4-BE49-F238E27FC236}">
                <a16:creationId xmlns:a16="http://schemas.microsoft.com/office/drawing/2014/main" id="{81478B2C-8A27-42C5-891D-9360AC12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364" y="5727776"/>
            <a:ext cx="1754116" cy="1494879"/>
          </a:xfrm>
          <a:custGeom xmlns:a="http://schemas.openxmlformats.org/drawingml/2006/main">
            <a:pathLst>
              <a:path w="1754116" h="1494879">
                <a:moveTo>
                  <a:pt x="0" y="87809"/>
                </a:moveTo>
                <a:cubicBezTo>
                  <a:pt x="0" y="39314"/>
                  <a:pt x="39314" y="0"/>
                  <a:pt x="87810" y="0"/>
                </a:cubicBezTo>
                <a:lnTo>
                  <a:pt x="1666307" y="0"/>
                </a:lnTo>
                <a:cubicBezTo>
                  <a:pt x="1714803" y="0"/>
                  <a:pt x="1754116" y="39314"/>
                  <a:pt x="1754116" y="87809"/>
                </a:cubicBezTo>
                <a:lnTo>
                  <a:pt x="1754116" y="1407069"/>
                </a:lnTo>
                <a:cubicBezTo>
                  <a:pt x="1754116" y="1455565"/>
                  <a:pt x="1714803" y="1494879"/>
                  <a:pt x="1666307" y="1494879"/>
                </a:cubicBezTo>
                <a:lnTo>
                  <a:pt x="87810" y="1494879"/>
                </a:lnTo>
                <a:cubicBezTo>
                  <a:pt x="39314" y="1494879"/>
                  <a:pt x="0" y="1455565"/>
                  <a:pt x="0" y="1407069"/>
                </a:cubicBezTo>
                <a:lnTo>
                  <a:pt x="0" y="87809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CF8BCF"/>
            </a:solidFill>
            <a:prstDash val="solid"/>
          </a:ln>
        </p:spPr>
      </p:sp>
      <p:sp>
        <p:nvSpPr>
          <p:cNvPr id="181" name="text-158 Layered">
            <a:extLst xmlns:a="http://schemas.openxmlformats.org/drawingml/2006/main">
              <a:ext uri="{FF2B5EF4-FFF2-40B4-BE49-F238E27FC236}">
                <a16:creationId xmlns:a16="http://schemas.microsoft.com/office/drawing/2014/main" id="{78967FB5-BDE6-4E2E-8591-53946FF3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9073" y="5142796"/>
            <a:ext cx="756426" cy="305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Layered</a:t>
            </a:r>
          </a:p>
        </p:txBody>
      </p:sp>
      <p:sp>
        <p:nvSpPr>
          <p:cNvPr id="182" name="text-159 Verifier">
            <a:extLst xmlns:a="http://schemas.openxmlformats.org/drawingml/2006/main">
              <a:ext uri="{FF2B5EF4-FFF2-40B4-BE49-F238E27FC236}">
                <a16:creationId xmlns:a16="http://schemas.microsoft.com/office/drawing/2014/main" id="{710E9D60-E26E-47FE-A31B-C481CBFA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6690" y="5408247"/>
            <a:ext cx="702523" cy="306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Verifier</a:t>
            </a:r>
          </a:p>
        </p:txBody>
      </p:sp>
      <p:sp>
        <p:nvSpPr>
          <p:cNvPr id="183" name="path-160">
            <a:extLst xmlns:a="http://schemas.openxmlformats.org/drawingml/2006/main">
              <a:ext uri="{FF2B5EF4-FFF2-40B4-BE49-F238E27FC236}">
                <a16:creationId xmlns:a16="http://schemas.microsoft.com/office/drawing/2014/main" id="{82A40744-498B-4EC2-AF4D-959C6585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970" y="5481657"/>
            <a:ext cx="130154" cy="146490"/>
          </a:xfrm>
          <a:custGeom xmlns:a="http://schemas.openxmlformats.org/drawingml/2006/main">
            <a:pathLst>
              <a:path w="130154" h="146490">
                <a:moveTo>
                  <a:pt x="80078" y="46659"/>
                </a:moveTo>
                <a:cubicBezTo>
                  <a:pt x="85630" y="36267"/>
                  <a:pt x="89029" y="29273"/>
                  <a:pt x="90275" y="25678"/>
                </a:cubicBezTo>
                <a:cubicBezTo>
                  <a:pt x="91521" y="22084"/>
                  <a:pt x="92143" y="18827"/>
                  <a:pt x="92143" y="15909"/>
                </a:cubicBezTo>
                <a:cubicBezTo>
                  <a:pt x="92143" y="10784"/>
                  <a:pt x="89118" y="7830"/>
                  <a:pt x="83068" y="7047"/>
                </a:cubicBezTo>
                <a:lnTo>
                  <a:pt x="84669" y="0"/>
                </a:lnTo>
                <a:lnTo>
                  <a:pt x="130154" y="0"/>
                </a:lnTo>
                <a:lnTo>
                  <a:pt x="128552" y="7047"/>
                </a:lnTo>
                <a:cubicBezTo>
                  <a:pt x="125990" y="7616"/>
                  <a:pt x="123765" y="8595"/>
                  <a:pt x="121879" y="9983"/>
                </a:cubicBezTo>
                <a:cubicBezTo>
                  <a:pt x="119993" y="11371"/>
                  <a:pt x="118231" y="13186"/>
                  <a:pt x="116594" y="15428"/>
                </a:cubicBezTo>
                <a:cubicBezTo>
                  <a:pt x="114957" y="17671"/>
                  <a:pt x="112537" y="21639"/>
                  <a:pt x="109334" y="27333"/>
                </a:cubicBezTo>
                <a:lnTo>
                  <a:pt x="43029" y="146490"/>
                </a:lnTo>
                <a:lnTo>
                  <a:pt x="16229" y="146490"/>
                </a:lnTo>
                <a:lnTo>
                  <a:pt x="11638" y="32352"/>
                </a:lnTo>
                <a:cubicBezTo>
                  <a:pt x="11496" y="28294"/>
                  <a:pt x="11211" y="24646"/>
                  <a:pt x="10784" y="21408"/>
                </a:cubicBezTo>
                <a:cubicBezTo>
                  <a:pt x="10357" y="18169"/>
                  <a:pt x="9681" y="15517"/>
                  <a:pt x="8755" y="13453"/>
                </a:cubicBezTo>
                <a:cubicBezTo>
                  <a:pt x="7830" y="11389"/>
                  <a:pt x="6673" y="9876"/>
                  <a:pt x="5285" y="8915"/>
                </a:cubicBezTo>
                <a:cubicBezTo>
                  <a:pt x="3897" y="7954"/>
                  <a:pt x="2135" y="7332"/>
                  <a:pt x="0" y="7047"/>
                </a:cubicBezTo>
                <a:lnTo>
                  <a:pt x="1602" y="0"/>
                </a:lnTo>
                <a:lnTo>
                  <a:pt x="56802" y="0"/>
                </a:lnTo>
                <a:lnTo>
                  <a:pt x="55201" y="7047"/>
                </a:lnTo>
                <a:cubicBezTo>
                  <a:pt x="52069" y="7260"/>
                  <a:pt x="49631" y="8043"/>
                  <a:pt x="47887" y="9396"/>
                </a:cubicBezTo>
                <a:cubicBezTo>
                  <a:pt x="46143" y="10748"/>
                  <a:pt x="44897" y="12563"/>
                  <a:pt x="44150" y="14841"/>
                </a:cubicBezTo>
                <a:cubicBezTo>
                  <a:pt x="43402" y="17119"/>
                  <a:pt x="43029" y="20536"/>
                  <a:pt x="43029" y="25091"/>
                </a:cubicBezTo>
                <a:lnTo>
                  <a:pt x="43029" y="29682"/>
                </a:lnTo>
                <a:cubicBezTo>
                  <a:pt x="43029" y="31248"/>
                  <a:pt x="43064" y="32921"/>
                  <a:pt x="43135" y="34701"/>
                </a:cubicBezTo>
                <a:lnTo>
                  <a:pt x="43883" y="72177"/>
                </a:lnTo>
                <a:cubicBezTo>
                  <a:pt x="44168" y="86485"/>
                  <a:pt x="44310" y="99546"/>
                  <a:pt x="44310" y="111362"/>
                </a:cubicBezTo>
                <a:lnTo>
                  <a:pt x="45591" y="111362"/>
                </a:lnTo>
                <a:lnTo>
                  <a:pt x="80078" y="466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ath-161">
            <a:extLst xmlns:a="http://schemas.openxmlformats.org/drawingml/2006/main">
              <a:ext uri="{FF2B5EF4-FFF2-40B4-BE49-F238E27FC236}">
                <a16:creationId xmlns:a16="http://schemas.microsoft.com/office/drawing/2014/main" id="{C35B398E-C5FC-4AC0-8DBE-4A420838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1029" y="5566297"/>
            <a:ext cx="41946" cy="107305"/>
          </a:xfrm>
          <a:custGeom xmlns:a="http://schemas.openxmlformats.org/drawingml/2006/main">
            <a:pathLst>
              <a:path w="41946" h="107305">
                <a:moveTo>
                  <a:pt x="39963" y="0"/>
                </a:moveTo>
                <a:lnTo>
                  <a:pt x="35997" y="18685"/>
                </a:lnTo>
                <a:lnTo>
                  <a:pt x="16244" y="18685"/>
                </a:lnTo>
                <a:lnTo>
                  <a:pt x="20439" y="0"/>
                </a:lnTo>
                <a:lnTo>
                  <a:pt x="39963" y="0"/>
                </a:lnTo>
                <a:moveTo>
                  <a:pt x="22498" y="82061"/>
                </a:moveTo>
                <a:cubicBezTo>
                  <a:pt x="21990" y="84197"/>
                  <a:pt x="21647" y="85849"/>
                  <a:pt x="21469" y="87018"/>
                </a:cubicBezTo>
                <a:cubicBezTo>
                  <a:pt x="21291" y="88188"/>
                  <a:pt x="21202" y="89510"/>
                  <a:pt x="21202" y="90984"/>
                </a:cubicBezTo>
                <a:cubicBezTo>
                  <a:pt x="21202" y="92967"/>
                  <a:pt x="21532" y="94340"/>
                  <a:pt x="22193" y="95102"/>
                </a:cubicBezTo>
                <a:cubicBezTo>
                  <a:pt x="22854" y="95865"/>
                  <a:pt x="23795" y="96246"/>
                  <a:pt x="25015" y="96246"/>
                </a:cubicBezTo>
                <a:cubicBezTo>
                  <a:pt x="26489" y="96246"/>
                  <a:pt x="28142" y="95547"/>
                  <a:pt x="29972" y="94149"/>
                </a:cubicBezTo>
                <a:cubicBezTo>
                  <a:pt x="31803" y="92751"/>
                  <a:pt x="33963" y="90628"/>
                  <a:pt x="36455" y="87781"/>
                </a:cubicBezTo>
                <a:lnTo>
                  <a:pt x="41946" y="93272"/>
                </a:lnTo>
                <a:cubicBezTo>
                  <a:pt x="36963" y="98356"/>
                  <a:pt x="32502" y="101966"/>
                  <a:pt x="28561" y="104102"/>
                </a:cubicBezTo>
                <a:cubicBezTo>
                  <a:pt x="24621" y="106237"/>
                  <a:pt x="20286" y="107305"/>
                  <a:pt x="15558" y="107305"/>
                </a:cubicBezTo>
                <a:cubicBezTo>
                  <a:pt x="10169" y="107305"/>
                  <a:pt x="6228" y="105983"/>
                  <a:pt x="3737" y="103339"/>
                </a:cubicBezTo>
                <a:cubicBezTo>
                  <a:pt x="1246" y="100695"/>
                  <a:pt x="0" y="96704"/>
                  <a:pt x="0" y="91366"/>
                </a:cubicBezTo>
                <a:cubicBezTo>
                  <a:pt x="0" y="87959"/>
                  <a:pt x="559" y="83968"/>
                  <a:pt x="1678" y="79392"/>
                </a:cubicBezTo>
                <a:lnTo>
                  <a:pt x="8084" y="52852"/>
                </a:lnTo>
                <a:cubicBezTo>
                  <a:pt x="9253" y="48022"/>
                  <a:pt x="9838" y="44208"/>
                  <a:pt x="9838" y="41412"/>
                </a:cubicBezTo>
                <a:cubicBezTo>
                  <a:pt x="9838" y="39429"/>
                  <a:pt x="9368" y="38018"/>
                  <a:pt x="8427" y="37179"/>
                </a:cubicBezTo>
                <a:cubicBezTo>
                  <a:pt x="7487" y="36340"/>
                  <a:pt x="5517" y="35768"/>
                  <a:pt x="2517" y="35463"/>
                </a:cubicBezTo>
                <a:lnTo>
                  <a:pt x="3661" y="30430"/>
                </a:lnTo>
                <a:lnTo>
                  <a:pt x="26006" y="29591"/>
                </a:lnTo>
                <a:lnTo>
                  <a:pt x="34701" y="29591"/>
                </a:lnTo>
                <a:lnTo>
                  <a:pt x="22498" y="820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35C327ED-6C56-4177-87A4-77A0A3272E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4493944794c43"/>
          <a:stretch xmlns:a="http://schemas.openxmlformats.org/drawingml/2006/main"/>
        </p:blipFill>
        <p:spPr>
          <a:xfrm xmlns:a="http://schemas.openxmlformats.org/drawingml/2006/main">
            <a:off x="8559799" y="5173822"/>
            <a:ext cx="528549" cy="524801"/>
          </a:xfrm>
          <a:prstGeom xmlns:a="http://schemas.openxmlformats.org/drawingml/2006/main" prst="rect">
            <a:avLst/>
          </a:prstGeom>
        </p:spPr>
      </p:pic>
      <p:pic>
        <p:nvPic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9B40D6A3-01C2-4DFE-8520-6821A3A4C7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9ac268ed0452c"/>
          <a:stretch xmlns:a="http://schemas.openxmlformats.org/drawingml/2006/main"/>
        </p:blipFill>
        <p:spPr>
          <a:xfrm xmlns:a="http://schemas.openxmlformats.org/drawingml/2006/main">
            <a:off x="8576582" y="5228264"/>
            <a:ext cx="400050" cy="409575"/>
          </a:xfrm>
          <a:prstGeom xmlns:a="http://schemas.openxmlformats.org/drawingml/2006/main" prst="rect">
            <a:avLst/>
          </a:prstGeom>
        </p:spPr>
      </p:pic>
      <p:sp>
        <p:nvSpPr>
          <p:cNvPr id="187" name="text-164 Infrastructure">
            <a:extLst xmlns:a="http://schemas.openxmlformats.org/drawingml/2006/main">
              <a:ext uri="{FF2B5EF4-FFF2-40B4-BE49-F238E27FC236}">
                <a16:creationId xmlns:a16="http://schemas.microsoft.com/office/drawing/2014/main" id="{443B662A-259A-4D37-9909-68D39D30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8794" y="5739077"/>
            <a:ext cx="1111520" cy="263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2" b="1" i="1">
                <a:solidFill>
                  <a:srgbClr val="CF8BC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2" b="1" i="1">
                <a:solidFill>
                  <a:srgbClr val="CF8BCF"/>
                </a:solidFill>
                <a:latin typeface="Calibri"/>
                <a:ea typeface="Calibri"/>
                <a:cs typeface="Calibri"/>
              </a:defRPr>
            </a:pPr>
            <a:r>
              <a:rPr sz="1482" b="1" i="1">
                <a:solidFill>
                  <a:srgbClr val="CF8BCF"/>
                </a:solidFill>
                <a:latin typeface="Calibri"/>
                <a:ea typeface="Calibri"/>
                <a:cs typeface="Calibri"/>
              </a:rPr>
              <a:t>Infrastructure</a:t>
            </a:r>
          </a:p>
        </p:txBody>
      </p:sp>
      <p:sp>
        <p:nvSpPr>
          <p:cNvPr id="188" name="text-166 Validity">
            <a:extLst xmlns:a="http://schemas.openxmlformats.org/drawingml/2006/main">
              <a:ext uri="{FF2B5EF4-FFF2-40B4-BE49-F238E27FC236}">
                <a16:creationId xmlns:a16="http://schemas.microsoft.com/office/drawing/2014/main" id="{4F0A2652-F14D-46DD-A7AD-CDDD492A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9230" y="5740569"/>
            <a:ext cx="596864" cy="261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Validity</a:t>
            </a:r>
          </a:p>
        </p:txBody>
      </p:sp>
      <p:sp>
        <p:nvSpPr>
          <p:cNvPr id="189" name="text-167 Canonical">
            <a:extLst xmlns:a="http://schemas.openxmlformats.org/drawingml/2006/main">
              <a:ext uri="{FF2B5EF4-FFF2-40B4-BE49-F238E27FC236}">
                <a16:creationId xmlns:a16="http://schemas.microsoft.com/office/drawing/2014/main" id="{7155D6D3-C8CE-46A8-A3DF-8292EC92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8794" y="5973024"/>
            <a:ext cx="772801" cy="261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Canonical</a:t>
            </a:r>
          </a:p>
        </p:txBody>
      </p:sp>
      <p:sp>
        <p:nvSpPr>
          <p:cNvPr id="190" name="text-167 State">
            <a:extLst xmlns:a="http://schemas.openxmlformats.org/drawingml/2006/main">
              <a:ext uri="{FF2B5EF4-FFF2-40B4-BE49-F238E27FC236}">
                <a16:creationId xmlns:a16="http://schemas.microsoft.com/office/drawing/2014/main" id="{10641FFA-DC57-411F-98DA-DE558117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0748" y="5973160"/>
            <a:ext cx="423193" cy="261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9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9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69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State</a:t>
            </a:r>
          </a:p>
        </p:txBody>
      </p:sp>
      <p:sp>
        <p:nvSpPr>
          <p:cNvPr id="191" name="text-168 Diff">
            <a:extLst xmlns:a="http://schemas.openxmlformats.org/drawingml/2006/main">
              <a:ext uri="{FF2B5EF4-FFF2-40B4-BE49-F238E27FC236}">
                <a16:creationId xmlns:a16="http://schemas.microsoft.com/office/drawing/2014/main" id="{30D04F27-CF7F-4DF6-ABA7-6A22E996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3256" y="5966390"/>
            <a:ext cx="320176" cy="2706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22" b="1" i="1">
                <a:solidFill>
                  <a:srgbClr val="CF8BC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22" b="1" i="1">
                <a:solidFill>
                  <a:srgbClr val="CF8BCF"/>
                </a:solidFill>
                <a:latin typeface="Calibri"/>
                <a:ea typeface="Calibri"/>
                <a:cs typeface="Calibri"/>
              </a:defRPr>
            </a:pPr>
            <a:r>
              <a:rPr sz="1522" b="1" i="1">
                <a:solidFill>
                  <a:srgbClr val="CF8BCF"/>
                </a:solidFill>
                <a:latin typeface="Calibri"/>
                <a:ea typeface="Calibri"/>
                <a:cs typeface="Calibri"/>
              </a:rPr>
              <a:t>Diff</a:t>
            </a:r>
          </a:p>
        </p:txBody>
      </p:sp>
      <p:sp>
        <p:nvSpPr>
          <p:cNvPr id="192" name="text-169 Functional">
            <a:extLst xmlns:a="http://schemas.openxmlformats.org/drawingml/2006/main">
              <a:ext uri="{FF2B5EF4-FFF2-40B4-BE49-F238E27FC236}">
                <a16:creationId xmlns:a16="http://schemas.microsoft.com/office/drawing/2014/main" id="{2314199D-ED90-49DB-B4BA-1984365E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8794" y="6191912"/>
            <a:ext cx="851746" cy="264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8" b="1" i="1">
                <a:solidFill>
                  <a:srgbClr val="CF8BC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8" b="1" i="1">
                <a:solidFill>
                  <a:srgbClr val="CF8BCF"/>
                </a:solidFill>
                <a:latin typeface="Calibri"/>
                <a:ea typeface="Calibri"/>
                <a:cs typeface="Calibri"/>
              </a:defRPr>
            </a:pPr>
            <a:r>
              <a:rPr sz="1488" b="1" i="1">
                <a:solidFill>
                  <a:srgbClr val="CF8BCF"/>
                </a:solidFill>
                <a:latin typeface="Calibri"/>
                <a:ea typeface="Calibri"/>
                <a:cs typeface="Calibri"/>
              </a:rPr>
              <a:t>Functional</a:t>
            </a:r>
          </a:p>
        </p:txBody>
      </p:sp>
      <p:sp>
        <p:nvSpPr>
          <p:cNvPr id="193" name="text-171 Checks">
            <a:extLst xmlns:a="http://schemas.openxmlformats.org/drawingml/2006/main">
              <a:ext uri="{FF2B5EF4-FFF2-40B4-BE49-F238E27FC236}">
                <a16:creationId xmlns:a16="http://schemas.microsoft.com/office/drawing/2014/main" id="{5312ABC3-6B5D-4F85-9D94-F71FD565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9952" y="6193360"/>
            <a:ext cx="552022" cy="262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Checks</a:t>
            </a:r>
          </a:p>
        </p:txBody>
      </p:sp>
      <p:sp>
        <p:nvSpPr>
          <p:cNvPr id="194" name="text-172 Semantic">
            <a:extLst xmlns:a="http://schemas.openxmlformats.org/drawingml/2006/main">
              <a:ext uri="{FF2B5EF4-FFF2-40B4-BE49-F238E27FC236}">
                <a16:creationId xmlns:a16="http://schemas.microsoft.com/office/drawing/2014/main" id="{12399DA7-6971-4F08-8207-C1973AB2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8794" y="6411056"/>
            <a:ext cx="728559" cy="262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Semantic</a:t>
            </a:r>
          </a:p>
        </p:txBody>
      </p:sp>
      <p:sp>
        <p:nvSpPr>
          <p:cNvPr id="195" name="text-173 Judge">
            <a:extLst xmlns:a="http://schemas.openxmlformats.org/drawingml/2006/main">
              <a:ext uri="{FF2B5EF4-FFF2-40B4-BE49-F238E27FC236}">
                <a16:creationId xmlns:a16="http://schemas.microsoft.com/office/drawing/2014/main" id="{2E807012-F3E8-4DEB-9562-5611922E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6952" y="6409790"/>
            <a:ext cx="487209" cy="263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4" b="1" i="1">
                <a:solidFill>
                  <a:srgbClr val="CF8BC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4" b="1" i="1">
                <a:solidFill>
                  <a:srgbClr val="CF8BCF"/>
                </a:solidFill>
                <a:latin typeface="Calibri"/>
                <a:ea typeface="Calibri"/>
                <a:cs typeface="Calibri"/>
              </a:defRPr>
            </a:pPr>
            <a:r>
              <a:rPr sz="1484" b="1" i="1">
                <a:solidFill>
                  <a:srgbClr val="CF8BCF"/>
                </a:solidFill>
                <a:latin typeface="Calibri"/>
                <a:ea typeface="Calibri"/>
                <a:cs typeface="Calibri"/>
              </a:rPr>
              <a:t>Judge</a:t>
            </a:r>
          </a:p>
        </p:txBody>
      </p:sp>
      <p:sp>
        <p:nvSpPr>
          <p:cNvPr id="196" name="text-174 Evidence">
            <a:extLst xmlns:a="http://schemas.openxmlformats.org/drawingml/2006/main">
              <a:ext uri="{FF2B5EF4-FFF2-40B4-BE49-F238E27FC236}">
                <a16:creationId xmlns:a16="http://schemas.microsoft.com/office/drawing/2014/main" id="{440ADABD-887D-475B-B668-D6B22A51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8794" y="6646961"/>
            <a:ext cx="696016" cy="26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Evidence</a:t>
            </a:r>
          </a:p>
        </p:txBody>
      </p:sp>
      <p:sp>
        <p:nvSpPr>
          <p:cNvPr id="197" name="text-174 Bindings">
            <a:extLst xmlns:a="http://schemas.openxmlformats.org/drawingml/2006/main">
              <a:ext uri="{FF2B5EF4-FFF2-40B4-BE49-F238E27FC236}">
                <a16:creationId xmlns:a16="http://schemas.microsoft.com/office/drawing/2014/main" id="{859D7467-22F8-4BA0-BA9C-3612044E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4520" y="6647803"/>
            <a:ext cx="677050" cy="26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Bindings</a:t>
            </a:r>
          </a:p>
        </p:txBody>
      </p:sp>
      <p:sp>
        <p:nvSpPr>
          <p:cNvPr id="198" name="text-175 Pass">
            <a:extLst xmlns:a="http://schemas.openxmlformats.org/drawingml/2006/main">
              <a:ext uri="{FF2B5EF4-FFF2-40B4-BE49-F238E27FC236}">
                <a16:creationId xmlns:a16="http://schemas.microsoft.com/office/drawing/2014/main" id="{B72FD6B0-1E4F-445F-8F6C-B6ECB682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9258" y="6864005"/>
            <a:ext cx="378448" cy="262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9" b="1" i="1">
                <a:solidFill>
                  <a:srgbClr val="05B0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9" b="1" i="1">
                <a:solidFill>
                  <a:srgbClr val="05B050"/>
                </a:solidFill>
                <a:latin typeface="Calibri"/>
                <a:ea typeface="Calibri"/>
                <a:cs typeface="Calibri"/>
              </a:defRPr>
            </a:pPr>
            <a:r>
              <a:rPr sz="1479" b="1" i="1">
                <a:solidFill>
                  <a:srgbClr val="05B050"/>
                </a:solidFill>
                <a:latin typeface="Calibri"/>
                <a:ea typeface="Calibri"/>
                <a:cs typeface="Calibri"/>
              </a:rPr>
              <a:t>Pass</a:t>
            </a:r>
          </a:p>
        </p:txBody>
      </p:sp>
      <p:sp>
        <p:nvSpPr>
          <p:cNvPr id="199" name="text-176 /">
            <a:extLst xmlns:a="http://schemas.openxmlformats.org/drawingml/2006/main">
              <a:ext uri="{FF2B5EF4-FFF2-40B4-BE49-F238E27FC236}">
                <a16:creationId xmlns:a16="http://schemas.microsoft.com/office/drawing/2014/main" id="{E812DACE-6EDC-4EF3-B639-0914BCDD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4283" y="6864316"/>
            <a:ext cx="114293" cy="262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1" i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7" b="1" i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7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/</a:t>
            </a:r>
          </a:p>
        </p:txBody>
      </p:sp>
      <p:sp>
        <p:nvSpPr>
          <p:cNvPr id="200" name="text-177 Fail">
            <a:extLst xmlns:a="http://schemas.openxmlformats.org/drawingml/2006/main">
              <a:ext uri="{FF2B5EF4-FFF2-40B4-BE49-F238E27FC236}">
                <a16:creationId xmlns:a16="http://schemas.microsoft.com/office/drawing/2014/main" id="{C3A6521C-1309-4F74-9EEC-39864312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4331" y="6863462"/>
            <a:ext cx="310033" cy="263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3" b="1" i="1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3" b="1" i="1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483" b="1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Fail</a:t>
            </a:r>
          </a:p>
        </p:txBody>
      </p:sp>
      <p:sp>
        <p:nvSpPr>
          <p:cNvPr id="201" name="text-178 /">
            <a:extLst xmlns:a="http://schemas.openxmlformats.org/drawingml/2006/main">
              <a:ext uri="{FF2B5EF4-FFF2-40B4-BE49-F238E27FC236}">
                <a16:creationId xmlns:a16="http://schemas.microsoft.com/office/drawing/2014/main" id="{285E1818-B84B-426A-B08E-7BCCB124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1257" y="6864316"/>
            <a:ext cx="114293" cy="262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1" i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7" b="1" i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7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/</a:t>
            </a:r>
          </a:p>
        </p:txBody>
      </p:sp>
      <p:sp>
        <p:nvSpPr>
          <p:cNvPr id="202" name="text-179 Invali">
            <a:extLst xmlns:a="http://schemas.openxmlformats.org/drawingml/2006/main">
              <a:ext uri="{FF2B5EF4-FFF2-40B4-BE49-F238E27FC236}">
                <a16:creationId xmlns:a16="http://schemas.microsoft.com/office/drawing/2014/main" id="{48515930-A109-4AB3-8473-D5B4EFA2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1305" y="6863144"/>
            <a:ext cx="461796" cy="264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6" b="1" i="1">
                <a:solidFill>
                  <a:srgbClr val="74747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6" b="1" i="1">
                <a:solidFill>
                  <a:srgbClr val="747474"/>
                </a:solidFill>
                <a:latin typeface="Calibri"/>
                <a:ea typeface="Calibri"/>
                <a:cs typeface="Calibri"/>
              </a:defRPr>
            </a:pPr>
            <a:r>
              <a:rPr sz="1486" b="1" i="1">
                <a:solidFill>
                  <a:srgbClr val="747474"/>
                </a:solidFill>
                <a:latin typeface="Calibri"/>
                <a:ea typeface="Calibri"/>
                <a:cs typeface="Calibri"/>
              </a:rPr>
              <a:t>Invali</a:t>
            </a:r>
          </a:p>
        </p:txBody>
      </p:sp>
      <p:sp>
        <p:nvSpPr>
          <p:cNvPr id="203" name="text-180 d">
            <a:extLst xmlns:a="http://schemas.openxmlformats.org/drawingml/2006/main">
              <a:ext uri="{FF2B5EF4-FFF2-40B4-BE49-F238E27FC236}">
                <a16:creationId xmlns:a16="http://schemas.microsoft.com/office/drawing/2014/main" id="{3A9E00A8-0D29-44E3-A334-5D41068B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0048" y="6864315"/>
            <a:ext cx="132689" cy="262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1" i="1">
                <a:solidFill>
                  <a:srgbClr val="74747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7" b="1" i="1">
                <a:solidFill>
                  <a:srgbClr val="747474"/>
                </a:solidFill>
                <a:latin typeface="Calibri"/>
                <a:ea typeface="Calibri"/>
                <a:cs typeface="Calibri"/>
              </a:defRPr>
            </a:pPr>
            <a:r>
              <a:rPr sz="1477" b="1" i="1">
                <a:solidFill>
                  <a:srgbClr val="747474"/>
                </a:solidFill>
                <a:latin typeface="Calibri"/>
                <a:ea typeface="Calibri"/>
                <a:cs typeface="Calibri"/>
              </a:rPr>
              <a:t>d</a:t>
            </a:r>
          </a:p>
        </p:txBody>
      </p:sp>
      <p:sp>
        <p:nvSpPr>
          <p:cNvPr id="204" name="path-181">
            <a:extLst xmlns:a="http://schemas.openxmlformats.org/drawingml/2006/main">
              <a:ext uri="{FF2B5EF4-FFF2-40B4-BE49-F238E27FC236}">
                <a16:creationId xmlns:a16="http://schemas.microsoft.com/office/drawing/2014/main" id="{70D43329-391F-4059-8E30-A76AD23B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9469" y="5146599"/>
            <a:ext cx="1713339" cy="2163912"/>
          </a:xfrm>
          <a:custGeom xmlns:a="http://schemas.openxmlformats.org/drawingml/2006/main">
            <a:pathLst>
              <a:path w="1713339" h="2163912">
                <a:moveTo>
                  <a:pt x="0" y="123428"/>
                </a:moveTo>
                <a:cubicBezTo>
                  <a:pt x="0" y="55260"/>
                  <a:pt x="55262" y="0"/>
                  <a:pt x="123430" y="0"/>
                </a:cubicBezTo>
                <a:lnTo>
                  <a:pt x="1589909" y="0"/>
                </a:lnTo>
                <a:cubicBezTo>
                  <a:pt x="1658076" y="0"/>
                  <a:pt x="1713339" y="55260"/>
                  <a:pt x="1713339" y="123428"/>
                </a:cubicBezTo>
                <a:lnTo>
                  <a:pt x="1713339" y="2040484"/>
                </a:lnTo>
                <a:cubicBezTo>
                  <a:pt x="1713339" y="2108652"/>
                  <a:pt x="1658076" y="2163912"/>
                  <a:pt x="1589909" y="2163912"/>
                </a:cubicBezTo>
                <a:lnTo>
                  <a:pt x="123430" y="2163912"/>
                </a:lnTo>
                <a:cubicBezTo>
                  <a:pt x="55262" y="2163912"/>
                  <a:pt x="0" y="2108652"/>
                  <a:pt x="0" y="2040484"/>
                </a:cubicBezTo>
                <a:lnTo>
                  <a:pt x="0" y="123428"/>
                </a:lnTo>
              </a:path>
            </a:pathLst>
          </a:custGeom>
          <a:solidFill xmlns:a="http://schemas.openxmlformats.org/drawingml/2006/main">
            <a:srgbClr val="EFDEF2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5" name="path-182">
            <a:extLst xmlns:a="http://schemas.openxmlformats.org/drawingml/2006/main">
              <a:ext uri="{FF2B5EF4-FFF2-40B4-BE49-F238E27FC236}">
                <a16:creationId xmlns:a16="http://schemas.microsoft.com/office/drawing/2014/main" id="{81605048-940E-40E2-BE89-E26DAD6B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9469" y="5146599"/>
            <a:ext cx="1713337" cy="2163912"/>
          </a:xfrm>
          <a:custGeom xmlns:a="http://schemas.openxmlformats.org/drawingml/2006/main">
            <a:pathLst>
              <a:path w="1713337" h="2163912">
                <a:moveTo>
                  <a:pt x="0" y="123429"/>
                </a:moveTo>
                <a:cubicBezTo>
                  <a:pt x="0" y="55261"/>
                  <a:pt x="55260" y="0"/>
                  <a:pt x="123429" y="0"/>
                </a:cubicBezTo>
                <a:lnTo>
                  <a:pt x="1589908" y="0"/>
                </a:lnTo>
                <a:cubicBezTo>
                  <a:pt x="1658075" y="0"/>
                  <a:pt x="1713337" y="55261"/>
                  <a:pt x="1713337" y="123429"/>
                </a:cubicBezTo>
                <a:lnTo>
                  <a:pt x="1713337" y="2040484"/>
                </a:lnTo>
                <a:cubicBezTo>
                  <a:pt x="1713337" y="2108652"/>
                  <a:pt x="1658075" y="2163912"/>
                  <a:pt x="1589908" y="2163912"/>
                </a:cubicBezTo>
                <a:lnTo>
                  <a:pt x="123429" y="2163912"/>
                </a:lnTo>
                <a:cubicBezTo>
                  <a:pt x="55260" y="2163912"/>
                  <a:pt x="0" y="2108652"/>
                  <a:pt x="0" y="2040484"/>
                </a:cubicBezTo>
                <a:lnTo>
                  <a:pt x="0" y="123429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74505E"/>
            </a:solidFill>
            <a:prstDash val="solid"/>
          </a:ln>
        </p:spPr>
      </p:sp>
      <p:sp>
        <p:nvSpPr>
          <p:cNvPr id="206" name="path-183">
            <a:extLst xmlns:a="http://schemas.openxmlformats.org/drawingml/2006/main">
              <a:ext uri="{FF2B5EF4-FFF2-40B4-BE49-F238E27FC236}">
                <a16:creationId xmlns:a16="http://schemas.microsoft.com/office/drawing/2014/main" id="{30C05744-FFB3-4F08-B166-5896BD5F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1881" y="5761444"/>
            <a:ext cx="1553092" cy="1469572"/>
          </a:xfrm>
          <a:custGeom xmlns:a="http://schemas.openxmlformats.org/drawingml/2006/main">
            <a:pathLst>
              <a:path w="1553092" h="1469572">
                <a:moveTo>
                  <a:pt x="0" y="160684"/>
                </a:moveTo>
                <a:cubicBezTo>
                  <a:pt x="0" y="71941"/>
                  <a:pt x="71940" y="0"/>
                  <a:pt x="160683" y="0"/>
                </a:cubicBezTo>
                <a:lnTo>
                  <a:pt x="1392408" y="0"/>
                </a:lnTo>
                <a:cubicBezTo>
                  <a:pt x="1481152" y="0"/>
                  <a:pt x="1553092" y="71941"/>
                  <a:pt x="1553092" y="160684"/>
                </a:cubicBezTo>
                <a:lnTo>
                  <a:pt x="1553092" y="1308890"/>
                </a:lnTo>
                <a:cubicBezTo>
                  <a:pt x="1553092" y="1397632"/>
                  <a:pt x="1481152" y="1469572"/>
                  <a:pt x="1392408" y="1469572"/>
                </a:cubicBezTo>
                <a:lnTo>
                  <a:pt x="160683" y="1469572"/>
                </a:lnTo>
                <a:cubicBezTo>
                  <a:pt x="71940" y="1469572"/>
                  <a:pt x="0" y="1397632"/>
                  <a:pt x="0" y="1308890"/>
                </a:cubicBezTo>
                <a:lnTo>
                  <a:pt x="0" y="160684"/>
                </a:lnTo>
              </a:path>
            </a:pathLst>
          </a:custGeom>
          <a:solidFill xmlns:a="http://schemas.openxmlformats.org/drawingml/2006/main">
            <a:srgbClr val="FFFFFF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path-184">
            <a:extLst xmlns:a="http://schemas.openxmlformats.org/drawingml/2006/main">
              <a:ext uri="{FF2B5EF4-FFF2-40B4-BE49-F238E27FC236}">
                <a16:creationId xmlns:a16="http://schemas.microsoft.com/office/drawing/2014/main" id="{E277F7A3-5C65-4A81-B3E1-C8F2AB55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1881" y="5761444"/>
            <a:ext cx="1553092" cy="1469572"/>
          </a:xfrm>
          <a:custGeom xmlns:a="http://schemas.openxmlformats.org/drawingml/2006/main">
            <a:pathLst>
              <a:path w="1553092" h="1469572">
                <a:moveTo>
                  <a:pt x="0" y="160683"/>
                </a:moveTo>
                <a:cubicBezTo>
                  <a:pt x="0" y="71940"/>
                  <a:pt x="71940" y="0"/>
                  <a:pt x="160683" y="0"/>
                </a:cubicBezTo>
                <a:lnTo>
                  <a:pt x="1392408" y="0"/>
                </a:lnTo>
                <a:cubicBezTo>
                  <a:pt x="1481152" y="0"/>
                  <a:pt x="1553092" y="71940"/>
                  <a:pt x="1553092" y="160683"/>
                </a:cubicBezTo>
                <a:lnTo>
                  <a:pt x="1553092" y="1308888"/>
                </a:lnTo>
                <a:cubicBezTo>
                  <a:pt x="1553092" y="1397632"/>
                  <a:pt x="1481152" y="1469572"/>
                  <a:pt x="1392408" y="1469572"/>
                </a:cubicBezTo>
                <a:lnTo>
                  <a:pt x="160683" y="1469572"/>
                </a:lnTo>
                <a:cubicBezTo>
                  <a:pt x="71940" y="1469572"/>
                  <a:pt x="0" y="1397632"/>
                  <a:pt x="0" y="1308888"/>
                </a:cubicBezTo>
                <a:lnTo>
                  <a:pt x="0" y="160683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CF8BCF"/>
            </a:solidFill>
            <a:prstDash val="solid"/>
          </a:ln>
        </p:spPr>
      </p:sp>
      <p:sp>
        <p:nvSpPr>
          <p:cNvPr id="208" name="text-185 Evaluation">
            <a:extLst xmlns:a="http://schemas.openxmlformats.org/drawingml/2006/main">
              <a:ext uri="{FF2B5EF4-FFF2-40B4-BE49-F238E27FC236}">
                <a16:creationId xmlns:a16="http://schemas.microsoft.com/office/drawing/2014/main" id="{E419F905-34E1-450D-A1AF-B0EC0345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7328" y="5148980"/>
            <a:ext cx="1006426" cy="30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3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Evaluation</a:t>
            </a:r>
          </a:p>
        </p:txBody>
      </p:sp>
      <p:sp>
        <p:nvSpPr>
          <p:cNvPr id="209" name="text-186 Contract">
            <a:extLst xmlns:a="http://schemas.openxmlformats.org/drawingml/2006/main">
              <a:ext uri="{FF2B5EF4-FFF2-40B4-BE49-F238E27FC236}">
                <a16:creationId xmlns:a16="http://schemas.microsoft.com/office/drawing/2014/main" id="{722554C4-1FC3-4506-9049-2BC4C650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3151" y="5416561"/>
            <a:ext cx="814033" cy="305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Contract</a:t>
            </a:r>
          </a:p>
        </p:txBody>
      </p:sp>
      <p:pic>
        <p:nvPic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FC3D3F8F-564A-4D4A-AA59-4119CFF368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9f3f64c0746e4"/>
          <a:stretch xmlns:a="http://schemas.openxmlformats.org/drawingml/2006/main"/>
        </p:blipFill>
        <p:spPr>
          <a:xfrm xmlns:a="http://schemas.openxmlformats.org/drawingml/2006/main">
            <a:off x="6644276" y="5155079"/>
            <a:ext cx="614767" cy="618516"/>
          </a:xfrm>
          <a:prstGeom xmlns:a="http://schemas.openxmlformats.org/drawingml/2006/main" prst="rect">
            <a:avLst/>
          </a:prstGeom>
        </p:spPr>
      </p:pic>
      <p:pic>
        <p:nvPic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AD9669E0-1A88-424F-99FB-C5CA6D75FA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34e94ea8a4f73"/>
          <a:stretch xmlns:a="http://schemas.openxmlformats.org/drawingml/2006/main"/>
        </p:blipFill>
        <p:spPr>
          <a:xfrm xmlns:a="http://schemas.openxmlformats.org/drawingml/2006/main">
            <a:off x="6652532" y="5218739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212" name="text-189 Expected">
            <a:extLst xmlns:a="http://schemas.openxmlformats.org/drawingml/2006/main">
              <a:ext uri="{FF2B5EF4-FFF2-40B4-BE49-F238E27FC236}">
                <a16:creationId xmlns:a16="http://schemas.microsoft.com/office/drawing/2014/main" id="{FC9EE35E-389D-4777-AEFB-549E85A0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7881" y="5911952"/>
            <a:ext cx="717982" cy="262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8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Expected</a:t>
            </a:r>
          </a:p>
        </p:txBody>
      </p:sp>
      <p:sp>
        <p:nvSpPr>
          <p:cNvPr id="213" name="text-190 Outcomes">
            <a:extLst xmlns:a="http://schemas.openxmlformats.org/drawingml/2006/main">
              <a:ext uri="{FF2B5EF4-FFF2-40B4-BE49-F238E27FC236}">
                <a16:creationId xmlns:a16="http://schemas.microsoft.com/office/drawing/2014/main" id="{550D8075-BA0F-4344-9F8E-76257B00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4090" y="5912401"/>
            <a:ext cx="796040" cy="2622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Outcomes</a:t>
            </a:r>
          </a:p>
        </p:txBody>
      </p:sp>
      <p:sp>
        <p:nvSpPr>
          <p:cNvPr id="214" name="text-191 Allowed">
            <a:extLst xmlns:a="http://schemas.openxmlformats.org/drawingml/2006/main">
              <a:ext uri="{FF2B5EF4-FFF2-40B4-BE49-F238E27FC236}">
                <a16:creationId xmlns:a16="http://schemas.microsoft.com/office/drawing/2014/main" id="{73B8F949-FB2F-4BB6-AFE4-07089DD5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7881" y="6144269"/>
            <a:ext cx="644639" cy="2630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9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9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9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Allowed</a:t>
            </a:r>
          </a:p>
        </p:txBody>
      </p:sp>
      <p:sp>
        <p:nvSpPr>
          <p:cNvPr id="215" name="text-192 Edits">
            <a:extLst xmlns:a="http://schemas.openxmlformats.org/drawingml/2006/main">
              <a:ext uri="{FF2B5EF4-FFF2-40B4-BE49-F238E27FC236}">
                <a16:creationId xmlns:a16="http://schemas.microsoft.com/office/drawing/2014/main" id="{EAA7D614-1E84-487C-A76A-37ECC288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0993" y="6144924"/>
            <a:ext cx="396365" cy="262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Edits</a:t>
            </a:r>
          </a:p>
        </p:txBody>
      </p:sp>
      <p:sp>
        <p:nvSpPr>
          <p:cNvPr id="216" name="text-193 Protected">
            <a:extLst xmlns:a="http://schemas.openxmlformats.org/drawingml/2006/main">
              <a:ext uri="{FF2B5EF4-FFF2-40B4-BE49-F238E27FC236}">
                <a16:creationId xmlns:a16="http://schemas.microsoft.com/office/drawing/2014/main" id="{57EC7B7E-1358-4B5C-AFDE-312D16FA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7881" y="6365649"/>
            <a:ext cx="766543" cy="262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8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Protected</a:t>
            </a:r>
          </a:p>
        </p:txBody>
      </p:sp>
      <p:sp>
        <p:nvSpPr>
          <p:cNvPr id="217" name="text-194 State">
            <a:extLst xmlns:a="http://schemas.openxmlformats.org/drawingml/2006/main">
              <a:ext uri="{FF2B5EF4-FFF2-40B4-BE49-F238E27FC236}">
                <a16:creationId xmlns:a16="http://schemas.microsoft.com/office/drawing/2014/main" id="{871199E3-97BE-4374-B09F-F037CCCE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2821" y="6366816"/>
            <a:ext cx="423070" cy="261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68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State</a:t>
            </a:r>
          </a:p>
        </p:txBody>
      </p:sp>
      <p:sp>
        <p:nvSpPr>
          <p:cNvPr id="218" name="text-195 Critical">
            <a:extLst xmlns:a="http://schemas.openxmlformats.org/drawingml/2006/main">
              <a:ext uri="{FF2B5EF4-FFF2-40B4-BE49-F238E27FC236}">
                <a16:creationId xmlns:a16="http://schemas.microsoft.com/office/drawing/2014/main" id="{65782577-0BDD-4034-9163-58363933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7881" y="6583161"/>
            <a:ext cx="559703" cy="262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Critical</a:t>
            </a:r>
          </a:p>
        </p:txBody>
      </p:sp>
      <p:sp>
        <p:nvSpPr>
          <p:cNvPr id="219" name="text-196 Criteria">
            <a:extLst xmlns:a="http://schemas.openxmlformats.org/drawingml/2006/main">
              <a:ext uri="{FF2B5EF4-FFF2-40B4-BE49-F238E27FC236}">
                <a16:creationId xmlns:a16="http://schemas.microsoft.com/office/drawing/2014/main" id="{80188767-5F92-4C50-B1FF-9EC1C688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6806" y="6583307"/>
            <a:ext cx="592602" cy="262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Criteria</a:t>
            </a:r>
          </a:p>
        </p:txBody>
      </p:sp>
      <p:sp>
        <p:nvSpPr>
          <p:cNvPr id="220" name="text-197 Evidence">
            <a:extLst xmlns:a="http://schemas.openxmlformats.org/drawingml/2006/main">
              <a:ext uri="{FF2B5EF4-FFF2-40B4-BE49-F238E27FC236}">
                <a16:creationId xmlns:a16="http://schemas.microsoft.com/office/drawing/2014/main" id="{91FD467F-DA3E-40D4-9E81-E65893EC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7881" y="6819396"/>
            <a:ext cx="696016" cy="26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Evidence</a:t>
            </a:r>
          </a:p>
        </p:txBody>
      </p:sp>
      <p:sp>
        <p:nvSpPr>
          <p:cNvPr id="221" name="text-198 Bindings">
            <a:extLst xmlns:a="http://schemas.openxmlformats.org/drawingml/2006/main">
              <a:ext uri="{FF2B5EF4-FFF2-40B4-BE49-F238E27FC236}">
                <a16:creationId xmlns:a16="http://schemas.microsoft.com/office/drawing/2014/main" id="{9DDE03BC-918B-472B-A649-8E520D3A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3080" y="6820238"/>
            <a:ext cx="677050" cy="26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Bindings</a:t>
            </a:r>
          </a:p>
        </p:txBody>
      </p:sp>
      <p:sp>
        <p:nvSpPr>
          <p:cNvPr id="222" name="path-199">
            <a:extLst xmlns:a="http://schemas.openxmlformats.org/drawingml/2006/main">
              <a:ext uri="{FF2B5EF4-FFF2-40B4-BE49-F238E27FC236}">
                <a16:creationId xmlns:a16="http://schemas.microsoft.com/office/drawing/2014/main" id="{1DBE418A-FDD5-453B-8483-299586A7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9342" y="6466682"/>
            <a:ext cx="62478" cy="354197"/>
          </a:xfrm>
          <a:custGeom xmlns:a="http://schemas.openxmlformats.org/drawingml/2006/main">
            <a:pathLst>
              <a:path w="62478" h="354197">
                <a:moveTo>
                  <a:pt x="0" y="0"/>
                </a:moveTo>
                <a:lnTo>
                  <a:pt x="0" y="192717"/>
                </a:lnTo>
                <a:lnTo>
                  <a:pt x="15621" y="192717"/>
                </a:lnTo>
                <a:lnTo>
                  <a:pt x="2" y="177099"/>
                </a:lnTo>
                <a:lnTo>
                  <a:pt x="2" y="276101"/>
                </a:lnTo>
                <a:lnTo>
                  <a:pt x="31240" y="276101"/>
                </a:lnTo>
                <a:lnTo>
                  <a:pt x="31240" y="161479"/>
                </a:lnTo>
                <a:lnTo>
                  <a:pt x="15620" y="161479"/>
                </a:lnTo>
                <a:lnTo>
                  <a:pt x="31238" y="177099"/>
                </a:lnTo>
                <a:lnTo>
                  <a:pt x="31238" y="0"/>
                </a:lnTo>
                <a:lnTo>
                  <a:pt x="0" y="0"/>
                </a:lnTo>
                <a:moveTo>
                  <a:pt x="-31236" y="260482"/>
                </a:moveTo>
                <a:lnTo>
                  <a:pt x="15621" y="354197"/>
                </a:lnTo>
                <a:lnTo>
                  <a:pt x="62478" y="260482"/>
                </a:lnTo>
                <a:lnTo>
                  <a:pt x="-31236" y="260482"/>
                </a:ln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ath-200">
            <a:extLst xmlns:a="http://schemas.openxmlformats.org/drawingml/2006/main">
              <a:ext uri="{FF2B5EF4-FFF2-40B4-BE49-F238E27FC236}">
                <a16:creationId xmlns:a16="http://schemas.microsoft.com/office/drawing/2014/main" id="{F62F5C83-651E-402F-A4E4-39FB32A2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8568" y="5994874"/>
            <a:ext cx="792787" cy="481794"/>
          </a:xfrm>
          <a:custGeom xmlns:a="http://schemas.openxmlformats.org/drawingml/2006/main">
            <a:pathLst>
              <a:path w="792787" h="481794">
                <a:moveTo>
                  <a:pt x="0" y="240896"/>
                </a:moveTo>
                <a:lnTo>
                  <a:pt x="396394" y="0"/>
                </a:lnTo>
                <a:lnTo>
                  <a:pt x="792787" y="240896"/>
                </a:lnTo>
                <a:lnTo>
                  <a:pt x="396394" y="481794"/>
                </a:lnTo>
                <a:lnTo>
                  <a:pt x="0" y="240896"/>
                </a:lnTo>
              </a:path>
            </a:pathLst>
          </a:custGeom>
          <a:solidFill xmlns:a="http://schemas.openxmlformats.org/drawingml/2006/main">
            <a:srgbClr val="EFDEF2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4" name="path-201">
            <a:extLst xmlns:a="http://schemas.openxmlformats.org/drawingml/2006/main">
              <a:ext uri="{FF2B5EF4-FFF2-40B4-BE49-F238E27FC236}">
                <a16:creationId xmlns:a16="http://schemas.microsoft.com/office/drawing/2014/main" id="{F7A89CA3-201C-4E54-9A53-19020C26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8568" y="5994874"/>
            <a:ext cx="792787" cy="481793"/>
          </a:xfrm>
          <a:custGeom xmlns:a="http://schemas.openxmlformats.org/drawingml/2006/main">
            <a:pathLst>
              <a:path w="792787" h="481793">
                <a:moveTo>
                  <a:pt x="0" y="240897"/>
                </a:moveTo>
                <a:lnTo>
                  <a:pt x="396394" y="0"/>
                </a:lnTo>
                <a:lnTo>
                  <a:pt x="792787" y="240897"/>
                </a:lnTo>
                <a:lnTo>
                  <a:pt x="396394" y="481793"/>
                </a:lnTo>
                <a:lnTo>
                  <a:pt x="0" y="240897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74505E"/>
            </a:solidFill>
            <a:prstDash val="solid"/>
          </a:ln>
        </p:spPr>
      </p:sp>
      <p:sp>
        <p:nvSpPr>
          <p:cNvPr id="225" name="text-202 Pass?">
            <a:extLst xmlns:a="http://schemas.openxmlformats.org/drawingml/2006/main">
              <a:ext uri="{FF2B5EF4-FFF2-40B4-BE49-F238E27FC236}">
                <a16:creationId xmlns:a16="http://schemas.microsoft.com/office/drawing/2014/main" id="{6A18181B-1201-4ABC-8709-BEC9D042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92154" y="6087261"/>
            <a:ext cx="541715" cy="306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Pass?</a:t>
            </a:r>
          </a:p>
        </p:txBody>
      </p:sp>
      <p:sp>
        <p:nvSpPr>
          <p:cNvPr id="226" name="path-203">
            <a:extLst xmlns:a="http://schemas.openxmlformats.org/drawingml/2006/main">
              <a:ext uri="{FF2B5EF4-FFF2-40B4-BE49-F238E27FC236}">
                <a16:creationId xmlns:a16="http://schemas.microsoft.com/office/drawing/2014/main" id="{CA52531D-11ED-407E-8C11-0A37EA78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3339" y="6209193"/>
            <a:ext cx="195082" cy="62476"/>
          </a:xfrm>
          <a:custGeom xmlns:a="http://schemas.openxmlformats.org/drawingml/2006/main">
            <a:pathLst>
              <a:path w="195082" h="62476">
                <a:moveTo>
                  <a:pt x="0" y="0"/>
                </a:moveTo>
                <a:lnTo>
                  <a:pt x="0" y="31238"/>
                </a:lnTo>
                <a:lnTo>
                  <a:pt x="116986" y="31238"/>
                </a:lnTo>
                <a:lnTo>
                  <a:pt x="116986" y="0"/>
                </a:lnTo>
                <a:close/>
                <a:moveTo>
                  <a:pt x="101370" y="-31238"/>
                </a:moveTo>
                <a:lnTo>
                  <a:pt x="195082" y="15621"/>
                </a:lnTo>
                <a:lnTo>
                  <a:pt x="101368" y="62476"/>
                </a:lnTo>
                <a:lnTo>
                  <a:pt x="101370" y="-31238"/>
                </a:lnTo>
              </a:path>
            </a:pathLst>
          </a:custGeom>
          <a:solidFill xmlns:a="http://schemas.openxmlformats.org/drawingml/2006/main">
            <a:srgbClr val="05B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text-204 Y">
            <a:extLst xmlns:a="http://schemas.openxmlformats.org/drawingml/2006/main">
              <a:ext uri="{FF2B5EF4-FFF2-40B4-BE49-F238E27FC236}">
                <a16:creationId xmlns:a16="http://schemas.microsoft.com/office/drawing/2014/main" id="{2C2C10F1-348F-4BBB-9DB4-88CF1A63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95846" y="5858434"/>
            <a:ext cx="152988" cy="30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3" b="1" i="1">
                <a:solidFill>
                  <a:srgbClr val="00B0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3" b="1" i="1">
                <a:solidFill>
                  <a:srgbClr val="00B050"/>
                </a:solidFill>
                <a:latin typeface="Calibri"/>
                <a:ea typeface="Calibri"/>
                <a:cs typeface="Calibri"/>
              </a:defRPr>
            </a:pPr>
            <a:r>
              <a:rPr sz="1723" b="1" i="1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Y</a:t>
            </a:r>
          </a:p>
        </p:txBody>
      </p:sp>
      <p:sp>
        <p:nvSpPr>
          <p:cNvPr id="228" name="text-205 N">
            <a:extLst xmlns:a="http://schemas.openxmlformats.org/drawingml/2006/main">
              <a:ext uri="{FF2B5EF4-FFF2-40B4-BE49-F238E27FC236}">
                <a16:creationId xmlns:a16="http://schemas.microsoft.com/office/drawing/2014/main" id="{9BDFA84F-CA34-4211-A187-53FC9BC2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53321" y="6428264"/>
            <a:ext cx="182875" cy="306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N</a:t>
            </a:r>
          </a:p>
        </p:txBody>
      </p:sp>
      <p:sp>
        <p:nvSpPr>
          <p:cNvPr id="229" name="path-206">
            <a:extLst xmlns:a="http://schemas.openxmlformats.org/drawingml/2006/main">
              <a:ext uri="{FF2B5EF4-FFF2-40B4-BE49-F238E27FC236}">
                <a16:creationId xmlns:a16="http://schemas.microsoft.com/office/drawing/2014/main" id="{630E31C8-F584-4755-833E-73E4CA53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1211" y="6226386"/>
            <a:ext cx="97358" cy="9386"/>
          </a:xfrm>
          <a:custGeom xmlns:a="http://schemas.openxmlformats.org/drawingml/2006/main">
            <a:pathLst>
              <a:path w="97358" h="9386">
                <a:moveTo>
                  <a:pt x="0" y="0"/>
                </a:moveTo>
                <a:lnTo>
                  <a:pt x="97358" y="9386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9E3B9F"/>
            </a:solidFill>
            <a:prstDash val="solid"/>
          </a:ln>
        </p:spPr>
      </p:sp>
      <p:sp>
        <p:nvSpPr>
          <p:cNvPr id="230" name="text-207 Calibration">
            <a:extLst xmlns:a="http://schemas.openxmlformats.org/drawingml/2006/main">
              <a:ext uri="{FF2B5EF4-FFF2-40B4-BE49-F238E27FC236}">
                <a16:creationId xmlns:a16="http://schemas.microsoft.com/office/drawing/2014/main" id="{5C9E3C2C-D0A0-4B3D-83C9-669BB7C0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6908" y="7308607"/>
            <a:ext cx="1044984" cy="30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7" b="1" i="1">
                <a:solidFill>
                  <a:srgbClr val="9E3B9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7" b="1" i="1">
                <a:solidFill>
                  <a:srgbClr val="9E3B9F"/>
                </a:solidFill>
                <a:latin typeface="Calibri"/>
                <a:ea typeface="Calibri"/>
                <a:cs typeface="Calibri"/>
              </a:defRPr>
            </a:pPr>
            <a:r>
              <a:rPr sz="1727" b="1" i="1">
                <a:solidFill>
                  <a:srgbClr val="9E3B9F"/>
                </a:solidFill>
                <a:latin typeface="Calibri"/>
                <a:ea typeface="Calibri"/>
                <a:cs typeface="Calibri"/>
              </a:rPr>
              <a:t>Calibration</a:t>
            </a:r>
          </a:p>
        </p:txBody>
      </p:sp>
      <p:sp>
        <p:nvSpPr>
          <p:cNvPr id="231" name="text-208 mismatch">
            <a:extLst xmlns:a="http://schemas.openxmlformats.org/drawingml/2006/main">
              <a:ext uri="{FF2B5EF4-FFF2-40B4-BE49-F238E27FC236}">
                <a16:creationId xmlns:a16="http://schemas.microsoft.com/office/drawing/2014/main" id="{78ECD2DC-101D-448D-BB4D-102284A3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6651" y="7575288"/>
            <a:ext cx="925321" cy="306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3" b="1" i="1">
                <a:solidFill>
                  <a:srgbClr val="9E3B9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3" b="1" i="1">
                <a:solidFill>
                  <a:srgbClr val="9E3B9F"/>
                </a:solidFill>
                <a:latin typeface="Calibri"/>
                <a:ea typeface="Calibri"/>
                <a:cs typeface="Calibri"/>
              </a:defRPr>
            </a:pPr>
            <a:r>
              <a:rPr sz="1723" b="1" i="1">
                <a:solidFill>
                  <a:srgbClr val="9E3B9F"/>
                </a:solidFill>
                <a:latin typeface="Calibri"/>
                <a:ea typeface="Calibri"/>
                <a:cs typeface="Calibri"/>
              </a:rPr>
              <a:t>mismatch</a:t>
            </a:r>
          </a:p>
        </p:txBody>
      </p:sp>
      <p:sp>
        <p:nvSpPr>
          <p:cNvPr id="232" name="path-209">
            <a:extLst xmlns:a="http://schemas.openxmlformats.org/drawingml/2006/main">
              <a:ext uri="{FF2B5EF4-FFF2-40B4-BE49-F238E27FC236}">
                <a16:creationId xmlns:a16="http://schemas.microsoft.com/office/drawing/2014/main" id="{27495E34-3F92-4816-BD1C-1CB44543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530" y="6253729"/>
            <a:ext cx="177098" cy="62478"/>
          </a:xfrm>
          <a:custGeom xmlns:a="http://schemas.openxmlformats.org/drawingml/2006/main">
            <a:pathLst>
              <a:path w="177098" h="62478">
                <a:moveTo>
                  <a:pt x="0" y="0"/>
                </a:moveTo>
                <a:lnTo>
                  <a:pt x="99003" y="2"/>
                </a:lnTo>
                <a:lnTo>
                  <a:pt x="99003" y="31240"/>
                </a:lnTo>
                <a:lnTo>
                  <a:pt x="0" y="31238"/>
                </a:lnTo>
                <a:lnTo>
                  <a:pt x="0" y="0"/>
                </a:lnTo>
                <a:moveTo>
                  <a:pt x="83384" y="-31236"/>
                </a:moveTo>
                <a:lnTo>
                  <a:pt x="177098" y="15621"/>
                </a:lnTo>
                <a:lnTo>
                  <a:pt x="83384" y="62478"/>
                </a:lnTo>
                <a:lnTo>
                  <a:pt x="83384" y="-31236"/>
                </a:lnTo>
              </a:path>
            </a:pathLst>
          </a:custGeom>
          <a:solidFill xmlns:a="http://schemas.openxmlformats.org/drawingml/2006/main">
            <a:srgbClr val="9E3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path-210">
            <a:extLst xmlns:a="http://schemas.openxmlformats.org/drawingml/2006/main">
              <a:ext uri="{FF2B5EF4-FFF2-40B4-BE49-F238E27FC236}">
                <a16:creationId xmlns:a16="http://schemas.microsoft.com/office/drawing/2014/main" id="{3AEEEE01-1048-427C-B855-9E7CE158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3891" y="6217021"/>
            <a:ext cx="176258" cy="62478"/>
          </a:xfrm>
          <a:custGeom xmlns:a="http://schemas.openxmlformats.org/drawingml/2006/main">
            <a:pathLst>
              <a:path w="176258" h="62478">
                <a:moveTo>
                  <a:pt x="2" y="62478"/>
                </a:moveTo>
                <a:lnTo>
                  <a:pt x="98162" y="62476"/>
                </a:lnTo>
                <a:lnTo>
                  <a:pt x="98162" y="31238"/>
                </a:lnTo>
                <a:lnTo>
                  <a:pt x="0" y="31240"/>
                </a:lnTo>
                <a:lnTo>
                  <a:pt x="2" y="62478"/>
                </a:lnTo>
                <a:moveTo>
                  <a:pt x="82542" y="93714"/>
                </a:moveTo>
                <a:lnTo>
                  <a:pt x="176258" y="46858"/>
                </a:lnTo>
                <a:lnTo>
                  <a:pt x="82542" y="0"/>
                </a:lnTo>
                <a:lnTo>
                  <a:pt x="82542" y="93714"/>
                </a:lnTo>
              </a:path>
            </a:pathLst>
          </a:custGeom>
          <a:solidFill xmlns:a="http://schemas.openxmlformats.org/drawingml/2006/main">
            <a:srgbClr val="9E3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text-211 File">
            <a:extLst xmlns:a="http://schemas.openxmlformats.org/drawingml/2006/main">
              <a:ext uri="{FF2B5EF4-FFF2-40B4-BE49-F238E27FC236}">
                <a16:creationId xmlns:a16="http://schemas.microsoft.com/office/drawing/2014/main" id="{2BA5946C-FABF-4E59-ABE1-BCB3ADB2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0598" y="849479"/>
            <a:ext cx="356038" cy="307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3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File</a:t>
            </a:r>
          </a:p>
        </p:txBody>
      </p:sp>
      <p:sp>
        <p:nvSpPr>
          <p:cNvPr id="235" name="text-212 Pool">
            <a:extLst xmlns:a="http://schemas.openxmlformats.org/drawingml/2006/main">
              <a:ext uri="{FF2B5EF4-FFF2-40B4-BE49-F238E27FC236}">
                <a16:creationId xmlns:a16="http://schemas.microsoft.com/office/drawing/2014/main" id="{ADA7CE0D-D13F-4886-9547-C74E86FB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5695" y="850170"/>
            <a:ext cx="437038" cy="306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Pool</a:t>
            </a:r>
          </a:p>
        </p:txBody>
      </p:sp>
      <p:pic>
        <p:nvPic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DAD68E4C-7D81-4C10-B8F6-6F981B9759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d5fe94747400a"/>
          <a:stretch xmlns:a="http://schemas.openxmlformats.org/drawingml/2006/main"/>
        </p:blipFill>
        <p:spPr>
          <a:xfrm xmlns:a="http://schemas.openxmlformats.org/drawingml/2006/main">
            <a:off x="807739" y="757996"/>
            <a:ext cx="483567" cy="483567"/>
          </a:xfrm>
          <a:prstGeom xmlns:a="http://schemas.openxmlformats.org/drawingml/2006/main" prst="rect">
            <a:avLst/>
          </a:prstGeom>
        </p:spPr>
      </p:pic>
      <p:pic>
        <p:nvPic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8B56B71F-3A3D-4BC5-8AA8-D98AB98B06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a16fb3ccc4b29"/>
          <a:stretch xmlns:a="http://schemas.openxmlformats.org/drawingml/2006/main"/>
        </p:blipFill>
        <p:spPr>
          <a:xfrm xmlns:a="http://schemas.openxmlformats.org/drawingml/2006/main">
            <a:off x="823232" y="818189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38" name="path-215">
            <a:extLst xmlns:a="http://schemas.openxmlformats.org/drawingml/2006/main">
              <a:ext uri="{FF2B5EF4-FFF2-40B4-BE49-F238E27FC236}">
                <a16:creationId xmlns:a16="http://schemas.microsoft.com/office/drawing/2014/main" id="{ED37002C-4180-4280-8D78-2CFC5C16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43" y="5315743"/>
            <a:ext cx="6230608" cy="2489710"/>
          </a:xfrm>
          <a:custGeom xmlns:a="http://schemas.openxmlformats.org/drawingml/2006/main">
            <a:pathLst>
              <a:path w="6230608" h="2489710">
                <a:moveTo>
                  <a:pt x="0" y="213342"/>
                </a:moveTo>
                <a:cubicBezTo>
                  <a:pt x="0" y="95517"/>
                  <a:pt x="95516" y="0"/>
                  <a:pt x="213342" y="0"/>
                </a:cubicBezTo>
                <a:lnTo>
                  <a:pt x="6017266" y="0"/>
                </a:lnTo>
                <a:cubicBezTo>
                  <a:pt x="6135091" y="0"/>
                  <a:pt x="6230608" y="95517"/>
                  <a:pt x="6230608" y="213342"/>
                </a:cubicBezTo>
                <a:lnTo>
                  <a:pt x="6230608" y="2276368"/>
                </a:lnTo>
                <a:cubicBezTo>
                  <a:pt x="6230608" y="2394193"/>
                  <a:pt x="6135091" y="2489710"/>
                  <a:pt x="6017266" y="2489710"/>
                </a:cubicBezTo>
                <a:lnTo>
                  <a:pt x="213342" y="2489710"/>
                </a:lnTo>
                <a:cubicBezTo>
                  <a:pt x="95516" y="2489710"/>
                  <a:pt x="0" y="2394193"/>
                  <a:pt x="0" y="2276368"/>
                </a:cubicBezTo>
                <a:lnTo>
                  <a:pt x="0" y="213342"/>
                </a:lnTo>
              </a:path>
            </a:pathLst>
          </a:custGeom>
          <a:solidFill xmlns:a="http://schemas.openxmlformats.org/drawingml/2006/main">
            <a:srgbClr val="F4FBFB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39" name="text-216 (c)">
            <a:extLst xmlns:a="http://schemas.openxmlformats.org/drawingml/2006/main">
              <a:ext uri="{FF2B5EF4-FFF2-40B4-BE49-F238E27FC236}">
                <a16:creationId xmlns:a16="http://schemas.microsoft.com/office/drawing/2014/main" id="{F20EF12F-F424-44F3-8AF2-52D26D87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153" y="5320275"/>
            <a:ext cx="304694" cy="351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6" b="1" i="1">
                <a:solidFill>
                  <a:srgbClr val="268F9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6" b="1" i="1">
                <a:solidFill>
                  <a:srgbClr val="268F91"/>
                </a:solidFill>
                <a:latin typeface="Calibri"/>
                <a:ea typeface="Calibri"/>
                <a:cs typeface="Calibri"/>
              </a:defRPr>
            </a:pPr>
            <a:r>
              <a:rPr sz="1976" b="1" i="1">
                <a:solidFill>
                  <a:srgbClr val="268F91"/>
                </a:solidFill>
                <a:latin typeface="Calibri"/>
                <a:ea typeface="Calibri"/>
                <a:cs typeface="Calibri"/>
              </a:rPr>
              <a:t>(c)</a:t>
            </a:r>
          </a:p>
        </p:txBody>
      </p:sp>
      <p:sp>
        <p:nvSpPr>
          <p:cNvPr id="240" name="text-216 App">
            <a:extLst xmlns:a="http://schemas.openxmlformats.org/drawingml/2006/main">
              <a:ext uri="{FF2B5EF4-FFF2-40B4-BE49-F238E27FC236}">
                <a16:creationId xmlns:a16="http://schemas.microsoft.com/office/drawing/2014/main" id="{0467CA0C-9D01-46D0-9015-00186BBC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533" y="5320149"/>
            <a:ext cx="462234" cy="351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7" b="1" i="1">
                <a:solidFill>
                  <a:srgbClr val="268F9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7" b="1" i="1">
                <a:solidFill>
                  <a:srgbClr val="268F91"/>
                </a:solidFill>
                <a:latin typeface="Calibri"/>
                <a:ea typeface="Calibri"/>
                <a:cs typeface="Calibri"/>
              </a:defRPr>
            </a:pPr>
            <a:r>
              <a:rPr sz="1977" b="1" i="1">
                <a:solidFill>
                  <a:srgbClr val="268F91"/>
                </a:solidFill>
                <a:latin typeface="Calibri"/>
                <a:ea typeface="Calibri"/>
                <a:cs typeface="Calibri"/>
              </a:rPr>
              <a:t>App</a:t>
            </a:r>
          </a:p>
        </p:txBody>
      </p:sp>
      <p:sp>
        <p:nvSpPr>
          <p:cNvPr id="241" name="text-216 Environment">
            <a:extLst xmlns:a="http://schemas.openxmlformats.org/drawingml/2006/main">
              <a:ext uri="{FF2B5EF4-FFF2-40B4-BE49-F238E27FC236}">
                <a16:creationId xmlns:a16="http://schemas.microsoft.com/office/drawing/2014/main" id="{281A17E2-FB0D-4D87-B5F6-B9FD4303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4103" y="5320768"/>
            <a:ext cx="1366241" cy="350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2" b="1" i="1">
                <a:solidFill>
                  <a:srgbClr val="268F9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2" b="1" i="1">
                <a:solidFill>
                  <a:srgbClr val="268F91"/>
                </a:solidFill>
                <a:latin typeface="Calibri"/>
                <a:ea typeface="Calibri"/>
                <a:cs typeface="Calibri"/>
              </a:defRPr>
            </a:pPr>
            <a:r>
              <a:rPr sz="1972" b="1" i="1">
                <a:solidFill>
                  <a:srgbClr val="268F91"/>
                </a:solidFill>
                <a:latin typeface="Calibri"/>
                <a:ea typeface="Calibri"/>
                <a:cs typeface="Calibri"/>
              </a:rPr>
              <a:t>Environment</a:t>
            </a:r>
          </a:p>
        </p:txBody>
      </p:sp>
      <p:sp>
        <p:nvSpPr>
          <p:cNvPr id="242" name="text-216 Construction">
            <a:extLst xmlns:a="http://schemas.openxmlformats.org/drawingml/2006/main">
              <a:ext uri="{FF2B5EF4-FFF2-40B4-BE49-F238E27FC236}">
                <a16:creationId xmlns:a16="http://schemas.microsoft.com/office/drawing/2014/main" id="{778FE53E-3A79-4CC7-8CBE-48F404F1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1080" y="5320782"/>
            <a:ext cx="1355285" cy="350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2" b="1" i="1">
                <a:solidFill>
                  <a:srgbClr val="268F9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2" b="1" i="1">
                <a:solidFill>
                  <a:srgbClr val="268F91"/>
                </a:solidFill>
                <a:latin typeface="Calibri"/>
                <a:ea typeface="Calibri"/>
                <a:cs typeface="Calibri"/>
              </a:defRPr>
            </a:pPr>
            <a:r>
              <a:rPr sz="1972" b="1" i="1">
                <a:solidFill>
                  <a:srgbClr val="268F91"/>
                </a:solidFill>
                <a:latin typeface="Calibri"/>
                <a:ea typeface="Calibri"/>
                <a:cs typeface="Calibri"/>
              </a:rPr>
              <a:t>Construction</a:t>
            </a:r>
          </a:p>
        </p:txBody>
      </p:sp>
      <p:sp>
        <p:nvSpPr>
          <p:cNvPr id="243" name="path-217">
            <a:extLst xmlns:a="http://schemas.openxmlformats.org/drawingml/2006/main">
              <a:ext uri="{FF2B5EF4-FFF2-40B4-BE49-F238E27FC236}">
                <a16:creationId xmlns:a16="http://schemas.microsoft.com/office/drawing/2014/main" id="{CB2C0F86-7DC5-47A9-A705-CF650AF0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98" y="3733499"/>
            <a:ext cx="2317713" cy="1451136"/>
          </a:xfrm>
          <a:custGeom xmlns:a="http://schemas.openxmlformats.org/drawingml/2006/main">
            <a:pathLst>
              <a:path w="2317713" h="1451136">
                <a:moveTo>
                  <a:pt x="0" y="109735"/>
                </a:moveTo>
                <a:cubicBezTo>
                  <a:pt x="0" y="49130"/>
                  <a:pt x="49130" y="0"/>
                  <a:pt x="109734" y="0"/>
                </a:cubicBezTo>
                <a:lnTo>
                  <a:pt x="2207980" y="0"/>
                </a:lnTo>
                <a:cubicBezTo>
                  <a:pt x="2268583" y="0"/>
                  <a:pt x="2317713" y="49130"/>
                  <a:pt x="2317713" y="109735"/>
                </a:cubicBezTo>
                <a:lnTo>
                  <a:pt x="2317713" y="1341401"/>
                </a:lnTo>
                <a:cubicBezTo>
                  <a:pt x="2317713" y="1402006"/>
                  <a:pt x="2268583" y="1451136"/>
                  <a:pt x="2207980" y="1451136"/>
                </a:cubicBezTo>
                <a:lnTo>
                  <a:pt x="109734" y="1451136"/>
                </a:lnTo>
                <a:cubicBezTo>
                  <a:pt x="49130" y="1451136"/>
                  <a:pt x="0" y="1402006"/>
                  <a:pt x="0" y="1341401"/>
                </a:cubicBezTo>
                <a:lnTo>
                  <a:pt x="0" y="10973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path-218">
            <a:extLst xmlns:a="http://schemas.openxmlformats.org/drawingml/2006/main">
              <a:ext uri="{FF2B5EF4-FFF2-40B4-BE49-F238E27FC236}">
                <a16:creationId xmlns:a16="http://schemas.microsoft.com/office/drawing/2014/main" id="{58E95D4C-2B97-487E-AE62-2389BEA7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98" y="3733499"/>
            <a:ext cx="2317714" cy="1451136"/>
          </a:xfrm>
          <a:custGeom xmlns:a="http://schemas.openxmlformats.org/drawingml/2006/main">
            <a:pathLst>
              <a:path w="2317714" h="1451136">
                <a:moveTo>
                  <a:pt x="0" y="109734"/>
                </a:moveTo>
                <a:cubicBezTo>
                  <a:pt x="0" y="49130"/>
                  <a:pt x="49130" y="0"/>
                  <a:pt x="109734" y="0"/>
                </a:cubicBezTo>
                <a:lnTo>
                  <a:pt x="2207980" y="0"/>
                </a:lnTo>
                <a:cubicBezTo>
                  <a:pt x="2268584" y="0"/>
                  <a:pt x="2317714" y="49130"/>
                  <a:pt x="2317714" y="109734"/>
                </a:cubicBezTo>
                <a:lnTo>
                  <a:pt x="2317714" y="1341401"/>
                </a:lnTo>
                <a:cubicBezTo>
                  <a:pt x="2317714" y="1402005"/>
                  <a:pt x="2268584" y="1451136"/>
                  <a:pt x="2207980" y="1451136"/>
                </a:cubicBezTo>
                <a:lnTo>
                  <a:pt x="109734" y="1451136"/>
                </a:lnTo>
                <a:cubicBezTo>
                  <a:pt x="49130" y="1451136"/>
                  <a:pt x="0" y="1402005"/>
                  <a:pt x="0" y="1341401"/>
                </a:cubicBezTo>
                <a:lnTo>
                  <a:pt x="0" y="109734"/>
                </a:lnTo>
              </a:path>
            </a:pathLst>
          </a:custGeom>
          <a:noFill xmlns:a="http://schemas.openxmlformats.org/drawingml/2006/main"/>
          <a:ln xmlns:a="http://schemas.openxmlformats.org/drawingml/2006/main" w="27333">
            <a:solidFill>
              <a:srgbClr val="3D9F3C">
                <a:alpha val="70000"/>
              </a:srgbClr>
            </a:solidFill>
            <a:prstDash val="solid"/>
          </a:ln>
        </p:spPr>
      </p:sp>
      <p:sp>
        <p:nvSpPr>
          <p:cNvPr id="245" name="text-219 ç">
            <a:extLst xmlns:a="http://schemas.openxmlformats.org/drawingml/2006/main">
              <a:ext uri="{FF2B5EF4-FFF2-40B4-BE49-F238E27FC236}">
                <a16:creationId xmlns:a16="http://schemas.microsoft.com/office/drawing/2014/main" id="{9048643E-8758-4270-97D1-292FAE57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721" y="4260196"/>
            <a:ext cx="200693" cy="413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4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ç</a:t>
            </a:r>
          </a:p>
        </p:txBody>
      </p:sp>
      <p:sp>
        <p:nvSpPr>
          <p:cNvPr id="246" name="text-220 √">
            <a:extLst xmlns:a="http://schemas.openxmlformats.org/drawingml/2006/main">
              <a:ext uri="{FF2B5EF4-FFF2-40B4-BE49-F238E27FC236}">
                <a16:creationId xmlns:a16="http://schemas.microsoft.com/office/drawing/2014/main" id="{21E86587-A66A-4C0D-AFBD-2AED423E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2102" y="4203639"/>
            <a:ext cx="256311" cy="492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6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6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69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√</a:t>
            </a:r>
          </a:p>
        </p:txBody>
      </p:sp>
      <p:sp>
        <p:nvSpPr>
          <p:cNvPr id="247" name="text-221 Installed">
            <a:extLst xmlns:a="http://schemas.openxmlformats.org/drawingml/2006/main">
              <a:ext uri="{FF2B5EF4-FFF2-40B4-BE49-F238E27FC236}">
                <a16:creationId xmlns:a16="http://schemas.microsoft.com/office/drawing/2014/main" id="{6219934B-4ABF-4ADA-A5E9-9088A655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443" y="3737216"/>
            <a:ext cx="702127" cy="263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Installed</a:t>
            </a:r>
          </a:p>
        </p:txBody>
      </p:sp>
      <p:sp>
        <p:nvSpPr>
          <p:cNvPr id="248" name="text-221 skills">
            <a:extLst xmlns:a="http://schemas.openxmlformats.org/drawingml/2006/main">
              <a:ext uri="{FF2B5EF4-FFF2-40B4-BE49-F238E27FC236}">
                <a16:creationId xmlns:a16="http://schemas.microsoft.com/office/drawing/2014/main" id="{5E85BB49-7F0A-4ECF-970C-AB84E8C4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4110" y="3736832"/>
            <a:ext cx="412208" cy="264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skills</a:t>
            </a:r>
          </a:p>
        </p:txBody>
      </p:sp>
      <p:sp>
        <p:nvSpPr>
          <p:cNvPr id="249" name="text-222 Plugins">
            <a:extLst xmlns:a="http://schemas.openxmlformats.org/drawingml/2006/main">
              <a:ext uri="{FF2B5EF4-FFF2-40B4-BE49-F238E27FC236}">
                <a16:creationId xmlns:a16="http://schemas.microsoft.com/office/drawing/2014/main" id="{EDF79FFE-9D8B-4BA6-9225-BCECD9FE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4765" y="4407868"/>
            <a:ext cx="599855" cy="264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Plugins</a:t>
            </a:r>
          </a:p>
        </p:txBody>
      </p:sp>
      <p:pic>
        <p:nvPic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36978D1B-90EB-4C76-93BE-D6D3A31B93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fbf09b9e2468b"/>
          <a:stretch xmlns:a="http://schemas.openxmlformats.org/drawingml/2006/main"/>
        </p:blipFill>
        <p:spPr>
          <a:xfrm xmlns:a="http://schemas.openxmlformats.org/drawingml/2006/main">
            <a:off x="2794485" y="3640653"/>
            <a:ext cx="573533" cy="569784"/>
          </a:xfrm>
          <a:prstGeom xmlns:a="http://schemas.openxmlformats.org/drawingml/2006/main" prst="rect">
            <a:avLst/>
          </a:prstGeom>
        </p:spPr>
      </p:pic>
      <p:pic>
        <p:nvPic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44530321-DA87-4908-B27A-F274E98923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3c0d7f09c4960"/>
          <a:stretch xmlns:a="http://schemas.openxmlformats.org/drawingml/2006/main"/>
        </p:blipFill>
        <p:spPr>
          <a:xfrm xmlns:a="http://schemas.openxmlformats.org/drawingml/2006/main">
            <a:off x="2804432" y="3704264"/>
            <a:ext cx="457200" cy="447675"/>
          </a:xfrm>
          <a:prstGeom xmlns:a="http://schemas.openxmlformats.org/drawingml/2006/main" prst="rect">
            <a:avLst/>
          </a:prstGeom>
        </p:spPr>
      </p:pic>
      <p:sp>
        <p:nvSpPr>
          <p:cNvPr id="252" name="path-225">
            <a:extLst xmlns:a="http://schemas.openxmlformats.org/drawingml/2006/main">
              <a:ext uri="{FF2B5EF4-FFF2-40B4-BE49-F238E27FC236}">
                <a16:creationId xmlns:a16="http://schemas.microsoft.com/office/drawing/2014/main" id="{F14CEFB2-7573-40A5-B2CD-46457569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3" y="5675367"/>
            <a:ext cx="2433775" cy="2002167"/>
          </a:xfrm>
          <a:custGeom xmlns:a="http://schemas.openxmlformats.org/drawingml/2006/main">
            <a:pathLst>
              <a:path w="2433775" h="2002167">
                <a:moveTo>
                  <a:pt x="0" y="179754"/>
                </a:moveTo>
                <a:cubicBezTo>
                  <a:pt x="0" y="80479"/>
                  <a:pt x="80479" y="0"/>
                  <a:pt x="179754" y="0"/>
                </a:cubicBezTo>
                <a:lnTo>
                  <a:pt x="2254021" y="0"/>
                </a:lnTo>
                <a:cubicBezTo>
                  <a:pt x="2353296" y="0"/>
                  <a:pt x="2433775" y="80479"/>
                  <a:pt x="2433775" y="179754"/>
                </a:cubicBezTo>
                <a:lnTo>
                  <a:pt x="2433775" y="1822412"/>
                </a:lnTo>
                <a:cubicBezTo>
                  <a:pt x="2433775" y="1921688"/>
                  <a:pt x="2353296" y="2002167"/>
                  <a:pt x="2254021" y="2002167"/>
                </a:cubicBezTo>
                <a:lnTo>
                  <a:pt x="179754" y="2002167"/>
                </a:lnTo>
                <a:cubicBezTo>
                  <a:pt x="80479" y="2002167"/>
                  <a:pt x="0" y="1921688"/>
                  <a:pt x="0" y="1822412"/>
                </a:cubicBezTo>
                <a:lnTo>
                  <a:pt x="0" y="179754"/>
                </a:lnTo>
              </a:path>
            </a:pathLst>
          </a:custGeom>
          <a:solidFill xmlns:a="http://schemas.openxmlformats.org/drawingml/2006/main">
            <a:srgbClr val="DDF2F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53" name="path-226">
            <a:extLst xmlns:a="http://schemas.openxmlformats.org/drawingml/2006/main">
              <a:ext uri="{FF2B5EF4-FFF2-40B4-BE49-F238E27FC236}">
                <a16:creationId xmlns:a16="http://schemas.microsoft.com/office/drawing/2014/main" id="{BAD2C2F5-52F3-4A44-8650-4D369781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3" y="5675367"/>
            <a:ext cx="2433775" cy="2002167"/>
          </a:xfrm>
          <a:custGeom xmlns:a="http://schemas.openxmlformats.org/drawingml/2006/main">
            <a:pathLst>
              <a:path w="2433775" h="2002167">
                <a:moveTo>
                  <a:pt x="0" y="179754"/>
                </a:moveTo>
                <a:cubicBezTo>
                  <a:pt x="0" y="80479"/>
                  <a:pt x="80479" y="0"/>
                  <a:pt x="179755" y="0"/>
                </a:cubicBezTo>
                <a:lnTo>
                  <a:pt x="2254020" y="0"/>
                </a:lnTo>
                <a:cubicBezTo>
                  <a:pt x="2353296" y="0"/>
                  <a:pt x="2433775" y="80479"/>
                  <a:pt x="2433775" y="179754"/>
                </a:cubicBezTo>
                <a:lnTo>
                  <a:pt x="2433775" y="1822412"/>
                </a:lnTo>
                <a:cubicBezTo>
                  <a:pt x="2433775" y="1921688"/>
                  <a:pt x="2353296" y="2002167"/>
                  <a:pt x="2254020" y="2002167"/>
                </a:cubicBezTo>
                <a:lnTo>
                  <a:pt x="179755" y="2002167"/>
                </a:lnTo>
                <a:cubicBezTo>
                  <a:pt x="80479" y="2002167"/>
                  <a:pt x="0" y="1921688"/>
                  <a:pt x="0" y="1822412"/>
                </a:cubicBezTo>
                <a:lnTo>
                  <a:pt x="0" y="179754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398F8E"/>
            </a:solidFill>
            <a:prstDash val="solid"/>
          </a:ln>
        </p:spPr>
      </p:sp>
      <p:sp>
        <p:nvSpPr>
          <p:cNvPr id="254" name="path-227">
            <a:extLst xmlns:a="http://schemas.openxmlformats.org/drawingml/2006/main">
              <a:ext uri="{FF2B5EF4-FFF2-40B4-BE49-F238E27FC236}">
                <a16:creationId xmlns:a16="http://schemas.microsoft.com/office/drawing/2014/main" id="{75AC952D-D934-439D-838B-B394A68E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58" y="6153603"/>
            <a:ext cx="2312728" cy="1441915"/>
          </a:xfrm>
          <a:custGeom xmlns:a="http://schemas.openxmlformats.org/drawingml/2006/main">
            <a:pathLst>
              <a:path w="2312728" h="1441915">
                <a:moveTo>
                  <a:pt x="0" y="167840"/>
                </a:moveTo>
                <a:cubicBezTo>
                  <a:pt x="0" y="75143"/>
                  <a:pt x="75144" y="0"/>
                  <a:pt x="167840" y="0"/>
                </a:cubicBezTo>
                <a:lnTo>
                  <a:pt x="2144888" y="0"/>
                </a:lnTo>
                <a:cubicBezTo>
                  <a:pt x="2237582" y="0"/>
                  <a:pt x="2312728" y="75143"/>
                  <a:pt x="2312728" y="167840"/>
                </a:cubicBezTo>
                <a:lnTo>
                  <a:pt x="2312728" y="1274075"/>
                </a:lnTo>
                <a:cubicBezTo>
                  <a:pt x="2312728" y="1366771"/>
                  <a:pt x="2237582" y="1441915"/>
                  <a:pt x="2144888" y="1441915"/>
                </a:cubicBezTo>
                <a:lnTo>
                  <a:pt x="167840" y="1441915"/>
                </a:lnTo>
                <a:cubicBezTo>
                  <a:pt x="75144" y="1441915"/>
                  <a:pt x="0" y="1366771"/>
                  <a:pt x="0" y="1274075"/>
                </a:cubicBezTo>
                <a:lnTo>
                  <a:pt x="0" y="16784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path-228">
            <a:extLst xmlns:a="http://schemas.openxmlformats.org/drawingml/2006/main">
              <a:ext uri="{FF2B5EF4-FFF2-40B4-BE49-F238E27FC236}">
                <a16:creationId xmlns:a16="http://schemas.microsoft.com/office/drawing/2014/main" id="{879AA5C1-78A5-4588-9502-86AB1112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58" y="6153603"/>
            <a:ext cx="2312727" cy="1441915"/>
          </a:xfrm>
          <a:custGeom xmlns:a="http://schemas.openxmlformats.org/drawingml/2006/main">
            <a:pathLst>
              <a:path w="2312727" h="1441915">
                <a:moveTo>
                  <a:pt x="0" y="167840"/>
                </a:moveTo>
                <a:cubicBezTo>
                  <a:pt x="0" y="75145"/>
                  <a:pt x="75144" y="0"/>
                  <a:pt x="167840" y="0"/>
                </a:cubicBezTo>
                <a:lnTo>
                  <a:pt x="2144887" y="0"/>
                </a:lnTo>
                <a:cubicBezTo>
                  <a:pt x="2237582" y="0"/>
                  <a:pt x="2312727" y="75145"/>
                  <a:pt x="2312727" y="167840"/>
                </a:cubicBezTo>
                <a:lnTo>
                  <a:pt x="2312727" y="1274075"/>
                </a:lnTo>
                <a:cubicBezTo>
                  <a:pt x="2312727" y="1366770"/>
                  <a:pt x="2237582" y="1441915"/>
                  <a:pt x="2144887" y="1441915"/>
                </a:cubicBezTo>
                <a:lnTo>
                  <a:pt x="167840" y="1441915"/>
                </a:lnTo>
                <a:cubicBezTo>
                  <a:pt x="75144" y="1441915"/>
                  <a:pt x="0" y="1366770"/>
                  <a:pt x="0" y="1274075"/>
                </a:cubicBezTo>
                <a:lnTo>
                  <a:pt x="0" y="167840"/>
                </a:lnTo>
              </a:path>
            </a:pathLst>
          </a:custGeom>
          <a:noFill xmlns:a="http://schemas.openxmlformats.org/drawingml/2006/main"/>
          <a:ln xmlns:a="http://schemas.openxmlformats.org/drawingml/2006/main" w="27333">
            <a:solidFill>
              <a:srgbClr val="398F8E">
                <a:alpha val="70000"/>
              </a:srgbClr>
            </a:solidFill>
            <a:prstDash val="solid"/>
          </a:ln>
        </p:spPr>
      </p:sp>
      <p:sp>
        <p:nvSpPr>
          <p:cNvPr id="256" name="text-229 ç">
            <a:extLst xmlns:a="http://schemas.openxmlformats.org/drawingml/2006/main">
              <a:ext uri="{FF2B5EF4-FFF2-40B4-BE49-F238E27FC236}">
                <a16:creationId xmlns:a16="http://schemas.microsoft.com/office/drawing/2014/main" id="{8EA63409-E6B4-4EB0-B732-41105126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887" y="6678030"/>
            <a:ext cx="200693" cy="413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4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ç</a:t>
            </a:r>
          </a:p>
        </p:txBody>
      </p:sp>
      <p:sp>
        <p:nvSpPr>
          <p:cNvPr id="257" name="text-230 √">
            <a:extLst xmlns:a="http://schemas.openxmlformats.org/drawingml/2006/main">
              <a:ext uri="{FF2B5EF4-FFF2-40B4-BE49-F238E27FC236}">
                <a16:creationId xmlns:a16="http://schemas.microsoft.com/office/drawing/2014/main" id="{2665B67C-0CAF-48E6-998B-50FC56AB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2269" y="6621472"/>
            <a:ext cx="256311" cy="492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6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6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69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√</a:t>
            </a:r>
          </a:p>
        </p:txBody>
      </p:sp>
      <p:sp>
        <p:nvSpPr>
          <p:cNvPr id="258" name="text-231 Mock">
            <a:extLst xmlns:a="http://schemas.openxmlformats.org/drawingml/2006/main">
              <a:ext uri="{FF2B5EF4-FFF2-40B4-BE49-F238E27FC236}">
                <a16:creationId xmlns:a16="http://schemas.microsoft.com/office/drawing/2014/main" id="{ADF631D0-2262-4811-ABBF-0180DD39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139" y="6162585"/>
            <a:ext cx="465537" cy="263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Mock</a:t>
            </a:r>
          </a:p>
        </p:txBody>
      </p:sp>
      <p:sp>
        <p:nvSpPr>
          <p:cNvPr id="259" name="text-231 applications">
            <a:extLst xmlns:a="http://schemas.openxmlformats.org/drawingml/2006/main">
              <a:ext uri="{FF2B5EF4-FFF2-40B4-BE49-F238E27FC236}">
                <a16:creationId xmlns:a16="http://schemas.microsoft.com/office/drawing/2014/main" id="{84CFEA27-3D3C-42DC-9476-1B33CE63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8521" y="6161817"/>
            <a:ext cx="986740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applications</a:t>
            </a:r>
          </a:p>
        </p:txBody>
      </p:sp>
      <p:sp>
        <p:nvSpPr>
          <p:cNvPr id="260" name="text-232 Installed">
            <a:extLst xmlns:a="http://schemas.openxmlformats.org/drawingml/2006/main">
              <a:ext uri="{FF2B5EF4-FFF2-40B4-BE49-F238E27FC236}">
                <a16:creationId xmlns:a16="http://schemas.microsoft.com/office/drawing/2014/main" id="{0D3F252E-8D36-472E-B48A-149809A3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278" y="6837291"/>
            <a:ext cx="702127" cy="263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Installed</a:t>
            </a:r>
          </a:p>
        </p:txBody>
      </p:sp>
      <p:sp>
        <p:nvSpPr>
          <p:cNvPr id="261" name="text-232 applications">
            <a:extLst xmlns:a="http://schemas.openxmlformats.org/drawingml/2006/main">
              <a:ext uri="{FF2B5EF4-FFF2-40B4-BE49-F238E27FC236}">
                <a16:creationId xmlns:a16="http://schemas.microsoft.com/office/drawing/2014/main" id="{7B306362-0361-4307-B847-9A9C8637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6945" y="6836569"/>
            <a:ext cx="986701" cy="264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applications</a:t>
            </a:r>
          </a:p>
        </p:txBody>
      </p:sp>
      <p:sp>
        <p:nvSpPr>
          <p:cNvPr id="262" name="path-233">
            <a:extLst xmlns:a="http://schemas.openxmlformats.org/drawingml/2006/main">
              <a:ext uri="{FF2B5EF4-FFF2-40B4-BE49-F238E27FC236}">
                <a16:creationId xmlns:a16="http://schemas.microsoft.com/office/drawing/2014/main" id="{FA26FE5D-A695-4D10-B4FA-4440A0AB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628" y="5641837"/>
            <a:ext cx="1685297" cy="1852399"/>
          </a:xfrm>
          <a:custGeom xmlns:a="http://schemas.openxmlformats.org/drawingml/2006/main">
            <a:pathLst>
              <a:path w="1685297" h="1852399">
                <a:moveTo>
                  <a:pt x="0" y="151305"/>
                </a:moveTo>
                <a:cubicBezTo>
                  <a:pt x="0" y="67742"/>
                  <a:pt x="67742" y="0"/>
                  <a:pt x="151305" y="0"/>
                </a:cubicBezTo>
                <a:lnTo>
                  <a:pt x="1533992" y="0"/>
                </a:lnTo>
                <a:cubicBezTo>
                  <a:pt x="1617556" y="0"/>
                  <a:pt x="1685297" y="67742"/>
                  <a:pt x="1685297" y="151305"/>
                </a:cubicBezTo>
                <a:lnTo>
                  <a:pt x="1685297" y="1701094"/>
                </a:lnTo>
                <a:cubicBezTo>
                  <a:pt x="1685297" y="1784658"/>
                  <a:pt x="1617556" y="1852399"/>
                  <a:pt x="1533992" y="1852399"/>
                </a:cubicBezTo>
                <a:lnTo>
                  <a:pt x="151305" y="1852399"/>
                </a:lnTo>
                <a:cubicBezTo>
                  <a:pt x="67742" y="1852399"/>
                  <a:pt x="0" y="1784658"/>
                  <a:pt x="0" y="1701094"/>
                </a:cubicBezTo>
                <a:lnTo>
                  <a:pt x="0" y="151305"/>
                </a:lnTo>
              </a:path>
            </a:pathLst>
          </a:custGeom>
          <a:solidFill xmlns:a="http://schemas.openxmlformats.org/drawingml/2006/main">
            <a:srgbClr val="70C4C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63" name="path-234">
            <a:extLst xmlns:a="http://schemas.openxmlformats.org/drawingml/2006/main">
              <a:ext uri="{FF2B5EF4-FFF2-40B4-BE49-F238E27FC236}">
                <a16:creationId xmlns:a16="http://schemas.microsoft.com/office/drawing/2014/main" id="{5F30ABAE-D3A1-465C-A52D-53AE94E0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628" y="5641837"/>
            <a:ext cx="1685297" cy="1852399"/>
          </a:xfrm>
          <a:custGeom xmlns:a="http://schemas.openxmlformats.org/drawingml/2006/main">
            <a:pathLst>
              <a:path w="1685297" h="1852399">
                <a:moveTo>
                  <a:pt x="0" y="151305"/>
                </a:moveTo>
                <a:cubicBezTo>
                  <a:pt x="0" y="67742"/>
                  <a:pt x="67742" y="0"/>
                  <a:pt x="151305" y="0"/>
                </a:cubicBezTo>
                <a:lnTo>
                  <a:pt x="1533992" y="0"/>
                </a:lnTo>
                <a:cubicBezTo>
                  <a:pt x="1617556" y="0"/>
                  <a:pt x="1685297" y="67742"/>
                  <a:pt x="1685297" y="151305"/>
                </a:cubicBezTo>
                <a:lnTo>
                  <a:pt x="1685297" y="1701094"/>
                </a:lnTo>
                <a:cubicBezTo>
                  <a:pt x="1685297" y="1784659"/>
                  <a:pt x="1617556" y="1852399"/>
                  <a:pt x="1533992" y="1852399"/>
                </a:cubicBezTo>
                <a:lnTo>
                  <a:pt x="151305" y="1852399"/>
                </a:lnTo>
                <a:cubicBezTo>
                  <a:pt x="67742" y="1852399"/>
                  <a:pt x="0" y="1784659"/>
                  <a:pt x="0" y="1701094"/>
                </a:cubicBezTo>
                <a:lnTo>
                  <a:pt x="0" y="151305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225F61"/>
            </a:solidFill>
            <a:prstDash val="solid"/>
          </a:ln>
        </p:spPr>
      </p:sp>
      <p:sp>
        <p:nvSpPr>
          <p:cNvPr id="264" name="path-235">
            <a:extLst xmlns:a="http://schemas.openxmlformats.org/drawingml/2006/main">
              <a:ext uri="{FF2B5EF4-FFF2-40B4-BE49-F238E27FC236}">
                <a16:creationId xmlns:a16="http://schemas.microsoft.com/office/drawing/2014/main" id="{0C0BC746-FCCB-49F9-9917-AB8A6A59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420" y="5710654"/>
            <a:ext cx="1685297" cy="1852399"/>
          </a:xfrm>
          <a:custGeom xmlns:a="http://schemas.openxmlformats.org/drawingml/2006/main">
            <a:pathLst>
              <a:path w="1685297" h="1852399">
                <a:moveTo>
                  <a:pt x="0" y="151305"/>
                </a:moveTo>
                <a:cubicBezTo>
                  <a:pt x="0" y="67742"/>
                  <a:pt x="67741" y="0"/>
                  <a:pt x="151305" y="0"/>
                </a:cubicBezTo>
                <a:lnTo>
                  <a:pt x="1533992" y="0"/>
                </a:lnTo>
                <a:cubicBezTo>
                  <a:pt x="1617555" y="0"/>
                  <a:pt x="1685297" y="67742"/>
                  <a:pt x="1685297" y="151305"/>
                </a:cubicBezTo>
                <a:lnTo>
                  <a:pt x="1685297" y="1701094"/>
                </a:lnTo>
                <a:cubicBezTo>
                  <a:pt x="1685297" y="1784658"/>
                  <a:pt x="1617555" y="1852399"/>
                  <a:pt x="1533992" y="1852399"/>
                </a:cubicBezTo>
                <a:lnTo>
                  <a:pt x="151305" y="1852399"/>
                </a:lnTo>
                <a:cubicBezTo>
                  <a:pt x="67741" y="1852399"/>
                  <a:pt x="0" y="1784658"/>
                  <a:pt x="0" y="1701094"/>
                </a:cubicBezTo>
                <a:lnTo>
                  <a:pt x="0" y="151305"/>
                </a:lnTo>
              </a:path>
            </a:pathLst>
          </a:custGeom>
          <a:solidFill xmlns:a="http://schemas.openxmlformats.org/drawingml/2006/main">
            <a:srgbClr val="70C4C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65" name="path-236">
            <a:extLst xmlns:a="http://schemas.openxmlformats.org/drawingml/2006/main">
              <a:ext uri="{FF2B5EF4-FFF2-40B4-BE49-F238E27FC236}">
                <a16:creationId xmlns:a16="http://schemas.microsoft.com/office/drawing/2014/main" id="{0AAF967C-2B41-4C93-A921-E7F962CF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420" y="5710654"/>
            <a:ext cx="1685297" cy="1852399"/>
          </a:xfrm>
          <a:custGeom xmlns:a="http://schemas.openxmlformats.org/drawingml/2006/main">
            <a:pathLst>
              <a:path w="1685297" h="1852399">
                <a:moveTo>
                  <a:pt x="0" y="151306"/>
                </a:moveTo>
                <a:cubicBezTo>
                  <a:pt x="0" y="67742"/>
                  <a:pt x="67742" y="0"/>
                  <a:pt x="151305" y="0"/>
                </a:cubicBezTo>
                <a:lnTo>
                  <a:pt x="1533992" y="0"/>
                </a:lnTo>
                <a:cubicBezTo>
                  <a:pt x="1617556" y="0"/>
                  <a:pt x="1685297" y="67742"/>
                  <a:pt x="1685297" y="151306"/>
                </a:cubicBezTo>
                <a:lnTo>
                  <a:pt x="1685297" y="1701094"/>
                </a:lnTo>
                <a:cubicBezTo>
                  <a:pt x="1685297" y="1784659"/>
                  <a:pt x="1617556" y="1852399"/>
                  <a:pt x="1533992" y="1852399"/>
                </a:cubicBezTo>
                <a:lnTo>
                  <a:pt x="151305" y="1852399"/>
                </a:lnTo>
                <a:cubicBezTo>
                  <a:pt x="67742" y="1852399"/>
                  <a:pt x="0" y="1784659"/>
                  <a:pt x="0" y="1701094"/>
                </a:cubicBezTo>
                <a:lnTo>
                  <a:pt x="0" y="151306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225F61"/>
            </a:solidFill>
            <a:prstDash val="solid"/>
          </a:ln>
        </p:spPr>
      </p:sp>
      <p:sp>
        <p:nvSpPr>
          <p:cNvPr id="266" name="path-237">
            <a:extLst xmlns:a="http://schemas.openxmlformats.org/drawingml/2006/main">
              <a:ext uri="{FF2B5EF4-FFF2-40B4-BE49-F238E27FC236}">
                <a16:creationId xmlns:a16="http://schemas.microsoft.com/office/drawing/2014/main" id="{AD3836A8-3ECA-4F6F-8480-28E2F3B2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571" y="5779459"/>
            <a:ext cx="1641929" cy="1852398"/>
          </a:xfrm>
          <a:custGeom xmlns:a="http://schemas.openxmlformats.org/drawingml/2006/main">
            <a:pathLst>
              <a:path w="1641929" h="1852398">
                <a:moveTo>
                  <a:pt x="0" y="147412"/>
                </a:moveTo>
                <a:cubicBezTo>
                  <a:pt x="0" y="65998"/>
                  <a:pt x="65998" y="0"/>
                  <a:pt x="147413" y="0"/>
                </a:cubicBezTo>
                <a:lnTo>
                  <a:pt x="1494518" y="0"/>
                </a:lnTo>
                <a:cubicBezTo>
                  <a:pt x="1575931" y="0"/>
                  <a:pt x="1641929" y="65998"/>
                  <a:pt x="1641929" y="147412"/>
                </a:cubicBezTo>
                <a:lnTo>
                  <a:pt x="1641929" y="1704986"/>
                </a:lnTo>
                <a:cubicBezTo>
                  <a:pt x="1641929" y="1786399"/>
                  <a:pt x="1575931" y="1852398"/>
                  <a:pt x="1494518" y="1852398"/>
                </a:cubicBezTo>
                <a:lnTo>
                  <a:pt x="147413" y="1852398"/>
                </a:lnTo>
                <a:cubicBezTo>
                  <a:pt x="65998" y="1852398"/>
                  <a:pt x="0" y="1786399"/>
                  <a:pt x="0" y="1704986"/>
                </a:cubicBezTo>
                <a:lnTo>
                  <a:pt x="0" y="147412"/>
                </a:lnTo>
              </a:path>
            </a:pathLst>
          </a:custGeom>
          <a:solidFill xmlns:a="http://schemas.openxmlformats.org/drawingml/2006/main">
            <a:srgbClr val="70C4C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67" name="path-238">
            <a:extLst xmlns:a="http://schemas.openxmlformats.org/drawingml/2006/main">
              <a:ext uri="{FF2B5EF4-FFF2-40B4-BE49-F238E27FC236}">
                <a16:creationId xmlns:a16="http://schemas.microsoft.com/office/drawing/2014/main" id="{7904D68A-C6DB-4921-AA5B-9AAD2169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571" y="5779459"/>
            <a:ext cx="1641929" cy="1852399"/>
          </a:xfrm>
          <a:custGeom xmlns:a="http://schemas.openxmlformats.org/drawingml/2006/main">
            <a:pathLst>
              <a:path w="1641929" h="1852399">
                <a:moveTo>
                  <a:pt x="0" y="147412"/>
                </a:moveTo>
                <a:cubicBezTo>
                  <a:pt x="0" y="65999"/>
                  <a:pt x="65999" y="0"/>
                  <a:pt x="147412" y="0"/>
                </a:cubicBezTo>
                <a:lnTo>
                  <a:pt x="1494517" y="0"/>
                </a:lnTo>
                <a:cubicBezTo>
                  <a:pt x="1575931" y="0"/>
                  <a:pt x="1641929" y="65999"/>
                  <a:pt x="1641929" y="147412"/>
                </a:cubicBezTo>
                <a:lnTo>
                  <a:pt x="1641929" y="1704986"/>
                </a:lnTo>
                <a:cubicBezTo>
                  <a:pt x="1641929" y="1786399"/>
                  <a:pt x="1575931" y="1852399"/>
                  <a:pt x="1494517" y="1852399"/>
                </a:cubicBezTo>
                <a:lnTo>
                  <a:pt x="147412" y="1852399"/>
                </a:lnTo>
                <a:cubicBezTo>
                  <a:pt x="65999" y="1852399"/>
                  <a:pt x="0" y="1786399"/>
                  <a:pt x="0" y="1704986"/>
                </a:cubicBezTo>
                <a:lnTo>
                  <a:pt x="0" y="147412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225F61"/>
            </a:solidFill>
            <a:prstDash val="solid"/>
          </a:ln>
        </p:spPr>
      </p:sp>
      <p:sp>
        <p:nvSpPr>
          <p:cNvPr id="268" name="path-239">
            <a:extLst xmlns:a="http://schemas.openxmlformats.org/drawingml/2006/main">
              <a:ext uri="{FF2B5EF4-FFF2-40B4-BE49-F238E27FC236}">
                <a16:creationId xmlns:a16="http://schemas.microsoft.com/office/drawing/2014/main" id="{1A05DEC7-DE40-4BC9-B05B-9298FEE7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849" y="6293049"/>
            <a:ext cx="1542637" cy="1291601"/>
          </a:xfrm>
          <a:custGeom xmlns:a="http://schemas.openxmlformats.org/drawingml/2006/main">
            <a:pathLst>
              <a:path w="1542637" h="1291601">
                <a:moveTo>
                  <a:pt x="0" y="115959"/>
                </a:moveTo>
                <a:cubicBezTo>
                  <a:pt x="0" y="51917"/>
                  <a:pt x="51916" y="0"/>
                  <a:pt x="115959" y="0"/>
                </a:cubicBezTo>
                <a:lnTo>
                  <a:pt x="1426678" y="0"/>
                </a:lnTo>
                <a:cubicBezTo>
                  <a:pt x="1490721" y="0"/>
                  <a:pt x="1542637" y="51917"/>
                  <a:pt x="1542637" y="115959"/>
                </a:cubicBezTo>
                <a:lnTo>
                  <a:pt x="1542637" y="1175642"/>
                </a:lnTo>
                <a:cubicBezTo>
                  <a:pt x="1542637" y="1239685"/>
                  <a:pt x="1490721" y="1291601"/>
                  <a:pt x="1426678" y="1291601"/>
                </a:cubicBezTo>
                <a:lnTo>
                  <a:pt x="115959" y="1291601"/>
                </a:lnTo>
                <a:cubicBezTo>
                  <a:pt x="51916" y="1291601"/>
                  <a:pt x="0" y="1239685"/>
                  <a:pt x="0" y="1175642"/>
                </a:cubicBezTo>
                <a:lnTo>
                  <a:pt x="0" y="115959"/>
                </a:lnTo>
              </a:path>
            </a:pathLst>
          </a:custGeom>
          <a:solidFill xmlns:a="http://schemas.openxmlformats.org/drawingml/2006/main">
            <a:srgbClr val="DDF4F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69" name="text-240 Executable">
            <a:extLst xmlns:a="http://schemas.openxmlformats.org/drawingml/2006/main">
              <a:ext uri="{FF2B5EF4-FFF2-40B4-BE49-F238E27FC236}">
                <a16:creationId xmlns:a16="http://schemas.microsoft.com/office/drawing/2014/main" id="{215C2283-B795-4F8D-A483-CF67CE18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5666" y="5764877"/>
            <a:ext cx="949724" cy="285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Executable</a:t>
            </a:r>
          </a:p>
        </p:txBody>
      </p:sp>
      <p:sp>
        <p:nvSpPr>
          <p:cNvPr id="270" name="text-241 App">
            <a:extLst xmlns:a="http://schemas.openxmlformats.org/drawingml/2006/main">
              <a:ext uri="{FF2B5EF4-FFF2-40B4-BE49-F238E27FC236}">
                <a16:creationId xmlns:a16="http://schemas.microsoft.com/office/drawing/2014/main" id="{52A0BA06-794E-47FF-8CA3-B97AD36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7824" y="6016462"/>
            <a:ext cx="374132" cy="284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</a:t>
            </a:r>
          </a:p>
        </p:txBody>
      </p:sp>
      <p:sp>
        <p:nvSpPr>
          <p:cNvPr id="271" name="text-241 WorkEnvs">
            <a:extLst xmlns:a="http://schemas.openxmlformats.org/drawingml/2006/main">
              <a:ext uri="{FF2B5EF4-FFF2-40B4-BE49-F238E27FC236}">
                <a16:creationId xmlns:a16="http://schemas.microsoft.com/office/drawing/2014/main" id="{8E94324B-C880-43CD-B172-AC1C4626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2437" y="6016174"/>
            <a:ext cx="867633" cy="284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WorkEnvs</a:t>
            </a:r>
          </a:p>
        </p:txBody>
      </p:sp>
      <p:sp>
        <p:nvSpPr>
          <p:cNvPr id="272" name="text-242 UI">
            <a:extLst xmlns:a="http://schemas.openxmlformats.org/drawingml/2006/main">
              <a:ext uri="{FF2B5EF4-FFF2-40B4-BE49-F238E27FC236}">
                <a16:creationId xmlns:a16="http://schemas.microsoft.com/office/drawing/2014/main" id="{928F07B2-5014-42B8-B7FB-5B47CE14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6571" y="6713757"/>
            <a:ext cx="206847" cy="263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UI</a:t>
            </a:r>
          </a:p>
        </p:txBody>
      </p:sp>
      <p:sp>
        <p:nvSpPr>
          <p:cNvPr id="273" name="text-243 -">
            <a:extLst xmlns:a="http://schemas.openxmlformats.org/drawingml/2006/main">
              <a:ext uri="{FF2B5EF4-FFF2-40B4-BE49-F238E27FC236}">
                <a16:creationId xmlns:a16="http://schemas.microsoft.com/office/drawing/2014/main" id="{15690F4D-1B14-4EA6-A680-BD12E541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0333" y="6714352"/>
            <a:ext cx="91143" cy="262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274" name="text-244 Observe">
            <a:extLst xmlns:a="http://schemas.openxmlformats.org/drawingml/2006/main">
              <a:ext uri="{FF2B5EF4-FFF2-40B4-BE49-F238E27FC236}">
                <a16:creationId xmlns:a16="http://schemas.microsoft.com/office/drawing/2014/main" id="{6CC823FF-7168-4D14-A2AA-BE381BD5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6952" y="6714286"/>
            <a:ext cx="671109" cy="262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Observe</a:t>
            </a:r>
          </a:p>
        </p:txBody>
      </p:sp>
      <p:sp>
        <p:nvSpPr>
          <p:cNvPr id="275" name="text-245 Runtime">
            <a:extLst xmlns:a="http://schemas.openxmlformats.org/drawingml/2006/main">
              <a:ext uri="{FF2B5EF4-FFF2-40B4-BE49-F238E27FC236}">
                <a16:creationId xmlns:a16="http://schemas.microsoft.com/office/drawing/2014/main" id="{76715314-FC5C-4C44-8515-82B6E5BD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3031" y="6702357"/>
            <a:ext cx="690687" cy="263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Runtime</a:t>
            </a:r>
          </a:p>
        </p:txBody>
      </p:sp>
      <p:sp>
        <p:nvSpPr>
          <p:cNvPr id="276" name="text-246 Reset">
            <a:extLst xmlns:a="http://schemas.openxmlformats.org/drawingml/2006/main">
              <a:ext uri="{FF2B5EF4-FFF2-40B4-BE49-F238E27FC236}">
                <a16:creationId xmlns:a16="http://schemas.microsoft.com/office/drawing/2014/main" id="{A0832ED1-41AE-4A84-B2DB-78BB3CE4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4689" y="7321816"/>
            <a:ext cx="457931" cy="262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Reset</a:t>
            </a:r>
          </a:p>
        </p:txBody>
      </p:sp>
      <p:sp>
        <p:nvSpPr>
          <p:cNvPr id="277" name="text-247 Interface">
            <a:extLst xmlns:a="http://schemas.openxmlformats.org/drawingml/2006/main">
              <a:ext uri="{FF2B5EF4-FFF2-40B4-BE49-F238E27FC236}">
                <a16:creationId xmlns:a16="http://schemas.microsoft.com/office/drawing/2014/main" id="{D18EB2B0-87A9-4AEF-85FE-1608B5AE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3599" y="7321275"/>
            <a:ext cx="728551" cy="263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Interface</a:t>
            </a:r>
          </a:p>
        </p:txBody>
      </p:sp>
      <p:sp>
        <p:nvSpPr>
          <p:cNvPr id="278" name="path-248">
            <a:extLst xmlns:a="http://schemas.openxmlformats.org/drawingml/2006/main">
              <a:ext uri="{FF2B5EF4-FFF2-40B4-BE49-F238E27FC236}">
                <a16:creationId xmlns:a16="http://schemas.microsoft.com/office/drawing/2014/main" id="{8F1A077C-79C7-48E9-A34E-EE108020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857" y="6625985"/>
            <a:ext cx="595916" cy="62478"/>
          </a:xfrm>
          <a:custGeom xmlns:a="http://schemas.openxmlformats.org/drawingml/2006/main">
            <a:pathLst>
              <a:path w="595916" h="62478">
                <a:moveTo>
                  <a:pt x="0" y="0"/>
                </a:moveTo>
                <a:lnTo>
                  <a:pt x="517821" y="2"/>
                </a:lnTo>
                <a:lnTo>
                  <a:pt x="517821" y="31240"/>
                </a:lnTo>
                <a:lnTo>
                  <a:pt x="0" y="31238"/>
                </a:lnTo>
                <a:lnTo>
                  <a:pt x="0" y="0"/>
                </a:lnTo>
                <a:moveTo>
                  <a:pt x="502202" y="-31236"/>
                </a:moveTo>
                <a:lnTo>
                  <a:pt x="595916" y="15621"/>
                </a:lnTo>
                <a:lnTo>
                  <a:pt x="502202" y="62478"/>
                </a:lnTo>
                <a:lnTo>
                  <a:pt x="502202" y="-31236"/>
                </a:lnTo>
              </a:path>
            </a:pathLst>
          </a:custGeom>
          <a:solidFill xmlns:a="http://schemas.openxmlformats.org/drawingml/2006/main">
            <a:srgbClr val="205E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text-249 Instru">
            <a:extLst xmlns:a="http://schemas.openxmlformats.org/drawingml/2006/main">
              <a:ext uri="{FF2B5EF4-FFF2-40B4-BE49-F238E27FC236}">
                <a16:creationId xmlns:a16="http://schemas.microsoft.com/office/drawing/2014/main" id="{1AF0902F-9575-4C51-8B70-5C5AA632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6277" y="6717562"/>
            <a:ext cx="485627" cy="263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Instru</a:t>
            </a:r>
          </a:p>
        </p:txBody>
      </p:sp>
      <p:sp>
        <p:nvSpPr>
          <p:cNvPr id="280" name="text-250 -">
            <a:extLst xmlns:a="http://schemas.openxmlformats.org/drawingml/2006/main">
              <a:ext uri="{FF2B5EF4-FFF2-40B4-BE49-F238E27FC236}">
                <a16:creationId xmlns:a16="http://schemas.microsoft.com/office/drawing/2014/main" id="{F7E81F24-D9DE-49CE-A48B-11C9368F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8996" y="6718101"/>
            <a:ext cx="91143" cy="262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281" name="text-251 ment">
            <a:extLst xmlns:a="http://schemas.openxmlformats.org/drawingml/2006/main">
              <a:ext uri="{FF2B5EF4-FFF2-40B4-BE49-F238E27FC236}">
                <a16:creationId xmlns:a16="http://schemas.microsoft.com/office/drawing/2014/main" id="{BF4E2A5A-E19E-4950-B9D9-DB09BA25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8757" y="6950459"/>
            <a:ext cx="438802" cy="262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ment</a:t>
            </a:r>
          </a:p>
        </p:txBody>
      </p:sp>
      <p:pic>
        <p:nvPic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EC9C7551-D157-4A95-8996-541AD95825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cf057a436413d"/>
          <a:stretch xmlns:a="http://schemas.openxmlformats.org/drawingml/2006/main"/>
        </p:blipFill>
        <p:spPr>
          <a:xfrm xmlns:a="http://schemas.openxmlformats.org/drawingml/2006/main">
            <a:off x="3566693" y="1440237"/>
            <a:ext cx="483567" cy="483567"/>
          </a:xfrm>
          <a:prstGeom xmlns:a="http://schemas.openxmlformats.org/drawingml/2006/main" prst="rect">
            <a:avLst/>
          </a:prstGeom>
        </p:spPr>
      </p:pic>
      <p:pic>
        <p:nvPic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DBC840BE-0B77-4491-BBCF-235197E32B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565c0f5fbb4c42"/>
          <a:stretch xmlns:a="http://schemas.openxmlformats.org/drawingml/2006/main"/>
        </p:blipFill>
        <p:spPr>
          <a:xfrm xmlns:a="http://schemas.openxmlformats.org/drawingml/2006/main">
            <a:off x="3585482" y="1503989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84" name="text-254 Semantics">
            <a:extLst xmlns:a="http://schemas.openxmlformats.org/drawingml/2006/main">
              <a:ext uri="{FF2B5EF4-FFF2-40B4-BE49-F238E27FC236}">
                <a16:creationId xmlns:a16="http://schemas.microsoft.com/office/drawing/2014/main" id="{1D5B969F-205E-427F-B456-EDA36DE8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612" y="1851629"/>
            <a:ext cx="824380" cy="263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Semantics</a:t>
            </a:r>
          </a:p>
        </p:txBody>
      </p:sp>
      <p:pic>
        <p:nvPic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DF087E52-ED9D-4C48-B1BB-71DB6BFE34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fb5bdb07047f3"/>
          <a:stretch xmlns:a="http://schemas.openxmlformats.org/drawingml/2006/main"/>
        </p:blipFill>
        <p:spPr>
          <a:xfrm xmlns:a="http://schemas.openxmlformats.org/drawingml/2006/main">
            <a:off x="4357643" y="1436489"/>
            <a:ext cx="483567" cy="483567"/>
          </a:xfrm>
          <a:prstGeom xmlns:a="http://schemas.openxmlformats.org/drawingml/2006/main" prst="rect">
            <a:avLst/>
          </a:prstGeom>
        </p:spPr>
      </p:pic>
      <p:pic>
        <p:nvPic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96FABEE2-1CA3-48A6-ACE2-65A0575093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0695def67d4ce6"/>
          <a:stretch xmlns:a="http://schemas.openxmlformats.org/drawingml/2006/main"/>
        </p:blipFill>
        <p:spPr>
          <a:xfrm xmlns:a="http://schemas.openxmlformats.org/drawingml/2006/main">
            <a:off x="4376057" y="1494464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87" name="text-257 Relations">
            <a:extLst xmlns:a="http://schemas.openxmlformats.org/drawingml/2006/main">
              <a:ext uri="{FF2B5EF4-FFF2-40B4-BE49-F238E27FC236}">
                <a16:creationId xmlns:a16="http://schemas.microsoft.com/office/drawing/2014/main" id="{9C12D4EE-119A-427C-88B9-CE4ACC54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5888" y="1851496"/>
            <a:ext cx="758953" cy="263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Relations</a:t>
            </a:r>
          </a:p>
        </p:txBody>
      </p:sp>
      <p:pic>
        <p:nvPic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C49A92D5-90BD-4EEC-9D1A-3A2CD22029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5ff61ec5aa44a3"/>
          <a:stretch xmlns:a="http://schemas.openxmlformats.org/drawingml/2006/main"/>
        </p:blipFill>
        <p:spPr>
          <a:xfrm xmlns:a="http://schemas.openxmlformats.org/drawingml/2006/main">
            <a:off x="4357643" y="2021267"/>
            <a:ext cx="483567" cy="483567"/>
          </a:xfrm>
          <a:prstGeom xmlns:a="http://schemas.openxmlformats.org/drawingml/2006/main" prst="rect">
            <a:avLst/>
          </a:prstGeom>
        </p:spPr>
      </p:pic>
      <p:pic>
        <p:nvPic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7A82EA50-93BE-410B-9CD1-7FBFF59D0A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b5ee525cdb4fc9"/>
          <a:stretch xmlns:a="http://schemas.openxmlformats.org/drawingml/2006/main"/>
        </p:blipFill>
        <p:spPr>
          <a:xfrm xmlns:a="http://schemas.openxmlformats.org/drawingml/2006/main">
            <a:off x="4376057" y="2085014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90" name="text-260 Editable">
            <a:extLst xmlns:a="http://schemas.openxmlformats.org/drawingml/2006/main">
              <a:ext uri="{FF2B5EF4-FFF2-40B4-BE49-F238E27FC236}">
                <a16:creationId xmlns:a16="http://schemas.microsoft.com/office/drawing/2014/main" id="{18F8322A-03E1-43FB-A851-884C12A2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1627" y="2417583"/>
            <a:ext cx="669103" cy="263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Editable</a:t>
            </a:r>
          </a:p>
        </p:txBody>
      </p:sp>
      <p:pic>
        <p:nvPic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26ABBAC8-2FFA-4398-8B64-574F755492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5776ecb994f1f"/>
          <a:stretch xmlns:a="http://schemas.openxmlformats.org/drawingml/2006/main"/>
        </p:blipFill>
        <p:spPr>
          <a:xfrm xmlns:a="http://schemas.openxmlformats.org/drawingml/2006/main">
            <a:off x="3566693" y="2028764"/>
            <a:ext cx="483567" cy="483567"/>
          </a:xfrm>
          <a:prstGeom xmlns:a="http://schemas.openxmlformats.org/drawingml/2006/main" prst="rect">
            <a:avLst/>
          </a:prstGeom>
        </p:spPr>
      </p:pic>
      <p:pic>
        <p:nvPic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68DCAF98-B214-446E-BCA6-0E4DCC8F8C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4e38df35b49d4"/>
          <a:stretch xmlns:a="http://schemas.openxmlformats.org/drawingml/2006/main"/>
        </p:blipFill>
        <p:spPr>
          <a:xfrm xmlns:a="http://schemas.openxmlformats.org/drawingml/2006/main">
            <a:off x="3585482" y="2085014"/>
            <a:ext cx="361950" cy="371475"/>
          </a:xfrm>
          <a:prstGeom xmlns:a="http://schemas.openxmlformats.org/drawingml/2006/main" prst="rect">
            <a:avLst/>
          </a:prstGeom>
        </p:spPr>
      </p:pic>
      <p:sp>
        <p:nvSpPr>
          <p:cNvPr id="293" name="text-263 Type">
            <a:extLst xmlns:a="http://schemas.openxmlformats.org/drawingml/2006/main">
              <a:ext uri="{FF2B5EF4-FFF2-40B4-BE49-F238E27FC236}">
                <a16:creationId xmlns:a16="http://schemas.microsoft.com/office/drawing/2014/main" id="{B0D19673-2E5D-499C-9925-8FFC523B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6634" y="2417940"/>
            <a:ext cx="401990" cy="263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Type</a:t>
            </a:r>
          </a:p>
        </p:txBody>
      </p:sp>
      <p:sp>
        <p:nvSpPr>
          <p:cNvPr id="294" name="text-264 App">
            <a:extLst xmlns:a="http://schemas.openxmlformats.org/drawingml/2006/main">
              <a:ext uri="{FF2B5EF4-FFF2-40B4-BE49-F238E27FC236}">
                <a16:creationId xmlns:a16="http://schemas.microsoft.com/office/drawing/2014/main" id="{AE3E24BB-F05A-4E0C-B7A8-2FD297EE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8229" y="5727271"/>
            <a:ext cx="402808" cy="306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</a:t>
            </a:r>
          </a:p>
        </p:txBody>
      </p:sp>
      <p:sp>
        <p:nvSpPr>
          <p:cNvPr id="295" name="text-264 Pool">
            <a:extLst xmlns:a="http://schemas.openxmlformats.org/drawingml/2006/main">
              <a:ext uri="{FF2B5EF4-FFF2-40B4-BE49-F238E27FC236}">
                <a16:creationId xmlns:a16="http://schemas.microsoft.com/office/drawing/2014/main" id="{5EA33CFE-6379-4D1D-80BE-3BFD17EA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0285" y="5727009"/>
            <a:ext cx="437158" cy="306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Pool</a:t>
            </a:r>
          </a:p>
        </p:txBody>
      </p:sp>
      <p:pic>
        <p:nvPic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F61AC488-E9B3-46F2-9BEA-47571D83D8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f6c4a3e084fd3"/>
          <a:stretch xmlns:a="http://schemas.openxmlformats.org/drawingml/2006/main"/>
        </p:blipFill>
        <p:spPr>
          <a:xfrm xmlns:a="http://schemas.openxmlformats.org/drawingml/2006/main">
            <a:off x="807739" y="5631148"/>
            <a:ext cx="483567" cy="483567"/>
          </a:xfrm>
          <a:prstGeom xmlns:a="http://schemas.openxmlformats.org/drawingml/2006/main" prst="rect">
            <a:avLst/>
          </a:prstGeom>
        </p:spPr>
      </p:pic>
      <p:pic>
        <p:nvPic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8D4E5D71-B04B-4149-885B-CC1525B71A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4a7cfa48de4917"/>
          <a:stretch xmlns:a="http://schemas.openxmlformats.org/drawingml/2006/main"/>
        </p:blipFill>
        <p:spPr>
          <a:xfrm xmlns:a="http://schemas.openxmlformats.org/drawingml/2006/main">
            <a:off x="823232" y="5694989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2B5B81C1-D0BC-46D6-8D4A-FFD131BE62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72cf602f654976"/>
          <a:stretch xmlns:a="http://schemas.openxmlformats.org/drawingml/2006/main"/>
        </p:blipFill>
        <p:spPr>
          <a:xfrm xmlns:a="http://schemas.openxmlformats.org/drawingml/2006/main">
            <a:off x="3383012" y="5739857"/>
            <a:ext cx="524801" cy="524801"/>
          </a:xfrm>
          <a:prstGeom xmlns:a="http://schemas.openxmlformats.org/drawingml/2006/main" prst="rect">
            <a:avLst/>
          </a:prstGeom>
        </p:spPr>
      </p:pic>
      <p:pic>
        <p:nvPic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37DD673C-69D2-4F4C-B93E-03B355B4C5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f83e855574944"/>
          <a:stretch xmlns:a="http://schemas.openxmlformats.org/drawingml/2006/main"/>
        </p:blipFill>
        <p:spPr>
          <a:xfrm xmlns:a="http://schemas.openxmlformats.org/drawingml/2006/main">
            <a:off x="3394982" y="5799764"/>
            <a:ext cx="409575" cy="409575"/>
          </a:xfrm>
          <a:prstGeom xmlns:a="http://schemas.openxmlformats.org/drawingml/2006/main" prst="rect">
            <a:avLst/>
          </a:prstGeom>
        </p:spPr>
      </p:pic>
      <p:pic>
        <p:nvPic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CCDC1C64-8806-4C55-89E8-688D5FA1C8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226c5cd604ae4"/>
          <a:stretch xmlns:a="http://schemas.openxmlformats.org/drawingml/2006/main"/>
        </p:blipFill>
        <p:spPr>
          <a:xfrm xmlns:a="http://schemas.openxmlformats.org/drawingml/2006/main">
            <a:off x="3544202" y="6928157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1E5DD1B0-4B62-499F-B7DD-9F54CE2F8C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b2aef9ec4446b4"/>
          <a:stretch xmlns:a="http://schemas.openxmlformats.org/drawingml/2006/main"/>
        </p:blipFill>
        <p:spPr>
          <a:xfrm xmlns:a="http://schemas.openxmlformats.org/drawingml/2006/main">
            <a:off x="3556907" y="6990389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02" name="text-271 Capability">
            <a:extLst xmlns:a="http://schemas.openxmlformats.org/drawingml/2006/main">
              <a:ext uri="{FF2B5EF4-FFF2-40B4-BE49-F238E27FC236}">
                <a16:creationId xmlns:a16="http://schemas.microsoft.com/office/drawing/2014/main" id="{B148BA22-D349-47D8-824D-849E62DA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186" y="3327732"/>
            <a:ext cx="956397" cy="30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Capability</a:t>
            </a:r>
          </a:p>
        </p:txBody>
      </p:sp>
      <p:sp>
        <p:nvSpPr>
          <p:cNvPr id="303" name="text-272 Pool">
            <a:extLst xmlns:a="http://schemas.openxmlformats.org/drawingml/2006/main">
              <a:ext uri="{FF2B5EF4-FFF2-40B4-BE49-F238E27FC236}">
                <a16:creationId xmlns:a16="http://schemas.microsoft.com/office/drawing/2014/main" id="{020F17D9-82D7-45EC-9324-7CB1AA58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1616" y="3327980"/>
            <a:ext cx="437038" cy="306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Pool</a:t>
            </a:r>
          </a:p>
        </p:txBody>
      </p:sp>
      <p:pic>
        <p:nvPic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2875D60A-B600-4798-940F-2B215645C5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cf2ff4050847cc"/>
          <a:stretch xmlns:a="http://schemas.openxmlformats.org/drawingml/2006/main"/>
        </p:blipFill>
        <p:spPr>
          <a:xfrm xmlns:a="http://schemas.openxmlformats.org/drawingml/2006/main">
            <a:off x="560332" y="3235806"/>
            <a:ext cx="483567" cy="483567"/>
          </a:xfrm>
          <a:prstGeom xmlns:a="http://schemas.openxmlformats.org/drawingml/2006/main" prst="rect">
            <a:avLst/>
          </a:prstGeom>
        </p:spPr>
      </p:pic>
      <p:pic>
        <p:nvPic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1172F2B6-5042-405F-810C-AC17D4BEE2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86755c49044678"/>
          <a:stretch xmlns:a="http://schemas.openxmlformats.org/drawingml/2006/main"/>
        </p:blipFill>
        <p:spPr>
          <a:xfrm xmlns:a="http://schemas.openxmlformats.org/drawingml/2006/main">
            <a:off x="575582" y="3294689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CEBB6894-7D33-4CFE-9763-4BE811C1AA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54b24728042d8"/>
          <a:stretch xmlns:a="http://schemas.openxmlformats.org/drawingml/2006/main"/>
        </p:blipFill>
        <p:spPr>
          <a:xfrm xmlns:a="http://schemas.openxmlformats.org/drawingml/2006/main">
            <a:off x="4376371" y="6283401"/>
            <a:ext cx="476099" cy="479818"/>
          </a:xfrm>
          <a:prstGeom xmlns:a="http://schemas.openxmlformats.org/drawingml/2006/main" prst="rect">
            <a:avLst/>
          </a:prstGeom>
        </p:spPr>
      </p:pic>
      <p:pic>
        <p:nvPic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AEB2F80F-B094-4A5B-B1BB-0DA4DAA2A5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5f0eff23f4b2c"/>
          <a:stretch xmlns:a="http://schemas.openxmlformats.org/drawingml/2006/main"/>
        </p:blipFill>
        <p:spPr>
          <a:xfrm xmlns:a="http://schemas.openxmlformats.org/drawingml/2006/main">
            <a:off x="4385582" y="6342689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9C1EE96E-A807-4109-850E-128F43B3F8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475988f244045"/>
          <a:stretch xmlns:a="http://schemas.openxmlformats.org/drawingml/2006/main"/>
        </p:blipFill>
        <p:spPr>
          <a:xfrm xmlns:a="http://schemas.openxmlformats.org/drawingml/2006/main">
            <a:off x="3544202" y="6268408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4315643A-9684-483D-A011-E7971978D0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637b79a0c44063"/>
          <a:stretch xmlns:a="http://schemas.openxmlformats.org/drawingml/2006/main"/>
        </p:blipFill>
        <p:spPr>
          <a:xfrm xmlns:a="http://schemas.openxmlformats.org/drawingml/2006/main">
            <a:off x="3556907" y="6323639"/>
            <a:ext cx="361950" cy="371475"/>
          </a:xfrm>
          <a:prstGeom xmlns:a="http://schemas.openxmlformats.org/drawingml/2006/main" prst="rect">
            <a:avLst/>
          </a:prstGeom>
        </p:spPr>
      </p:pic>
      <p:pic>
        <p:nvPic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C0456354-F101-44D6-B5A5-69ED32E8D3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68248f86b4ee5"/>
          <a:stretch xmlns:a="http://schemas.openxmlformats.org/drawingml/2006/main"/>
        </p:blipFill>
        <p:spPr>
          <a:xfrm xmlns:a="http://schemas.openxmlformats.org/drawingml/2006/main">
            <a:off x="4376386" y="6931905"/>
            <a:ext cx="479818" cy="483566"/>
          </a:xfrm>
          <a:prstGeom xmlns:a="http://schemas.openxmlformats.org/drawingml/2006/main" prst="rect">
            <a:avLst/>
          </a:prstGeom>
        </p:spPr>
      </p:pic>
      <p:pic>
        <p:nvPic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976D0E9A-22D3-4658-809B-57939AD242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ac71f174c4b4b"/>
          <a:stretch xmlns:a="http://schemas.openxmlformats.org/drawingml/2006/main"/>
        </p:blipFill>
        <p:spPr>
          <a:xfrm xmlns:a="http://schemas.openxmlformats.org/drawingml/2006/main">
            <a:off x="4385582" y="6990389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53247B3F-F2AF-4304-BFE5-65B696E2D1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01061d9d1f40d4"/>
          <a:stretch xmlns:a="http://schemas.openxmlformats.org/drawingml/2006/main"/>
        </p:blipFill>
        <p:spPr>
          <a:xfrm xmlns:a="http://schemas.openxmlformats.org/drawingml/2006/main">
            <a:off x="459121" y="2392376"/>
            <a:ext cx="438584" cy="438584"/>
          </a:xfrm>
          <a:prstGeom xmlns:a="http://schemas.openxmlformats.org/drawingml/2006/main" prst="rect">
            <a:avLst/>
          </a:prstGeom>
        </p:spPr>
      </p:pic>
      <p:pic>
        <p:nvPic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14E5395C-F27F-413A-A7FF-688DE1678E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9846e45b04fe8"/>
          <a:stretch xmlns:a="http://schemas.openxmlformats.org/drawingml/2006/main"/>
        </p:blipFill>
        <p:spPr>
          <a:xfrm xmlns:a="http://schemas.openxmlformats.org/drawingml/2006/main">
            <a:off x="470807" y="2456489"/>
            <a:ext cx="323850" cy="314325"/>
          </a:xfrm>
          <a:prstGeom xmlns:a="http://schemas.openxmlformats.org/drawingml/2006/main" prst="rect">
            <a:avLst/>
          </a:prstGeom>
        </p:spPr>
      </p:pic>
      <p:pic>
        <p:nvPic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3DD28583-3977-4E6C-9A32-A56DAD97D1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728afa33534e2c"/>
          <a:stretch xmlns:a="http://schemas.openxmlformats.org/drawingml/2006/main"/>
        </p:blipFill>
        <p:spPr>
          <a:xfrm xmlns:a="http://schemas.openxmlformats.org/drawingml/2006/main">
            <a:off x="1497477" y="2392376"/>
            <a:ext cx="438584" cy="438584"/>
          </a:xfrm>
          <a:prstGeom xmlns:a="http://schemas.openxmlformats.org/drawingml/2006/main" prst="rect">
            <a:avLst/>
          </a:prstGeom>
        </p:spPr>
      </p:pic>
      <p:pic>
        <p:nvPic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2B81E8A7-15E7-4062-B5E4-2EA38A5AC0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6ae39ef5240ae"/>
          <a:stretch xmlns:a="http://schemas.openxmlformats.org/drawingml/2006/main"/>
        </p:blipFill>
        <p:spPr>
          <a:xfrm xmlns:a="http://schemas.openxmlformats.org/drawingml/2006/main">
            <a:off x="1509032" y="2456489"/>
            <a:ext cx="323850" cy="314325"/>
          </a:xfrm>
          <a:prstGeom xmlns:a="http://schemas.openxmlformats.org/drawingml/2006/main" prst="rect">
            <a:avLst/>
          </a:prstGeom>
        </p:spPr>
      </p:pic>
      <p:sp>
        <p:nvSpPr>
          <p:cNvPr id="316" name="text-285 Notes">
            <a:extLst xmlns:a="http://schemas.openxmlformats.org/drawingml/2006/main">
              <a:ext uri="{FF2B5EF4-FFF2-40B4-BE49-F238E27FC236}">
                <a16:creationId xmlns:a16="http://schemas.microsoft.com/office/drawing/2014/main" id="{FCDE1F2A-82B4-45CE-A64B-A71AC698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100" y="2489878"/>
            <a:ext cx="473694" cy="262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Notes</a:t>
            </a:r>
          </a:p>
        </p:txBody>
      </p:sp>
      <p:sp>
        <p:nvSpPr>
          <p:cNvPr id="317" name="text-286 Sources">
            <a:extLst xmlns:a="http://schemas.openxmlformats.org/drawingml/2006/main">
              <a:ext uri="{FF2B5EF4-FFF2-40B4-BE49-F238E27FC236}">
                <a16:creationId xmlns:a16="http://schemas.microsoft.com/office/drawing/2014/main" id="{D6747C4A-2FF7-4F7C-980C-A3A57819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7480" y="2482849"/>
            <a:ext cx="612719" cy="261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Sources</a:t>
            </a:r>
          </a:p>
        </p:txBody>
      </p:sp>
      <p:pic>
        <p:nvPic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AB48DFAF-E55C-4495-B2B7-07A417236F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51b2fc0a824a57"/>
          <a:stretch xmlns:a="http://schemas.openxmlformats.org/drawingml/2006/main"/>
        </p:blipFill>
        <p:spPr>
          <a:xfrm xmlns:a="http://schemas.openxmlformats.org/drawingml/2006/main">
            <a:off x="406641" y="1863826"/>
            <a:ext cx="438584" cy="438584"/>
          </a:xfrm>
          <a:prstGeom xmlns:a="http://schemas.openxmlformats.org/drawingml/2006/main" prst="rect">
            <a:avLst/>
          </a:prstGeom>
        </p:spPr>
      </p:pic>
      <p:pic>
        <p:nvPic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4E3C4D41-76E1-4A62-95C5-2F3E339A5E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5a297d6f7548d4"/>
          <a:stretch xmlns:a="http://schemas.openxmlformats.org/drawingml/2006/main"/>
        </p:blipFill>
        <p:spPr>
          <a:xfrm xmlns:a="http://schemas.openxmlformats.org/drawingml/2006/main">
            <a:off x="413657" y="1923089"/>
            <a:ext cx="323850" cy="314325"/>
          </a:xfrm>
          <a:prstGeom xmlns:a="http://schemas.openxmlformats.org/drawingml/2006/main" prst="rect">
            <a:avLst/>
          </a:prstGeom>
        </p:spPr>
      </p:pic>
      <p:pic>
        <p:nvPic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59BCD13E-B20B-4DF5-952C-FF367D5F1A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8878e72464d8b"/>
          <a:stretch xmlns:a="http://schemas.openxmlformats.org/drawingml/2006/main"/>
        </p:blipFill>
        <p:spPr>
          <a:xfrm xmlns:a="http://schemas.openxmlformats.org/drawingml/2006/main">
            <a:off x="1868586" y="1863826"/>
            <a:ext cx="438584" cy="438584"/>
          </a:xfrm>
          <a:prstGeom xmlns:a="http://schemas.openxmlformats.org/drawingml/2006/main" prst="rect">
            <a:avLst/>
          </a:prstGeom>
        </p:spPr>
      </p:pic>
      <p:pic>
        <p:nvPic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3032078A-8A99-45F2-9BFC-731382858F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1f53a6c1e45fb"/>
          <a:stretch xmlns:a="http://schemas.openxmlformats.org/drawingml/2006/main"/>
        </p:blipFill>
        <p:spPr>
          <a:xfrm xmlns:a="http://schemas.openxmlformats.org/drawingml/2006/main">
            <a:off x="1880507" y="1923089"/>
            <a:ext cx="323850" cy="314325"/>
          </a:xfrm>
          <a:prstGeom xmlns:a="http://schemas.openxmlformats.org/drawingml/2006/main" prst="rect">
            <a:avLst/>
          </a:prstGeom>
        </p:spPr>
      </p:pic>
      <p:pic>
        <p:nvPic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E56CB46F-C4F2-4E76-AF54-A580C024C0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f37cf9667a4ae1"/>
          <a:stretch xmlns:a="http://schemas.openxmlformats.org/drawingml/2006/main"/>
        </p:blipFill>
        <p:spPr>
          <a:xfrm xmlns:a="http://schemas.openxmlformats.org/drawingml/2006/main">
            <a:off x="770253" y="1863826"/>
            <a:ext cx="438584" cy="438584"/>
          </a:xfrm>
          <a:prstGeom xmlns:a="http://schemas.openxmlformats.org/drawingml/2006/main" prst="rect">
            <a:avLst/>
          </a:prstGeom>
        </p:spPr>
      </p:pic>
      <p:pic>
        <p:nvPic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53DB985F-4634-4E3B-9E80-2EEFAE1635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dbc1c68ce482d"/>
          <a:stretch xmlns:a="http://schemas.openxmlformats.org/drawingml/2006/main"/>
        </p:blipFill>
        <p:spPr>
          <a:xfrm xmlns:a="http://schemas.openxmlformats.org/drawingml/2006/main">
            <a:off x="785132" y="1923089"/>
            <a:ext cx="314325" cy="314325"/>
          </a:xfrm>
          <a:prstGeom xmlns:a="http://schemas.openxmlformats.org/drawingml/2006/main" prst="rect">
            <a:avLst/>
          </a:prstGeom>
        </p:spPr>
      </p:pic>
      <p:pic>
        <p:nvPic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88A811A7-C654-4CBB-BFAC-D60EEAC4BA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ed3f86e524526"/>
          <a:stretch xmlns:a="http://schemas.openxmlformats.org/drawingml/2006/main"/>
        </p:blipFill>
        <p:spPr>
          <a:xfrm xmlns:a="http://schemas.openxmlformats.org/drawingml/2006/main">
            <a:off x="1122619" y="1893815"/>
            <a:ext cx="438584" cy="438584"/>
          </a:xfrm>
          <a:prstGeom xmlns:a="http://schemas.openxmlformats.org/drawingml/2006/main" prst="rect">
            <a:avLst/>
          </a:prstGeom>
        </p:spPr>
      </p:pic>
      <p:pic>
        <p:nvPic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5F16ED3B-2B30-4E09-A965-3A8E19CDF1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681f7b8ed4a42"/>
          <a:stretch xmlns:a="http://schemas.openxmlformats.org/drawingml/2006/main"/>
        </p:blipFill>
        <p:spPr>
          <a:xfrm xmlns:a="http://schemas.openxmlformats.org/drawingml/2006/main">
            <a:off x="1147082" y="1923089"/>
            <a:ext cx="323850" cy="314325"/>
          </a:xfrm>
          <a:prstGeom xmlns:a="http://schemas.openxmlformats.org/drawingml/2006/main" prst="rect">
            <a:avLst/>
          </a:prstGeom>
        </p:spPr>
      </p:pic>
      <p:pic>
        <p:nvPic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530DF733-73FD-47E6-AC6C-01351CFB10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a1059e049a426c"/>
          <a:stretch xmlns:a="http://schemas.openxmlformats.org/drawingml/2006/main"/>
        </p:blipFill>
        <p:spPr>
          <a:xfrm xmlns:a="http://schemas.openxmlformats.org/drawingml/2006/main">
            <a:off x="1489980" y="1893815"/>
            <a:ext cx="438584" cy="438584"/>
          </a:xfrm>
          <a:prstGeom xmlns:a="http://schemas.openxmlformats.org/drawingml/2006/main" prst="rect">
            <a:avLst/>
          </a:prstGeom>
        </p:spPr>
      </p:pic>
      <p:pic>
        <p:nvPic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B2AB55E5-8B34-4333-8E8B-B5C8D0CD49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6dca2157145c2"/>
          <a:stretch xmlns:a="http://schemas.openxmlformats.org/drawingml/2006/main"/>
        </p:blipFill>
        <p:spPr>
          <a:xfrm xmlns:a="http://schemas.openxmlformats.org/drawingml/2006/main">
            <a:off x="1518557" y="1923089"/>
            <a:ext cx="314325" cy="314325"/>
          </a:xfrm>
          <a:prstGeom xmlns:a="http://schemas.openxmlformats.org/drawingml/2006/main" prst="rect">
            <a:avLst/>
          </a:prstGeom>
        </p:spPr>
      </p:pic>
      <p:pic>
        <p:nvPic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999EC51B-AB96-4A6B-9040-30CDB810CA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e84b48d84743cc"/>
          <a:stretch xmlns:a="http://schemas.openxmlformats.org/drawingml/2006/main"/>
        </p:blipFill>
        <p:spPr>
          <a:xfrm xmlns:a="http://schemas.openxmlformats.org/drawingml/2006/main">
            <a:off x="2235947" y="1863826"/>
            <a:ext cx="438584" cy="438584"/>
          </a:xfrm>
          <a:prstGeom xmlns:a="http://schemas.openxmlformats.org/drawingml/2006/main" prst="rect">
            <a:avLst/>
          </a:prstGeom>
        </p:spPr>
      </p:pic>
      <p:pic>
        <p:nvPic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DD893CE2-8295-4C7D-9A27-7A79884D07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19252772347dc"/>
          <a:stretch xmlns:a="http://schemas.openxmlformats.org/drawingml/2006/main"/>
        </p:blipFill>
        <p:spPr>
          <a:xfrm xmlns:a="http://schemas.openxmlformats.org/drawingml/2006/main">
            <a:off x="2251982" y="1923089"/>
            <a:ext cx="314325" cy="314325"/>
          </a:xfrm>
          <a:prstGeom xmlns:a="http://schemas.openxmlformats.org/drawingml/2006/main" prst="rect">
            <a:avLst/>
          </a:prstGeom>
        </p:spPr>
      </p:pic>
      <p:sp>
        <p:nvSpPr>
          <p:cNvPr id="330" name="text-299 App">
            <a:extLst xmlns:a="http://schemas.openxmlformats.org/drawingml/2006/main">
              <a:ext uri="{FF2B5EF4-FFF2-40B4-BE49-F238E27FC236}">
                <a16:creationId xmlns:a16="http://schemas.microsoft.com/office/drawing/2014/main" id="{06E48DA7-1942-4E0F-ABF8-C21904C1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7491" y="6919321"/>
            <a:ext cx="402808" cy="306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</a:t>
            </a:r>
          </a:p>
        </p:txBody>
      </p:sp>
      <p:sp>
        <p:nvSpPr>
          <p:cNvPr id="331" name="text-300 WorkEnvs">
            <a:extLst xmlns:a="http://schemas.openxmlformats.org/drawingml/2006/main">
              <a:ext uri="{FF2B5EF4-FFF2-40B4-BE49-F238E27FC236}">
                <a16:creationId xmlns:a16="http://schemas.microsoft.com/office/drawing/2014/main" id="{767A3AC2-5E49-47FE-AA97-126B7CF4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6100" y="7185037"/>
            <a:ext cx="934556" cy="306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WorkEnvs</a:t>
            </a:r>
          </a:p>
        </p:txBody>
      </p:sp>
      <p:sp>
        <p:nvSpPr>
          <p:cNvPr id="332" name="text-301 (">
            <a:extLst xmlns:a="http://schemas.openxmlformats.org/drawingml/2006/main">
              <a:ext uri="{FF2B5EF4-FFF2-40B4-BE49-F238E27FC236}">
                <a16:creationId xmlns:a16="http://schemas.microsoft.com/office/drawing/2014/main" id="{171800A0-A1C6-4315-82FD-5DFBDE21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2068" y="7451656"/>
            <a:ext cx="107489" cy="306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</a:t>
            </a:r>
          </a:p>
        </p:txBody>
      </p:sp>
      <p:sp>
        <p:nvSpPr>
          <p:cNvPr id="333" name="text-302 2k+">
            <a:extLst xmlns:a="http://schemas.openxmlformats.org/drawingml/2006/main">
              <a:ext uri="{FF2B5EF4-FFF2-40B4-BE49-F238E27FC236}">
                <a16:creationId xmlns:a16="http://schemas.microsoft.com/office/drawing/2014/main" id="{A88D58B0-DE9B-4EEA-B90B-7EADCA35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0403" y="7451067"/>
            <a:ext cx="365037" cy="307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7" b="1" i="1">
                <a:solidFill>
                  <a:srgbClr val="2AA3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7" b="1" i="1">
                <a:solidFill>
                  <a:srgbClr val="2AA371"/>
                </a:solidFill>
                <a:latin typeface="Calibri"/>
                <a:ea typeface="Calibri"/>
                <a:cs typeface="Calibri"/>
              </a:defRPr>
            </a:pPr>
            <a:r>
              <a:rPr sz="1727" b="1" i="1">
                <a:solidFill>
                  <a:srgbClr val="2AA371"/>
                </a:solidFill>
                <a:latin typeface="Calibri"/>
                <a:ea typeface="Calibri"/>
                <a:cs typeface="Calibri"/>
              </a:rPr>
              <a:t>2k+</a:t>
            </a:r>
          </a:p>
        </p:txBody>
      </p:sp>
      <p:sp>
        <p:nvSpPr>
          <p:cNvPr id="334" name="text-303 )">
            <a:extLst xmlns:a="http://schemas.openxmlformats.org/drawingml/2006/main">
              <a:ext uri="{FF2B5EF4-FFF2-40B4-BE49-F238E27FC236}">
                <a16:creationId xmlns:a16="http://schemas.microsoft.com/office/drawing/2014/main" id="{9D69A5A9-56C6-4B47-8642-A93B6872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6457" y="7451656"/>
            <a:ext cx="107489" cy="306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335" name="path-304">
            <a:extLst xmlns:a="http://schemas.openxmlformats.org/drawingml/2006/main">
              <a:ext uri="{FF2B5EF4-FFF2-40B4-BE49-F238E27FC236}">
                <a16:creationId xmlns:a16="http://schemas.microsoft.com/office/drawing/2014/main" id="{7DE6C249-D478-4F77-99D8-784DE04C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925" y="6568028"/>
            <a:ext cx="399278" cy="191"/>
          </a:xfrm>
          <a:custGeom xmlns:a="http://schemas.openxmlformats.org/drawingml/2006/main">
            <a:pathLst>
              <a:path w="399278" h="191">
                <a:moveTo>
                  <a:pt x="0" y="9"/>
                </a:moveTo>
                <a:lnTo>
                  <a:pt x="199639" y="9"/>
                </a:lnTo>
                <a:lnTo>
                  <a:pt x="199639" y="0"/>
                </a:lnTo>
                <a:lnTo>
                  <a:pt x="3992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8095">
            <a:solidFill>
              <a:srgbClr val="6EC0BC">
                <a:alpha val="79000"/>
              </a:srgbClr>
            </a:solidFill>
            <a:prstDash val="solid"/>
          </a:ln>
        </p:spPr>
      </p:sp>
      <p:sp>
        <p:nvSpPr>
          <p:cNvPr id="336" name="path-305">
            <a:extLst xmlns:a="http://schemas.openxmlformats.org/drawingml/2006/main">
              <a:ext uri="{FF2B5EF4-FFF2-40B4-BE49-F238E27FC236}">
                <a16:creationId xmlns:a16="http://schemas.microsoft.com/office/drawing/2014/main" id="{2D38327C-F66F-4508-8C76-8C8A1360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3203" y="6280244"/>
            <a:ext cx="575569" cy="575570"/>
          </a:xfrm>
          <a:custGeom xmlns:a="http://schemas.openxmlformats.org/drawingml/2006/main">
            <a:pathLst>
              <a:path w="575569" h="575570">
                <a:moveTo>
                  <a:pt x="0" y="95929"/>
                </a:moveTo>
                <a:cubicBezTo>
                  <a:pt x="0" y="42950"/>
                  <a:pt x="42949" y="0"/>
                  <a:pt x="95929" y="0"/>
                </a:cubicBezTo>
                <a:lnTo>
                  <a:pt x="479638" y="0"/>
                </a:lnTo>
                <a:cubicBezTo>
                  <a:pt x="532620" y="0"/>
                  <a:pt x="575569" y="42950"/>
                  <a:pt x="575569" y="95929"/>
                </a:cubicBezTo>
                <a:lnTo>
                  <a:pt x="575569" y="479638"/>
                </a:lnTo>
                <a:cubicBezTo>
                  <a:pt x="575569" y="532620"/>
                  <a:pt x="532620" y="575570"/>
                  <a:pt x="479638" y="575570"/>
                </a:cubicBezTo>
                <a:lnTo>
                  <a:pt x="95929" y="575570"/>
                </a:lnTo>
                <a:cubicBezTo>
                  <a:pt x="42949" y="575570"/>
                  <a:pt x="0" y="532620"/>
                  <a:pt x="0" y="479638"/>
                </a:cubicBezTo>
                <a:lnTo>
                  <a:pt x="0" y="95929"/>
                </a:lnTo>
              </a:path>
            </a:pathLst>
          </a:custGeom>
          <a:solidFill xmlns:a="http://schemas.openxmlformats.org/drawingml/2006/main">
            <a:srgbClr val="FED68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37" name="path-306">
            <a:extLst xmlns:a="http://schemas.openxmlformats.org/drawingml/2006/main">
              <a:ext uri="{FF2B5EF4-FFF2-40B4-BE49-F238E27FC236}">
                <a16:creationId xmlns:a16="http://schemas.microsoft.com/office/drawing/2014/main" id="{2D769748-D0DA-49E8-80B7-DEB177D7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3203" y="6280244"/>
            <a:ext cx="575569" cy="575570"/>
          </a:xfrm>
          <a:custGeom xmlns:a="http://schemas.openxmlformats.org/drawingml/2006/main">
            <a:pathLst>
              <a:path w="575569" h="575570">
                <a:moveTo>
                  <a:pt x="0" y="95930"/>
                </a:moveTo>
                <a:cubicBezTo>
                  <a:pt x="0" y="42949"/>
                  <a:pt x="42949" y="0"/>
                  <a:pt x="95930" y="0"/>
                </a:cubicBezTo>
                <a:lnTo>
                  <a:pt x="479639" y="0"/>
                </a:lnTo>
                <a:cubicBezTo>
                  <a:pt x="532619" y="0"/>
                  <a:pt x="575569" y="42949"/>
                  <a:pt x="575569" y="95930"/>
                </a:cubicBezTo>
                <a:lnTo>
                  <a:pt x="575569" y="479639"/>
                </a:lnTo>
                <a:cubicBezTo>
                  <a:pt x="575569" y="532619"/>
                  <a:pt x="532619" y="575570"/>
                  <a:pt x="479639" y="575570"/>
                </a:cubicBezTo>
                <a:lnTo>
                  <a:pt x="95930" y="575570"/>
                </a:lnTo>
                <a:cubicBezTo>
                  <a:pt x="42949" y="575570"/>
                  <a:pt x="0" y="532619"/>
                  <a:pt x="0" y="479639"/>
                </a:cubicBezTo>
                <a:lnTo>
                  <a:pt x="0" y="95930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000000"/>
            </a:solidFill>
            <a:prstDash val="solid"/>
          </a:ln>
        </p:spPr>
      </p:sp>
      <p:sp>
        <p:nvSpPr>
          <p:cNvPr id="338" name="path-307">
            <a:extLst xmlns:a="http://schemas.openxmlformats.org/drawingml/2006/main">
              <a:ext uri="{FF2B5EF4-FFF2-40B4-BE49-F238E27FC236}">
                <a16:creationId xmlns:a16="http://schemas.microsoft.com/office/drawing/2014/main" id="{2041A601-4F32-452D-865B-53A14C4F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595" y="4000131"/>
            <a:ext cx="354197" cy="354195"/>
          </a:xfrm>
          <a:custGeom xmlns:a="http://schemas.openxmlformats.org/drawingml/2006/main">
            <a:pathLst>
              <a:path w="354197" h="354195">
                <a:moveTo>
                  <a:pt x="0" y="74653"/>
                </a:moveTo>
                <a:cubicBezTo>
                  <a:pt x="0" y="33423"/>
                  <a:pt x="33424" y="0"/>
                  <a:pt x="74654" y="0"/>
                </a:cubicBezTo>
                <a:lnTo>
                  <a:pt x="279543" y="0"/>
                </a:lnTo>
                <a:cubicBezTo>
                  <a:pt x="320773" y="0"/>
                  <a:pt x="354197" y="33423"/>
                  <a:pt x="354197" y="74653"/>
                </a:cubicBezTo>
                <a:lnTo>
                  <a:pt x="354197" y="279542"/>
                </a:lnTo>
                <a:cubicBezTo>
                  <a:pt x="354197" y="320772"/>
                  <a:pt x="320773" y="354195"/>
                  <a:pt x="279543" y="354195"/>
                </a:cubicBezTo>
                <a:lnTo>
                  <a:pt x="74654" y="354195"/>
                </a:lnTo>
                <a:cubicBezTo>
                  <a:pt x="33424" y="354195"/>
                  <a:pt x="0" y="320772"/>
                  <a:pt x="0" y="279542"/>
                </a:cubicBezTo>
                <a:lnTo>
                  <a:pt x="0" y="7465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39" name="path-308">
            <a:extLst xmlns:a="http://schemas.openxmlformats.org/drawingml/2006/main">
              <a:ext uri="{FF2B5EF4-FFF2-40B4-BE49-F238E27FC236}">
                <a16:creationId xmlns:a16="http://schemas.microsoft.com/office/drawing/2014/main" id="{21A11C5C-6272-44A2-90E2-67CC4BDE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595" y="4000131"/>
            <a:ext cx="354196" cy="354197"/>
          </a:xfrm>
          <a:custGeom xmlns:a="http://schemas.openxmlformats.org/drawingml/2006/main">
            <a:pathLst>
              <a:path w="354196" h="354197">
                <a:moveTo>
                  <a:pt x="0" y="74654"/>
                </a:moveTo>
                <a:cubicBezTo>
                  <a:pt x="0" y="33424"/>
                  <a:pt x="33424" y="0"/>
                  <a:pt x="74654" y="0"/>
                </a:cubicBezTo>
                <a:lnTo>
                  <a:pt x="279542" y="0"/>
                </a:lnTo>
                <a:cubicBezTo>
                  <a:pt x="320773" y="0"/>
                  <a:pt x="354196" y="33424"/>
                  <a:pt x="354196" y="74654"/>
                </a:cubicBezTo>
                <a:lnTo>
                  <a:pt x="354196" y="279543"/>
                </a:lnTo>
                <a:cubicBezTo>
                  <a:pt x="354196" y="320773"/>
                  <a:pt x="320773" y="354197"/>
                  <a:pt x="279542" y="354197"/>
                </a:cubicBezTo>
                <a:lnTo>
                  <a:pt x="74654" y="354197"/>
                </a:lnTo>
                <a:cubicBezTo>
                  <a:pt x="33424" y="354197"/>
                  <a:pt x="0" y="320773"/>
                  <a:pt x="0" y="279543"/>
                </a:cubicBezTo>
                <a:lnTo>
                  <a:pt x="0" y="74654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CEEFCC"/>
            </a:solidFill>
            <a:prstDash val="solid"/>
          </a:ln>
        </p:spPr>
      </p:sp>
      <p:sp>
        <p:nvSpPr>
          <p:cNvPr id="340" name="path-309">
            <a:extLst xmlns:a="http://schemas.openxmlformats.org/drawingml/2006/main">
              <a:ext uri="{FF2B5EF4-FFF2-40B4-BE49-F238E27FC236}">
                <a16:creationId xmlns:a16="http://schemas.microsoft.com/office/drawing/2014/main" id="{1FF114D4-EDD5-4523-BF91-55C4B40D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87" y="4026696"/>
            <a:ext cx="280414" cy="301067"/>
          </a:xfrm>
          <a:custGeom xmlns:a="http://schemas.openxmlformats.org/drawingml/2006/main">
            <a:pathLst>
              <a:path w="280414" h="301067">
                <a:moveTo>
                  <a:pt x="0" y="0"/>
                </a:moveTo>
                <a:lnTo>
                  <a:pt x="0" y="301067"/>
                </a:lnTo>
                <a:lnTo>
                  <a:pt x="280414" y="301067"/>
                </a:lnTo>
                <a:lnTo>
                  <a:pt x="28041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81AB2C2F-E1A0-4C47-A5A5-FD31263048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c6de9cdb8c4bca"/>
          <a:stretch xmlns:a="http://schemas.openxmlformats.org/drawingml/2006/main"/>
        </p:blipFill>
        <p:spPr>
          <a:xfrm xmlns:a="http://schemas.openxmlformats.org/drawingml/2006/main">
            <a:off x="861332" y="4009064"/>
            <a:ext cx="361950" cy="342900"/>
          </a:xfrm>
          <a:prstGeom xmlns:a="http://schemas.openxmlformats.org/drawingml/2006/main" prst="rect">
            <a:avLst/>
          </a:prstGeom>
        </p:spPr>
      </p:pic>
      <p:sp>
        <p:nvSpPr>
          <p:cNvPr id="342" name="path-311">
            <a:extLst xmlns:a="http://schemas.openxmlformats.org/drawingml/2006/main">
              <a:ext uri="{FF2B5EF4-FFF2-40B4-BE49-F238E27FC236}">
                <a16:creationId xmlns:a16="http://schemas.microsoft.com/office/drawing/2014/main" id="{F85151AC-6E1F-4996-A1BA-17992000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324" y="4000131"/>
            <a:ext cx="354195" cy="354195"/>
          </a:xfrm>
          <a:custGeom xmlns:a="http://schemas.openxmlformats.org/drawingml/2006/main">
            <a:pathLst>
              <a:path w="354195" h="354195">
                <a:moveTo>
                  <a:pt x="0" y="74653"/>
                </a:moveTo>
                <a:cubicBezTo>
                  <a:pt x="0" y="33423"/>
                  <a:pt x="33423" y="0"/>
                  <a:pt x="74653" y="0"/>
                </a:cubicBezTo>
                <a:lnTo>
                  <a:pt x="279542" y="0"/>
                </a:lnTo>
                <a:cubicBezTo>
                  <a:pt x="320772" y="0"/>
                  <a:pt x="354195" y="33423"/>
                  <a:pt x="354195" y="74653"/>
                </a:cubicBezTo>
                <a:lnTo>
                  <a:pt x="354195" y="279542"/>
                </a:lnTo>
                <a:cubicBezTo>
                  <a:pt x="354195" y="320772"/>
                  <a:pt x="320772" y="354195"/>
                  <a:pt x="279542" y="354195"/>
                </a:cubicBezTo>
                <a:lnTo>
                  <a:pt x="74653" y="354195"/>
                </a:lnTo>
                <a:cubicBezTo>
                  <a:pt x="33423" y="354195"/>
                  <a:pt x="0" y="320772"/>
                  <a:pt x="0" y="279542"/>
                </a:cubicBezTo>
                <a:lnTo>
                  <a:pt x="0" y="7465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43" name="path-312">
            <a:extLst xmlns:a="http://schemas.openxmlformats.org/drawingml/2006/main">
              <a:ext uri="{FF2B5EF4-FFF2-40B4-BE49-F238E27FC236}">
                <a16:creationId xmlns:a16="http://schemas.microsoft.com/office/drawing/2014/main" id="{8C879C5D-7B25-4F39-99B7-57497BB4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324" y="4000131"/>
            <a:ext cx="354196" cy="354197"/>
          </a:xfrm>
          <a:custGeom xmlns:a="http://schemas.openxmlformats.org/drawingml/2006/main">
            <a:pathLst>
              <a:path w="354196" h="354197">
                <a:moveTo>
                  <a:pt x="0" y="74654"/>
                </a:moveTo>
                <a:cubicBezTo>
                  <a:pt x="0" y="33424"/>
                  <a:pt x="33424" y="0"/>
                  <a:pt x="74654" y="0"/>
                </a:cubicBezTo>
                <a:lnTo>
                  <a:pt x="279542" y="0"/>
                </a:lnTo>
                <a:cubicBezTo>
                  <a:pt x="320773" y="0"/>
                  <a:pt x="354196" y="33424"/>
                  <a:pt x="354196" y="74654"/>
                </a:cubicBezTo>
                <a:lnTo>
                  <a:pt x="354196" y="279543"/>
                </a:lnTo>
                <a:cubicBezTo>
                  <a:pt x="354196" y="320773"/>
                  <a:pt x="320773" y="354197"/>
                  <a:pt x="279542" y="354197"/>
                </a:cubicBezTo>
                <a:lnTo>
                  <a:pt x="74654" y="354197"/>
                </a:lnTo>
                <a:cubicBezTo>
                  <a:pt x="33424" y="354197"/>
                  <a:pt x="0" y="320773"/>
                  <a:pt x="0" y="279543"/>
                </a:cubicBezTo>
                <a:lnTo>
                  <a:pt x="0" y="74654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CEEFCC"/>
            </a:solidFill>
            <a:prstDash val="solid"/>
          </a:ln>
        </p:spPr>
      </p:sp>
      <p:pic>
        <p:nvPic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DED1D99E-2A2A-4F19-92DB-3CED380D93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3718cd3a2f40ec"/>
          <a:stretch xmlns:a="http://schemas.openxmlformats.org/drawingml/2006/main"/>
        </p:blipFill>
        <p:spPr>
          <a:xfrm xmlns:a="http://schemas.openxmlformats.org/drawingml/2006/main">
            <a:off x="1793615" y="4034253"/>
            <a:ext cx="284892" cy="284892"/>
          </a:xfrm>
          <a:prstGeom xmlns:a="http://schemas.openxmlformats.org/drawingml/2006/main" prst="rect">
            <a:avLst/>
          </a:prstGeom>
        </p:spPr>
      </p:pic>
      <p:sp>
        <p:nvSpPr>
          <p:cNvPr id="345" name="path-314">
            <a:extLst xmlns:a="http://schemas.openxmlformats.org/drawingml/2006/main">
              <a:ext uri="{FF2B5EF4-FFF2-40B4-BE49-F238E27FC236}">
                <a16:creationId xmlns:a16="http://schemas.microsoft.com/office/drawing/2014/main" id="{04388440-0C19-4038-A093-6FD4EC1A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232" y="4000131"/>
            <a:ext cx="354197" cy="354195"/>
          </a:xfrm>
          <a:custGeom xmlns:a="http://schemas.openxmlformats.org/drawingml/2006/main">
            <a:pathLst>
              <a:path w="354197" h="354195">
                <a:moveTo>
                  <a:pt x="0" y="74653"/>
                </a:moveTo>
                <a:cubicBezTo>
                  <a:pt x="0" y="33423"/>
                  <a:pt x="33424" y="0"/>
                  <a:pt x="74654" y="0"/>
                </a:cubicBezTo>
                <a:lnTo>
                  <a:pt x="279542" y="0"/>
                </a:lnTo>
                <a:cubicBezTo>
                  <a:pt x="320773" y="0"/>
                  <a:pt x="354197" y="33423"/>
                  <a:pt x="354197" y="74653"/>
                </a:cubicBezTo>
                <a:lnTo>
                  <a:pt x="354197" y="279542"/>
                </a:lnTo>
                <a:cubicBezTo>
                  <a:pt x="354197" y="320772"/>
                  <a:pt x="320773" y="354195"/>
                  <a:pt x="279542" y="354195"/>
                </a:cubicBezTo>
                <a:lnTo>
                  <a:pt x="74654" y="354195"/>
                </a:lnTo>
                <a:cubicBezTo>
                  <a:pt x="33424" y="354195"/>
                  <a:pt x="0" y="320772"/>
                  <a:pt x="0" y="279542"/>
                </a:cubicBezTo>
                <a:lnTo>
                  <a:pt x="0" y="7465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46" name="path-315">
            <a:extLst xmlns:a="http://schemas.openxmlformats.org/drawingml/2006/main">
              <a:ext uri="{FF2B5EF4-FFF2-40B4-BE49-F238E27FC236}">
                <a16:creationId xmlns:a16="http://schemas.microsoft.com/office/drawing/2014/main" id="{C9C4912B-46FF-4092-AFB0-3155C7CE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232" y="4000131"/>
            <a:ext cx="354196" cy="354197"/>
          </a:xfrm>
          <a:custGeom xmlns:a="http://schemas.openxmlformats.org/drawingml/2006/main">
            <a:pathLst>
              <a:path w="354196" h="354197">
                <a:moveTo>
                  <a:pt x="0" y="74654"/>
                </a:moveTo>
                <a:cubicBezTo>
                  <a:pt x="0" y="33424"/>
                  <a:pt x="33424" y="0"/>
                  <a:pt x="74654" y="0"/>
                </a:cubicBezTo>
                <a:lnTo>
                  <a:pt x="279542" y="0"/>
                </a:lnTo>
                <a:cubicBezTo>
                  <a:pt x="320773" y="0"/>
                  <a:pt x="354196" y="33424"/>
                  <a:pt x="354196" y="74654"/>
                </a:cubicBezTo>
                <a:lnTo>
                  <a:pt x="354196" y="279543"/>
                </a:lnTo>
                <a:cubicBezTo>
                  <a:pt x="354196" y="320773"/>
                  <a:pt x="320773" y="354197"/>
                  <a:pt x="279542" y="354197"/>
                </a:cubicBezTo>
                <a:lnTo>
                  <a:pt x="74654" y="354197"/>
                </a:lnTo>
                <a:cubicBezTo>
                  <a:pt x="33424" y="354197"/>
                  <a:pt x="0" y="320773"/>
                  <a:pt x="0" y="279543"/>
                </a:cubicBezTo>
                <a:lnTo>
                  <a:pt x="0" y="74654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CEEFCC"/>
            </a:solidFill>
            <a:prstDash val="solid"/>
          </a:ln>
        </p:spPr>
      </p:sp>
      <p:pic>
        <p:nvPic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E587FACA-8E71-40BF-9ED9-0269FE61F0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6120da3a04809"/>
          <a:stretch xmlns:a="http://schemas.openxmlformats.org/drawingml/2006/main"/>
        </p:blipFill>
        <p:spPr>
          <a:xfrm xmlns:a="http://schemas.openxmlformats.org/drawingml/2006/main">
            <a:off x="451624" y="4034253"/>
            <a:ext cx="288640" cy="284892"/>
          </a:xfrm>
          <a:prstGeom xmlns:a="http://schemas.openxmlformats.org/drawingml/2006/main" prst="rect">
            <a:avLst/>
          </a:prstGeom>
        </p:spPr>
      </p:pic>
      <p:sp>
        <p:nvSpPr>
          <p:cNvPr id="348" name="path-317">
            <a:extLst xmlns:a="http://schemas.openxmlformats.org/drawingml/2006/main">
              <a:ext uri="{FF2B5EF4-FFF2-40B4-BE49-F238E27FC236}">
                <a16:creationId xmlns:a16="http://schemas.microsoft.com/office/drawing/2014/main" id="{7A109EC1-2D8E-4237-8FCB-58A1BC96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959" y="4000131"/>
            <a:ext cx="354196" cy="354195"/>
          </a:xfrm>
          <a:custGeom xmlns:a="http://schemas.openxmlformats.org/drawingml/2006/main">
            <a:pathLst>
              <a:path w="354196" h="354195">
                <a:moveTo>
                  <a:pt x="0" y="74653"/>
                </a:moveTo>
                <a:cubicBezTo>
                  <a:pt x="0" y="33423"/>
                  <a:pt x="33424" y="0"/>
                  <a:pt x="74654" y="0"/>
                </a:cubicBezTo>
                <a:lnTo>
                  <a:pt x="279542" y="0"/>
                </a:lnTo>
                <a:cubicBezTo>
                  <a:pt x="320773" y="0"/>
                  <a:pt x="354196" y="33423"/>
                  <a:pt x="354196" y="74653"/>
                </a:cubicBezTo>
                <a:lnTo>
                  <a:pt x="354196" y="279542"/>
                </a:lnTo>
                <a:cubicBezTo>
                  <a:pt x="354196" y="320772"/>
                  <a:pt x="320773" y="354195"/>
                  <a:pt x="279542" y="354195"/>
                </a:cubicBezTo>
                <a:lnTo>
                  <a:pt x="74654" y="354195"/>
                </a:lnTo>
                <a:cubicBezTo>
                  <a:pt x="33424" y="354195"/>
                  <a:pt x="0" y="320772"/>
                  <a:pt x="0" y="279542"/>
                </a:cubicBezTo>
                <a:lnTo>
                  <a:pt x="0" y="7465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49" name="path-318">
            <a:extLst xmlns:a="http://schemas.openxmlformats.org/drawingml/2006/main">
              <a:ext uri="{FF2B5EF4-FFF2-40B4-BE49-F238E27FC236}">
                <a16:creationId xmlns:a16="http://schemas.microsoft.com/office/drawing/2014/main" id="{A687D5E5-A7CB-4976-9485-7F257D9D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959" y="4000131"/>
            <a:ext cx="354196" cy="354197"/>
          </a:xfrm>
          <a:custGeom xmlns:a="http://schemas.openxmlformats.org/drawingml/2006/main">
            <a:pathLst>
              <a:path w="354196" h="354197">
                <a:moveTo>
                  <a:pt x="0" y="74654"/>
                </a:moveTo>
                <a:cubicBezTo>
                  <a:pt x="0" y="33424"/>
                  <a:pt x="33424" y="0"/>
                  <a:pt x="74654" y="0"/>
                </a:cubicBezTo>
                <a:lnTo>
                  <a:pt x="279542" y="0"/>
                </a:lnTo>
                <a:cubicBezTo>
                  <a:pt x="320773" y="0"/>
                  <a:pt x="354196" y="33424"/>
                  <a:pt x="354196" y="74654"/>
                </a:cubicBezTo>
                <a:lnTo>
                  <a:pt x="354196" y="279543"/>
                </a:lnTo>
                <a:cubicBezTo>
                  <a:pt x="354196" y="320773"/>
                  <a:pt x="320773" y="354197"/>
                  <a:pt x="279542" y="354197"/>
                </a:cubicBezTo>
                <a:lnTo>
                  <a:pt x="74654" y="354197"/>
                </a:lnTo>
                <a:cubicBezTo>
                  <a:pt x="33424" y="354197"/>
                  <a:pt x="0" y="320773"/>
                  <a:pt x="0" y="279543"/>
                </a:cubicBezTo>
                <a:lnTo>
                  <a:pt x="0" y="74654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CEEFCC"/>
            </a:solidFill>
            <a:prstDash val="solid"/>
          </a:ln>
        </p:spPr>
      </p:sp>
      <p:pic>
        <p:nvPic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91B2DDEE-2DA0-4294-AB95-99958A9A02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c55f370a041ad"/>
          <a:stretch xmlns:a="http://schemas.openxmlformats.org/drawingml/2006/main"/>
        </p:blipFill>
        <p:spPr>
          <a:xfrm xmlns:a="http://schemas.openxmlformats.org/drawingml/2006/main">
            <a:off x="1332540" y="4023008"/>
            <a:ext cx="303635" cy="311132"/>
          </a:xfrm>
          <a:prstGeom xmlns:a="http://schemas.openxmlformats.org/drawingml/2006/main" prst="rect">
            <a:avLst/>
          </a:prstGeom>
        </p:spPr>
      </p:pic>
      <p:sp>
        <p:nvSpPr>
          <p:cNvPr id="351" name="path-320">
            <a:extLst xmlns:a="http://schemas.openxmlformats.org/drawingml/2006/main">
              <a:ext uri="{FF2B5EF4-FFF2-40B4-BE49-F238E27FC236}">
                <a16:creationId xmlns:a16="http://schemas.microsoft.com/office/drawing/2014/main" id="{6C2DAAEB-A132-445C-8A44-6451CAEB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686" y="4000131"/>
            <a:ext cx="354197" cy="354195"/>
          </a:xfrm>
          <a:custGeom xmlns:a="http://schemas.openxmlformats.org/drawingml/2006/main">
            <a:pathLst>
              <a:path w="354197" h="354195">
                <a:moveTo>
                  <a:pt x="0" y="74653"/>
                </a:moveTo>
                <a:cubicBezTo>
                  <a:pt x="0" y="33423"/>
                  <a:pt x="33423" y="0"/>
                  <a:pt x="74654" y="0"/>
                </a:cubicBezTo>
                <a:lnTo>
                  <a:pt x="279542" y="0"/>
                </a:lnTo>
                <a:cubicBezTo>
                  <a:pt x="320772" y="0"/>
                  <a:pt x="354197" y="33423"/>
                  <a:pt x="354197" y="74653"/>
                </a:cubicBezTo>
                <a:lnTo>
                  <a:pt x="354197" y="279542"/>
                </a:lnTo>
                <a:cubicBezTo>
                  <a:pt x="354197" y="320772"/>
                  <a:pt x="320772" y="354195"/>
                  <a:pt x="279542" y="354195"/>
                </a:cubicBezTo>
                <a:lnTo>
                  <a:pt x="74654" y="354195"/>
                </a:lnTo>
                <a:cubicBezTo>
                  <a:pt x="33423" y="354195"/>
                  <a:pt x="0" y="320772"/>
                  <a:pt x="0" y="279542"/>
                </a:cubicBezTo>
                <a:lnTo>
                  <a:pt x="0" y="7465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52" name="path-321">
            <a:extLst xmlns:a="http://schemas.openxmlformats.org/drawingml/2006/main">
              <a:ext uri="{FF2B5EF4-FFF2-40B4-BE49-F238E27FC236}">
                <a16:creationId xmlns:a16="http://schemas.microsoft.com/office/drawing/2014/main" id="{8112B4DE-E759-4318-9544-0CD63CBA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686" y="4000131"/>
            <a:ext cx="354197" cy="354197"/>
          </a:xfrm>
          <a:custGeom xmlns:a="http://schemas.openxmlformats.org/drawingml/2006/main">
            <a:pathLst>
              <a:path w="354197" h="354197">
                <a:moveTo>
                  <a:pt x="0" y="74654"/>
                </a:moveTo>
                <a:cubicBezTo>
                  <a:pt x="0" y="33424"/>
                  <a:pt x="33424" y="0"/>
                  <a:pt x="74654" y="0"/>
                </a:cubicBezTo>
                <a:lnTo>
                  <a:pt x="279543" y="0"/>
                </a:lnTo>
                <a:cubicBezTo>
                  <a:pt x="320773" y="0"/>
                  <a:pt x="354197" y="33424"/>
                  <a:pt x="354197" y="74654"/>
                </a:cubicBezTo>
                <a:lnTo>
                  <a:pt x="354197" y="279543"/>
                </a:lnTo>
                <a:cubicBezTo>
                  <a:pt x="354197" y="320773"/>
                  <a:pt x="320773" y="354197"/>
                  <a:pt x="279543" y="354197"/>
                </a:cubicBezTo>
                <a:lnTo>
                  <a:pt x="74654" y="354197"/>
                </a:lnTo>
                <a:cubicBezTo>
                  <a:pt x="33424" y="354197"/>
                  <a:pt x="0" y="320773"/>
                  <a:pt x="0" y="279543"/>
                </a:cubicBezTo>
                <a:lnTo>
                  <a:pt x="0" y="74654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CEEFCC"/>
            </a:solidFill>
            <a:prstDash val="solid"/>
          </a:ln>
        </p:spPr>
      </p:sp>
      <p:pic>
        <p:nvPic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14FBE477-7D92-4D5C-AE9C-B1F31FECB3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44b141b0e74fa5"/>
          <a:stretch xmlns:a="http://schemas.openxmlformats.org/drawingml/2006/main"/>
        </p:blipFill>
        <p:spPr>
          <a:xfrm xmlns:a="http://schemas.openxmlformats.org/drawingml/2006/main">
            <a:off x="2232932" y="4018589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396772B9-38E6-40D8-AC2C-702EF1638E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050d9660548ae"/>
          <a:stretch xmlns:a="http://schemas.openxmlformats.org/drawingml/2006/main"/>
        </p:blipFill>
        <p:spPr>
          <a:xfrm xmlns:a="http://schemas.openxmlformats.org/drawingml/2006/main">
            <a:off x="594070" y="6399607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D9712137-8CD8-470D-8A49-AE47E3A3A2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fd685dce74367"/>
          <a:stretch xmlns:a="http://schemas.openxmlformats.org/drawingml/2006/main"/>
        </p:blipFill>
        <p:spPr>
          <a:xfrm xmlns:a="http://schemas.openxmlformats.org/drawingml/2006/main">
            <a:off x="604157" y="6456989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C7151C4D-87A2-4386-A1C4-4235404239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4e9a5b1106473e"/>
          <a:stretch xmlns:a="http://schemas.openxmlformats.org/drawingml/2006/main"/>
        </p:blipFill>
        <p:spPr>
          <a:xfrm xmlns:a="http://schemas.openxmlformats.org/drawingml/2006/main">
            <a:off x="1073888" y="6399607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36BDDC7C-AFDD-472F-A94F-7173091B1D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f894a88f24803"/>
          <a:stretch xmlns:a="http://schemas.openxmlformats.org/drawingml/2006/main"/>
        </p:blipFill>
        <p:spPr>
          <a:xfrm xmlns:a="http://schemas.openxmlformats.org/drawingml/2006/main">
            <a:off x="1089932" y="6456989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3A356469-7B33-43F7-AAEF-76B94230B5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2282804d446e5"/>
          <a:stretch xmlns:a="http://schemas.openxmlformats.org/drawingml/2006/main"/>
        </p:blipFill>
        <p:spPr>
          <a:xfrm xmlns:a="http://schemas.openxmlformats.org/drawingml/2006/main">
            <a:off x="1557455" y="6399607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5759A611-DFDE-498B-8AAF-6249BC1301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9360592546408d"/>
          <a:stretch xmlns:a="http://schemas.openxmlformats.org/drawingml/2006/main"/>
        </p:blipFill>
        <p:spPr>
          <a:xfrm xmlns:a="http://schemas.openxmlformats.org/drawingml/2006/main">
            <a:off x="1566182" y="6456989"/>
            <a:ext cx="371475" cy="361950"/>
          </a:xfrm>
          <a:prstGeom xmlns:a="http://schemas.openxmlformats.org/drawingml/2006/main" prst="rect">
            <a:avLst/>
          </a:prstGeom>
        </p:spPr>
      </p:pic>
      <p:pic>
        <p:nvPic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9C00C06B-DC5D-48AA-BBB8-4BF3E65DC0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78f05216424eba"/>
          <a:stretch xmlns:a="http://schemas.openxmlformats.org/drawingml/2006/main"/>
        </p:blipFill>
        <p:spPr>
          <a:xfrm xmlns:a="http://schemas.openxmlformats.org/drawingml/2006/main">
            <a:off x="2037273" y="6399607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9A96410D-DF6D-4CBC-A98E-C7CA0933B4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9f7e8ab0cf4c63"/>
          <a:stretch xmlns:a="http://schemas.openxmlformats.org/drawingml/2006/main"/>
        </p:blipFill>
        <p:spPr>
          <a:xfrm xmlns:a="http://schemas.openxmlformats.org/drawingml/2006/main">
            <a:off x="2051957" y="6456989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1B6E23A9-E55E-4BE6-8B41-E81619DC90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4ca04021f143c3"/>
          <a:stretch xmlns:a="http://schemas.openxmlformats.org/drawingml/2006/main"/>
        </p:blipFill>
        <p:spPr>
          <a:xfrm xmlns:a="http://schemas.openxmlformats.org/drawingml/2006/main">
            <a:off x="3383012" y="904190"/>
            <a:ext cx="569784" cy="569784"/>
          </a:xfrm>
          <a:prstGeom xmlns:a="http://schemas.openxmlformats.org/drawingml/2006/main" prst="rect">
            <a:avLst/>
          </a:prstGeom>
        </p:spPr>
      </p:pic>
      <p:pic>
        <p:nvPic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75313A1F-22D3-417A-BE81-BDB80BC9FE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655f2320504648"/>
          <a:stretch xmlns:a="http://schemas.openxmlformats.org/drawingml/2006/main"/>
        </p:blipFill>
        <p:spPr>
          <a:xfrm xmlns:a="http://schemas.openxmlformats.org/drawingml/2006/main">
            <a:off x="3394982" y="961064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06769044-AB39-427E-93EA-7DD222D9DF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9a6db5ddfb4814"/>
          <a:stretch xmlns:a="http://schemas.openxmlformats.org/drawingml/2006/main"/>
        </p:blipFill>
        <p:spPr>
          <a:xfrm xmlns:a="http://schemas.openxmlformats.org/drawingml/2006/main">
            <a:off x="616561" y="4562803"/>
            <a:ext cx="483567" cy="483567"/>
          </a:xfrm>
          <a:prstGeom xmlns:a="http://schemas.openxmlformats.org/drawingml/2006/main" prst="rect">
            <a:avLst/>
          </a:prstGeom>
        </p:spPr>
      </p:pic>
      <p:pic>
        <p:nvPic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42DAD8B1-11BE-4720-9600-EF906EBCCE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e3f273cf254904"/>
          <a:stretch xmlns:a="http://schemas.openxmlformats.org/drawingml/2006/main"/>
        </p:blipFill>
        <p:spPr>
          <a:xfrm xmlns:a="http://schemas.openxmlformats.org/drawingml/2006/main">
            <a:off x="632732" y="4618664"/>
            <a:ext cx="361950" cy="371475"/>
          </a:xfrm>
          <a:prstGeom xmlns:a="http://schemas.openxmlformats.org/drawingml/2006/main" prst="rect">
            <a:avLst/>
          </a:prstGeom>
        </p:spPr>
      </p:pic>
      <p:sp>
        <p:nvSpPr>
          <p:cNvPr id="366" name="text-335 Extension">
            <a:extLst xmlns:a="http://schemas.openxmlformats.org/drawingml/2006/main">
              <a:ext uri="{FF2B5EF4-FFF2-40B4-BE49-F238E27FC236}">
                <a16:creationId xmlns:a16="http://schemas.microsoft.com/office/drawing/2014/main" id="{F07AE594-5D35-4523-919B-5B7654A7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050" y="4922772"/>
            <a:ext cx="761497" cy="26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Extension</a:t>
            </a:r>
          </a:p>
        </p:txBody>
      </p:sp>
      <p:pic>
        <p:nvPic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AFEEF682-7616-41BB-BAEF-BA1D154AEC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737c3c5dd462e"/>
          <a:stretch xmlns:a="http://schemas.openxmlformats.org/drawingml/2006/main"/>
        </p:blipFill>
        <p:spPr>
          <a:xfrm xmlns:a="http://schemas.openxmlformats.org/drawingml/2006/main">
            <a:off x="1415008" y="4559054"/>
            <a:ext cx="479818" cy="483567"/>
          </a:xfrm>
          <a:prstGeom xmlns:a="http://schemas.openxmlformats.org/drawingml/2006/main" prst="rect">
            <a:avLst/>
          </a:prstGeom>
        </p:spPr>
      </p:pic>
      <p:pic>
        <p:nvPic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A885C47E-77E8-42AA-B787-52348AA601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7838f20f7436a"/>
          <a:stretch xmlns:a="http://schemas.openxmlformats.org/drawingml/2006/main"/>
        </p:blipFill>
        <p:spPr>
          <a:xfrm xmlns:a="http://schemas.openxmlformats.org/drawingml/2006/main">
            <a:off x="1423307" y="4618664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69" name="text-338 Connector">
            <a:extLst xmlns:a="http://schemas.openxmlformats.org/drawingml/2006/main">
              <a:ext uri="{FF2B5EF4-FFF2-40B4-BE49-F238E27FC236}">
                <a16:creationId xmlns:a16="http://schemas.microsoft.com/office/drawing/2014/main" id="{A40CE10A-7BA7-4420-AC80-C8A9E865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6736" y="4923211"/>
            <a:ext cx="806442" cy="26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Connector</a:t>
            </a:r>
          </a:p>
        </p:txBody>
      </p:sp>
      <p:pic>
        <p:nvPic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13512E9C-2657-47F2-92FD-E1A532C1BA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24afd26d34fd2"/>
          <a:stretch xmlns:a="http://schemas.openxmlformats.org/drawingml/2006/main"/>
        </p:blipFill>
        <p:spPr>
          <a:xfrm xmlns:a="http://schemas.openxmlformats.org/drawingml/2006/main">
            <a:off x="2093501" y="4529066"/>
            <a:ext cx="539796" cy="539796"/>
          </a:xfrm>
          <a:prstGeom xmlns:a="http://schemas.openxmlformats.org/drawingml/2006/main" prst="rect">
            <a:avLst/>
          </a:prstGeom>
        </p:spPr>
      </p:pic>
      <p:pic>
        <p:nvPic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5C61A455-19B8-4B8A-ACC9-8FF9F43B28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4e8afc68aa49e3"/>
          <a:stretch xmlns:a="http://schemas.openxmlformats.org/drawingml/2006/main"/>
        </p:blipFill>
        <p:spPr>
          <a:xfrm xmlns:a="http://schemas.openxmlformats.org/drawingml/2006/main">
            <a:off x="2109107" y="4590089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372" name="text-341 Add">
            <a:extLst xmlns:a="http://schemas.openxmlformats.org/drawingml/2006/main">
              <a:ext uri="{FF2B5EF4-FFF2-40B4-BE49-F238E27FC236}">
                <a16:creationId xmlns:a16="http://schemas.microsoft.com/office/drawing/2014/main" id="{B1B025B6-8739-47E0-A842-27BA85DD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6934" y="4922509"/>
            <a:ext cx="335107" cy="262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Add</a:t>
            </a:r>
          </a:p>
        </p:txBody>
      </p:sp>
      <p:sp>
        <p:nvSpPr>
          <p:cNvPr id="373" name="text-342 -">
            <a:extLst xmlns:a="http://schemas.openxmlformats.org/drawingml/2006/main">
              <a:ext uri="{FF2B5EF4-FFF2-40B4-BE49-F238E27FC236}">
                <a16:creationId xmlns:a16="http://schemas.microsoft.com/office/drawing/2014/main" id="{DFB10A97-83B8-4BCC-BC85-DDA3408B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7601" y="4922533"/>
            <a:ext cx="91143" cy="262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374" name="text-343 on">
            <a:extLst xmlns:a="http://schemas.openxmlformats.org/drawingml/2006/main">
              <a:ext uri="{FF2B5EF4-FFF2-40B4-BE49-F238E27FC236}">
                <a16:creationId xmlns:a16="http://schemas.microsoft.com/office/drawing/2014/main" id="{4F62B0E5-A93E-4DFA-9729-8D51F0DA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4220" y="4923124"/>
            <a:ext cx="225687" cy="261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</a:t>
            </a:r>
          </a:p>
        </p:txBody>
      </p:sp>
      <p:pic>
        <p:nvPic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9BCBA732-98D2-4607-8488-9522DDF040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a82fdc3b13446e"/>
          <a:stretch xmlns:a="http://schemas.openxmlformats.org/drawingml/2006/main"/>
        </p:blipFill>
        <p:spPr>
          <a:xfrm xmlns:a="http://schemas.openxmlformats.org/drawingml/2006/main">
            <a:off x="1572449" y="7089345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DA5920F8-D035-4C36-ABD5-7E9AB67B58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69fe8390d4deb"/>
          <a:stretch xmlns:a="http://schemas.openxmlformats.org/drawingml/2006/main"/>
        </p:blipFill>
        <p:spPr>
          <a:xfrm xmlns:a="http://schemas.openxmlformats.org/drawingml/2006/main">
            <a:off x="1585232" y="7152314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82864B18-3A7F-47A8-BA83-C04B7DA1DA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e6128ea211435f"/>
          <a:stretch xmlns:a="http://schemas.openxmlformats.org/drawingml/2006/main"/>
        </p:blipFill>
        <p:spPr>
          <a:xfrm xmlns:a="http://schemas.openxmlformats.org/drawingml/2006/main">
            <a:off x="2059764" y="7089345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7101A126-B109-485A-9FD0-5CB9BA14EA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4e8f024afc42d5"/>
          <a:stretch xmlns:a="http://schemas.openxmlformats.org/drawingml/2006/main"/>
        </p:blipFill>
        <p:spPr>
          <a:xfrm xmlns:a="http://schemas.openxmlformats.org/drawingml/2006/main">
            <a:off x="2071007" y="7152314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4C709607-C82B-44BA-BC02-9FD2ABF524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a9da5567b4390"/>
          <a:stretch xmlns:a="http://schemas.openxmlformats.org/drawingml/2006/main"/>
        </p:blipFill>
        <p:spPr>
          <a:xfrm xmlns:a="http://schemas.openxmlformats.org/drawingml/2006/main">
            <a:off x="1081385" y="7089345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350A1923-02D2-41F7-9710-E6C034212E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1376ad98dc4e08"/>
          <a:stretch xmlns:a="http://schemas.openxmlformats.org/drawingml/2006/main"/>
        </p:blipFill>
        <p:spPr>
          <a:xfrm xmlns:a="http://schemas.openxmlformats.org/drawingml/2006/main">
            <a:off x="1099457" y="7152314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BD02D21D-9AC9-4FD7-9078-AEFE7F5F56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addb78b4dc4fe8"/>
          <a:stretch xmlns:a="http://schemas.openxmlformats.org/drawingml/2006/main"/>
        </p:blipFill>
        <p:spPr>
          <a:xfrm xmlns:a="http://schemas.openxmlformats.org/drawingml/2006/main">
            <a:off x="594070" y="7089345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E50A385F-6B1A-404C-B1BE-E118C74993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d41bbb6724385"/>
          <a:stretch xmlns:a="http://schemas.openxmlformats.org/drawingml/2006/main"/>
        </p:blipFill>
        <p:spPr>
          <a:xfrm xmlns:a="http://schemas.openxmlformats.org/drawingml/2006/main">
            <a:off x="604157" y="7152314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3655DA03-C370-45A4-98D8-5FB33F3268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5a45307034cb5"/>
          <a:stretch xmlns:a="http://schemas.openxmlformats.org/drawingml/2006/main"/>
        </p:blipFill>
        <p:spPr>
          <a:xfrm xmlns:a="http://schemas.openxmlformats.org/drawingml/2006/main">
            <a:off x="2794485" y="6058486"/>
            <a:ext cx="573533" cy="573533"/>
          </a:xfrm>
          <a:prstGeom xmlns:a="http://schemas.openxmlformats.org/drawingml/2006/main" prst="rect">
            <a:avLst/>
          </a:prstGeom>
        </p:spPr>
      </p:pic>
      <p:pic>
        <p:nvPic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E223303F-0EF6-4AFF-AC8B-9E844B80F6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7b13ed1c974a59"/>
          <a:stretch xmlns:a="http://schemas.openxmlformats.org/drawingml/2006/main"/>
        </p:blipFill>
        <p:spPr>
          <a:xfrm xmlns:a="http://schemas.openxmlformats.org/drawingml/2006/main">
            <a:off x="2804432" y="6123614"/>
            <a:ext cx="457200" cy="447675"/>
          </a:xfrm>
          <a:prstGeom xmlns:a="http://schemas.openxmlformats.org/drawingml/2006/main" prst="rect">
            <a:avLst/>
          </a:prstGeom>
        </p:spPr>
      </p:pic>
      <p:pic>
        <p:nvPic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4CCD9A25-D801-468B-9E58-37EDA796B6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f37f66169e41e6"/>
          <a:stretch xmlns:a="http://schemas.openxmlformats.org/drawingml/2006/main"/>
        </p:blipFill>
        <p:spPr>
          <a:xfrm xmlns:a="http://schemas.openxmlformats.org/drawingml/2006/main">
            <a:off x="5642882" y="6342689"/>
            <a:ext cx="457200" cy="447675"/>
          </a:xfrm>
          <a:prstGeom xmlns:a="http://schemas.openxmlformats.org/drawingml/2006/main" prst="rect">
            <a:avLst/>
          </a:prstGeom>
        </p:spPr>
      </p:pic>
      <p:sp>
        <p:nvSpPr>
          <p:cNvPr id="386" name="path-355">
            <a:extLst xmlns:a="http://schemas.openxmlformats.org/drawingml/2006/main">
              <a:ext uri="{FF2B5EF4-FFF2-40B4-BE49-F238E27FC236}">
                <a16:creationId xmlns:a16="http://schemas.microsoft.com/office/drawing/2014/main" id="{47CF5D97-346B-48ED-B653-F609DD5A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198" y="3833110"/>
            <a:ext cx="575570" cy="575569"/>
          </a:xfrm>
          <a:custGeom xmlns:a="http://schemas.openxmlformats.org/drawingml/2006/main">
            <a:pathLst>
              <a:path w="575570" h="575569">
                <a:moveTo>
                  <a:pt x="0" y="95929"/>
                </a:moveTo>
                <a:cubicBezTo>
                  <a:pt x="0" y="42949"/>
                  <a:pt x="42950" y="0"/>
                  <a:pt x="95930" y="0"/>
                </a:cubicBezTo>
                <a:lnTo>
                  <a:pt x="479639" y="0"/>
                </a:lnTo>
                <a:cubicBezTo>
                  <a:pt x="532620" y="0"/>
                  <a:pt x="575570" y="42949"/>
                  <a:pt x="575570" y="95929"/>
                </a:cubicBezTo>
                <a:lnTo>
                  <a:pt x="575570" y="479638"/>
                </a:lnTo>
                <a:cubicBezTo>
                  <a:pt x="575570" y="532619"/>
                  <a:pt x="532620" y="575569"/>
                  <a:pt x="479639" y="575569"/>
                </a:cubicBezTo>
                <a:lnTo>
                  <a:pt x="95930" y="575569"/>
                </a:lnTo>
                <a:cubicBezTo>
                  <a:pt x="42950" y="575569"/>
                  <a:pt x="0" y="532619"/>
                  <a:pt x="0" y="479638"/>
                </a:cubicBezTo>
                <a:lnTo>
                  <a:pt x="0" y="95929"/>
                </a:lnTo>
              </a:path>
            </a:pathLst>
          </a:custGeom>
          <a:solidFill xmlns:a="http://schemas.openxmlformats.org/drawingml/2006/main">
            <a:srgbClr val="DDF4F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87" name="path-356">
            <a:extLst xmlns:a="http://schemas.openxmlformats.org/drawingml/2006/main">
              <a:ext uri="{FF2B5EF4-FFF2-40B4-BE49-F238E27FC236}">
                <a16:creationId xmlns:a16="http://schemas.microsoft.com/office/drawing/2014/main" id="{7DFA005B-E49D-4217-A58C-BF6A42D0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198" y="3833110"/>
            <a:ext cx="575569" cy="575569"/>
          </a:xfrm>
          <a:custGeom xmlns:a="http://schemas.openxmlformats.org/drawingml/2006/main">
            <a:pathLst>
              <a:path w="575569" h="575569">
                <a:moveTo>
                  <a:pt x="0" y="95930"/>
                </a:moveTo>
                <a:cubicBezTo>
                  <a:pt x="0" y="42949"/>
                  <a:pt x="42949" y="0"/>
                  <a:pt x="95930" y="0"/>
                </a:cubicBezTo>
                <a:lnTo>
                  <a:pt x="479639" y="0"/>
                </a:lnTo>
                <a:cubicBezTo>
                  <a:pt x="532619" y="0"/>
                  <a:pt x="575569" y="42949"/>
                  <a:pt x="575569" y="95930"/>
                </a:cubicBezTo>
                <a:lnTo>
                  <a:pt x="575569" y="479639"/>
                </a:lnTo>
                <a:cubicBezTo>
                  <a:pt x="575569" y="532620"/>
                  <a:pt x="532619" y="575569"/>
                  <a:pt x="479639" y="575569"/>
                </a:cubicBezTo>
                <a:lnTo>
                  <a:pt x="95930" y="575569"/>
                </a:lnTo>
                <a:cubicBezTo>
                  <a:pt x="42949" y="575569"/>
                  <a:pt x="0" y="532620"/>
                  <a:pt x="0" y="479639"/>
                </a:cubicBezTo>
                <a:lnTo>
                  <a:pt x="0" y="95930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000000"/>
            </a:solidFill>
            <a:prstDash val="solid"/>
          </a:ln>
        </p:spPr>
      </p:sp>
      <p:pic>
        <p:nvPic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375B2FF2-EC29-4B9E-968C-A80E3C87DF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5318c6f2e4508"/>
          <a:stretch xmlns:a="http://schemas.openxmlformats.org/drawingml/2006/main"/>
        </p:blipFill>
        <p:spPr>
          <a:xfrm xmlns:a="http://schemas.openxmlformats.org/drawingml/2006/main">
            <a:off x="5587177" y="3835579"/>
            <a:ext cx="573533" cy="569784"/>
          </a:xfrm>
          <a:prstGeom xmlns:a="http://schemas.openxmlformats.org/drawingml/2006/main" prst="rect">
            <a:avLst/>
          </a:prstGeom>
        </p:spPr>
      </p:pic>
      <p:pic>
        <p:nvPic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909AAF07-F195-4F7C-B798-18959ABEEC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6e386a54346dd"/>
          <a:stretch xmlns:a="http://schemas.openxmlformats.org/drawingml/2006/main"/>
        </p:blipFill>
        <p:spPr>
          <a:xfrm xmlns:a="http://schemas.openxmlformats.org/drawingml/2006/main">
            <a:off x="5604782" y="3894764"/>
            <a:ext cx="447675" cy="447675"/>
          </a:xfrm>
          <a:prstGeom xmlns:a="http://schemas.openxmlformats.org/drawingml/2006/main" prst="rect">
            <a:avLst/>
          </a:prstGeom>
        </p:spPr>
      </p:pic>
      <p:sp>
        <p:nvSpPr>
          <p:cNvPr id="390" name="path-359">
            <a:extLst xmlns:a="http://schemas.openxmlformats.org/drawingml/2006/main">
              <a:ext uri="{FF2B5EF4-FFF2-40B4-BE49-F238E27FC236}">
                <a16:creationId xmlns:a16="http://schemas.microsoft.com/office/drawing/2014/main" id="{16D2C87D-D649-4FED-846E-9AD2EE5B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777" y="4120804"/>
            <a:ext cx="388421" cy="191"/>
          </a:xfrm>
          <a:custGeom xmlns:a="http://schemas.openxmlformats.org/drawingml/2006/main">
            <a:pathLst>
              <a:path w="388421" h="191">
                <a:moveTo>
                  <a:pt x="0" y="0"/>
                </a:moveTo>
                <a:lnTo>
                  <a:pt x="388421" y="91"/>
                </a:lnTo>
              </a:path>
            </a:pathLst>
          </a:custGeom>
          <a:noFill xmlns:a="http://schemas.openxmlformats.org/drawingml/2006/main"/>
          <a:ln xmlns:a="http://schemas.openxmlformats.org/drawingml/2006/main" w="78095">
            <a:solidFill>
              <a:srgbClr val="8BCF8B">
                <a:alpha val="70000"/>
              </a:srgbClr>
            </a:solidFill>
            <a:prstDash val="solid"/>
          </a:ln>
        </p:spPr>
      </p:sp>
      <p:sp>
        <p:nvSpPr>
          <p:cNvPr id="391" name="path-360">
            <a:extLst xmlns:a="http://schemas.openxmlformats.org/drawingml/2006/main">
              <a:ext uri="{FF2B5EF4-FFF2-40B4-BE49-F238E27FC236}">
                <a16:creationId xmlns:a16="http://schemas.microsoft.com/office/drawing/2014/main" id="{EE13E0AF-8C1C-4A3A-B3FE-A3DA6F38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095" y="7952792"/>
            <a:ext cx="7192650" cy="1091913"/>
          </a:xfrm>
          <a:custGeom xmlns:a="http://schemas.openxmlformats.org/drawingml/2006/main">
            <a:pathLst>
              <a:path w="7192650" h="1091913">
                <a:moveTo>
                  <a:pt x="0" y="120648"/>
                </a:moveTo>
                <a:cubicBezTo>
                  <a:pt x="0" y="54016"/>
                  <a:pt x="54016" y="0"/>
                  <a:pt x="120649" y="0"/>
                </a:cubicBezTo>
                <a:lnTo>
                  <a:pt x="7072002" y="0"/>
                </a:lnTo>
                <a:cubicBezTo>
                  <a:pt x="7138635" y="0"/>
                  <a:pt x="7192650" y="54016"/>
                  <a:pt x="7192650" y="120648"/>
                </a:cubicBezTo>
                <a:lnTo>
                  <a:pt x="7192650" y="971265"/>
                </a:lnTo>
                <a:cubicBezTo>
                  <a:pt x="7192650" y="1037897"/>
                  <a:pt x="7138635" y="1091913"/>
                  <a:pt x="7072002" y="1091913"/>
                </a:cubicBezTo>
                <a:lnTo>
                  <a:pt x="120649" y="1091913"/>
                </a:lnTo>
                <a:cubicBezTo>
                  <a:pt x="54016" y="1091913"/>
                  <a:pt x="0" y="1037897"/>
                  <a:pt x="0" y="971265"/>
                </a:cubicBezTo>
                <a:lnTo>
                  <a:pt x="0" y="120648"/>
                </a:lnTo>
              </a:path>
            </a:pathLst>
          </a:custGeom>
          <a:solidFill xmlns:a="http://schemas.openxmlformats.org/drawingml/2006/main">
            <a:srgbClr val="F3F0E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92" name="path-361">
            <a:extLst xmlns:a="http://schemas.openxmlformats.org/drawingml/2006/main">
              <a:ext uri="{FF2B5EF4-FFF2-40B4-BE49-F238E27FC236}">
                <a16:creationId xmlns:a16="http://schemas.microsoft.com/office/drawing/2014/main" id="{23EBD8E4-B4A6-476B-BF43-A6C131F4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7598" y="2175576"/>
            <a:ext cx="1637745" cy="2052687"/>
          </a:xfrm>
          <a:custGeom xmlns:a="http://schemas.openxmlformats.org/drawingml/2006/main">
            <a:pathLst>
              <a:path w="1637745" h="2052687">
                <a:moveTo>
                  <a:pt x="0" y="117983"/>
                </a:moveTo>
                <a:cubicBezTo>
                  <a:pt x="0" y="52822"/>
                  <a:pt x="52823" y="0"/>
                  <a:pt x="117983" y="0"/>
                </a:cubicBezTo>
                <a:lnTo>
                  <a:pt x="1519764" y="0"/>
                </a:lnTo>
                <a:cubicBezTo>
                  <a:pt x="1584924" y="0"/>
                  <a:pt x="1637745" y="52822"/>
                  <a:pt x="1637745" y="117983"/>
                </a:cubicBezTo>
                <a:lnTo>
                  <a:pt x="1637745" y="1934706"/>
                </a:lnTo>
                <a:cubicBezTo>
                  <a:pt x="1637745" y="1999865"/>
                  <a:pt x="1584924" y="2052687"/>
                  <a:pt x="1519764" y="2052687"/>
                </a:cubicBezTo>
                <a:lnTo>
                  <a:pt x="117983" y="2052687"/>
                </a:lnTo>
                <a:cubicBezTo>
                  <a:pt x="52823" y="2052687"/>
                  <a:pt x="0" y="1999865"/>
                  <a:pt x="0" y="1934706"/>
                </a:cubicBezTo>
                <a:lnTo>
                  <a:pt x="0" y="117983"/>
                </a:lnTo>
              </a:path>
            </a:pathLst>
          </a:custGeom>
          <a:solidFill xmlns:a="http://schemas.openxmlformats.org/drawingml/2006/main">
            <a:srgbClr val="FBEFAD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93" name="path-362">
            <a:extLst xmlns:a="http://schemas.openxmlformats.org/drawingml/2006/main">
              <a:ext uri="{FF2B5EF4-FFF2-40B4-BE49-F238E27FC236}">
                <a16:creationId xmlns:a16="http://schemas.microsoft.com/office/drawing/2014/main" id="{E1DD8C0A-992D-4B87-B921-B54ED2BB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7598" y="2175576"/>
            <a:ext cx="1637746" cy="2052688"/>
          </a:xfrm>
          <a:custGeom xmlns:a="http://schemas.openxmlformats.org/drawingml/2006/main">
            <a:pathLst>
              <a:path w="1637746" h="2052688">
                <a:moveTo>
                  <a:pt x="0" y="117982"/>
                </a:moveTo>
                <a:cubicBezTo>
                  <a:pt x="0" y="52823"/>
                  <a:pt x="52823" y="0"/>
                  <a:pt x="117983" y="0"/>
                </a:cubicBezTo>
                <a:lnTo>
                  <a:pt x="1519764" y="0"/>
                </a:lnTo>
                <a:cubicBezTo>
                  <a:pt x="1584925" y="0"/>
                  <a:pt x="1637746" y="52823"/>
                  <a:pt x="1637746" y="117982"/>
                </a:cubicBezTo>
                <a:lnTo>
                  <a:pt x="1637746" y="1934706"/>
                </a:lnTo>
                <a:cubicBezTo>
                  <a:pt x="1637746" y="1999866"/>
                  <a:pt x="1584925" y="2052688"/>
                  <a:pt x="1519764" y="2052688"/>
                </a:cubicBezTo>
                <a:lnTo>
                  <a:pt x="117983" y="2052688"/>
                </a:lnTo>
                <a:cubicBezTo>
                  <a:pt x="52823" y="2052688"/>
                  <a:pt x="0" y="1999866"/>
                  <a:pt x="0" y="1934706"/>
                </a:cubicBezTo>
                <a:lnTo>
                  <a:pt x="0" y="117982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E97132"/>
            </a:solidFill>
            <a:prstDash val="solid"/>
          </a:ln>
        </p:spPr>
      </p:sp>
      <p:sp>
        <p:nvSpPr>
          <p:cNvPr id="394" name="path-363">
            <a:extLst xmlns:a="http://schemas.openxmlformats.org/drawingml/2006/main">
              <a:ext uri="{FF2B5EF4-FFF2-40B4-BE49-F238E27FC236}">
                <a16:creationId xmlns:a16="http://schemas.microsoft.com/office/drawing/2014/main" id="{F8706726-B4A5-42D5-8AEC-0A1EE956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0240" y="2175577"/>
            <a:ext cx="1638159" cy="2052685"/>
          </a:xfrm>
          <a:custGeom xmlns:a="http://schemas.openxmlformats.org/drawingml/2006/main">
            <a:pathLst>
              <a:path w="1638159" h="2052685">
                <a:moveTo>
                  <a:pt x="0" y="118013"/>
                </a:moveTo>
                <a:cubicBezTo>
                  <a:pt x="0" y="52836"/>
                  <a:pt x="52836" y="0"/>
                  <a:pt x="118012" y="0"/>
                </a:cubicBezTo>
                <a:lnTo>
                  <a:pt x="1520145" y="0"/>
                </a:lnTo>
                <a:cubicBezTo>
                  <a:pt x="1585320" y="0"/>
                  <a:pt x="1638159" y="52836"/>
                  <a:pt x="1638159" y="118013"/>
                </a:cubicBezTo>
                <a:lnTo>
                  <a:pt x="1638159" y="1934671"/>
                </a:lnTo>
                <a:cubicBezTo>
                  <a:pt x="1638159" y="1999848"/>
                  <a:pt x="1585320" y="2052685"/>
                  <a:pt x="1520145" y="2052685"/>
                </a:cubicBezTo>
                <a:lnTo>
                  <a:pt x="118012" y="2052685"/>
                </a:lnTo>
                <a:cubicBezTo>
                  <a:pt x="52836" y="2052685"/>
                  <a:pt x="0" y="1999848"/>
                  <a:pt x="0" y="1934671"/>
                </a:cubicBezTo>
                <a:lnTo>
                  <a:pt x="0" y="118013"/>
                </a:lnTo>
              </a:path>
            </a:pathLst>
          </a:custGeom>
          <a:solidFill xmlns:a="http://schemas.openxmlformats.org/drawingml/2006/main">
            <a:srgbClr val="FBEFAD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95" name="path-364">
            <a:extLst xmlns:a="http://schemas.openxmlformats.org/drawingml/2006/main">
              <a:ext uri="{FF2B5EF4-FFF2-40B4-BE49-F238E27FC236}">
                <a16:creationId xmlns:a16="http://schemas.microsoft.com/office/drawing/2014/main" id="{1B6F538D-CD1F-4B5F-BDEE-DADD4990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0240" y="2175577"/>
            <a:ext cx="1638159" cy="2052685"/>
          </a:xfrm>
          <a:custGeom xmlns:a="http://schemas.openxmlformats.org/drawingml/2006/main">
            <a:pathLst>
              <a:path w="1638159" h="2052685">
                <a:moveTo>
                  <a:pt x="0" y="118014"/>
                </a:moveTo>
                <a:cubicBezTo>
                  <a:pt x="0" y="52836"/>
                  <a:pt x="52836" y="0"/>
                  <a:pt x="118014" y="0"/>
                </a:cubicBezTo>
                <a:lnTo>
                  <a:pt x="1520145" y="0"/>
                </a:lnTo>
                <a:cubicBezTo>
                  <a:pt x="1585321" y="0"/>
                  <a:pt x="1638159" y="52836"/>
                  <a:pt x="1638159" y="118014"/>
                </a:cubicBezTo>
                <a:lnTo>
                  <a:pt x="1638159" y="1934671"/>
                </a:lnTo>
                <a:cubicBezTo>
                  <a:pt x="1638159" y="1999849"/>
                  <a:pt x="1585321" y="2052685"/>
                  <a:pt x="1520145" y="2052685"/>
                </a:cubicBezTo>
                <a:lnTo>
                  <a:pt x="118014" y="2052685"/>
                </a:lnTo>
                <a:cubicBezTo>
                  <a:pt x="52836" y="2052685"/>
                  <a:pt x="0" y="1999849"/>
                  <a:pt x="0" y="1934671"/>
                </a:cubicBezTo>
                <a:lnTo>
                  <a:pt x="0" y="118014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E97132"/>
            </a:solidFill>
            <a:prstDash val="solid"/>
          </a:ln>
        </p:spPr>
      </p:sp>
      <p:sp>
        <p:nvSpPr>
          <p:cNvPr id="396" name="path-365">
            <a:extLst xmlns:a="http://schemas.openxmlformats.org/drawingml/2006/main">
              <a:ext uri="{FF2B5EF4-FFF2-40B4-BE49-F238E27FC236}">
                <a16:creationId xmlns:a16="http://schemas.microsoft.com/office/drawing/2014/main" id="{F29FF9C9-59E4-42C2-B8FB-89DF37FF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031" y="2175568"/>
            <a:ext cx="2620990" cy="2052684"/>
          </a:xfrm>
          <a:custGeom xmlns:a="http://schemas.openxmlformats.org/drawingml/2006/main">
            <a:pathLst>
              <a:path w="2620990" h="2052684">
                <a:moveTo>
                  <a:pt x="0" y="147875"/>
                </a:moveTo>
                <a:cubicBezTo>
                  <a:pt x="0" y="66206"/>
                  <a:pt x="66207" y="0"/>
                  <a:pt x="147876" y="0"/>
                </a:cubicBezTo>
                <a:lnTo>
                  <a:pt x="2473116" y="0"/>
                </a:lnTo>
                <a:cubicBezTo>
                  <a:pt x="2554785" y="0"/>
                  <a:pt x="2620990" y="66206"/>
                  <a:pt x="2620990" y="147875"/>
                </a:cubicBezTo>
                <a:lnTo>
                  <a:pt x="2620990" y="1904809"/>
                </a:lnTo>
                <a:cubicBezTo>
                  <a:pt x="2620990" y="1986478"/>
                  <a:pt x="2554785" y="2052684"/>
                  <a:pt x="2473116" y="2052684"/>
                </a:cubicBezTo>
                <a:lnTo>
                  <a:pt x="147876" y="2052684"/>
                </a:lnTo>
                <a:cubicBezTo>
                  <a:pt x="66207" y="2052684"/>
                  <a:pt x="0" y="1986478"/>
                  <a:pt x="0" y="1904809"/>
                </a:cubicBezTo>
                <a:lnTo>
                  <a:pt x="0" y="147875"/>
                </a:lnTo>
              </a:path>
            </a:pathLst>
          </a:custGeom>
          <a:solidFill xmlns:a="http://schemas.openxmlformats.org/drawingml/2006/main">
            <a:srgbClr val="FBEFAD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97" name="path-366">
            <a:extLst xmlns:a="http://schemas.openxmlformats.org/drawingml/2006/main">
              <a:ext uri="{FF2B5EF4-FFF2-40B4-BE49-F238E27FC236}">
                <a16:creationId xmlns:a16="http://schemas.microsoft.com/office/drawing/2014/main" id="{AB3B74A9-C818-446C-8CFE-8A1354B8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031" y="2175568"/>
            <a:ext cx="2620990" cy="2052684"/>
          </a:xfrm>
          <a:custGeom xmlns:a="http://schemas.openxmlformats.org/drawingml/2006/main">
            <a:pathLst>
              <a:path w="2620990" h="2052684">
                <a:moveTo>
                  <a:pt x="0" y="147875"/>
                </a:moveTo>
                <a:cubicBezTo>
                  <a:pt x="0" y="66206"/>
                  <a:pt x="66206" y="0"/>
                  <a:pt x="147874" y="0"/>
                </a:cubicBezTo>
                <a:lnTo>
                  <a:pt x="2473115" y="0"/>
                </a:lnTo>
                <a:cubicBezTo>
                  <a:pt x="2554783" y="0"/>
                  <a:pt x="2620990" y="66206"/>
                  <a:pt x="2620990" y="147875"/>
                </a:cubicBezTo>
                <a:lnTo>
                  <a:pt x="2620990" y="1904809"/>
                </a:lnTo>
                <a:cubicBezTo>
                  <a:pt x="2620990" y="1986477"/>
                  <a:pt x="2554783" y="2052684"/>
                  <a:pt x="2473115" y="2052684"/>
                </a:cubicBezTo>
                <a:lnTo>
                  <a:pt x="147874" y="2052684"/>
                </a:lnTo>
                <a:cubicBezTo>
                  <a:pt x="66206" y="2052684"/>
                  <a:pt x="0" y="1986477"/>
                  <a:pt x="0" y="1904809"/>
                </a:cubicBezTo>
                <a:lnTo>
                  <a:pt x="0" y="147875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E97132"/>
            </a:solidFill>
            <a:prstDash val="solid"/>
          </a:ln>
        </p:spPr>
      </p:sp>
      <p:pic>
        <p:nvPic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4764A034-7076-4FC7-9B44-C72F4CDE40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d57c248a0f4fa2"/>
          <a:stretch xmlns:a="http://schemas.openxmlformats.org/drawingml/2006/main"/>
        </p:blipFill>
        <p:spPr>
          <a:xfrm xmlns:a="http://schemas.openxmlformats.org/drawingml/2006/main">
            <a:off x="6543065" y="2763486"/>
            <a:ext cx="1503180" cy="1503180"/>
          </a:xfrm>
          <a:prstGeom xmlns:a="http://schemas.openxmlformats.org/drawingml/2006/main" prst="rect">
            <a:avLst/>
          </a:prstGeom>
        </p:spPr>
      </p:pic>
      <p:pic>
        <p:nvPic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83765235-A695-421F-BD44-E719BD92FE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7f893284f41df"/>
          <a:stretch xmlns:a="http://schemas.openxmlformats.org/drawingml/2006/main"/>
        </p:blipFill>
        <p:spPr>
          <a:xfrm xmlns:a="http://schemas.openxmlformats.org/drawingml/2006/main">
            <a:off x="6543065" y="2763486"/>
            <a:ext cx="1503180" cy="1503180"/>
          </a:xfrm>
          <a:prstGeom xmlns:a="http://schemas.openxmlformats.org/drawingml/2006/main" prst="rect">
            <a:avLst/>
          </a:prstGeom>
        </p:spPr>
      </p:pic>
      <p:pic>
        <p:nvPic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6FE94100-D42F-44C3-AEA1-8FB7A2196B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5e6e8bec74cf4"/>
          <a:stretch xmlns:a="http://schemas.openxmlformats.org/drawingml/2006/main"/>
        </p:blipFill>
        <p:spPr>
          <a:xfrm xmlns:a="http://schemas.openxmlformats.org/drawingml/2006/main">
            <a:off x="11551166" y="2182456"/>
            <a:ext cx="573533" cy="569784"/>
          </a:xfrm>
          <a:prstGeom xmlns:a="http://schemas.openxmlformats.org/drawingml/2006/main" prst="rect">
            <a:avLst/>
          </a:prstGeom>
        </p:spPr>
      </p:pic>
      <p:pic>
        <p:nvPic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B7E17651-F55D-4660-9B6A-F4A6583B4F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e0832c4cc49f5"/>
          <a:stretch xmlns:a="http://schemas.openxmlformats.org/drawingml/2006/main"/>
        </p:blipFill>
        <p:spPr>
          <a:xfrm xmlns:a="http://schemas.openxmlformats.org/drawingml/2006/main">
            <a:off x="11567432" y="2237414"/>
            <a:ext cx="447675" cy="457200"/>
          </a:xfrm>
          <a:prstGeom xmlns:a="http://schemas.openxmlformats.org/drawingml/2006/main" prst="rect">
            <a:avLst/>
          </a:prstGeom>
        </p:spPr>
      </p:pic>
      <p:sp>
        <p:nvSpPr>
          <p:cNvPr id="402" name="text-371 Skill">
            <a:extLst xmlns:a="http://schemas.openxmlformats.org/drawingml/2006/main">
              <a:ext uri="{FF2B5EF4-FFF2-40B4-BE49-F238E27FC236}">
                <a16:creationId xmlns:a16="http://schemas.microsoft.com/office/drawing/2014/main" id="{E23B77BE-C5D2-4542-B8E3-AF3ADD82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91765" y="2176030"/>
            <a:ext cx="409778" cy="308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3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Skill</a:t>
            </a:r>
          </a:p>
        </p:txBody>
      </p:sp>
      <p:sp>
        <p:nvSpPr>
          <p:cNvPr id="403" name="text-372 Matcher">
            <a:extLst xmlns:a="http://schemas.openxmlformats.org/drawingml/2006/main">
              <a:ext uri="{FF2B5EF4-FFF2-40B4-BE49-F238E27FC236}">
                <a16:creationId xmlns:a16="http://schemas.microsoft.com/office/drawing/2014/main" id="{FD88EBFA-9CB9-47FA-BF42-8B040AA1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2779" y="2443578"/>
            <a:ext cx="809085" cy="306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Matcher</a:t>
            </a:r>
          </a:p>
        </p:txBody>
      </p:sp>
      <p:sp>
        <p:nvSpPr>
          <p:cNvPr id="404" name="text-373 Atomic">
            <a:extLst xmlns:a="http://schemas.openxmlformats.org/drawingml/2006/main">
              <a:ext uri="{FF2B5EF4-FFF2-40B4-BE49-F238E27FC236}">
                <a16:creationId xmlns:a16="http://schemas.microsoft.com/office/drawing/2014/main" id="{59B9871F-A726-4F62-BCC1-82ED327B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2337" y="2176850"/>
            <a:ext cx="674833" cy="306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Atomic</a:t>
            </a:r>
          </a:p>
        </p:txBody>
      </p:sp>
      <p:sp>
        <p:nvSpPr>
          <p:cNvPr id="405" name="text-374 Context">
            <a:extLst xmlns:a="http://schemas.openxmlformats.org/drawingml/2006/main">
              <a:ext uri="{FF2B5EF4-FFF2-40B4-BE49-F238E27FC236}">
                <a16:creationId xmlns:a16="http://schemas.microsoft.com/office/drawing/2014/main" id="{CDA4E0FB-E10F-4BCC-B5D8-AC0D9998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6061" y="2177791"/>
            <a:ext cx="732711" cy="305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sp>
        <p:nvSpPr>
          <p:cNvPr id="406" name="text-374 &amp;">
            <a:extLst xmlns:a="http://schemas.openxmlformats.org/drawingml/2006/main">
              <a:ext uri="{FF2B5EF4-FFF2-40B4-BE49-F238E27FC236}">
                <a16:creationId xmlns:a16="http://schemas.microsoft.com/office/drawing/2014/main" id="{64EA89B1-902A-4BBA-BBFA-C7682304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8479" y="2177386"/>
            <a:ext cx="193443" cy="3062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&amp;</a:t>
            </a:r>
          </a:p>
        </p:txBody>
      </p:sp>
      <p:sp>
        <p:nvSpPr>
          <p:cNvPr id="407" name="text-375 Instance">
            <a:extLst xmlns:a="http://schemas.openxmlformats.org/drawingml/2006/main">
              <a:ext uri="{FF2B5EF4-FFF2-40B4-BE49-F238E27FC236}">
                <a16:creationId xmlns:a16="http://schemas.microsoft.com/office/drawing/2014/main" id="{81343095-A414-4F41-9534-55845FEC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4366" y="2443715"/>
            <a:ext cx="795822" cy="305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Instance</a:t>
            </a:r>
          </a:p>
        </p:txBody>
      </p:sp>
      <p:sp>
        <p:nvSpPr>
          <p:cNvPr id="408" name="text-375 Profiling">
            <a:extLst xmlns:a="http://schemas.openxmlformats.org/drawingml/2006/main">
              <a:ext uri="{FF2B5EF4-FFF2-40B4-BE49-F238E27FC236}">
                <a16:creationId xmlns:a16="http://schemas.microsoft.com/office/drawing/2014/main" id="{63F768FF-8241-4C0B-AF32-0A673564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9520" y="2442593"/>
            <a:ext cx="811007" cy="307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3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Profiling</a:t>
            </a:r>
          </a:p>
        </p:txBody>
      </p:sp>
      <p:pic>
        <p:nvPic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A23FE0FF-67C1-452E-8C91-D76761AD7B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49bf1104e4b1a"/>
          <a:stretch xmlns:a="http://schemas.openxmlformats.org/drawingml/2006/main"/>
        </p:blipFill>
        <p:spPr>
          <a:xfrm xmlns:a="http://schemas.openxmlformats.org/drawingml/2006/main">
            <a:off x="6827956" y="2182456"/>
            <a:ext cx="573533" cy="569784"/>
          </a:xfrm>
          <a:prstGeom xmlns:a="http://schemas.openxmlformats.org/drawingml/2006/main" prst="rect">
            <a:avLst/>
          </a:prstGeom>
        </p:spPr>
      </p:pic>
      <p:pic>
        <p:nvPic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1D4F6C55-459C-477A-BF53-35267DC546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f08833234c41a3"/>
          <a:stretch xmlns:a="http://schemas.openxmlformats.org/drawingml/2006/main"/>
        </p:blipFill>
        <p:spPr>
          <a:xfrm xmlns:a="http://schemas.openxmlformats.org/drawingml/2006/main">
            <a:off x="6843032" y="2237414"/>
            <a:ext cx="447675" cy="457200"/>
          </a:xfrm>
          <a:prstGeom xmlns:a="http://schemas.openxmlformats.org/drawingml/2006/main" prst="rect">
            <a:avLst/>
          </a:prstGeom>
        </p:spPr>
      </p:pic>
      <p:sp>
        <p:nvSpPr>
          <p:cNvPr id="411" name="text-378 WorkEnv">
            <a:extLst xmlns:a="http://schemas.openxmlformats.org/drawingml/2006/main">
              <a:ext uri="{FF2B5EF4-FFF2-40B4-BE49-F238E27FC236}">
                <a16:creationId xmlns:a16="http://schemas.microsoft.com/office/drawing/2014/main" id="{62B1FD01-FEB3-4032-B609-F7A962C3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822" y="2192102"/>
            <a:ext cx="848149" cy="306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WorkEnv</a:t>
            </a:r>
          </a:p>
        </p:txBody>
      </p:sp>
      <p:sp>
        <p:nvSpPr>
          <p:cNvPr id="412" name="text-379 Assembly">
            <a:extLst xmlns:a="http://schemas.openxmlformats.org/drawingml/2006/main">
              <a:ext uri="{FF2B5EF4-FFF2-40B4-BE49-F238E27FC236}">
                <a16:creationId xmlns:a16="http://schemas.microsoft.com/office/drawing/2014/main" id="{FB1F212B-33E2-4AFB-99AC-9C6A3402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47049" y="2458444"/>
            <a:ext cx="899824" cy="306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Assembly</a:t>
            </a:r>
          </a:p>
        </p:txBody>
      </p:sp>
      <p:pic>
        <p:nvPic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2F1AB4E9-BEE4-40B1-B3F1-7917756EBB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5a1e3a2184c58"/>
          <a:stretch xmlns:a="http://schemas.openxmlformats.org/drawingml/2006/main"/>
        </p:blipFill>
        <p:spPr>
          <a:xfrm xmlns:a="http://schemas.openxmlformats.org/drawingml/2006/main">
            <a:off x="9594409" y="2197437"/>
            <a:ext cx="569784" cy="566060"/>
          </a:xfrm>
          <a:prstGeom xmlns:a="http://schemas.openxmlformats.org/drawingml/2006/main" prst="rect">
            <a:avLst/>
          </a:prstGeom>
        </p:spPr>
      </p:pic>
      <p:pic>
        <p:nvPic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30676A0B-88E0-4F80-AC75-16F972E806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114ce3a3144e45"/>
          <a:stretch xmlns:a="http://schemas.openxmlformats.org/drawingml/2006/main"/>
        </p:blipFill>
        <p:spPr>
          <a:xfrm xmlns:a="http://schemas.openxmlformats.org/drawingml/2006/main">
            <a:off x="9605282" y="2256464"/>
            <a:ext cx="457200" cy="447675"/>
          </a:xfrm>
          <a:prstGeom xmlns:a="http://schemas.openxmlformats.org/drawingml/2006/main" prst="rect">
            <a:avLst/>
          </a:prstGeom>
        </p:spPr>
      </p:pic>
      <p:sp>
        <p:nvSpPr>
          <p:cNvPr id="415" name="path-382">
            <a:extLst xmlns:a="http://schemas.openxmlformats.org/drawingml/2006/main">
              <a:ext uri="{FF2B5EF4-FFF2-40B4-BE49-F238E27FC236}">
                <a16:creationId xmlns:a16="http://schemas.microsoft.com/office/drawing/2014/main" id="{0C605E41-6F4F-4093-BC3D-4EC1F106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0489" y="2751203"/>
            <a:ext cx="2468097" cy="1359558"/>
          </a:xfrm>
          <a:custGeom xmlns:a="http://schemas.openxmlformats.org/drawingml/2006/main">
            <a:pathLst>
              <a:path w="2468097" h="1359558">
                <a:moveTo>
                  <a:pt x="0" y="101218"/>
                </a:moveTo>
                <a:cubicBezTo>
                  <a:pt x="0" y="45317"/>
                  <a:pt x="45318" y="0"/>
                  <a:pt x="101218" y="0"/>
                </a:cubicBezTo>
                <a:lnTo>
                  <a:pt x="2366879" y="0"/>
                </a:lnTo>
                <a:cubicBezTo>
                  <a:pt x="2422780" y="0"/>
                  <a:pt x="2468097" y="45317"/>
                  <a:pt x="2468097" y="101218"/>
                </a:cubicBezTo>
                <a:lnTo>
                  <a:pt x="2468097" y="1258340"/>
                </a:lnTo>
                <a:cubicBezTo>
                  <a:pt x="2468097" y="1314241"/>
                  <a:pt x="2422780" y="1359558"/>
                  <a:pt x="2366879" y="1359558"/>
                </a:cubicBezTo>
                <a:lnTo>
                  <a:pt x="101218" y="1359558"/>
                </a:lnTo>
                <a:cubicBezTo>
                  <a:pt x="45318" y="1359558"/>
                  <a:pt x="0" y="1314241"/>
                  <a:pt x="0" y="1258340"/>
                </a:cubicBezTo>
                <a:lnTo>
                  <a:pt x="0" y="101218"/>
                </a:lnTo>
              </a:path>
            </a:pathLst>
          </a:custGeom>
          <a:solidFill xmlns:a="http://schemas.openxmlformats.org/drawingml/2006/main">
            <a:srgbClr val="FFFFFF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" name="path-383">
            <a:extLst xmlns:a="http://schemas.openxmlformats.org/drawingml/2006/main">
              <a:ext uri="{FF2B5EF4-FFF2-40B4-BE49-F238E27FC236}">
                <a16:creationId xmlns:a16="http://schemas.microsoft.com/office/drawing/2014/main" id="{AFE91948-A4D7-43F6-9168-12CECB72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0489" y="2751203"/>
            <a:ext cx="2468097" cy="1359557"/>
          </a:xfrm>
          <a:custGeom xmlns:a="http://schemas.openxmlformats.org/drawingml/2006/main">
            <a:pathLst>
              <a:path w="2468097" h="1359557">
                <a:moveTo>
                  <a:pt x="0" y="101218"/>
                </a:moveTo>
                <a:cubicBezTo>
                  <a:pt x="0" y="45317"/>
                  <a:pt x="45317" y="0"/>
                  <a:pt x="101218" y="0"/>
                </a:cubicBezTo>
                <a:lnTo>
                  <a:pt x="2366879" y="0"/>
                </a:lnTo>
                <a:cubicBezTo>
                  <a:pt x="2422782" y="0"/>
                  <a:pt x="2468097" y="45317"/>
                  <a:pt x="2468097" y="101218"/>
                </a:cubicBezTo>
                <a:lnTo>
                  <a:pt x="2468097" y="1258340"/>
                </a:lnTo>
                <a:cubicBezTo>
                  <a:pt x="2468097" y="1314241"/>
                  <a:pt x="2422782" y="1359557"/>
                  <a:pt x="2366879" y="1359557"/>
                </a:cubicBezTo>
                <a:lnTo>
                  <a:pt x="101218" y="1359557"/>
                </a:lnTo>
                <a:cubicBezTo>
                  <a:pt x="45317" y="1359557"/>
                  <a:pt x="0" y="1314241"/>
                  <a:pt x="0" y="1258340"/>
                </a:cubicBezTo>
                <a:lnTo>
                  <a:pt x="0" y="101218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FAC356"/>
            </a:solidFill>
            <a:prstDash val="solid"/>
          </a:ln>
        </p:spPr>
      </p:sp>
      <p:sp>
        <p:nvSpPr>
          <p:cNvPr id="417" name="text-384 Semantics">
            <a:extLst xmlns:a="http://schemas.openxmlformats.org/drawingml/2006/main">
              <a:ext uri="{FF2B5EF4-FFF2-40B4-BE49-F238E27FC236}">
                <a16:creationId xmlns:a16="http://schemas.microsoft.com/office/drawing/2014/main" id="{FB35D23C-9EF1-4FCE-8522-5FF4318E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7985" y="3610813"/>
            <a:ext cx="801674" cy="262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Semantics</a:t>
            </a:r>
          </a:p>
        </p:txBody>
      </p:sp>
      <p:sp>
        <p:nvSpPr>
          <p:cNvPr id="418" name="text-384 &amp;">
            <a:extLst xmlns:a="http://schemas.openxmlformats.org/drawingml/2006/main">
              <a:ext uri="{FF2B5EF4-FFF2-40B4-BE49-F238E27FC236}">
                <a16:creationId xmlns:a16="http://schemas.microsoft.com/office/drawing/2014/main" id="{5BF72D76-A877-4E11-9CA1-D351D39B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8053" y="3610628"/>
            <a:ext cx="161594" cy="26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&amp;</a:t>
            </a:r>
          </a:p>
        </p:txBody>
      </p:sp>
      <p:sp>
        <p:nvSpPr>
          <p:cNvPr id="419" name="text-384 Relations">
            <a:extLst xmlns:a="http://schemas.openxmlformats.org/drawingml/2006/main">
              <a:ext uri="{FF2B5EF4-FFF2-40B4-BE49-F238E27FC236}">
                <a16:creationId xmlns:a16="http://schemas.microsoft.com/office/drawing/2014/main" id="{D734605D-0D33-413E-BCAB-1CCA6CCD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7826" y="3610997"/>
            <a:ext cx="729481" cy="261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Relations</a:t>
            </a:r>
          </a:p>
        </p:txBody>
      </p:sp>
      <p:sp>
        <p:nvSpPr>
          <p:cNvPr id="420" name="text-385 &amp;">
            <a:extLst xmlns:a="http://schemas.openxmlformats.org/drawingml/2006/main">
              <a:ext uri="{FF2B5EF4-FFF2-40B4-BE49-F238E27FC236}">
                <a16:creationId xmlns:a16="http://schemas.microsoft.com/office/drawing/2014/main" id="{796DB96D-3CD6-45C7-9A32-40E19B0B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6865" y="3610628"/>
            <a:ext cx="161594" cy="26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&amp;</a:t>
            </a:r>
          </a:p>
        </p:txBody>
      </p:sp>
      <p:sp>
        <p:nvSpPr>
          <p:cNvPr id="421" name="text-386 Executability">
            <a:extLst xmlns:a="http://schemas.openxmlformats.org/drawingml/2006/main">
              <a:ext uri="{FF2B5EF4-FFF2-40B4-BE49-F238E27FC236}">
                <a16:creationId xmlns:a16="http://schemas.microsoft.com/office/drawing/2014/main" id="{D3172BB6-8076-48A5-9935-7E7011E6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0863" y="3843229"/>
            <a:ext cx="993995" cy="262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Executability</a:t>
            </a:r>
          </a:p>
        </p:txBody>
      </p:sp>
      <p:sp>
        <p:nvSpPr>
          <p:cNvPr id="422" name="path-387">
            <a:extLst xmlns:a="http://schemas.openxmlformats.org/drawingml/2006/main">
              <a:ext uri="{FF2B5EF4-FFF2-40B4-BE49-F238E27FC236}">
                <a16:creationId xmlns:a16="http://schemas.microsoft.com/office/drawing/2014/main" id="{8E89120C-5412-4CD1-B3A1-6EFAD106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495" y="2168273"/>
            <a:ext cx="1496479" cy="1969625"/>
          </a:xfrm>
          <a:custGeom xmlns:a="http://schemas.openxmlformats.org/drawingml/2006/main">
            <a:pathLst>
              <a:path w="1496479" h="1969625">
                <a:moveTo>
                  <a:pt x="0" y="134354"/>
                </a:moveTo>
                <a:cubicBezTo>
                  <a:pt x="0" y="60152"/>
                  <a:pt x="60152" y="0"/>
                  <a:pt x="134354" y="0"/>
                </a:cubicBezTo>
                <a:lnTo>
                  <a:pt x="1362127" y="0"/>
                </a:lnTo>
                <a:cubicBezTo>
                  <a:pt x="1436328" y="0"/>
                  <a:pt x="1496479" y="60152"/>
                  <a:pt x="1496479" y="134354"/>
                </a:cubicBezTo>
                <a:lnTo>
                  <a:pt x="1496479" y="1835272"/>
                </a:lnTo>
                <a:cubicBezTo>
                  <a:pt x="1496479" y="1909473"/>
                  <a:pt x="1436328" y="1969625"/>
                  <a:pt x="1362127" y="1969625"/>
                </a:cubicBezTo>
                <a:lnTo>
                  <a:pt x="134354" y="1969625"/>
                </a:lnTo>
                <a:cubicBezTo>
                  <a:pt x="60152" y="1969625"/>
                  <a:pt x="0" y="1909473"/>
                  <a:pt x="0" y="1835272"/>
                </a:cubicBezTo>
                <a:lnTo>
                  <a:pt x="0" y="134354"/>
                </a:lnTo>
              </a:path>
            </a:pathLst>
          </a:custGeom>
          <a:solidFill xmlns:a="http://schemas.openxmlformats.org/drawingml/2006/main">
            <a:srgbClr val="FAC35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23" name="path-388">
            <a:extLst xmlns:a="http://schemas.openxmlformats.org/drawingml/2006/main">
              <a:ext uri="{FF2B5EF4-FFF2-40B4-BE49-F238E27FC236}">
                <a16:creationId xmlns:a16="http://schemas.microsoft.com/office/drawing/2014/main" id="{0368FAE8-A006-4E4F-A334-AA413C69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495" y="2168273"/>
            <a:ext cx="1496481" cy="1969626"/>
          </a:xfrm>
          <a:custGeom xmlns:a="http://schemas.openxmlformats.org/drawingml/2006/main">
            <a:pathLst>
              <a:path w="1496481" h="1969626">
                <a:moveTo>
                  <a:pt x="0" y="134354"/>
                </a:moveTo>
                <a:cubicBezTo>
                  <a:pt x="0" y="60152"/>
                  <a:pt x="60153" y="0"/>
                  <a:pt x="134355" y="0"/>
                </a:cubicBezTo>
                <a:lnTo>
                  <a:pt x="1362125" y="0"/>
                </a:lnTo>
                <a:cubicBezTo>
                  <a:pt x="1436328" y="0"/>
                  <a:pt x="1496481" y="60152"/>
                  <a:pt x="1496481" y="134354"/>
                </a:cubicBezTo>
                <a:lnTo>
                  <a:pt x="1496481" y="1835272"/>
                </a:lnTo>
                <a:cubicBezTo>
                  <a:pt x="1496481" y="1909475"/>
                  <a:pt x="1436328" y="1969626"/>
                  <a:pt x="1362125" y="1969626"/>
                </a:cubicBezTo>
                <a:lnTo>
                  <a:pt x="134355" y="1969626"/>
                </a:lnTo>
                <a:cubicBezTo>
                  <a:pt x="60153" y="1969626"/>
                  <a:pt x="0" y="1909475"/>
                  <a:pt x="0" y="1835272"/>
                </a:cubicBezTo>
                <a:lnTo>
                  <a:pt x="0" y="134354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E97132"/>
            </a:solidFill>
            <a:prstDash val="solid"/>
          </a:ln>
        </p:spPr>
      </p:sp>
      <p:sp>
        <p:nvSpPr>
          <p:cNvPr id="424" name="path-389">
            <a:extLst xmlns:a="http://schemas.openxmlformats.org/drawingml/2006/main">
              <a:ext uri="{FF2B5EF4-FFF2-40B4-BE49-F238E27FC236}">
                <a16:creationId xmlns:a16="http://schemas.microsoft.com/office/drawing/2014/main" id="{BB82F9BA-B0BD-47A8-B8FA-86C9021B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0513" y="2217816"/>
            <a:ext cx="1482148" cy="1969630"/>
          </a:xfrm>
          <a:custGeom xmlns:a="http://schemas.openxmlformats.org/drawingml/2006/main">
            <a:pathLst>
              <a:path w="1482148" h="1969630">
                <a:moveTo>
                  <a:pt x="0" y="133067"/>
                </a:moveTo>
                <a:cubicBezTo>
                  <a:pt x="0" y="59576"/>
                  <a:pt x="59575" y="0"/>
                  <a:pt x="133066" y="0"/>
                </a:cubicBezTo>
                <a:lnTo>
                  <a:pt x="1349082" y="0"/>
                </a:lnTo>
                <a:cubicBezTo>
                  <a:pt x="1422574" y="0"/>
                  <a:pt x="1482148" y="59576"/>
                  <a:pt x="1482148" y="133067"/>
                </a:cubicBezTo>
                <a:lnTo>
                  <a:pt x="1482148" y="1836563"/>
                </a:lnTo>
                <a:cubicBezTo>
                  <a:pt x="1482148" y="1910054"/>
                  <a:pt x="1422574" y="1969630"/>
                  <a:pt x="1349082" y="1969630"/>
                </a:cubicBezTo>
                <a:lnTo>
                  <a:pt x="133066" y="1969630"/>
                </a:lnTo>
                <a:cubicBezTo>
                  <a:pt x="59575" y="1969630"/>
                  <a:pt x="0" y="1910054"/>
                  <a:pt x="0" y="1836563"/>
                </a:cubicBezTo>
                <a:lnTo>
                  <a:pt x="0" y="133067"/>
                </a:lnTo>
              </a:path>
            </a:pathLst>
          </a:custGeom>
          <a:solidFill xmlns:a="http://schemas.openxmlformats.org/drawingml/2006/main">
            <a:srgbClr val="FAC35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25" name="path-390">
            <a:extLst xmlns:a="http://schemas.openxmlformats.org/drawingml/2006/main">
              <a:ext uri="{FF2B5EF4-FFF2-40B4-BE49-F238E27FC236}">
                <a16:creationId xmlns:a16="http://schemas.microsoft.com/office/drawing/2014/main" id="{E393BA4A-189B-4D6F-8680-BE14984B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0513" y="2217816"/>
            <a:ext cx="1482148" cy="1969630"/>
          </a:xfrm>
          <a:custGeom xmlns:a="http://schemas.openxmlformats.org/drawingml/2006/main">
            <a:pathLst>
              <a:path w="1482148" h="1969630">
                <a:moveTo>
                  <a:pt x="0" y="133066"/>
                </a:moveTo>
                <a:cubicBezTo>
                  <a:pt x="0" y="59576"/>
                  <a:pt x="59576" y="0"/>
                  <a:pt x="133066" y="0"/>
                </a:cubicBezTo>
                <a:lnTo>
                  <a:pt x="1349082" y="0"/>
                </a:lnTo>
                <a:cubicBezTo>
                  <a:pt x="1422572" y="0"/>
                  <a:pt x="1482148" y="59576"/>
                  <a:pt x="1482148" y="133066"/>
                </a:cubicBezTo>
                <a:lnTo>
                  <a:pt x="1482148" y="1836564"/>
                </a:lnTo>
                <a:cubicBezTo>
                  <a:pt x="1482148" y="1910053"/>
                  <a:pt x="1422572" y="1969630"/>
                  <a:pt x="1349082" y="1969630"/>
                </a:cubicBezTo>
                <a:lnTo>
                  <a:pt x="133066" y="1969630"/>
                </a:lnTo>
                <a:cubicBezTo>
                  <a:pt x="59576" y="1969630"/>
                  <a:pt x="0" y="1910053"/>
                  <a:pt x="0" y="1836564"/>
                </a:cubicBezTo>
                <a:lnTo>
                  <a:pt x="0" y="133066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E97132"/>
            </a:solidFill>
            <a:prstDash val="solid"/>
          </a:ln>
        </p:spPr>
      </p:sp>
      <p:sp>
        <p:nvSpPr>
          <p:cNvPr id="426" name="path-391">
            <a:extLst xmlns:a="http://schemas.openxmlformats.org/drawingml/2006/main">
              <a:ext uri="{FF2B5EF4-FFF2-40B4-BE49-F238E27FC236}">
                <a16:creationId xmlns:a16="http://schemas.microsoft.com/office/drawing/2014/main" id="{24C4C5C7-370B-4320-A68A-0D4FD1A6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9141" y="2267377"/>
            <a:ext cx="1482150" cy="1969631"/>
          </a:xfrm>
          <a:custGeom xmlns:a="http://schemas.openxmlformats.org/drawingml/2006/main">
            <a:pathLst>
              <a:path w="1482150" h="1969631">
                <a:moveTo>
                  <a:pt x="0" y="133066"/>
                </a:moveTo>
                <a:cubicBezTo>
                  <a:pt x="0" y="59576"/>
                  <a:pt x="59576" y="0"/>
                  <a:pt x="133067" y="0"/>
                </a:cubicBezTo>
                <a:lnTo>
                  <a:pt x="1349084" y="0"/>
                </a:lnTo>
                <a:cubicBezTo>
                  <a:pt x="1422574" y="0"/>
                  <a:pt x="1482150" y="59576"/>
                  <a:pt x="1482150" y="133066"/>
                </a:cubicBezTo>
                <a:lnTo>
                  <a:pt x="1482150" y="1836564"/>
                </a:lnTo>
                <a:cubicBezTo>
                  <a:pt x="1482150" y="1910055"/>
                  <a:pt x="1422574" y="1969631"/>
                  <a:pt x="1349084" y="1969631"/>
                </a:cubicBezTo>
                <a:lnTo>
                  <a:pt x="133067" y="1969631"/>
                </a:lnTo>
                <a:cubicBezTo>
                  <a:pt x="59576" y="1969631"/>
                  <a:pt x="0" y="1910055"/>
                  <a:pt x="0" y="1836564"/>
                </a:cubicBezTo>
                <a:lnTo>
                  <a:pt x="0" y="133066"/>
                </a:lnTo>
              </a:path>
            </a:pathLst>
          </a:custGeom>
          <a:solidFill xmlns:a="http://schemas.openxmlformats.org/drawingml/2006/main">
            <a:srgbClr val="FAC35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27" name="path-392">
            <a:extLst xmlns:a="http://schemas.openxmlformats.org/drawingml/2006/main">
              <a:ext uri="{FF2B5EF4-FFF2-40B4-BE49-F238E27FC236}">
                <a16:creationId xmlns:a16="http://schemas.microsoft.com/office/drawing/2014/main" id="{118A7754-57B9-4800-BEAB-50E751C5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9141" y="2267377"/>
            <a:ext cx="1482150" cy="1969631"/>
          </a:xfrm>
          <a:custGeom xmlns:a="http://schemas.openxmlformats.org/drawingml/2006/main">
            <a:pathLst>
              <a:path w="1482150" h="1969631">
                <a:moveTo>
                  <a:pt x="0" y="133066"/>
                </a:moveTo>
                <a:cubicBezTo>
                  <a:pt x="0" y="59576"/>
                  <a:pt x="59576" y="0"/>
                  <a:pt x="133067" y="0"/>
                </a:cubicBezTo>
                <a:lnTo>
                  <a:pt x="1349084" y="0"/>
                </a:lnTo>
                <a:cubicBezTo>
                  <a:pt x="1422574" y="0"/>
                  <a:pt x="1482150" y="59576"/>
                  <a:pt x="1482150" y="133066"/>
                </a:cubicBezTo>
                <a:lnTo>
                  <a:pt x="1482150" y="1836565"/>
                </a:lnTo>
                <a:cubicBezTo>
                  <a:pt x="1482150" y="1910055"/>
                  <a:pt x="1422574" y="1969631"/>
                  <a:pt x="1349084" y="1969631"/>
                </a:cubicBezTo>
                <a:lnTo>
                  <a:pt x="133067" y="1969631"/>
                </a:lnTo>
                <a:cubicBezTo>
                  <a:pt x="59576" y="1969631"/>
                  <a:pt x="0" y="1910055"/>
                  <a:pt x="0" y="1836565"/>
                </a:cubicBezTo>
                <a:lnTo>
                  <a:pt x="0" y="133066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E97132"/>
            </a:solidFill>
            <a:prstDash val="solid"/>
          </a:ln>
        </p:spPr>
      </p:sp>
      <p:sp>
        <p:nvSpPr>
          <p:cNvPr id="428" name="path-393">
            <a:extLst xmlns:a="http://schemas.openxmlformats.org/drawingml/2006/main">
              <a:ext uri="{FF2B5EF4-FFF2-40B4-BE49-F238E27FC236}">
                <a16:creationId xmlns:a16="http://schemas.microsoft.com/office/drawing/2014/main" id="{970488CE-6A83-42F5-91CD-0AA77820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9724" y="2776940"/>
            <a:ext cx="1351088" cy="1309208"/>
          </a:xfrm>
          <a:custGeom xmlns:a="http://schemas.openxmlformats.org/drawingml/2006/main">
            <a:pathLst>
              <a:path w="1351088" h="1309208">
                <a:moveTo>
                  <a:pt x="0" y="117542"/>
                </a:moveTo>
                <a:cubicBezTo>
                  <a:pt x="0" y="52625"/>
                  <a:pt x="52624" y="0"/>
                  <a:pt x="117540" y="0"/>
                </a:cubicBezTo>
                <a:lnTo>
                  <a:pt x="1233548" y="0"/>
                </a:lnTo>
                <a:cubicBezTo>
                  <a:pt x="1298463" y="0"/>
                  <a:pt x="1351088" y="52625"/>
                  <a:pt x="1351088" y="117542"/>
                </a:cubicBezTo>
                <a:lnTo>
                  <a:pt x="1351088" y="1191669"/>
                </a:lnTo>
                <a:cubicBezTo>
                  <a:pt x="1351088" y="1256584"/>
                  <a:pt x="1298463" y="1309208"/>
                  <a:pt x="1233548" y="1309208"/>
                </a:cubicBezTo>
                <a:lnTo>
                  <a:pt x="117540" y="1309208"/>
                </a:lnTo>
                <a:cubicBezTo>
                  <a:pt x="52624" y="1309208"/>
                  <a:pt x="0" y="1256584"/>
                  <a:pt x="0" y="1191669"/>
                </a:cubicBezTo>
                <a:lnTo>
                  <a:pt x="0" y="117542"/>
                </a:lnTo>
              </a:path>
            </a:pathLst>
          </a:custGeom>
          <a:solidFill xmlns:a="http://schemas.openxmlformats.org/drawingml/2006/main">
            <a:srgbClr val="FBEFA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29" name="text-394 Task">
            <a:extLst xmlns:a="http://schemas.openxmlformats.org/drawingml/2006/main">
              <a:ext uri="{FF2B5EF4-FFF2-40B4-BE49-F238E27FC236}">
                <a16:creationId xmlns:a16="http://schemas.microsoft.com/office/drawing/2014/main" id="{5AB3035B-243C-4E9A-9655-78198F01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94435" y="2253138"/>
            <a:ext cx="436372" cy="305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430" name="text-395 Candidate">
            <a:extLst xmlns:a="http://schemas.openxmlformats.org/drawingml/2006/main">
              <a:ext uri="{FF2B5EF4-FFF2-40B4-BE49-F238E27FC236}">
                <a16:creationId xmlns:a16="http://schemas.microsoft.com/office/drawing/2014/main" id="{B9FB99E5-D56E-4478-AE50-75EED9E0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03957" y="2518524"/>
            <a:ext cx="964859" cy="30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Candidate</a:t>
            </a:r>
          </a:p>
        </p:txBody>
      </p:sp>
      <p:sp>
        <p:nvSpPr>
          <p:cNvPr id="431" name="path-396">
            <a:extLst xmlns:a="http://schemas.openxmlformats.org/drawingml/2006/main">
              <a:ext uri="{FF2B5EF4-FFF2-40B4-BE49-F238E27FC236}">
                <a16:creationId xmlns:a16="http://schemas.microsoft.com/office/drawing/2014/main" id="{151637DE-405C-47C2-B22A-B9AA6705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5672" y="2591503"/>
            <a:ext cx="125670" cy="145742"/>
          </a:xfrm>
          <a:custGeom xmlns:a="http://schemas.openxmlformats.org/drawingml/2006/main">
            <a:pathLst>
              <a:path w="125670" h="145742">
                <a:moveTo>
                  <a:pt x="125670" y="0"/>
                </a:moveTo>
                <a:lnTo>
                  <a:pt x="117235" y="38651"/>
                </a:lnTo>
                <a:lnTo>
                  <a:pt x="103568" y="38651"/>
                </a:lnTo>
                <a:cubicBezTo>
                  <a:pt x="103497" y="30750"/>
                  <a:pt x="103034" y="25216"/>
                  <a:pt x="102180" y="22048"/>
                </a:cubicBezTo>
                <a:cubicBezTo>
                  <a:pt x="101326" y="18881"/>
                  <a:pt x="99955" y="16496"/>
                  <a:pt x="98069" y="14895"/>
                </a:cubicBezTo>
                <a:cubicBezTo>
                  <a:pt x="96183" y="13293"/>
                  <a:pt x="93531" y="12492"/>
                  <a:pt x="90115" y="12492"/>
                </a:cubicBezTo>
                <a:lnTo>
                  <a:pt x="80612" y="12492"/>
                </a:lnTo>
                <a:lnTo>
                  <a:pt x="57656" y="116914"/>
                </a:lnTo>
                <a:cubicBezTo>
                  <a:pt x="57158" y="119263"/>
                  <a:pt x="56802" y="121256"/>
                  <a:pt x="56589" y="122893"/>
                </a:cubicBezTo>
                <a:cubicBezTo>
                  <a:pt x="56375" y="124531"/>
                  <a:pt x="56268" y="126702"/>
                  <a:pt x="56268" y="129406"/>
                </a:cubicBezTo>
                <a:cubicBezTo>
                  <a:pt x="56268" y="132681"/>
                  <a:pt x="57105" y="134994"/>
                  <a:pt x="58777" y="136347"/>
                </a:cubicBezTo>
                <a:cubicBezTo>
                  <a:pt x="60450" y="137699"/>
                  <a:pt x="63066" y="138482"/>
                  <a:pt x="66625" y="138696"/>
                </a:cubicBezTo>
                <a:lnTo>
                  <a:pt x="65130" y="145742"/>
                </a:lnTo>
                <a:lnTo>
                  <a:pt x="8435" y="145742"/>
                </a:lnTo>
                <a:lnTo>
                  <a:pt x="9930" y="138696"/>
                </a:lnTo>
                <a:cubicBezTo>
                  <a:pt x="13062" y="138268"/>
                  <a:pt x="15553" y="137343"/>
                  <a:pt x="17404" y="135920"/>
                </a:cubicBezTo>
                <a:cubicBezTo>
                  <a:pt x="19254" y="134496"/>
                  <a:pt x="20803" y="132378"/>
                  <a:pt x="22048" y="129567"/>
                </a:cubicBezTo>
                <a:cubicBezTo>
                  <a:pt x="23294" y="126755"/>
                  <a:pt x="24557" y="122538"/>
                  <a:pt x="25839" y="116914"/>
                </a:cubicBezTo>
                <a:lnTo>
                  <a:pt x="48794" y="12492"/>
                </a:lnTo>
                <a:lnTo>
                  <a:pt x="40253" y="12492"/>
                </a:lnTo>
                <a:cubicBezTo>
                  <a:pt x="36338" y="12492"/>
                  <a:pt x="33170" y="13079"/>
                  <a:pt x="30750" y="14254"/>
                </a:cubicBezTo>
                <a:cubicBezTo>
                  <a:pt x="28330" y="15428"/>
                  <a:pt x="25625" y="17884"/>
                  <a:pt x="22635" y="21621"/>
                </a:cubicBezTo>
                <a:cubicBezTo>
                  <a:pt x="19646" y="25358"/>
                  <a:pt x="16763" y="30287"/>
                  <a:pt x="13987" y="36409"/>
                </a:cubicBezTo>
                <a:lnTo>
                  <a:pt x="0" y="36409"/>
                </a:lnTo>
                <a:lnTo>
                  <a:pt x="8008" y="0"/>
                </a:lnTo>
                <a:lnTo>
                  <a:pt x="12567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" name="path-397">
            <a:extLst xmlns:a="http://schemas.openxmlformats.org/drawingml/2006/main">
              <a:ext uri="{FF2B5EF4-FFF2-40B4-BE49-F238E27FC236}">
                <a16:creationId xmlns:a16="http://schemas.microsoft.com/office/drawing/2014/main" id="{6E93B0E0-737A-476A-B566-568E0E93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5543" y="2676144"/>
            <a:ext cx="41946" cy="107305"/>
          </a:xfrm>
          <a:custGeom xmlns:a="http://schemas.openxmlformats.org/drawingml/2006/main">
            <a:pathLst>
              <a:path w="41946" h="107305">
                <a:moveTo>
                  <a:pt x="39963" y="0"/>
                </a:moveTo>
                <a:lnTo>
                  <a:pt x="35997" y="18685"/>
                </a:lnTo>
                <a:lnTo>
                  <a:pt x="16244" y="18685"/>
                </a:lnTo>
                <a:lnTo>
                  <a:pt x="20439" y="0"/>
                </a:lnTo>
                <a:lnTo>
                  <a:pt x="39963" y="0"/>
                </a:lnTo>
                <a:moveTo>
                  <a:pt x="22498" y="82061"/>
                </a:moveTo>
                <a:cubicBezTo>
                  <a:pt x="21990" y="84197"/>
                  <a:pt x="21647" y="85849"/>
                  <a:pt x="21469" y="87018"/>
                </a:cubicBezTo>
                <a:cubicBezTo>
                  <a:pt x="21291" y="88188"/>
                  <a:pt x="21202" y="89510"/>
                  <a:pt x="21202" y="90984"/>
                </a:cubicBezTo>
                <a:cubicBezTo>
                  <a:pt x="21202" y="92967"/>
                  <a:pt x="21532" y="94340"/>
                  <a:pt x="22193" y="95102"/>
                </a:cubicBezTo>
                <a:cubicBezTo>
                  <a:pt x="22854" y="95865"/>
                  <a:pt x="23795" y="96246"/>
                  <a:pt x="25015" y="96246"/>
                </a:cubicBezTo>
                <a:cubicBezTo>
                  <a:pt x="26489" y="96246"/>
                  <a:pt x="28142" y="95547"/>
                  <a:pt x="29972" y="94149"/>
                </a:cubicBezTo>
                <a:cubicBezTo>
                  <a:pt x="31803" y="92751"/>
                  <a:pt x="33963" y="90628"/>
                  <a:pt x="36455" y="87781"/>
                </a:cubicBezTo>
                <a:lnTo>
                  <a:pt x="41946" y="93272"/>
                </a:lnTo>
                <a:cubicBezTo>
                  <a:pt x="36963" y="98356"/>
                  <a:pt x="32502" y="101966"/>
                  <a:pt x="28561" y="104102"/>
                </a:cubicBezTo>
                <a:cubicBezTo>
                  <a:pt x="24621" y="106237"/>
                  <a:pt x="20286" y="107305"/>
                  <a:pt x="15558" y="107305"/>
                </a:cubicBezTo>
                <a:cubicBezTo>
                  <a:pt x="10169" y="107305"/>
                  <a:pt x="6228" y="105983"/>
                  <a:pt x="3737" y="103339"/>
                </a:cubicBezTo>
                <a:cubicBezTo>
                  <a:pt x="1246" y="100695"/>
                  <a:pt x="0" y="96704"/>
                  <a:pt x="0" y="91366"/>
                </a:cubicBezTo>
                <a:cubicBezTo>
                  <a:pt x="0" y="87959"/>
                  <a:pt x="559" y="83968"/>
                  <a:pt x="1678" y="79392"/>
                </a:cubicBezTo>
                <a:lnTo>
                  <a:pt x="8084" y="52852"/>
                </a:lnTo>
                <a:cubicBezTo>
                  <a:pt x="9253" y="48022"/>
                  <a:pt x="9838" y="44208"/>
                  <a:pt x="9838" y="41412"/>
                </a:cubicBezTo>
                <a:cubicBezTo>
                  <a:pt x="9838" y="39429"/>
                  <a:pt x="9368" y="38018"/>
                  <a:pt x="8427" y="37179"/>
                </a:cubicBezTo>
                <a:cubicBezTo>
                  <a:pt x="7487" y="36340"/>
                  <a:pt x="5517" y="35768"/>
                  <a:pt x="2517" y="35463"/>
                </a:cubicBezTo>
                <a:lnTo>
                  <a:pt x="3661" y="30430"/>
                </a:lnTo>
                <a:lnTo>
                  <a:pt x="26006" y="29591"/>
                </a:lnTo>
                <a:lnTo>
                  <a:pt x="34701" y="29591"/>
                </a:lnTo>
                <a:lnTo>
                  <a:pt x="22498" y="820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75C642F3-90CC-49A2-AADF-0237842DCB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274df5e33b4c40"/>
          <a:stretch xmlns:a="http://schemas.openxmlformats.org/drawingml/2006/main"/>
        </p:blipFill>
        <p:spPr>
          <a:xfrm xmlns:a="http://schemas.openxmlformats.org/drawingml/2006/main">
            <a:off x="13283009" y="2182455"/>
            <a:ext cx="479818" cy="479818"/>
          </a:xfrm>
          <a:prstGeom xmlns:a="http://schemas.openxmlformats.org/drawingml/2006/main" prst="rect">
            <a:avLst/>
          </a:prstGeom>
        </p:spPr>
      </p:pic>
      <p:pic>
        <p:nvPic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B3FB221A-09AB-4A5C-9671-95C794BA86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3f7c534275444e"/>
          <a:stretch xmlns:a="http://schemas.openxmlformats.org/drawingml/2006/main"/>
        </p:blipFill>
        <p:spPr>
          <a:xfrm xmlns:a="http://schemas.openxmlformats.org/drawingml/2006/main">
            <a:off x="13291457" y="2237414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35" name="text-400 Task">
            <a:extLst xmlns:a="http://schemas.openxmlformats.org/drawingml/2006/main">
              <a:ext uri="{FF2B5EF4-FFF2-40B4-BE49-F238E27FC236}">
                <a16:creationId xmlns:a16="http://schemas.microsoft.com/office/drawing/2014/main" id="{7BDE9019-9378-4131-A0AB-3E0AA4CB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61648" y="3285016"/>
            <a:ext cx="362662" cy="261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436" name="text-400 Instruction">
            <a:extLst xmlns:a="http://schemas.openxmlformats.org/drawingml/2006/main">
              <a:ext uri="{FF2B5EF4-FFF2-40B4-BE49-F238E27FC236}">
                <a16:creationId xmlns:a16="http://schemas.microsoft.com/office/drawing/2014/main" id="{9F6FCED8-4F9B-4098-8E6D-CD5EE23B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34444" y="3284894"/>
            <a:ext cx="844708" cy="261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Instruction</a:t>
            </a:r>
          </a:p>
        </p:txBody>
      </p:sp>
      <p:sp>
        <p:nvSpPr>
          <p:cNvPr id="437" name="text-401 Starter">
            <a:extLst xmlns:a="http://schemas.openxmlformats.org/drawingml/2006/main">
              <a:ext uri="{FF2B5EF4-FFF2-40B4-BE49-F238E27FC236}">
                <a16:creationId xmlns:a16="http://schemas.microsoft.com/office/drawing/2014/main" id="{7FF84A2E-B7FB-40BA-8C81-764641D9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61648" y="3517493"/>
            <a:ext cx="552100" cy="261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Starter</a:t>
            </a:r>
          </a:p>
        </p:txBody>
      </p:sp>
      <p:sp>
        <p:nvSpPr>
          <p:cNvPr id="438" name="text-401 WorkEnv">
            <a:extLst xmlns:a="http://schemas.openxmlformats.org/drawingml/2006/main">
              <a:ext uri="{FF2B5EF4-FFF2-40B4-BE49-F238E27FC236}">
                <a16:creationId xmlns:a16="http://schemas.microsoft.com/office/drawing/2014/main" id="{D40C9E1A-7F0A-46E0-9E71-681FF236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3223" y="3517238"/>
            <a:ext cx="703781" cy="26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WorkEnv</a:t>
            </a:r>
          </a:p>
        </p:txBody>
      </p:sp>
      <p:sp>
        <p:nvSpPr>
          <p:cNvPr id="439" name="text-402 Reference">
            <a:extLst xmlns:a="http://schemas.openxmlformats.org/drawingml/2006/main">
              <a:ext uri="{FF2B5EF4-FFF2-40B4-BE49-F238E27FC236}">
                <a16:creationId xmlns:a16="http://schemas.microsoft.com/office/drawing/2014/main" id="{3A174A14-6AE2-4B27-9C22-F6C3EF7A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61648" y="3738124"/>
            <a:ext cx="781416" cy="262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440" name="text-402 State">
            <a:extLst xmlns:a="http://schemas.openxmlformats.org/drawingml/2006/main">
              <a:ext uri="{FF2B5EF4-FFF2-40B4-BE49-F238E27FC236}">
                <a16:creationId xmlns:a16="http://schemas.microsoft.com/office/drawing/2014/main" id="{25FC4537-CDE4-4BEE-97CD-C5EC4DF2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52598" y="3739134"/>
            <a:ext cx="422906" cy="260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68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State</a:t>
            </a:r>
          </a:p>
        </p:txBody>
      </p:sp>
      <p:sp>
        <p:nvSpPr>
          <p:cNvPr id="441" name="path-403">
            <a:extLst xmlns:a="http://schemas.openxmlformats.org/drawingml/2006/main">
              <a:ext uri="{FF2B5EF4-FFF2-40B4-BE49-F238E27FC236}">
                <a16:creationId xmlns:a16="http://schemas.microsoft.com/office/drawing/2014/main" id="{9541D5BF-B79F-4AB8-ABFE-97417113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983" y="2755679"/>
            <a:ext cx="1527471" cy="1405350"/>
          </a:xfrm>
          <a:custGeom xmlns:a="http://schemas.openxmlformats.org/drawingml/2006/main">
            <a:pathLst>
              <a:path w="1527471" h="1405350">
                <a:moveTo>
                  <a:pt x="0" y="153662"/>
                </a:moveTo>
                <a:cubicBezTo>
                  <a:pt x="0" y="68797"/>
                  <a:pt x="68796" y="0"/>
                  <a:pt x="153661" y="0"/>
                </a:cubicBezTo>
                <a:lnTo>
                  <a:pt x="1373811" y="0"/>
                </a:lnTo>
                <a:cubicBezTo>
                  <a:pt x="1458676" y="0"/>
                  <a:pt x="1527471" y="68797"/>
                  <a:pt x="1527471" y="153662"/>
                </a:cubicBezTo>
                <a:lnTo>
                  <a:pt x="1527471" y="1251690"/>
                </a:lnTo>
                <a:cubicBezTo>
                  <a:pt x="1527471" y="1336553"/>
                  <a:pt x="1458676" y="1405350"/>
                  <a:pt x="1373811" y="1405350"/>
                </a:cubicBezTo>
                <a:lnTo>
                  <a:pt x="153661" y="1405350"/>
                </a:lnTo>
                <a:cubicBezTo>
                  <a:pt x="68796" y="1405350"/>
                  <a:pt x="0" y="1336553"/>
                  <a:pt x="0" y="1251690"/>
                </a:cubicBezTo>
                <a:lnTo>
                  <a:pt x="0" y="153662"/>
                </a:lnTo>
              </a:path>
            </a:pathLst>
          </a:custGeom>
          <a:solidFill xmlns:a="http://schemas.openxmlformats.org/drawingml/2006/main">
            <a:srgbClr val="FFFFFF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" name="path-404">
            <a:extLst xmlns:a="http://schemas.openxmlformats.org/drawingml/2006/main">
              <a:ext uri="{FF2B5EF4-FFF2-40B4-BE49-F238E27FC236}">
                <a16:creationId xmlns:a16="http://schemas.microsoft.com/office/drawing/2014/main" id="{020DB752-3ED9-4C16-8043-ECDDB03A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983" y="2755679"/>
            <a:ext cx="1527472" cy="1405350"/>
          </a:xfrm>
          <a:custGeom xmlns:a="http://schemas.openxmlformats.org/drawingml/2006/main">
            <a:pathLst>
              <a:path w="1527472" h="1405350">
                <a:moveTo>
                  <a:pt x="0" y="153661"/>
                </a:moveTo>
                <a:cubicBezTo>
                  <a:pt x="0" y="68796"/>
                  <a:pt x="68796" y="0"/>
                  <a:pt x="153661" y="0"/>
                </a:cubicBezTo>
                <a:lnTo>
                  <a:pt x="1373811" y="0"/>
                </a:lnTo>
                <a:cubicBezTo>
                  <a:pt x="1458676" y="0"/>
                  <a:pt x="1527472" y="68796"/>
                  <a:pt x="1527472" y="153661"/>
                </a:cubicBezTo>
                <a:lnTo>
                  <a:pt x="1527472" y="1251688"/>
                </a:lnTo>
                <a:cubicBezTo>
                  <a:pt x="1527472" y="1336553"/>
                  <a:pt x="1458676" y="1405350"/>
                  <a:pt x="1373811" y="1405350"/>
                </a:cubicBezTo>
                <a:lnTo>
                  <a:pt x="153661" y="1405350"/>
                </a:lnTo>
                <a:cubicBezTo>
                  <a:pt x="68796" y="1405350"/>
                  <a:pt x="0" y="1336553"/>
                  <a:pt x="0" y="1251688"/>
                </a:cubicBezTo>
                <a:lnTo>
                  <a:pt x="0" y="153661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FAC356"/>
            </a:solidFill>
            <a:prstDash val="solid"/>
          </a:ln>
        </p:spPr>
      </p:sp>
      <p:sp>
        <p:nvSpPr>
          <p:cNvPr id="443" name="text-405 Compose">
            <a:extLst xmlns:a="http://schemas.openxmlformats.org/drawingml/2006/main">
              <a:ext uri="{FF2B5EF4-FFF2-40B4-BE49-F238E27FC236}">
                <a16:creationId xmlns:a16="http://schemas.microsoft.com/office/drawing/2014/main" id="{45B4BB25-B53A-4F2D-AACD-EBCDBD7E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6189" y="3457533"/>
            <a:ext cx="728687" cy="261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1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Compose</a:t>
            </a:r>
          </a:p>
        </p:txBody>
      </p:sp>
      <p:sp>
        <p:nvSpPr>
          <p:cNvPr id="444" name="text-405 coherent">
            <a:extLst xmlns:a="http://schemas.openxmlformats.org/drawingml/2006/main">
              <a:ext uri="{FF2B5EF4-FFF2-40B4-BE49-F238E27FC236}">
                <a16:creationId xmlns:a16="http://schemas.microsoft.com/office/drawing/2014/main" id="{41D908FF-1CF0-40A9-ACB9-C81A4CF3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4359" y="3457209"/>
            <a:ext cx="702172" cy="262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coherent</a:t>
            </a:r>
          </a:p>
        </p:txBody>
      </p:sp>
      <p:sp>
        <p:nvSpPr>
          <p:cNvPr id="445" name="text-407 files,">
            <a:extLst xmlns:a="http://schemas.openxmlformats.org/drawingml/2006/main">
              <a:ext uri="{FF2B5EF4-FFF2-40B4-BE49-F238E27FC236}">
                <a16:creationId xmlns:a16="http://schemas.microsoft.com/office/drawing/2014/main" id="{A29FCB93-9D19-4A4F-AA79-28704306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9527" y="3693094"/>
            <a:ext cx="385101" cy="262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files,</a:t>
            </a:r>
          </a:p>
        </p:txBody>
      </p:sp>
      <p:sp>
        <p:nvSpPr>
          <p:cNvPr id="446" name="text-407 apps">
            <a:extLst xmlns:a="http://schemas.openxmlformats.org/drawingml/2006/main">
              <a:ext uri="{FF2B5EF4-FFF2-40B4-BE49-F238E27FC236}">
                <a16:creationId xmlns:a16="http://schemas.microsoft.com/office/drawing/2014/main" id="{F9074030-A5EF-4479-89FE-BA375504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3933" y="3694174"/>
            <a:ext cx="392544" cy="260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68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apps</a:t>
            </a:r>
          </a:p>
        </p:txBody>
      </p:sp>
      <p:sp>
        <p:nvSpPr>
          <p:cNvPr id="447" name="text-408 &amp;">
            <a:extLst xmlns:a="http://schemas.openxmlformats.org/drawingml/2006/main">
              <a:ext uri="{FF2B5EF4-FFF2-40B4-BE49-F238E27FC236}">
                <a16:creationId xmlns:a16="http://schemas.microsoft.com/office/drawing/2014/main" id="{9BA2D65F-5A0C-47AD-A508-ADB88E8D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5162" y="3693097"/>
            <a:ext cx="161594" cy="26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&amp;</a:t>
            </a:r>
          </a:p>
        </p:txBody>
      </p:sp>
      <p:sp>
        <p:nvSpPr>
          <p:cNvPr id="448" name="text-409 resources">
            <a:extLst xmlns:a="http://schemas.openxmlformats.org/drawingml/2006/main">
              <a:ext uri="{FF2B5EF4-FFF2-40B4-BE49-F238E27FC236}">
                <a16:creationId xmlns:a16="http://schemas.microsoft.com/office/drawing/2014/main" id="{BA303764-647D-4E0A-B194-A6DD1ACC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8716" y="3910652"/>
            <a:ext cx="755800" cy="262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resources</a:t>
            </a:r>
          </a:p>
        </p:txBody>
      </p:sp>
      <p:sp>
        <p:nvSpPr>
          <p:cNvPr id="449" name="path-410">
            <a:extLst xmlns:a="http://schemas.openxmlformats.org/drawingml/2006/main">
              <a:ext uri="{FF2B5EF4-FFF2-40B4-BE49-F238E27FC236}">
                <a16:creationId xmlns:a16="http://schemas.microsoft.com/office/drawing/2014/main" id="{079E7B64-A316-44EA-95FD-7E564776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7811" y="2741075"/>
            <a:ext cx="1533582" cy="1405350"/>
          </a:xfrm>
          <a:custGeom xmlns:a="http://schemas.openxmlformats.org/drawingml/2006/main">
            <a:pathLst>
              <a:path w="1533582" h="1405350">
                <a:moveTo>
                  <a:pt x="0" y="153661"/>
                </a:moveTo>
                <a:cubicBezTo>
                  <a:pt x="0" y="68796"/>
                  <a:pt x="68796" y="0"/>
                  <a:pt x="153661" y="0"/>
                </a:cubicBezTo>
                <a:lnTo>
                  <a:pt x="1379924" y="0"/>
                </a:lnTo>
                <a:cubicBezTo>
                  <a:pt x="1464787" y="0"/>
                  <a:pt x="1533582" y="68796"/>
                  <a:pt x="1533582" y="153661"/>
                </a:cubicBezTo>
                <a:lnTo>
                  <a:pt x="1533582" y="1251690"/>
                </a:lnTo>
                <a:cubicBezTo>
                  <a:pt x="1533582" y="1336553"/>
                  <a:pt x="1464787" y="1405350"/>
                  <a:pt x="1379924" y="1405350"/>
                </a:cubicBezTo>
                <a:lnTo>
                  <a:pt x="153661" y="1405350"/>
                </a:lnTo>
                <a:cubicBezTo>
                  <a:pt x="68796" y="1405350"/>
                  <a:pt x="0" y="1336553"/>
                  <a:pt x="0" y="1251690"/>
                </a:cubicBezTo>
                <a:lnTo>
                  <a:pt x="0" y="153661"/>
                </a:lnTo>
              </a:path>
            </a:pathLst>
          </a:custGeom>
          <a:solidFill xmlns:a="http://schemas.openxmlformats.org/drawingml/2006/main">
            <a:srgbClr val="FFFFFF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" name="path-411">
            <a:extLst xmlns:a="http://schemas.openxmlformats.org/drawingml/2006/main">
              <a:ext uri="{FF2B5EF4-FFF2-40B4-BE49-F238E27FC236}">
                <a16:creationId xmlns:a16="http://schemas.microsoft.com/office/drawing/2014/main" id="{A6913745-06FA-4CA8-B820-4C0EDC28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7811" y="2741075"/>
            <a:ext cx="1533583" cy="1405350"/>
          </a:xfrm>
          <a:custGeom xmlns:a="http://schemas.openxmlformats.org/drawingml/2006/main">
            <a:pathLst>
              <a:path w="1533583" h="1405350">
                <a:moveTo>
                  <a:pt x="0" y="153660"/>
                </a:moveTo>
                <a:cubicBezTo>
                  <a:pt x="0" y="68796"/>
                  <a:pt x="68796" y="0"/>
                  <a:pt x="153661" y="0"/>
                </a:cubicBezTo>
                <a:lnTo>
                  <a:pt x="1379924" y="0"/>
                </a:lnTo>
                <a:cubicBezTo>
                  <a:pt x="1464786" y="0"/>
                  <a:pt x="1533583" y="68796"/>
                  <a:pt x="1533583" y="153660"/>
                </a:cubicBezTo>
                <a:lnTo>
                  <a:pt x="1533583" y="1251690"/>
                </a:lnTo>
                <a:cubicBezTo>
                  <a:pt x="1533583" y="1336553"/>
                  <a:pt x="1464786" y="1405350"/>
                  <a:pt x="1379924" y="1405350"/>
                </a:cubicBezTo>
                <a:lnTo>
                  <a:pt x="153661" y="1405350"/>
                </a:lnTo>
                <a:cubicBezTo>
                  <a:pt x="68796" y="1405350"/>
                  <a:pt x="0" y="1336553"/>
                  <a:pt x="0" y="1251690"/>
                </a:cubicBezTo>
                <a:lnTo>
                  <a:pt x="0" y="153660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FAC356"/>
            </a:solidFill>
            <a:prstDash val="solid"/>
          </a:ln>
        </p:spPr>
      </p:sp>
      <p:pic>
        <p:nvPic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2F164331-5D91-4942-BD68-897FB76373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ac1ab252ba4c53"/>
          <a:stretch xmlns:a="http://schemas.openxmlformats.org/drawingml/2006/main"/>
        </p:blipFill>
        <p:spPr>
          <a:xfrm xmlns:a="http://schemas.openxmlformats.org/drawingml/2006/main">
            <a:off x="11491189" y="3168332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39DB92E8-320C-4AAA-AA52-7675A89A0A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4e27c869a4ed0"/>
          <a:stretch xmlns:a="http://schemas.openxmlformats.org/drawingml/2006/main"/>
        </p:blipFill>
        <p:spPr>
          <a:xfrm xmlns:a="http://schemas.openxmlformats.org/drawingml/2006/main">
            <a:off x="11500757" y="3228014"/>
            <a:ext cx="371475" cy="361950"/>
          </a:xfrm>
          <a:prstGeom xmlns:a="http://schemas.openxmlformats.org/drawingml/2006/main" prst="rect">
            <a:avLst/>
          </a:prstGeom>
        </p:spPr>
      </p:pic>
      <p:sp>
        <p:nvSpPr>
          <p:cNvPr id="453" name="text-414 Job">
            <a:extLst xmlns:a="http://schemas.openxmlformats.org/drawingml/2006/main">
              <a:ext uri="{FF2B5EF4-FFF2-40B4-BE49-F238E27FC236}">
                <a16:creationId xmlns:a16="http://schemas.microsoft.com/office/drawing/2014/main" id="{09E9BDC2-CB7D-482E-BC1F-5FEF5D76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61299" y="3629230"/>
            <a:ext cx="286229" cy="26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Job</a:t>
            </a:r>
          </a:p>
        </p:txBody>
      </p:sp>
      <p:sp>
        <p:nvSpPr>
          <p:cNvPr id="454" name="text-415 Skills">
            <a:extLst xmlns:a="http://schemas.openxmlformats.org/drawingml/2006/main">
              <a:ext uri="{FF2B5EF4-FFF2-40B4-BE49-F238E27FC236}">
                <a16:creationId xmlns:a16="http://schemas.microsoft.com/office/drawing/2014/main" id="{54C56753-007D-4A23-B726-8CD8305B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01791" y="3862038"/>
            <a:ext cx="405118" cy="262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Skills</a:t>
            </a:r>
          </a:p>
        </p:txBody>
      </p:sp>
      <p:sp>
        <p:nvSpPr>
          <p:cNvPr id="455" name="text-416 F">
            <a:extLst xmlns:a="http://schemas.openxmlformats.org/drawingml/2006/main">
              <a:ext uri="{FF2B5EF4-FFF2-40B4-BE49-F238E27FC236}">
                <a16:creationId xmlns:a16="http://schemas.microsoft.com/office/drawing/2014/main" id="{CCBA5E57-1423-4E43-A49F-C0345DFF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6619" y="2763458"/>
            <a:ext cx="119861" cy="26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</a:t>
            </a:r>
          </a:p>
        </p:txBody>
      </p:sp>
      <p:sp>
        <p:nvSpPr>
          <p:cNvPr id="456" name="text-417 it">
            <a:extLst xmlns:a="http://schemas.openxmlformats.org/drawingml/2006/main">
              <a:ext uri="{FF2B5EF4-FFF2-40B4-BE49-F238E27FC236}">
                <a16:creationId xmlns:a16="http://schemas.microsoft.com/office/drawing/2014/main" id="{66D0FBD5-4B74-4036-ADC8-67EF8726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42525" y="2763463"/>
            <a:ext cx="139481" cy="262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it</a:t>
            </a:r>
          </a:p>
        </p:txBody>
      </p:sp>
      <p:sp>
        <p:nvSpPr>
          <p:cNvPr id="457" name="text-417 task">
            <a:extLst xmlns:a="http://schemas.openxmlformats.org/drawingml/2006/main">
              <a:ext uri="{FF2B5EF4-FFF2-40B4-BE49-F238E27FC236}">
                <a16:creationId xmlns:a16="http://schemas.microsoft.com/office/drawing/2014/main" id="{C9A37E8E-9C53-410E-B3D9-90E65A19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0894" y="2764532"/>
            <a:ext cx="346402" cy="260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68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458" name="text-417 scope">
            <a:extLst xmlns:a="http://schemas.openxmlformats.org/drawingml/2006/main">
              <a:ext uri="{FF2B5EF4-FFF2-40B4-BE49-F238E27FC236}">
                <a16:creationId xmlns:a16="http://schemas.microsoft.com/office/drawing/2014/main" id="{8807A104-249F-4ED0-808B-DAF19033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47383" y="2764280"/>
            <a:ext cx="463058" cy="26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scope</a:t>
            </a:r>
          </a:p>
        </p:txBody>
      </p:sp>
      <p:sp>
        <p:nvSpPr>
          <p:cNvPr id="459" name="text-417 to">
            <a:extLst xmlns:a="http://schemas.openxmlformats.org/drawingml/2006/main">
              <a:ext uri="{FF2B5EF4-FFF2-40B4-BE49-F238E27FC236}">
                <a16:creationId xmlns:a16="http://schemas.microsoft.com/office/drawing/2014/main" id="{97853500-08B0-458B-B4A1-AB6B054E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20117" y="2763730"/>
            <a:ext cx="190080" cy="262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</a:t>
            </a:r>
          </a:p>
        </p:txBody>
      </p:sp>
      <p:sp>
        <p:nvSpPr>
          <p:cNvPr id="460" name="text-418 WorkEnv">
            <a:extLst xmlns:a="http://schemas.openxmlformats.org/drawingml/2006/main">
              <a:ext uri="{FF2B5EF4-FFF2-40B4-BE49-F238E27FC236}">
                <a16:creationId xmlns:a16="http://schemas.microsoft.com/office/drawing/2014/main" id="{0BE735EF-21C9-4ABC-BDFC-57C0D29C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1126" y="2996092"/>
            <a:ext cx="704135" cy="262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WorkEnv</a:t>
            </a:r>
          </a:p>
        </p:txBody>
      </p:sp>
      <p:sp>
        <p:nvSpPr>
          <p:cNvPr id="461" name="path-419">
            <a:extLst xmlns:a="http://schemas.openxmlformats.org/drawingml/2006/main">
              <a:ext uri="{FF2B5EF4-FFF2-40B4-BE49-F238E27FC236}">
                <a16:creationId xmlns:a16="http://schemas.microsoft.com/office/drawing/2014/main" id="{91F05941-78C9-41F7-B914-0E2E66A2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026" y="3187148"/>
            <a:ext cx="292217" cy="62478"/>
          </a:xfrm>
          <a:custGeom xmlns:a="http://schemas.openxmlformats.org/drawingml/2006/main">
            <a:pathLst>
              <a:path w="292217" h="62478">
                <a:moveTo>
                  <a:pt x="0" y="0"/>
                </a:moveTo>
                <a:lnTo>
                  <a:pt x="214121" y="1"/>
                </a:lnTo>
                <a:lnTo>
                  <a:pt x="214121" y="31240"/>
                </a:lnTo>
                <a:lnTo>
                  <a:pt x="0" y="31238"/>
                </a:lnTo>
                <a:lnTo>
                  <a:pt x="0" y="0"/>
                </a:lnTo>
                <a:moveTo>
                  <a:pt x="198503" y="-31237"/>
                </a:moveTo>
                <a:lnTo>
                  <a:pt x="292217" y="15621"/>
                </a:lnTo>
                <a:lnTo>
                  <a:pt x="198503" y="62478"/>
                </a:lnTo>
                <a:lnTo>
                  <a:pt x="198503" y="-31237"/>
                </a:lnTo>
              </a:path>
            </a:pathLst>
          </a:custGeom>
          <a:solidFill xmlns:a="http://schemas.openxmlformats.org/drawingml/2006/main">
            <a:srgbClr val="EA7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" name="path-420">
            <a:extLst xmlns:a="http://schemas.openxmlformats.org/drawingml/2006/main">
              <a:ext uri="{FF2B5EF4-FFF2-40B4-BE49-F238E27FC236}">
                <a16:creationId xmlns:a16="http://schemas.microsoft.com/office/drawing/2014/main" id="{6B21EFE9-694E-433D-AD6A-804C4130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9747" y="3187140"/>
            <a:ext cx="251608" cy="62477"/>
          </a:xfrm>
          <a:custGeom xmlns:a="http://schemas.openxmlformats.org/drawingml/2006/main">
            <a:pathLst>
              <a:path w="251608" h="62477">
                <a:moveTo>
                  <a:pt x="0" y="0"/>
                </a:moveTo>
                <a:lnTo>
                  <a:pt x="0" y="31239"/>
                </a:lnTo>
                <a:lnTo>
                  <a:pt x="173512" y="31239"/>
                </a:lnTo>
                <a:lnTo>
                  <a:pt x="173512" y="0"/>
                </a:lnTo>
                <a:close/>
                <a:moveTo>
                  <a:pt x="157893" y="-31238"/>
                </a:moveTo>
                <a:lnTo>
                  <a:pt x="251608" y="15621"/>
                </a:lnTo>
                <a:lnTo>
                  <a:pt x="157893" y="62477"/>
                </a:lnTo>
                <a:lnTo>
                  <a:pt x="157893" y="-31238"/>
                </a:lnTo>
              </a:path>
            </a:pathLst>
          </a:custGeom>
          <a:solidFill xmlns:a="http://schemas.openxmlformats.org/drawingml/2006/main">
            <a:srgbClr val="EA7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" name="path-421">
            <a:extLst xmlns:a="http://schemas.openxmlformats.org/drawingml/2006/main">
              <a:ext uri="{FF2B5EF4-FFF2-40B4-BE49-F238E27FC236}">
                <a16:creationId xmlns:a16="http://schemas.microsoft.com/office/drawing/2014/main" id="{46BBAE2A-E8E5-4029-9FA4-FB229242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5344" y="3187140"/>
            <a:ext cx="233801" cy="62477"/>
          </a:xfrm>
          <a:custGeom xmlns:a="http://schemas.openxmlformats.org/drawingml/2006/main">
            <a:pathLst>
              <a:path w="233801" h="62477">
                <a:moveTo>
                  <a:pt x="2" y="0"/>
                </a:moveTo>
                <a:lnTo>
                  <a:pt x="155706" y="0"/>
                </a:lnTo>
                <a:lnTo>
                  <a:pt x="155706" y="31239"/>
                </a:lnTo>
                <a:lnTo>
                  <a:pt x="0" y="31239"/>
                </a:lnTo>
                <a:lnTo>
                  <a:pt x="2" y="0"/>
                </a:lnTo>
                <a:moveTo>
                  <a:pt x="140087" y="-31238"/>
                </a:moveTo>
                <a:lnTo>
                  <a:pt x="233801" y="15621"/>
                </a:lnTo>
                <a:lnTo>
                  <a:pt x="140086" y="62477"/>
                </a:lnTo>
                <a:lnTo>
                  <a:pt x="140087" y="-31238"/>
                </a:lnTo>
              </a:path>
            </a:pathLst>
          </a:custGeom>
          <a:solidFill xmlns:a="http://schemas.openxmlformats.org/drawingml/2006/main">
            <a:srgbClr val="EA713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CBFBBC7D-766C-4F30-BE00-8409D64C1C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028d4c8634168"/>
          <a:stretch xmlns:a="http://schemas.openxmlformats.org/drawingml/2006/main"/>
        </p:blipFill>
        <p:spPr>
          <a:xfrm xmlns:a="http://schemas.openxmlformats.org/drawingml/2006/main">
            <a:off x="13361729" y="2823463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CC1E5129-B0A8-4B3D-A501-BB6BB6EB41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030a253d34865"/>
          <a:stretch xmlns:a="http://schemas.openxmlformats.org/drawingml/2006/main"/>
        </p:blipFill>
        <p:spPr>
          <a:xfrm xmlns:a="http://schemas.openxmlformats.org/drawingml/2006/main">
            <a:off x="13377182" y="2885114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DF7E908C-98CE-4EA9-A3FE-49BCF5A509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47749941f4ece"/>
          <a:stretch xmlns:a="http://schemas.openxmlformats.org/drawingml/2006/main"/>
        </p:blipFill>
        <p:spPr>
          <a:xfrm xmlns:a="http://schemas.openxmlformats.org/drawingml/2006/main">
            <a:off x="14197663" y="2823463"/>
            <a:ext cx="483567" cy="483567"/>
          </a:xfrm>
          <a:prstGeom xmlns:a="http://schemas.openxmlformats.org/drawingml/2006/main" prst="rect">
            <a:avLst/>
          </a:prstGeom>
        </p:spPr>
      </p:pic>
      <p:pic>
        <p:nvPic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9A69555E-B92D-4F1E-A949-8923136631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6651a5b714682"/>
          <a:stretch xmlns:a="http://schemas.openxmlformats.org/drawingml/2006/main"/>
        </p:blipFill>
        <p:spPr>
          <a:xfrm xmlns:a="http://schemas.openxmlformats.org/drawingml/2006/main">
            <a:off x="14215382" y="2885114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8724E485-BFE0-4B62-840E-7601F34E3F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32554ff89e40f9"/>
          <a:stretch xmlns:a="http://schemas.openxmlformats.org/drawingml/2006/main"/>
        </p:blipFill>
        <p:spPr>
          <a:xfrm xmlns:a="http://schemas.openxmlformats.org/drawingml/2006/main">
            <a:off x="13781570" y="2823463"/>
            <a:ext cx="479818" cy="483567"/>
          </a:xfrm>
          <a:prstGeom xmlns:a="http://schemas.openxmlformats.org/drawingml/2006/main" prst="rect">
            <a:avLst/>
          </a:prstGeom>
        </p:spPr>
      </p:pic>
      <p:pic>
        <p:nvPic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A34B5DC7-A42E-4A6E-8AB4-057CB9ECE7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013c51d86e48cf"/>
          <a:stretch xmlns:a="http://schemas.openxmlformats.org/drawingml/2006/main"/>
        </p:blipFill>
        <p:spPr>
          <a:xfrm xmlns:a="http://schemas.openxmlformats.org/drawingml/2006/main">
            <a:off x="13796282" y="2885114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49A7DCDC-C6D1-4FDF-9735-F0277E3116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4fc17995f40d7"/>
          <a:stretch xmlns:a="http://schemas.openxmlformats.org/drawingml/2006/main"/>
        </p:blipFill>
        <p:spPr>
          <a:xfrm xmlns:a="http://schemas.openxmlformats.org/drawingml/2006/main">
            <a:off x="11989750" y="3168332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BE5D5D1B-10A7-4A49-B5C1-CF4EBC8BC3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ed26fd1594fe7"/>
          <a:stretch xmlns:a="http://schemas.openxmlformats.org/drawingml/2006/main"/>
        </p:blipFill>
        <p:spPr>
          <a:xfrm xmlns:a="http://schemas.openxmlformats.org/drawingml/2006/main">
            <a:off x="12005582" y="3228014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72" name="text-430 App">
            <a:extLst xmlns:a="http://schemas.openxmlformats.org/drawingml/2006/main">
              <a:ext uri="{FF2B5EF4-FFF2-40B4-BE49-F238E27FC236}">
                <a16:creationId xmlns:a16="http://schemas.microsoft.com/office/drawing/2014/main" id="{E4E19ED9-0608-48F6-BB06-C16F7274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35548" y="3629248"/>
            <a:ext cx="335107" cy="262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</a:t>
            </a:r>
          </a:p>
        </p:txBody>
      </p:sp>
      <p:sp>
        <p:nvSpPr>
          <p:cNvPr id="473" name="text-431 Skills">
            <a:extLst xmlns:a="http://schemas.openxmlformats.org/drawingml/2006/main">
              <a:ext uri="{FF2B5EF4-FFF2-40B4-BE49-F238E27FC236}">
                <a16:creationId xmlns:a16="http://schemas.microsoft.com/office/drawing/2014/main" id="{2298295F-2A37-4589-B573-7AA90004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0405" y="3862038"/>
            <a:ext cx="405118" cy="262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Skills</a:t>
            </a:r>
          </a:p>
        </p:txBody>
      </p:sp>
      <p:pic>
        <p:nvPic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FF495F99-CBCE-4581-9E1D-E0CA3DA29A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c39c2d8584220"/>
          <a:stretch xmlns:a="http://schemas.openxmlformats.org/drawingml/2006/main"/>
        </p:blipFill>
        <p:spPr>
          <a:xfrm xmlns:a="http://schemas.openxmlformats.org/drawingml/2006/main">
            <a:off x="9688107" y="2714754"/>
            <a:ext cx="476099" cy="479818"/>
          </a:xfrm>
          <a:prstGeom xmlns:a="http://schemas.openxmlformats.org/drawingml/2006/main" prst="rect">
            <a:avLst/>
          </a:prstGeom>
        </p:spPr>
      </p:pic>
      <p:pic>
        <p:nvPic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FAA6C263-63EE-4C3C-89BC-082CE24E92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4479f74a446de"/>
          <a:stretch xmlns:a="http://schemas.openxmlformats.org/drawingml/2006/main"/>
        </p:blipFill>
        <p:spPr>
          <a:xfrm xmlns:a="http://schemas.openxmlformats.org/drawingml/2006/main">
            <a:off x="9700532" y="2770814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2C9D6963-B66A-4A6B-BB54-D95739C566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6f3d90477946ad"/>
          <a:stretch xmlns:a="http://schemas.openxmlformats.org/drawingml/2006/main"/>
        </p:blipFill>
        <p:spPr>
          <a:xfrm xmlns:a="http://schemas.openxmlformats.org/drawingml/2006/main">
            <a:off x="10111712" y="2707257"/>
            <a:ext cx="491063" cy="494812"/>
          </a:xfrm>
          <a:prstGeom xmlns:a="http://schemas.openxmlformats.org/drawingml/2006/main" prst="rect">
            <a:avLst/>
          </a:prstGeom>
        </p:spPr>
      </p:pic>
      <p:pic>
        <p:nvPic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4C464797-3457-426A-A997-DCAD9EB72B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4beb11773f4aff"/>
          <a:stretch xmlns:a="http://schemas.openxmlformats.org/drawingml/2006/main"/>
        </p:blipFill>
        <p:spPr>
          <a:xfrm xmlns:a="http://schemas.openxmlformats.org/drawingml/2006/main">
            <a:off x="10119632" y="2770814"/>
            <a:ext cx="371475" cy="371475"/>
          </a:xfrm>
          <a:prstGeom xmlns:a="http://schemas.openxmlformats.org/drawingml/2006/main" prst="rect">
            <a:avLst/>
          </a:prstGeom>
        </p:spPr>
      </p:pic>
      <p:pic>
        <p:nvPic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8097D1B0-FDA0-49A2-9A40-785AD88815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f0545a6da4de3"/>
          <a:stretch xmlns:a="http://schemas.openxmlformats.org/drawingml/2006/main"/>
        </p:blipFill>
        <p:spPr>
          <a:xfrm xmlns:a="http://schemas.openxmlformats.org/drawingml/2006/main">
            <a:off x="9868054" y="3063372"/>
            <a:ext cx="479818" cy="483567"/>
          </a:xfrm>
          <a:prstGeom xmlns:a="http://schemas.openxmlformats.org/drawingml/2006/main" prst="rect">
            <a:avLst/>
          </a:prstGeom>
        </p:spPr>
      </p:pic>
      <p:pic>
        <p:nvPic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5D1420A1-DF95-440E-A944-CD5F74161C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c34ffd75d941e6"/>
          <a:stretch xmlns:a="http://schemas.openxmlformats.org/drawingml/2006/main"/>
        </p:blipFill>
        <p:spPr>
          <a:xfrm xmlns:a="http://schemas.openxmlformats.org/drawingml/2006/main">
            <a:off x="9881507" y="3123239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1A03E9A3-FBEB-46F2-8DE2-0180C9B5F4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5abe9983c457c"/>
          <a:stretch xmlns:a="http://schemas.openxmlformats.org/drawingml/2006/main"/>
        </p:blipFill>
        <p:spPr>
          <a:xfrm xmlns:a="http://schemas.openxmlformats.org/drawingml/2006/main">
            <a:off x="10389107" y="3119601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C1FF247B-401C-49CD-83D4-7233DDB401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4c0885e1e04558"/>
          <a:stretch xmlns:a="http://schemas.openxmlformats.org/drawingml/2006/main"/>
        </p:blipFill>
        <p:spPr>
          <a:xfrm xmlns:a="http://schemas.openxmlformats.org/drawingml/2006/main">
            <a:off x="10414907" y="3142289"/>
            <a:ext cx="361950" cy="371475"/>
          </a:xfrm>
          <a:prstGeom xmlns:a="http://schemas.openxmlformats.org/drawingml/2006/main" prst="rect">
            <a:avLst/>
          </a:prstGeom>
        </p:spPr>
      </p:pic>
      <p:pic>
        <p:nvPic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C7166F0B-5890-41FB-B118-570E2B7A2C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409fee694d45e2"/>
          <a:stretch xmlns:a="http://schemas.openxmlformats.org/drawingml/2006/main"/>
        </p:blipFill>
        <p:spPr>
          <a:xfrm xmlns:a="http://schemas.openxmlformats.org/drawingml/2006/main">
            <a:off x="10584018" y="2714754"/>
            <a:ext cx="476099" cy="479818"/>
          </a:xfrm>
          <a:prstGeom xmlns:a="http://schemas.openxmlformats.org/drawingml/2006/main" prst="rect">
            <a:avLst/>
          </a:prstGeom>
        </p:spPr>
      </p:pic>
      <p:pic>
        <p:nvPic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AEB33E39-EA86-4C98-906F-2BAE134B7D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3adecc074b47b1"/>
          <a:stretch xmlns:a="http://schemas.openxmlformats.org/drawingml/2006/main"/>
        </p:blipFill>
        <p:spPr>
          <a:xfrm xmlns:a="http://schemas.openxmlformats.org/drawingml/2006/main">
            <a:off x="10595882" y="2770814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7C66FE50-1449-43B0-A834-4761DB3858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20a87fb3194f09"/>
          <a:stretch xmlns:a="http://schemas.openxmlformats.org/drawingml/2006/main"/>
        </p:blipFill>
        <p:spPr>
          <a:xfrm xmlns:a="http://schemas.openxmlformats.org/drawingml/2006/main">
            <a:off x="12488310" y="3168332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8F1FB672-154D-4531-934F-F4F9AF28E0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a1b3037e74b81"/>
          <a:stretch xmlns:a="http://schemas.openxmlformats.org/drawingml/2006/main"/>
        </p:blipFill>
        <p:spPr>
          <a:xfrm xmlns:a="http://schemas.openxmlformats.org/drawingml/2006/main">
            <a:off x="12500882" y="3228014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86" name="text-444 File">
            <a:extLst xmlns:a="http://schemas.openxmlformats.org/drawingml/2006/main">
              <a:ext uri="{FF2B5EF4-FFF2-40B4-BE49-F238E27FC236}">
                <a16:creationId xmlns:a16="http://schemas.microsoft.com/office/drawing/2014/main" id="{8510E5E6-DAB1-4932-9E0C-1778996C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53688" y="3629548"/>
            <a:ext cx="295071" cy="262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File</a:t>
            </a:r>
          </a:p>
        </p:txBody>
      </p:sp>
      <p:sp>
        <p:nvSpPr>
          <p:cNvPr id="487" name="text-445 Skills">
            <a:extLst xmlns:a="http://schemas.openxmlformats.org/drawingml/2006/main">
              <a:ext uri="{FF2B5EF4-FFF2-40B4-BE49-F238E27FC236}">
                <a16:creationId xmlns:a16="http://schemas.microsoft.com/office/drawing/2014/main" id="{42D7C312-55B1-488F-A101-41B684A8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99021" y="3862038"/>
            <a:ext cx="405118" cy="262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Skills</a:t>
            </a:r>
          </a:p>
        </p:txBody>
      </p:sp>
      <p:pic>
        <p:nvPic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1AE0DD00-E60B-413B-8374-8C9A579B5D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2737aceb1d40fd"/>
          <a:stretch xmlns:a="http://schemas.openxmlformats.org/drawingml/2006/main"/>
        </p:blipFill>
        <p:spPr>
          <a:xfrm xmlns:a="http://schemas.openxmlformats.org/drawingml/2006/main">
            <a:off x="7090682" y="2818439"/>
            <a:ext cx="733425" cy="809625"/>
          </a:xfrm>
          <a:prstGeom xmlns:a="http://schemas.openxmlformats.org/drawingml/2006/main" prst="rect">
            <a:avLst/>
          </a:prstGeom>
        </p:spPr>
      </p:pic>
      <p:sp>
        <p:nvSpPr>
          <p:cNvPr id="489" name="path-447">
            <a:extLst xmlns:a="http://schemas.openxmlformats.org/drawingml/2006/main">
              <a:ext uri="{FF2B5EF4-FFF2-40B4-BE49-F238E27FC236}">
                <a16:creationId xmlns:a16="http://schemas.microsoft.com/office/drawing/2014/main" id="{28687896-007C-4DE5-8F57-6AD21FDF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710" y="2825918"/>
            <a:ext cx="723965" cy="793807"/>
          </a:xfrm>
          <a:custGeom xmlns:a="http://schemas.openxmlformats.org/drawingml/2006/main">
            <a:pathLst>
              <a:path w="723965" h="793807">
                <a:moveTo>
                  <a:pt x="0" y="64997"/>
                </a:moveTo>
                <a:cubicBezTo>
                  <a:pt x="0" y="29100"/>
                  <a:pt x="29100" y="0"/>
                  <a:pt x="64998" y="0"/>
                </a:cubicBezTo>
                <a:lnTo>
                  <a:pt x="658967" y="0"/>
                </a:lnTo>
                <a:cubicBezTo>
                  <a:pt x="694865" y="0"/>
                  <a:pt x="723965" y="29100"/>
                  <a:pt x="723965" y="64997"/>
                </a:cubicBezTo>
                <a:lnTo>
                  <a:pt x="723965" y="728809"/>
                </a:lnTo>
                <a:cubicBezTo>
                  <a:pt x="723965" y="764707"/>
                  <a:pt x="694865" y="793807"/>
                  <a:pt x="658967" y="793807"/>
                </a:cubicBezTo>
                <a:lnTo>
                  <a:pt x="64998" y="793807"/>
                </a:lnTo>
                <a:cubicBezTo>
                  <a:pt x="29100" y="793807"/>
                  <a:pt x="0" y="764707"/>
                  <a:pt x="0" y="728809"/>
                </a:cubicBezTo>
                <a:lnTo>
                  <a:pt x="0" y="64997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72C2FF"/>
            </a:solidFill>
            <a:prstDash val="solid"/>
          </a:ln>
        </p:spPr>
      </p:sp>
      <p:pic>
        <p:nvPic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EC436D06-F68D-4559-B183-DCCE674FB7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6c0852a00d4e5d"/>
          <a:stretch xmlns:a="http://schemas.openxmlformats.org/drawingml/2006/main"/>
        </p:blipFill>
        <p:spPr>
          <a:xfrm xmlns:a="http://schemas.openxmlformats.org/drawingml/2006/main">
            <a:off x="7890782" y="2818439"/>
            <a:ext cx="733425" cy="809625"/>
          </a:xfrm>
          <a:prstGeom xmlns:a="http://schemas.openxmlformats.org/drawingml/2006/main" prst="rect">
            <a:avLst/>
          </a:prstGeom>
        </p:spPr>
      </p:pic>
      <p:sp>
        <p:nvSpPr>
          <p:cNvPr id="491" name="path-449">
            <a:extLst xmlns:a="http://schemas.openxmlformats.org/drawingml/2006/main">
              <a:ext uri="{FF2B5EF4-FFF2-40B4-BE49-F238E27FC236}">
                <a16:creationId xmlns:a16="http://schemas.microsoft.com/office/drawing/2014/main" id="{E5960C41-6318-4E71-A97D-6AAA9851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365" y="2825918"/>
            <a:ext cx="723965" cy="793807"/>
          </a:xfrm>
          <a:custGeom xmlns:a="http://schemas.openxmlformats.org/drawingml/2006/main">
            <a:pathLst>
              <a:path w="723965" h="793807">
                <a:moveTo>
                  <a:pt x="0" y="64997"/>
                </a:moveTo>
                <a:cubicBezTo>
                  <a:pt x="0" y="29100"/>
                  <a:pt x="29100" y="0"/>
                  <a:pt x="64998" y="0"/>
                </a:cubicBezTo>
                <a:lnTo>
                  <a:pt x="658967" y="0"/>
                </a:lnTo>
                <a:cubicBezTo>
                  <a:pt x="694865" y="0"/>
                  <a:pt x="723965" y="29100"/>
                  <a:pt x="723965" y="64997"/>
                </a:cubicBezTo>
                <a:lnTo>
                  <a:pt x="723965" y="728809"/>
                </a:lnTo>
                <a:cubicBezTo>
                  <a:pt x="723965" y="764707"/>
                  <a:pt x="694865" y="793807"/>
                  <a:pt x="658967" y="793807"/>
                </a:cubicBezTo>
                <a:lnTo>
                  <a:pt x="64998" y="793807"/>
                </a:lnTo>
                <a:cubicBezTo>
                  <a:pt x="29100" y="793807"/>
                  <a:pt x="0" y="764707"/>
                  <a:pt x="0" y="728809"/>
                </a:cubicBezTo>
                <a:lnTo>
                  <a:pt x="0" y="64997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70C4C0"/>
            </a:solidFill>
            <a:prstDash val="solid"/>
          </a:ln>
        </p:spPr>
      </p:sp>
      <p:sp>
        <p:nvSpPr>
          <p:cNvPr id="492" name="text-450 Files">
            <a:extLst xmlns:a="http://schemas.openxmlformats.org/drawingml/2006/main">
              <a:ext uri="{FF2B5EF4-FFF2-40B4-BE49-F238E27FC236}">
                <a16:creationId xmlns:a16="http://schemas.microsoft.com/office/drawing/2014/main" id="{C519D7BC-3B2E-4F3C-9A4E-E1027D26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1383" y="2802697"/>
            <a:ext cx="442206" cy="307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8" b="1" i="1">
                <a:solidFill>
                  <a:srgbClr val="709DE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8" b="1" i="1">
                <a:solidFill>
                  <a:srgbClr val="709DEF"/>
                </a:solidFill>
                <a:latin typeface="Calibri"/>
                <a:ea typeface="Calibri"/>
                <a:cs typeface="Calibri"/>
              </a:defRPr>
            </a:pPr>
            <a:r>
              <a:rPr sz="1728" b="1" i="1">
                <a:solidFill>
                  <a:srgbClr val="709DEF"/>
                </a:solidFill>
                <a:latin typeface="Calibri"/>
                <a:ea typeface="Calibri"/>
                <a:cs typeface="Calibri"/>
              </a:rPr>
              <a:t>Files</a:t>
            </a:r>
          </a:p>
        </p:txBody>
      </p:sp>
      <p:sp>
        <p:nvSpPr>
          <p:cNvPr id="493" name="text-451 Apps">
            <a:extLst xmlns:a="http://schemas.openxmlformats.org/drawingml/2006/main">
              <a:ext uri="{FF2B5EF4-FFF2-40B4-BE49-F238E27FC236}">
                <a16:creationId xmlns:a16="http://schemas.microsoft.com/office/drawing/2014/main" id="{912CF76F-513F-4ED3-8C96-ECC10282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2547" y="2803470"/>
            <a:ext cx="487703" cy="306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215F6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215F61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215F61"/>
                </a:solidFill>
                <a:latin typeface="Calibri"/>
                <a:ea typeface="Calibri"/>
                <a:cs typeface="Calibri"/>
              </a:rPr>
              <a:t>Apps</a:t>
            </a:r>
          </a:p>
        </p:txBody>
      </p:sp>
      <p:pic>
        <p:nvPic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E61248D0-AA69-4F06-9041-2A0FAE8485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34a3814cc4db7"/>
          <a:stretch xmlns:a="http://schemas.openxmlformats.org/drawingml/2006/main"/>
        </p:blipFill>
        <p:spPr>
          <a:xfrm xmlns:a="http://schemas.openxmlformats.org/drawingml/2006/main">
            <a:off x="7225306" y="3029634"/>
            <a:ext cx="573533" cy="569784"/>
          </a:xfrm>
          <a:prstGeom xmlns:a="http://schemas.openxmlformats.org/drawingml/2006/main" prst="rect">
            <a:avLst/>
          </a:prstGeom>
        </p:spPr>
      </p:pic>
      <p:pic>
        <p:nvPic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E8D960F4-858D-4C91-9DAB-D6A35E7095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efe1de5cc4354"/>
          <a:stretch xmlns:a="http://schemas.openxmlformats.org/drawingml/2006/main"/>
        </p:blipFill>
        <p:spPr>
          <a:xfrm xmlns:a="http://schemas.openxmlformats.org/drawingml/2006/main">
            <a:off x="7243082" y="3085139"/>
            <a:ext cx="447675" cy="457200"/>
          </a:xfrm>
          <a:prstGeom xmlns:a="http://schemas.openxmlformats.org/drawingml/2006/main" prst="rect">
            <a:avLst/>
          </a:prstGeom>
        </p:spPr>
      </p:pic>
      <p:pic>
        <p:nvPic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A87D9804-A812-4780-9D0B-30764A6D1E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104297325846b2"/>
          <a:stretch xmlns:a="http://schemas.openxmlformats.org/drawingml/2006/main"/>
        </p:blipFill>
        <p:spPr>
          <a:xfrm xmlns:a="http://schemas.openxmlformats.org/drawingml/2006/main">
            <a:off x="8031251" y="3029635"/>
            <a:ext cx="569783" cy="569783"/>
          </a:xfrm>
          <a:prstGeom xmlns:a="http://schemas.openxmlformats.org/drawingml/2006/main" prst="rect">
            <a:avLst/>
          </a:prstGeom>
        </p:spPr>
      </p:pic>
      <p:pic>
        <p:nvPic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63D6C14D-E9E3-4317-AA72-5ECB8A9346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c9be36b964ca1"/>
          <a:stretch xmlns:a="http://schemas.openxmlformats.org/drawingml/2006/main"/>
        </p:blipFill>
        <p:spPr>
          <a:xfrm xmlns:a="http://schemas.openxmlformats.org/drawingml/2006/main">
            <a:off x="8043182" y="3085139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45027F51-646B-49A7-9BA1-00CE6B1C60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43abf99814743"/>
          <a:stretch xmlns:a="http://schemas.openxmlformats.org/drawingml/2006/main"/>
        </p:blipFill>
        <p:spPr>
          <a:xfrm xmlns:a="http://schemas.openxmlformats.org/drawingml/2006/main">
            <a:off x="6690632" y="684839"/>
            <a:ext cx="2867025" cy="647700"/>
          </a:xfrm>
          <a:prstGeom xmlns:a="http://schemas.openxmlformats.org/drawingml/2006/main" prst="rect">
            <a:avLst/>
          </a:prstGeom>
        </p:spPr>
      </p:pic>
      <p:pic>
        <p:nvPic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37018C6D-7FEB-4204-954D-F51FEE85AD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58d3663472463c"/>
          <a:stretch xmlns:a="http://schemas.openxmlformats.org/drawingml/2006/main"/>
        </p:blipFill>
        <p:spPr>
          <a:xfrm xmlns:a="http://schemas.openxmlformats.org/drawingml/2006/main">
            <a:off x="7509782" y="741989"/>
            <a:ext cx="1466850" cy="609600"/>
          </a:xfrm>
          <a:prstGeom xmlns:a="http://schemas.openxmlformats.org/drawingml/2006/main" prst="rect">
            <a:avLst/>
          </a:prstGeom>
        </p:spPr>
      </p:pic>
      <p:pic>
        <p:nvPic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27B6A663-A336-4242-880E-8CE54BC42D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e65b4412094c5e"/>
          <a:stretch xmlns:a="http://schemas.openxmlformats.org/drawingml/2006/main"/>
        </p:blipFill>
        <p:spPr>
          <a:xfrm xmlns:a="http://schemas.openxmlformats.org/drawingml/2006/main">
            <a:off x="6719207" y="713414"/>
            <a:ext cx="2733675" cy="533400"/>
          </a:xfrm>
          <a:prstGeom xmlns:a="http://schemas.openxmlformats.org/drawingml/2006/main" prst="rect">
            <a:avLst/>
          </a:prstGeom>
        </p:spPr>
      </p:pic>
      <p:sp>
        <p:nvSpPr>
          <p:cNvPr id="501" name="path-459">
            <a:extLst xmlns:a="http://schemas.openxmlformats.org/drawingml/2006/main">
              <a:ext uri="{FF2B5EF4-FFF2-40B4-BE49-F238E27FC236}">
                <a16:creationId xmlns:a16="http://schemas.microsoft.com/office/drawing/2014/main" id="{54B5586F-4EB4-4F5A-A186-A589F94E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694" y="814834"/>
            <a:ext cx="2534695" cy="325579"/>
          </a:xfrm>
          <a:custGeom xmlns:a="http://schemas.openxmlformats.org/drawingml/2006/main">
            <a:pathLst>
              <a:path w="2534695" h="325579">
                <a:moveTo>
                  <a:pt x="0" y="162790"/>
                </a:moveTo>
                <a:cubicBezTo>
                  <a:pt x="0" y="72882"/>
                  <a:pt x="72884" y="0"/>
                  <a:pt x="162791" y="0"/>
                </a:cubicBezTo>
                <a:lnTo>
                  <a:pt x="2371905" y="0"/>
                </a:lnTo>
                <a:cubicBezTo>
                  <a:pt x="2461811" y="0"/>
                  <a:pt x="2534695" y="72882"/>
                  <a:pt x="2534695" y="162790"/>
                </a:cubicBezTo>
                <a:lnTo>
                  <a:pt x="2534692" y="162790"/>
                </a:lnTo>
                <a:cubicBezTo>
                  <a:pt x="2534692" y="252696"/>
                  <a:pt x="2461808" y="325579"/>
                  <a:pt x="2371903" y="325579"/>
                </a:cubicBezTo>
                <a:lnTo>
                  <a:pt x="162791" y="325578"/>
                </a:lnTo>
                <a:cubicBezTo>
                  <a:pt x="72884" y="325578"/>
                  <a:pt x="0" y="252693"/>
                  <a:pt x="0" y="162787"/>
                </a:cubicBezTo>
                <a:lnTo>
                  <a:pt x="0" y="162790"/>
                </a:lnTo>
              </a:path>
            </a:pathLst>
          </a:custGeom>
          <a:solidFill xmlns:a="http://schemas.openxmlformats.org/drawingml/2006/main">
            <a:srgbClr val="B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" name="path-460">
            <a:extLst xmlns:a="http://schemas.openxmlformats.org/drawingml/2006/main">
              <a:ext uri="{FF2B5EF4-FFF2-40B4-BE49-F238E27FC236}">
                <a16:creationId xmlns:a16="http://schemas.microsoft.com/office/drawing/2014/main" id="{31B1C3A9-9203-4BA1-94ED-7A239A3A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694" y="814834"/>
            <a:ext cx="2534694" cy="325581"/>
          </a:xfrm>
          <a:custGeom xmlns:a="http://schemas.openxmlformats.org/drawingml/2006/main">
            <a:pathLst>
              <a:path w="2534694" h="325581">
                <a:moveTo>
                  <a:pt x="0" y="162790"/>
                </a:moveTo>
                <a:cubicBezTo>
                  <a:pt x="0" y="72884"/>
                  <a:pt x="72883" y="0"/>
                  <a:pt x="162790" y="0"/>
                </a:cubicBezTo>
                <a:lnTo>
                  <a:pt x="2371905" y="0"/>
                </a:lnTo>
                <a:cubicBezTo>
                  <a:pt x="2461810" y="0"/>
                  <a:pt x="2534694" y="72884"/>
                  <a:pt x="2534694" y="162790"/>
                </a:cubicBezTo>
                <a:lnTo>
                  <a:pt x="2534692" y="162790"/>
                </a:lnTo>
                <a:cubicBezTo>
                  <a:pt x="2534692" y="252697"/>
                  <a:pt x="2461808" y="325581"/>
                  <a:pt x="2371901" y="325581"/>
                </a:cubicBezTo>
                <a:lnTo>
                  <a:pt x="162790" y="325578"/>
                </a:lnTo>
                <a:cubicBezTo>
                  <a:pt x="72883" y="325578"/>
                  <a:pt x="0" y="252694"/>
                  <a:pt x="0" y="162788"/>
                </a:cubicBezTo>
                <a:lnTo>
                  <a:pt x="0" y="162790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72C2FF"/>
            </a:solidFill>
            <a:prstDash val="solid"/>
          </a:ln>
        </p:spPr>
      </p:sp>
      <p:sp>
        <p:nvSpPr>
          <p:cNvPr id="503" name="text-461 File">
            <a:extLst xmlns:a="http://schemas.openxmlformats.org/drawingml/2006/main">
              <a:ext uri="{FF2B5EF4-FFF2-40B4-BE49-F238E27FC236}">
                <a16:creationId xmlns:a16="http://schemas.microsoft.com/office/drawing/2014/main" id="{B618B7D9-0152-4059-A219-1B6B3CA0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1578" y="830736"/>
            <a:ext cx="356038" cy="307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3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File</a:t>
            </a:r>
          </a:p>
        </p:txBody>
      </p:sp>
      <p:sp>
        <p:nvSpPr>
          <p:cNvPr id="504" name="text-462 Context">
            <a:extLst xmlns:a="http://schemas.openxmlformats.org/drawingml/2006/main">
              <a:ext uri="{FF2B5EF4-FFF2-40B4-BE49-F238E27FC236}">
                <a16:creationId xmlns:a16="http://schemas.microsoft.com/office/drawing/2014/main" id="{A078C859-F704-4AE7-A1B2-9359EDC2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6674" y="832050"/>
            <a:ext cx="732711" cy="305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pic>
        <p:nvPic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C61A61EE-6F59-426F-B9AD-8DDE778B13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69555e8ff4f03"/>
          <a:stretch xmlns:a="http://schemas.openxmlformats.org/drawingml/2006/main"/>
        </p:blipFill>
        <p:spPr>
          <a:xfrm xmlns:a="http://schemas.openxmlformats.org/drawingml/2006/main">
            <a:off x="7214046" y="731755"/>
            <a:ext cx="476099" cy="479818"/>
          </a:xfrm>
          <a:prstGeom xmlns:a="http://schemas.openxmlformats.org/drawingml/2006/main" prst="rect">
            <a:avLst/>
          </a:prstGeom>
        </p:spPr>
      </p:pic>
      <p:pic>
        <p:nvPic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AF0D5F47-A12F-47AD-A6F8-CB414D50CA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c82d87462485f"/>
          <a:stretch xmlns:a="http://schemas.openxmlformats.org/drawingml/2006/main"/>
        </p:blipFill>
        <p:spPr>
          <a:xfrm xmlns:a="http://schemas.openxmlformats.org/drawingml/2006/main">
            <a:off x="7224032" y="789614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A40F9A37-0C76-473B-9C07-118035100B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385451aa244ed"/>
          <a:stretch xmlns:a="http://schemas.openxmlformats.org/drawingml/2006/main"/>
        </p:blipFill>
        <p:spPr>
          <a:xfrm xmlns:a="http://schemas.openxmlformats.org/drawingml/2006/main">
            <a:off x="9395732" y="684839"/>
            <a:ext cx="2857500" cy="657225"/>
          </a:xfrm>
          <a:prstGeom xmlns:a="http://schemas.openxmlformats.org/drawingml/2006/main" prst="rect">
            <a:avLst/>
          </a:prstGeom>
        </p:spPr>
      </p:pic>
      <p:pic>
        <p:nvPic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9BB8E635-4789-4B64-AC47-C6C86E70BA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5c0226b46c40f8"/>
          <a:stretch xmlns:a="http://schemas.openxmlformats.org/drawingml/2006/main"/>
        </p:blipFill>
        <p:spPr>
          <a:xfrm xmlns:a="http://schemas.openxmlformats.org/drawingml/2006/main">
            <a:off x="9986282" y="751514"/>
            <a:ext cx="2057400" cy="600075"/>
          </a:xfrm>
          <a:prstGeom xmlns:a="http://schemas.openxmlformats.org/drawingml/2006/main" prst="rect">
            <a:avLst/>
          </a:prstGeom>
        </p:spPr>
      </p:pic>
      <p:pic>
        <p:nvPic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080118D7-75D8-42D3-8E04-7E1A8B3685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61a69d6f0f4212"/>
          <a:stretch xmlns:a="http://schemas.openxmlformats.org/drawingml/2006/main"/>
        </p:blipFill>
        <p:spPr>
          <a:xfrm xmlns:a="http://schemas.openxmlformats.org/drawingml/2006/main">
            <a:off x="9424307" y="722939"/>
            <a:ext cx="2733675" cy="523875"/>
          </a:xfrm>
          <a:prstGeom xmlns:a="http://schemas.openxmlformats.org/drawingml/2006/main" prst="rect">
            <a:avLst/>
          </a:prstGeom>
        </p:spPr>
      </p:pic>
      <p:sp>
        <p:nvSpPr>
          <p:cNvPr id="510" name="path-468">
            <a:extLst xmlns:a="http://schemas.openxmlformats.org/drawingml/2006/main">
              <a:ext uri="{FF2B5EF4-FFF2-40B4-BE49-F238E27FC236}">
                <a16:creationId xmlns:a16="http://schemas.microsoft.com/office/drawing/2014/main" id="{12B5F8D2-3137-4C80-BF3A-7C95978A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006" y="820677"/>
            <a:ext cx="2534694" cy="325580"/>
          </a:xfrm>
          <a:custGeom xmlns:a="http://schemas.openxmlformats.org/drawingml/2006/main">
            <a:pathLst>
              <a:path w="2534694" h="325580">
                <a:moveTo>
                  <a:pt x="0" y="162790"/>
                </a:moveTo>
                <a:cubicBezTo>
                  <a:pt x="0" y="72883"/>
                  <a:pt x="72884" y="0"/>
                  <a:pt x="162790" y="0"/>
                </a:cubicBezTo>
                <a:lnTo>
                  <a:pt x="2371905" y="0"/>
                </a:lnTo>
                <a:cubicBezTo>
                  <a:pt x="2461811" y="0"/>
                  <a:pt x="2534694" y="72883"/>
                  <a:pt x="2534694" y="162790"/>
                </a:cubicBezTo>
                <a:lnTo>
                  <a:pt x="2534692" y="162790"/>
                </a:lnTo>
                <a:cubicBezTo>
                  <a:pt x="2534692" y="252696"/>
                  <a:pt x="2461809" y="325580"/>
                  <a:pt x="2371902" y="325580"/>
                </a:cubicBezTo>
                <a:lnTo>
                  <a:pt x="162790" y="325578"/>
                </a:lnTo>
                <a:cubicBezTo>
                  <a:pt x="72884" y="325578"/>
                  <a:pt x="0" y="252692"/>
                  <a:pt x="0" y="162787"/>
                </a:cubicBezTo>
                <a:lnTo>
                  <a:pt x="0" y="162790"/>
                </a:lnTo>
              </a:path>
            </a:pathLst>
          </a:custGeom>
          <a:solidFill xmlns:a="http://schemas.openxmlformats.org/drawingml/2006/main">
            <a:srgbClr val="C4EA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" name="path-469">
            <a:extLst xmlns:a="http://schemas.openxmlformats.org/drawingml/2006/main">
              <a:ext uri="{FF2B5EF4-FFF2-40B4-BE49-F238E27FC236}">
                <a16:creationId xmlns:a16="http://schemas.microsoft.com/office/drawing/2014/main" id="{2E59F75A-485D-44FC-AB48-7572EF18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006" y="820677"/>
            <a:ext cx="2534694" cy="325581"/>
          </a:xfrm>
          <a:custGeom xmlns:a="http://schemas.openxmlformats.org/drawingml/2006/main">
            <a:pathLst>
              <a:path w="2534694" h="325581">
                <a:moveTo>
                  <a:pt x="0" y="162790"/>
                </a:moveTo>
                <a:cubicBezTo>
                  <a:pt x="0" y="72884"/>
                  <a:pt x="72883" y="0"/>
                  <a:pt x="162790" y="0"/>
                </a:cubicBezTo>
                <a:lnTo>
                  <a:pt x="2371905" y="0"/>
                </a:lnTo>
                <a:cubicBezTo>
                  <a:pt x="2461810" y="0"/>
                  <a:pt x="2534694" y="72884"/>
                  <a:pt x="2534694" y="162790"/>
                </a:cubicBezTo>
                <a:lnTo>
                  <a:pt x="2534692" y="162790"/>
                </a:lnTo>
                <a:cubicBezTo>
                  <a:pt x="2534692" y="252697"/>
                  <a:pt x="2461808" y="325581"/>
                  <a:pt x="2371901" y="325581"/>
                </a:cubicBezTo>
                <a:lnTo>
                  <a:pt x="162790" y="325578"/>
                </a:lnTo>
                <a:cubicBezTo>
                  <a:pt x="72883" y="325578"/>
                  <a:pt x="0" y="252694"/>
                  <a:pt x="0" y="162788"/>
                </a:cubicBezTo>
                <a:lnTo>
                  <a:pt x="0" y="162790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8BCF8B"/>
            </a:solidFill>
            <a:prstDash val="solid"/>
          </a:ln>
        </p:spPr>
      </p:sp>
      <p:sp>
        <p:nvSpPr>
          <p:cNvPr id="512" name="text-470 Capability">
            <a:extLst xmlns:a="http://schemas.openxmlformats.org/drawingml/2006/main">
              <a:ext uri="{FF2B5EF4-FFF2-40B4-BE49-F238E27FC236}">
                <a16:creationId xmlns:a16="http://schemas.microsoft.com/office/drawing/2014/main" id="{C590C153-ED40-498B-A0CD-6729C2BB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3436" y="834927"/>
            <a:ext cx="956397" cy="30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Capability</a:t>
            </a:r>
          </a:p>
        </p:txBody>
      </p:sp>
      <p:sp>
        <p:nvSpPr>
          <p:cNvPr id="513" name="text-471 Context">
            <a:extLst xmlns:a="http://schemas.openxmlformats.org/drawingml/2006/main">
              <a:ext uri="{FF2B5EF4-FFF2-40B4-BE49-F238E27FC236}">
                <a16:creationId xmlns:a16="http://schemas.microsoft.com/office/drawing/2014/main" id="{E9A46CAD-C01B-4E35-8518-1CBCCC46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19866" y="835799"/>
            <a:ext cx="732711" cy="305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pic>
        <p:nvPic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0BF7F03E-AD35-458B-A5F6-570BCB0C50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9fadb5e80242db"/>
          <a:stretch xmlns:a="http://schemas.openxmlformats.org/drawingml/2006/main"/>
        </p:blipFill>
        <p:spPr>
          <a:xfrm xmlns:a="http://schemas.openxmlformats.org/drawingml/2006/main">
            <a:off x="9725608" y="731755"/>
            <a:ext cx="479818" cy="479818"/>
          </a:xfrm>
          <a:prstGeom xmlns:a="http://schemas.openxmlformats.org/drawingml/2006/main" prst="rect">
            <a:avLst/>
          </a:prstGeom>
        </p:spPr>
      </p:pic>
      <p:pic>
        <p:nvPic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7807C312-43E1-467B-B497-2EC4C4851C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4252dc571e4cef"/>
          <a:stretch xmlns:a="http://schemas.openxmlformats.org/drawingml/2006/main"/>
        </p:blipFill>
        <p:spPr>
          <a:xfrm xmlns:a="http://schemas.openxmlformats.org/drawingml/2006/main">
            <a:off x="9738632" y="789614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2073EB9B-F9C9-4C02-80A0-374BFF0A02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5d77d98f044b0"/>
          <a:stretch xmlns:a="http://schemas.openxmlformats.org/drawingml/2006/main"/>
        </p:blipFill>
        <p:spPr>
          <a:xfrm xmlns:a="http://schemas.openxmlformats.org/drawingml/2006/main">
            <a:off x="12091307" y="694364"/>
            <a:ext cx="2857500" cy="657225"/>
          </a:xfrm>
          <a:prstGeom xmlns:a="http://schemas.openxmlformats.org/drawingml/2006/main" prst="rect">
            <a:avLst/>
          </a:prstGeom>
        </p:spPr>
      </p:pic>
      <p:pic>
        <p:nvPic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4C23BADC-3D0F-4A56-B6C2-897D54AFF8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05f3e1e424277"/>
          <a:stretch xmlns:a="http://schemas.openxmlformats.org/drawingml/2006/main"/>
        </p:blipFill>
        <p:spPr>
          <a:xfrm xmlns:a="http://schemas.openxmlformats.org/drawingml/2006/main">
            <a:off x="12891407" y="751514"/>
            <a:ext cx="1504950" cy="600075"/>
          </a:xfrm>
          <a:prstGeom xmlns:a="http://schemas.openxmlformats.org/drawingml/2006/main" prst="rect">
            <a:avLst/>
          </a:prstGeom>
        </p:spPr>
      </p:pic>
      <p:pic>
        <p:nvPic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E11348C5-2CBE-4D3C-81A7-234A7CFFFD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a914cf2d24700"/>
          <a:stretch xmlns:a="http://schemas.openxmlformats.org/drawingml/2006/main"/>
        </p:blipFill>
        <p:spPr>
          <a:xfrm xmlns:a="http://schemas.openxmlformats.org/drawingml/2006/main">
            <a:off x="12119882" y="722939"/>
            <a:ext cx="2733675" cy="523875"/>
          </a:xfrm>
          <a:prstGeom xmlns:a="http://schemas.openxmlformats.org/drawingml/2006/main" prst="rect">
            <a:avLst/>
          </a:prstGeom>
        </p:spPr>
      </p:pic>
      <p:sp>
        <p:nvSpPr>
          <p:cNvPr id="519" name="path-477">
            <a:extLst xmlns:a="http://schemas.openxmlformats.org/drawingml/2006/main">
              <a:ext uri="{FF2B5EF4-FFF2-40B4-BE49-F238E27FC236}">
                <a16:creationId xmlns:a16="http://schemas.microsoft.com/office/drawing/2014/main" id="{A06A8581-68E2-4AC4-A167-EBE932CD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318" y="824236"/>
            <a:ext cx="2534693" cy="325581"/>
          </a:xfrm>
          <a:custGeom xmlns:a="http://schemas.openxmlformats.org/drawingml/2006/main">
            <a:pathLst>
              <a:path w="2534693" h="325581">
                <a:moveTo>
                  <a:pt x="0" y="162792"/>
                </a:moveTo>
                <a:cubicBezTo>
                  <a:pt x="0" y="72884"/>
                  <a:pt x="72884" y="0"/>
                  <a:pt x="162791" y="0"/>
                </a:cubicBezTo>
                <a:lnTo>
                  <a:pt x="2371904" y="0"/>
                </a:lnTo>
                <a:cubicBezTo>
                  <a:pt x="2461811" y="0"/>
                  <a:pt x="2534693" y="72884"/>
                  <a:pt x="2534693" y="162792"/>
                </a:cubicBezTo>
                <a:lnTo>
                  <a:pt x="2534691" y="162792"/>
                </a:lnTo>
                <a:cubicBezTo>
                  <a:pt x="2534691" y="252698"/>
                  <a:pt x="2461807" y="325581"/>
                  <a:pt x="2371900" y="325581"/>
                </a:cubicBezTo>
                <a:lnTo>
                  <a:pt x="162791" y="325578"/>
                </a:lnTo>
                <a:cubicBezTo>
                  <a:pt x="72884" y="325578"/>
                  <a:pt x="0" y="252695"/>
                  <a:pt x="0" y="162788"/>
                </a:cubicBezTo>
                <a:lnTo>
                  <a:pt x="0" y="162792"/>
                </a:lnTo>
              </a:path>
            </a:pathLst>
          </a:custGeom>
          <a:solidFill xmlns:a="http://schemas.openxmlformats.org/drawingml/2006/main">
            <a:srgbClr val="DD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" name="path-478">
            <a:extLst xmlns:a="http://schemas.openxmlformats.org/drawingml/2006/main">
              <a:ext uri="{FF2B5EF4-FFF2-40B4-BE49-F238E27FC236}">
                <a16:creationId xmlns:a16="http://schemas.microsoft.com/office/drawing/2014/main" id="{3A06F080-C37B-41D7-AEA3-2977D689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318" y="824236"/>
            <a:ext cx="2534693" cy="325581"/>
          </a:xfrm>
          <a:custGeom xmlns:a="http://schemas.openxmlformats.org/drawingml/2006/main">
            <a:pathLst>
              <a:path w="2534693" h="325581">
                <a:moveTo>
                  <a:pt x="0" y="162790"/>
                </a:moveTo>
                <a:cubicBezTo>
                  <a:pt x="0" y="72884"/>
                  <a:pt x="72883" y="0"/>
                  <a:pt x="162790" y="0"/>
                </a:cubicBezTo>
                <a:lnTo>
                  <a:pt x="2371904" y="0"/>
                </a:lnTo>
                <a:cubicBezTo>
                  <a:pt x="2461811" y="0"/>
                  <a:pt x="2534693" y="72884"/>
                  <a:pt x="2534693" y="162790"/>
                </a:cubicBezTo>
                <a:lnTo>
                  <a:pt x="2534691" y="162790"/>
                </a:lnTo>
                <a:cubicBezTo>
                  <a:pt x="2534691" y="252697"/>
                  <a:pt x="2461807" y="325581"/>
                  <a:pt x="2371900" y="325581"/>
                </a:cubicBezTo>
                <a:lnTo>
                  <a:pt x="162790" y="325578"/>
                </a:lnTo>
                <a:cubicBezTo>
                  <a:pt x="72883" y="325578"/>
                  <a:pt x="0" y="252694"/>
                  <a:pt x="0" y="162788"/>
                </a:cubicBezTo>
                <a:lnTo>
                  <a:pt x="0" y="162790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70C4C0"/>
            </a:solidFill>
            <a:prstDash val="solid"/>
          </a:ln>
        </p:spPr>
      </p:sp>
      <p:sp>
        <p:nvSpPr>
          <p:cNvPr id="521" name="text-479 App">
            <a:extLst xmlns:a="http://schemas.openxmlformats.org/drawingml/2006/main">
              <a:ext uri="{FF2B5EF4-FFF2-40B4-BE49-F238E27FC236}">
                <a16:creationId xmlns:a16="http://schemas.microsoft.com/office/drawing/2014/main" id="{E618892B-6318-43C1-89A3-55086047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56772" y="839125"/>
            <a:ext cx="402808" cy="306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</a:t>
            </a:r>
          </a:p>
        </p:txBody>
      </p:sp>
      <p:sp>
        <p:nvSpPr>
          <p:cNvPr id="522" name="text-480 Context">
            <a:extLst xmlns:a="http://schemas.openxmlformats.org/drawingml/2006/main">
              <a:ext uri="{FF2B5EF4-FFF2-40B4-BE49-F238E27FC236}">
                <a16:creationId xmlns:a16="http://schemas.microsoft.com/office/drawing/2014/main" id="{59D27146-1862-4D90-8FFA-A8F4D04E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68725" y="839547"/>
            <a:ext cx="732711" cy="305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pic>
        <p:nvPic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16FDDF67-8582-4750-B3ED-A1534667A1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3f37afe8b0466d"/>
          <a:stretch xmlns:a="http://schemas.openxmlformats.org/drawingml/2006/main"/>
        </p:blipFill>
        <p:spPr>
          <a:xfrm xmlns:a="http://schemas.openxmlformats.org/drawingml/2006/main">
            <a:off x="12548288" y="731756"/>
            <a:ext cx="479818" cy="483567"/>
          </a:xfrm>
          <a:prstGeom xmlns:a="http://schemas.openxmlformats.org/drawingml/2006/main" prst="rect">
            <a:avLst/>
          </a:prstGeom>
        </p:spPr>
      </p:pic>
      <p:pic>
        <p:nvPic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9CB15766-4B33-4A0E-8924-DAF5BFCB43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a2fee81f64509"/>
          <a:stretch xmlns:a="http://schemas.openxmlformats.org/drawingml/2006/main"/>
        </p:blipFill>
        <p:spPr>
          <a:xfrm xmlns:a="http://schemas.openxmlformats.org/drawingml/2006/main">
            <a:off x="12558032" y="789614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25" name="path-483">
            <a:extLst xmlns:a="http://schemas.openxmlformats.org/drawingml/2006/main">
              <a:ext uri="{FF2B5EF4-FFF2-40B4-BE49-F238E27FC236}">
                <a16:creationId xmlns:a16="http://schemas.microsoft.com/office/drawing/2014/main" id="{4CFD7325-EAC9-47F6-BFFB-6B8A053D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044" y="1140410"/>
            <a:ext cx="2632462" cy="331114"/>
          </a:xfrm>
          <a:custGeom xmlns:a="http://schemas.openxmlformats.org/drawingml/2006/main">
            <a:pathLst>
              <a:path w="2632462" h="331114">
                <a:moveTo>
                  <a:pt x="0" y="0"/>
                </a:moveTo>
                <a:lnTo>
                  <a:pt x="0" y="165557"/>
                </a:lnTo>
                <a:lnTo>
                  <a:pt x="2632462" y="165557"/>
                </a:lnTo>
                <a:lnTo>
                  <a:pt x="2632462" y="331114"/>
                </a:lnTo>
              </a:path>
            </a:pathLst>
          </a:custGeom>
          <a:noFill xmlns:a="http://schemas.openxmlformats.org/drawingml/2006/main"/>
          <a:ln xmlns:a="http://schemas.openxmlformats.org/drawingml/2006/main" w="78095">
            <a:solidFill>
              <a:srgbClr val="72C2FF">
                <a:alpha val="62000"/>
              </a:srgbClr>
            </a:solidFill>
            <a:prstDash val="solid"/>
          </a:ln>
        </p:spPr>
      </p:sp>
      <p:sp>
        <p:nvSpPr>
          <p:cNvPr id="526" name="path-484">
            <a:extLst xmlns:a="http://schemas.openxmlformats.org/drawingml/2006/main">
              <a:ext uri="{FF2B5EF4-FFF2-40B4-BE49-F238E27FC236}">
                <a16:creationId xmlns:a16="http://schemas.microsoft.com/office/drawing/2014/main" id="{EB273B70-0495-46E5-9802-CB50459E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1501" y="1214411"/>
            <a:ext cx="191" cy="257112"/>
          </a:xfrm>
          <a:custGeom xmlns:a="http://schemas.openxmlformats.org/drawingml/2006/main">
            <a:pathLst>
              <a:path w="191" h="257112">
                <a:moveTo>
                  <a:pt x="1" y="0"/>
                </a:moveTo>
                <a:lnTo>
                  <a:pt x="0" y="257112"/>
                </a:lnTo>
              </a:path>
            </a:pathLst>
          </a:custGeom>
          <a:noFill xmlns:a="http://schemas.openxmlformats.org/drawingml/2006/main"/>
          <a:ln xmlns:a="http://schemas.openxmlformats.org/drawingml/2006/main" w="78095">
            <a:solidFill>
              <a:srgbClr val="8BCF8B">
                <a:alpha val="70000"/>
              </a:srgbClr>
            </a:solidFill>
            <a:prstDash val="solid"/>
          </a:ln>
        </p:spPr>
      </p:sp>
      <p:sp>
        <p:nvSpPr>
          <p:cNvPr id="527" name="path-485">
            <a:extLst xmlns:a="http://schemas.openxmlformats.org/drawingml/2006/main">
              <a:ext uri="{FF2B5EF4-FFF2-40B4-BE49-F238E27FC236}">
                <a16:creationId xmlns:a16="http://schemas.microsoft.com/office/drawing/2014/main" id="{1E1F2376-D3FD-4885-800B-209ABA15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1506" y="1149814"/>
            <a:ext cx="2766161" cy="321710"/>
          </a:xfrm>
          <a:custGeom xmlns:a="http://schemas.openxmlformats.org/drawingml/2006/main">
            <a:pathLst>
              <a:path w="2766161" h="321710">
                <a:moveTo>
                  <a:pt x="2766161" y="0"/>
                </a:moveTo>
                <a:lnTo>
                  <a:pt x="2766161" y="160855"/>
                </a:lnTo>
                <a:lnTo>
                  <a:pt x="0" y="160855"/>
                </a:lnTo>
                <a:lnTo>
                  <a:pt x="0" y="321710"/>
                </a:lnTo>
              </a:path>
            </a:pathLst>
          </a:custGeom>
          <a:noFill xmlns:a="http://schemas.openxmlformats.org/drawingml/2006/main"/>
          <a:ln xmlns:a="http://schemas.openxmlformats.org/drawingml/2006/main" w="78095">
            <a:solidFill>
              <a:srgbClr val="6EC0BC">
                <a:alpha val="79000"/>
              </a:srgbClr>
            </a:solidFill>
            <a:prstDash val="solid"/>
          </a:ln>
        </p:spPr>
      </p:sp>
      <p:sp>
        <p:nvSpPr>
          <p:cNvPr id="528" name="text-486 Harness">
            <a:extLst xmlns:a="http://schemas.openxmlformats.org/drawingml/2006/main">
              <a:ext uri="{FF2B5EF4-FFF2-40B4-BE49-F238E27FC236}">
                <a16:creationId xmlns:a16="http://schemas.microsoft.com/office/drawing/2014/main" id="{E516986B-1176-448B-9BC9-74B9D7D4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844" y="7907353"/>
            <a:ext cx="875456" cy="350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7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Harness</a:t>
            </a:r>
          </a:p>
        </p:txBody>
      </p:sp>
      <p:sp>
        <p:nvSpPr>
          <p:cNvPr id="529" name="text-487 -">
            <a:extLst xmlns:a="http://schemas.openxmlformats.org/drawingml/2006/main">
              <a:ext uri="{FF2B5EF4-FFF2-40B4-BE49-F238E27FC236}">
                <a16:creationId xmlns:a16="http://schemas.microsoft.com/office/drawing/2014/main" id="{39E63EBD-1D9D-456C-AF35-BAE86558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607" y="7907709"/>
            <a:ext cx="121506" cy="349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6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530" name="text-488 Driven">
            <a:extLst xmlns:a="http://schemas.openxmlformats.org/drawingml/2006/main">
              <a:ext uri="{FF2B5EF4-FFF2-40B4-BE49-F238E27FC236}">
                <a16:creationId xmlns:a16="http://schemas.microsoft.com/office/drawing/2014/main" id="{E83407FC-9C8B-4CEA-AC71-58951051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750" y="7907906"/>
            <a:ext cx="723290" cy="349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6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Driven</a:t>
            </a:r>
          </a:p>
        </p:txBody>
      </p:sp>
      <p:sp>
        <p:nvSpPr>
          <p:cNvPr id="531" name="text-489 Execution">
            <a:extLst xmlns:a="http://schemas.openxmlformats.org/drawingml/2006/main">
              <a:ext uri="{FF2B5EF4-FFF2-40B4-BE49-F238E27FC236}">
                <a16:creationId xmlns:a16="http://schemas.microsoft.com/office/drawing/2014/main" id="{88FC7283-E3C0-4E07-AC17-6C274CE8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500" y="8203268"/>
            <a:ext cx="1046607" cy="350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7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Execution</a:t>
            </a:r>
          </a:p>
        </p:txBody>
      </p:sp>
      <p:sp>
        <p:nvSpPr>
          <p:cNvPr id="532" name="text-490 H">
            <a:extLst xmlns:a="http://schemas.openxmlformats.org/drawingml/2006/main">
              <a:ext uri="{FF2B5EF4-FFF2-40B4-BE49-F238E27FC236}">
                <a16:creationId xmlns:a16="http://schemas.microsoft.com/office/drawing/2014/main" id="{43B01B60-73FA-413B-8886-53AF4898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1552" y="8203950"/>
            <a:ext cx="239362" cy="349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8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8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68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533" name="text-491 (">
            <a:extLst xmlns:a="http://schemas.openxmlformats.org/drawingml/2006/main">
              <a:ext uri="{FF2B5EF4-FFF2-40B4-BE49-F238E27FC236}">
                <a16:creationId xmlns:a16="http://schemas.microsoft.com/office/drawing/2014/main" id="{3BB98ADC-8C2B-49E2-9BEC-187BC4BF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9267" y="8235109"/>
            <a:ext cx="107489" cy="3062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</a:t>
            </a:r>
          </a:p>
        </p:txBody>
      </p:sp>
      <p:sp>
        <p:nvSpPr>
          <p:cNvPr id="534" name="text-492 Phase">
            <a:extLst xmlns:a="http://schemas.openxmlformats.org/drawingml/2006/main">
              <a:ext uri="{FF2B5EF4-FFF2-40B4-BE49-F238E27FC236}">
                <a16:creationId xmlns:a16="http://schemas.microsoft.com/office/drawing/2014/main" id="{D82CEBDE-24E2-4897-B329-C065D428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7600" y="8235110"/>
            <a:ext cx="580136" cy="306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Phase</a:t>
            </a:r>
          </a:p>
        </p:txBody>
      </p:sp>
      <p:sp>
        <p:nvSpPr>
          <p:cNvPr id="535" name="text-492 I">
            <a:extLst xmlns:a="http://schemas.openxmlformats.org/drawingml/2006/main">
              <a:ext uri="{FF2B5EF4-FFF2-40B4-BE49-F238E27FC236}">
                <a16:creationId xmlns:a16="http://schemas.microsoft.com/office/drawing/2014/main" id="{9546A048-7393-4FD8-B7BC-A77BFDA0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6951" y="8235145"/>
            <a:ext cx="97660" cy="30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</a:t>
            </a:r>
          </a:p>
        </p:txBody>
      </p:sp>
      <p:sp>
        <p:nvSpPr>
          <p:cNvPr id="536" name="text-493 --">
            <a:extLst xmlns:a="http://schemas.openxmlformats.org/drawingml/2006/main">
              <a:ext uri="{FF2B5EF4-FFF2-40B4-BE49-F238E27FC236}">
                <a16:creationId xmlns:a16="http://schemas.microsoft.com/office/drawing/2014/main" id="{8A9A4031-B5BF-487E-819F-344EB9BF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5792" y="8235968"/>
            <a:ext cx="172548" cy="305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--</a:t>
            </a:r>
          </a:p>
        </p:txBody>
      </p:sp>
      <p:sp>
        <p:nvSpPr>
          <p:cNvPr id="537" name="text-494 III)">
            <a:extLst xmlns:a="http://schemas.openxmlformats.org/drawingml/2006/main">
              <a:ext uri="{FF2B5EF4-FFF2-40B4-BE49-F238E27FC236}">
                <a16:creationId xmlns:a16="http://schemas.microsoft.com/office/drawing/2014/main" id="{1444B099-1D6D-4894-8901-3800F78E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8554" y="8234370"/>
            <a:ext cx="283365" cy="307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III)</a:t>
            </a:r>
          </a:p>
        </p:txBody>
      </p:sp>
      <p:sp>
        <p:nvSpPr>
          <p:cNvPr id="538" name="text-495 Accepted">
            <a:extLst xmlns:a="http://schemas.openxmlformats.org/drawingml/2006/main">
              <a:ext uri="{FF2B5EF4-FFF2-40B4-BE49-F238E27FC236}">
                <a16:creationId xmlns:a16="http://schemas.microsoft.com/office/drawing/2014/main" id="{A2EFCCC4-ED4B-4883-948D-DA2D541D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34971" y="6669218"/>
            <a:ext cx="743626" cy="2628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Accepted</a:t>
            </a:r>
          </a:p>
        </p:txBody>
      </p:sp>
      <p:sp>
        <p:nvSpPr>
          <p:cNvPr id="539" name="text-496 Traces">
            <a:extLst xmlns:a="http://schemas.openxmlformats.org/drawingml/2006/main">
              <a:ext uri="{FF2B5EF4-FFF2-40B4-BE49-F238E27FC236}">
                <a16:creationId xmlns:a16="http://schemas.microsoft.com/office/drawing/2014/main" id="{5CE815F9-5D0E-400B-8B71-0024EFAA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43796" y="6900836"/>
            <a:ext cx="529503" cy="2639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Traces</a:t>
            </a:r>
          </a:p>
        </p:txBody>
      </p:sp>
      <p:sp>
        <p:nvSpPr>
          <p:cNvPr id="540" name="path-497">
            <a:extLst xmlns:a="http://schemas.openxmlformats.org/drawingml/2006/main">
              <a:ext uri="{FF2B5EF4-FFF2-40B4-BE49-F238E27FC236}">
                <a16:creationId xmlns:a16="http://schemas.microsoft.com/office/drawing/2014/main" id="{C79CEFBD-EC87-416F-9B88-5E47849F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5780" y="6998561"/>
            <a:ext cx="90969" cy="92250"/>
          </a:xfrm>
          <a:custGeom xmlns:a="http://schemas.openxmlformats.org/drawingml/2006/main">
            <a:pathLst>
              <a:path w="90969" h="92250">
                <a:moveTo>
                  <a:pt x="28828" y="17022"/>
                </a:moveTo>
                <a:cubicBezTo>
                  <a:pt x="25656" y="17022"/>
                  <a:pt x="23047" y="17297"/>
                  <a:pt x="21003" y="17846"/>
                </a:cubicBezTo>
                <a:cubicBezTo>
                  <a:pt x="18959" y="18395"/>
                  <a:pt x="16961" y="19341"/>
                  <a:pt x="15009" y="20683"/>
                </a:cubicBezTo>
                <a:cubicBezTo>
                  <a:pt x="13057" y="22025"/>
                  <a:pt x="10616" y="24252"/>
                  <a:pt x="7688" y="27364"/>
                </a:cubicBezTo>
                <a:lnTo>
                  <a:pt x="0" y="20500"/>
                </a:lnTo>
                <a:cubicBezTo>
                  <a:pt x="5064" y="14399"/>
                  <a:pt x="9228" y="9975"/>
                  <a:pt x="12492" y="7230"/>
                </a:cubicBezTo>
                <a:cubicBezTo>
                  <a:pt x="15756" y="4484"/>
                  <a:pt x="19097" y="2593"/>
                  <a:pt x="22513" y="1556"/>
                </a:cubicBezTo>
                <a:cubicBezTo>
                  <a:pt x="25930" y="519"/>
                  <a:pt x="30506" y="0"/>
                  <a:pt x="36241" y="0"/>
                </a:cubicBezTo>
                <a:lnTo>
                  <a:pt x="90969" y="0"/>
                </a:lnTo>
                <a:lnTo>
                  <a:pt x="87034" y="17022"/>
                </a:lnTo>
                <a:lnTo>
                  <a:pt x="58663" y="17022"/>
                </a:lnTo>
                <a:lnTo>
                  <a:pt x="48413" y="60768"/>
                </a:lnTo>
                <a:cubicBezTo>
                  <a:pt x="47254" y="65710"/>
                  <a:pt x="46674" y="69676"/>
                  <a:pt x="46674" y="72665"/>
                </a:cubicBezTo>
                <a:cubicBezTo>
                  <a:pt x="46674" y="75045"/>
                  <a:pt x="47071" y="76692"/>
                  <a:pt x="47864" y="77607"/>
                </a:cubicBezTo>
                <a:cubicBezTo>
                  <a:pt x="48657" y="78522"/>
                  <a:pt x="49786" y="78980"/>
                  <a:pt x="51250" y="78980"/>
                </a:cubicBezTo>
                <a:cubicBezTo>
                  <a:pt x="53325" y="78980"/>
                  <a:pt x="55521" y="78080"/>
                  <a:pt x="57839" y="76280"/>
                </a:cubicBezTo>
                <a:cubicBezTo>
                  <a:pt x="60158" y="74480"/>
                  <a:pt x="63147" y="71445"/>
                  <a:pt x="66808" y="67174"/>
                </a:cubicBezTo>
                <a:lnTo>
                  <a:pt x="73397" y="73764"/>
                </a:lnTo>
                <a:cubicBezTo>
                  <a:pt x="68211" y="79865"/>
                  <a:pt x="62964" y="84471"/>
                  <a:pt x="57656" y="87583"/>
                </a:cubicBezTo>
                <a:cubicBezTo>
                  <a:pt x="52348" y="90694"/>
                  <a:pt x="46552" y="92250"/>
                  <a:pt x="40268" y="92250"/>
                </a:cubicBezTo>
                <a:cubicBezTo>
                  <a:pt x="33984" y="92250"/>
                  <a:pt x="29377" y="90664"/>
                  <a:pt x="26449" y="87491"/>
                </a:cubicBezTo>
                <a:cubicBezTo>
                  <a:pt x="23520" y="84319"/>
                  <a:pt x="22056" y="79529"/>
                  <a:pt x="22056" y="73123"/>
                </a:cubicBezTo>
                <a:cubicBezTo>
                  <a:pt x="22056" y="69523"/>
                  <a:pt x="22727" y="64734"/>
                  <a:pt x="24069" y="58755"/>
                </a:cubicBezTo>
                <a:lnTo>
                  <a:pt x="24710" y="56009"/>
                </a:lnTo>
                <a:cubicBezTo>
                  <a:pt x="25991" y="50579"/>
                  <a:pt x="27684" y="44142"/>
                  <a:pt x="29789" y="36699"/>
                </a:cubicBezTo>
                <a:cubicBezTo>
                  <a:pt x="31894" y="29255"/>
                  <a:pt x="33892" y="22941"/>
                  <a:pt x="35784" y="17754"/>
                </a:cubicBezTo>
                <a:lnTo>
                  <a:pt x="35326" y="17022"/>
                </a:lnTo>
                <a:lnTo>
                  <a:pt x="28828" y="170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" name="path-498">
            <a:extLst xmlns:a="http://schemas.openxmlformats.org/drawingml/2006/main">
              <a:ext uri="{FF2B5EF4-FFF2-40B4-BE49-F238E27FC236}">
                <a16:creationId xmlns:a16="http://schemas.microsoft.com/office/drawing/2014/main" id="{E00C890B-7897-4856-9FCC-9795C0A5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7855" y="7035103"/>
            <a:ext cx="37751" cy="96574"/>
          </a:xfrm>
          <a:custGeom xmlns:a="http://schemas.openxmlformats.org/drawingml/2006/main">
            <a:pathLst>
              <a:path w="37751" h="96574">
                <a:moveTo>
                  <a:pt x="35967" y="0"/>
                </a:moveTo>
                <a:lnTo>
                  <a:pt x="32397" y="16816"/>
                </a:lnTo>
                <a:lnTo>
                  <a:pt x="14620" y="16816"/>
                </a:lnTo>
                <a:lnTo>
                  <a:pt x="18395" y="0"/>
                </a:lnTo>
                <a:lnTo>
                  <a:pt x="35967" y="0"/>
                </a:lnTo>
                <a:moveTo>
                  <a:pt x="20248" y="73855"/>
                </a:moveTo>
                <a:cubicBezTo>
                  <a:pt x="19791" y="75777"/>
                  <a:pt x="19482" y="77264"/>
                  <a:pt x="19322" y="78317"/>
                </a:cubicBezTo>
                <a:cubicBezTo>
                  <a:pt x="19162" y="79369"/>
                  <a:pt x="19082" y="80559"/>
                  <a:pt x="19082" y="81886"/>
                </a:cubicBezTo>
                <a:cubicBezTo>
                  <a:pt x="19082" y="83670"/>
                  <a:pt x="19379" y="84906"/>
                  <a:pt x="19974" y="85592"/>
                </a:cubicBezTo>
                <a:cubicBezTo>
                  <a:pt x="20569" y="86279"/>
                  <a:pt x="21415" y="86622"/>
                  <a:pt x="22513" y="86622"/>
                </a:cubicBezTo>
                <a:cubicBezTo>
                  <a:pt x="23840" y="86622"/>
                  <a:pt x="25328" y="85993"/>
                  <a:pt x="26975" y="84734"/>
                </a:cubicBezTo>
                <a:cubicBezTo>
                  <a:pt x="28622" y="83476"/>
                  <a:pt x="30567" y="81565"/>
                  <a:pt x="32809" y="79003"/>
                </a:cubicBezTo>
                <a:lnTo>
                  <a:pt x="37751" y="83945"/>
                </a:lnTo>
                <a:cubicBezTo>
                  <a:pt x="33267" y="88521"/>
                  <a:pt x="29251" y="91770"/>
                  <a:pt x="25705" y="93692"/>
                </a:cubicBezTo>
                <a:cubicBezTo>
                  <a:pt x="22159" y="95613"/>
                  <a:pt x="18258" y="96574"/>
                  <a:pt x="14002" y="96574"/>
                </a:cubicBezTo>
                <a:cubicBezTo>
                  <a:pt x="9152" y="96574"/>
                  <a:pt x="5605" y="95385"/>
                  <a:pt x="3363" y="93005"/>
                </a:cubicBezTo>
                <a:cubicBezTo>
                  <a:pt x="1121" y="90626"/>
                  <a:pt x="0" y="87034"/>
                  <a:pt x="0" y="82229"/>
                </a:cubicBezTo>
                <a:cubicBezTo>
                  <a:pt x="0" y="79163"/>
                  <a:pt x="503" y="75571"/>
                  <a:pt x="1510" y="71453"/>
                </a:cubicBezTo>
                <a:lnTo>
                  <a:pt x="7276" y="47566"/>
                </a:lnTo>
                <a:cubicBezTo>
                  <a:pt x="8328" y="43219"/>
                  <a:pt x="8854" y="39787"/>
                  <a:pt x="8854" y="37271"/>
                </a:cubicBezTo>
                <a:cubicBezTo>
                  <a:pt x="8854" y="35486"/>
                  <a:pt x="8431" y="34216"/>
                  <a:pt x="7585" y="33461"/>
                </a:cubicBezTo>
                <a:cubicBezTo>
                  <a:pt x="6738" y="32706"/>
                  <a:pt x="4965" y="32191"/>
                  <a:pt x="2265" y="31917"/>
                </a:cubicBezTo>
                <a:lnTo>
                  <a:pt x="3295" y="27387"/>
                </a:lnTo>
                <a:lnTo>
                  <a:pt x="23406" y="26632"/>
                </a:lnTo>
                <a:lnTo>
                  <a:pt x="31231" y="26632"/>
                </a:lnTo>
                <a:lnTo>
                  <a:pt x="20248" y="738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" name="path-499">
            <a:extLst xmlns:a="http://schemas.openxmlformats.org/drawingml/2006/main">
              <a:ext uri="{FF2B5EF4-FFF2-40B4-BE49-F238E27FC236}">
                <a16:creationId xmlns:a16="http://schemas.microsoft.com/office/drawing/2014/main" id="{04215382-6064-494D-857E-EE3B10F1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527" y="7944694"/>
            <a:ext cx="7612195" cy="1115793"/>
          </a:xfrm>
          <a:custGeom xmlns:a="http://schemas.openxmlformats.org/drawingml/2006/main">
            <a:pathLst>
              <a:path w="7612195" h="1115793">
                <a:moveTo>
                  <a:pt x="0" y="184553"/>
                </a:moveTo>
                <a:cubicBezTo>
                  <a:pt x="0" y="82627"/>
                  <a:pt x="82626" y="0"/>
                  <a:pt x="184552" y="0"/>
                </a:cubicBezTo>
                <a:lnTo>
                  <a:pt x="7427641" y="0"/>
                </a:lnTo>
                <a:cubicBezTo>
                  <a:pt x="7529568" y="0"/>
                  <a:pt x="7612195" y="82627"/>
                  <a:pt x="7612195" y="184553"/>
                </a:cubicBezTo>
                <a:lnTo>
                  <a:pt x="7612195" y="931240"/>
                </a:lnTo>
                <a:cubicBezTo>
                  <a:pt x="7612195" y="1033165"/>
                  <a:pt x="7529568" y="1115793"/>
                  <a:pt x="7427641" y="1115793"/>
                </a:cubicBezTo>
                <a:lnTo>
                  <a:pt x="184552" y="1115793"/>
                </a:lnTo>
                <a:cubicBezTo>
                  <a:pt x="82626" y="1115793"/>
                  <a:pt x="0" y="1033165"/>
                  <a:pt x="0" y="931240"/>
                </a:cubicBezTo>
                <a:lnTo>
                  <a:pt x="0" y="184553"/>
                </a:lnTo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43" name="path-500">
            <a:extLst xmlns:a="http://schemas.openxmlformats.org/drawingml/2006/main">
              <a:ext uri="{FF2B5EF4-FFF2-40B4-BE49-F238E27FC236}">
                <a16:creationId xmlns:a16="http://schemas.microsoft.com/office/drawing/2014/main" id="{120BEE27-0D01-4A41-AE28-0E72D1CC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527" y="7944694"/>
            <a:ext cx="7612195" cy="1115793"/>
          </a:xfrm>
          <a:custGeom xmlns:a="http://schemas.openxmlformats.org/drawingml/2006/main">
            <a:pathLst>
              <a:path w="7612195" h="1115793">
                <a:moveTo>
                  <a:pt x="0" y="184553"/>
                </a:moveTo>
                <a:cubicBezTo>
                  <a:pt x="0" y="82627"/>
                  <a:pt x="82627" y="0"/>
                  <a:pt x="184553" y="0"/>
                </a:cubicBezTo>
                <a:lnTo>
                  <a:pt x="7427641" y="0"/>
                </a:lnTo>
                <a:cubicBezTo>
                  <a:pt x="7529568" y="0"/>
                  <a:pt x="7612195" y="82627"/>
                  <a:pt x="7612195" y="184553"/>
                </a:cubicBezTo>
                <a:lnTo>
                  <a:pt x="7612195" y="931240"/>
                </a:lnTo>
                <a:cubicBezTo>
                  <a:pt x="7612195" y="1033165"/>
                  <a:pt x="7529568" y="1115793"/>
                  <a:pt x="7427641" y="1115793"/>
                </a:cubicBezTo>
                <a:lnTo>
                  <a:pt x="184553" y="1115793"/>
                </a:lnTo>
                <a:cubicBezTo>
                  <a:pt x="82627" y="1115793"/>
                  <a:pt x="0" y="1033165"/>
                  <a:pt x="0" y="931240"/>
                </a:cubicBezTo>
                <a:lnTo>
                  <a:pt x="0" y="184553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FFFFFF"/>
            </a:solidFill>
            <a:prstDash val="solid"/>
          </a:ln>
        </p:spPr>
      </p:sp>
      <p:sp>
        <p:nvSpPr>
          <p:cNvPr id="544" name="path-501">
            <a:extLst xmlns:a="http://schemas.openxmlformats.org/drawingml/2006/main">
              <a:ext uri="{FF2B5EF4-FFF2-40B4-BE49-F238E27FC236}">
                <a16:creationId xmlns:a16="http://schemas.microsoft.com/office/drawing/2014/main" id="{DD7DB68F-3338-422B-A0A9-8C84CF6A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59" y="8507281"/>
            <a:ext cx="442745" cy="442745"/>
          </a:xfrm>
          <a:custGeom xmlns:a="http://schemas.openxmlformats.org/drawingml/2006/main">
            <a:pathLst>
              <a:path w="442745" h="442745">
                <a:moveTo>
                  <a:pt x="0" y="93318"/>
                </a:moveTo>
                <a:cubicBezTo>
                  <a:pt x="0" y="41780"/>
                  <a:pt x="41779" y="0"/>
                  <a:pt x="93317" y="0"/>
                </a:cubicBezTo>
                <a:lnTo>
                  <a:pt x="349428" y="0"/>
                </a:lnTo>
                <a:cubicBezTo>
                  <a:pt x="400966" y="0"/>
                  <a:pt x="442745" y="41780"/>
                  <a:pt x="442745" y="93318"/>
                </a:cubicBezTo>
                <a:lnTo>
                  <a:pt x="442745" y="349428"/>
                </a:lnTo>
                <a:cubicBezTo>
                  <a:pt x="442745" y="400965"/>
                  <a:pt x="400966" y="442745"/>
                  <a:pt x="349428" y="442745"/>
                </a:cubicBezTo>
                <a:lnTo>
                  <a:pt x="93317" y="442745"/>
                </a:lnTo>
                <a:cubicBezTo>
                  <a:pt x="41779" y="442745"/>
                  <a:pt x="0" y="400965"/>
                  <a:pt x="0" y="349428"/>
                </a:cubicBezTo>
                <a:lnTo>
                  <a:pt x="0" y="9331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45" name="path-502">
            <a:extLst xmlns:a="http://schemas.openxmlformats.org/drawingml/2006/main">
              <a:ext uri="{FF2B5EF4-FFF2-40B4-BE49-F238E27FC236}">
                <a16:creationId xmlns:a16="http://schemas.microsoft.com/office/drawing/2014/main" id="{D70CA08E-93E8-4B69-A732-7D4EE1FE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59" y="8507281"/>
            <a:ext cx="442746" cy="442745"/>
          </a:xfrm>
          <a:custGeom xmlns:a="http://schemas.openxmlformats.org/drawingml/2006/main">
            <a:pathLst>
              <a:path w="442746" h="442745">
                <a:moveTo>
                  <a:pt x="0" y="93318"/>
                </a:moveTo>
                <a:cubicBezTo>
                  <a:pt x="0" y="41780"/>
                  <a:pt x="41780" y="0"/>
                  <a:pt x="93318" y="0"/>
                </a:cubicBezTo>
                <a:lnTo>
                  <a:pt x="349428" y="0"/>
                </a:lnTo>
                <a:cubicBezTo>
                  <a:pt x="400966" y="0"/>
                  <a:pt x="442746" y="41780"/>
                  <a:pt x="442746" y="93318"/>
                </a:cubicBezTo>
                <a:lnTo>
                  <a:pt x="442746" y="349429"/>
                </a:lnTo>
                <a:cubicBezTo>
                  <a:pt x="442746" y="400966"/>
                  <a:pt x="400966" y="442745"/>
                  <a:pt x="349428" y="442745"/>
                </a:cubicBezTo>
                <a:lnTo>
                  <a:pt x="93318" y="442745"/>
                </a:lnTo>
                <a:cubicBezTo>
                  <a:pt x="41780" y="442745"/>
                  <a:pt x="0" y="400966"/>
                  <a:pt x="0" y="349429"/>
                </a:cubicBezTo>
                <a:lnTo>
                  <a:pt x="0" y="93318"/>
                </a:lnTo>
              </a:path>
            </a:pathLst>
          </a:custGeom>
          <a:noFill xmlns:a="http://schemas.openxmlformats.org/drawingml/2006/main"/>
          <a:ln xmlns:a="http://schemas.openxmlformats.org/drawingml/2006/main" w="27333">
            <a:solidFill>
              <a:srgbClr val="F3F0EA"/>
            </a:solidFill>
            <a:prstDash val="solid"/>
          </a:ln>
        </p:spPr>
      </p:sp>
      <p:pic>
        <p:nvPic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E4109296-D24E-4396-B6A6-6B89C41F3B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b1553c32845f0"/>
          <a:stretch xmlns:a="http://schemas.openxmlformats.org/drawingml/2006/main"/>
        </p:blipFill>
        <p:spPr>
          <a:xfrm xmlns:a="http://schemas.openxmlformats.org/drawingml/2006/main">
            <a:off x="432707" y="8504864"/>
            <a:ext cx="447675" cy="447675"/>
          </a:xfrm>
          <a:prstGeom xmlns:a="http://schemas.openxmlformats.org/drawingml/2006/main" prst="rect">
            <a:avLst/>
          </a:prstGeom>
        </p:spPr>
      </p:pic>
      <p:sp>
        <p:nvSpPr>
          <p:cNvPr id="547" name="path-504">
            <a:extLst xmlns:a="http://schemas.openxmlformats.org/drawingml/2006/main">
              <a:ext uri="{FF2B5EF4-FFF2-40B4-BE49-F238E27FC236}">
                <a16:creationId xmlns:a16="http://schemas.microsoft.com/office/drawing/2014/main" id="{805C6A93-E1AA-4CE6-B8C0-383AF8CE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17" y="8507281"/>
            <a:ext cx="442745" cy="442745"/>
          </a:xfrm>
          <a:custGeom xmlns:a="http://schemas.openxmlformats.org/drawingml/2006/main">
            <a:pathLst>
              <a:path w="442745" h="442745">
                <a:moveTo>
                  <a:pt x="0" y="93318"/>
                </a:moveTo>
                <a:cubicBezTo>
                  <a:pt x="0" y="41780"/>
                  <a:pt x="41779" y="0"/>
                  <a:pt x="93317" y="0"/>
                </a:cubicBezTo>
                <a:lnTo>
                  <a:pt x="349428" y="0"/>
                </a:lnTo>
                <a:cubicBezTo>
                  <a:pt x="400966" y="0"/>
                  <a:pt x="442745" y="41780"/>
                  <a:pt x="442745" y="93318"/>
                </a:cubicBezTo>
                <a:lnTo>
                  <a:pt x="442745" y="349428"/>
                </a:lnTo>
                <a:cubicBezTo>
                  <a:pt x="442745" y="400965"/>
                  <a:pt x="400966" y="442745"/>
                  <a:pt x="349428" y="442745"/>
                </a:cubicBezTo>
                <a:lnTo>
                  <a:pt x="93317" y="442745"/>
                </a:lnTo>
                <a:cubicBezTo>
                  <a:pt x="41779" y="442745"/>
                  <a:pt x="0" y="400965"/>
                  <a:pt x="0" y="349428"/>
                </a:cubicBezTo>
                <a:lnTo>
                  <a:pt x="0" y="9331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48" name="path-505">
            <a:extLst xmlns:a="http://schemas.openxmlformats.org/drawingml/2006/main">
              <a:ext uri="{FF2B5EF4-FFF2-40B4-BE49-F238E27FC236}">
                <a16:creationId xmlns:a16="http://schemas.microsoft.com/office/drawing/2014/main" id="{C11CCCF6-E37F-407B-A2ED-DC999E45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17" y="8507281"/>
            <a:ext cx="442746" cy="442745"/>
          </a:xfrm>
          <a:custGeom xmlns:a="http://schemas.openxmlformats.org/drawingml/2006/main">
            <a:pathLst>
              <a:path w="442746" h="442745">
                <a:moveTo>
                  <a:pt x="0" y="93318"/>
                </a:moveTo>
                <a:cubicBezTo>
                  <a:pt x="0" y="41780"/>
                  <a:pt x="41780" y="0"/>
                  <a:pt x="93318" y="0"/>
                </a:cubicBezTo>
                <a:lnTo>
                  <a:pt x="349428" y="0"/>
                </a:lnTo>
                <a:cubicBezTo>
                  <a:pt x="400966" y="0"/>
                  <a:pt x="442746" y="41780"/>
                  <a:pt x="442746" y="93318"/>
                </a:cubicBezTo>
                <a:lnTo>
                  <a:pt x="442746" y="349429"/>
                </a:lnTo>
                <a:cubicBezTo>
                  <a:pt x="442746" y="400966"/>
                  <a:pt x="400966" y="442745"/>
                  <a:pt x="349428" y="442745"/>
                </a:cubicBezTo>
                <a:lnTo>
                  <a:pt x="93318" y="442745"/>
                </a:lnTo>
                <a:cubicBezTo>
                  <a:pt x="41780" y="442745"/>
                  <a:pt x="0" y="400966"/>
                  <a:pt x="0" y="349429"/>
                </a:cubicBezTo>
                <a:lnTo>
                  <a:pt x="0" y="93318"/>
                </a:lnTo>
              </a:path>
            </a:pathLst>
          </a:custGeom>
          <a:noFill xmlns:a="http://schemas.openxmlformats.org/drawingml/2006/main"/>
          <a:ln xmlns:a="http://schemas.openxmlformats.org/drawingml/2006/main" w="27333">
            <a:solidFill>
              <a:srgbClr val="F3F0EA"/>
            </a:solidFill>
            <a:prstDash val="solid"/>
          </a:ln>
        </p:spPr>
      </p:sp>
      <p:pic>
        <p:nvPic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1062BEED-3427-4295-A693-E642E0738C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adbe9a53146e0"/>
          <a:stretch xmlns:a="http://schemas.openxmlformats.org/drawingml/2006/main"/>
        </p:blipFill>
        <p:spPr>
          <a:xfrm xmlns:a="http://schemas.openxmlformats.org/drawingml/2006/main">
            <a:off x="1013732" y="8542964"/>
            <a:ext cx="361950" cy="371475"/>
          </a:xfrm>
          <a:prstGeom xmlns:a="http://schemas.openxmlformats.org/drawingml/2006/main" prst="rect">
            <a:avLst/>
          </a:prstGeom>
        </p:spPr>
      </p:pic>
      <p:sp>
        <p:nvSpPr>
          <p:cNvPr id="550" name="path-507">
            <a:extLst xmlns:a="http://schemas.openxmlformats.org/drawingml/2006/main">
              <a:ext uri="{FF2B5EF4-FFF2-40B4-BE49-F238E27FC236}">
                <a16:creationId xmlns:a16="http://schemas.microsoft.com/office/drawing/2014/main" id="{D9F43006-9B6B-4EAE-B473-48949E8B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874" y="8507281"/>
            <a:ext cx="442745" cy="442745"/>
          </a:xfrm>
          <a:custGeom xmlns:a="http://schemas.openxmlformats.org/drawingml/2006/main">
            <a:pathLst>
              <a:path w="442745" h="442745">
                <a:moveTo>
                  <a:pt x="0" y="93318"/>
                </a:moveTo>
                <a:cubicBezTo>
                  <a:pt x="0" y="41780"/>
                  <a:pt x="41780" y="0"/>
                  <a:pt x="93317" y="0"/>
                </a:cubicBezTo>
                <a:lnTo>
                  <a:pt x="349429" y="0"/>
                </a:lnTo>
                <a:cubicBezTo>
                  <a:pt x="400965" y="0"/>
                  <a:pt x="442745" y="41780"/>
                  <a:pt x="442745" y="93318"/>
                </a:cubicBezTo>
                <a:lnTo>
                  <a:pt x="442745" y="349428"/>
                </a:lnTo>
                <a:cubicBezTo>
                  <a:pt x="442745" y="400965"/>
                  <a:pt x="400965" y="442745"/>
                  <a:pt x="349429" y="442745"/>
                </a:cubicBezTo>
                <a:lnTo>
                  <a:pt x="93317" y="442745"/>
                </a:lnTo>
                <a:cubicBezTo>
                  <a:pt x="41780" y="442745"/>
                  <a:pt x="0" y="400965"/>
                  <a:pt x="0" y="349428"/>
                </a:cubicBezTo>
                <a:lnTo>
                  <a:pt x="0" y="9331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51" name="path-508">
            <a:extLst xmlns:a="http://schemas.openxmlformats.org/drawingml/2006/main">
              <a:ext uri="{FF2B5EF4-FFF2-40B4-BE49-F238E27FC236}">
                <a16:creationId xmlns:a16="http://schemas.microsoft.com/office/drawing/2014/main" id="{35BBE516-DE7A-4D78-8FEF-78265FF0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874" y="8507281"/>
            <a:ext cx="442746" cy="442745"/>
          </a:xfrm>
          <a:custGeom xmlns:a="http://schemas.openxmlformats.org/drawingml/2006/main">
            <a:pathLst>
              <a:path w="442746" h="442745">
                <a:moveTo>
                  <a:pt x="0" y="93318"/>
                </a:moveTo>
                <a:cubicBezTo>
                  <a:pt x="0" y="41780"/>
                  <a:pt x="41780" y="0"/>
                  <a:pt x="93318" y="0"/>
                </a:cubicBezTo>
                <a:lnTo>
                  <a:pt x="349428" y="0"/>
                </a:lnTo>
                <a:cubicBezTo>
                  <a:pt x="400966" y="0"/>
                  <a:pt x="442746" y="41780"/>
                  <a:pt x="442746" y="93318"/>
                </a:cubicBezTo>
                <a:lnTo>
                  <a:pt x="442746" y="349429"/>
                </a:lnTo>
                <a:cubicBezTo>
                  <a:pt x="442746" y="400966"/>
                  <a:pt x="400966" y="442745"/>
                  <a:pt x="349428" y="442745"/>
                </a:cubicBezTo>
                <a:lnTo>
                  <a:pt x="93318" y="442745"/>
                </a:lnTo>
                <a:cubicBezTo>
                  <a:pt x="41780" y="442745"/>
                  <a:pt x="0" y="400966"/>
                  <a:pt x="0" y="349429"/>
                </a:cubicBezTo>
                <a:lnTo>
                  <a:pt x="0" y="93318"/>
                </a:lnTo>
              </a:path>
            </a:pathLst>
          </a:custGeom>
          <a:noFill xmlns:a="http://schemas.openxmlformats.org/drawingml/2006/main"/>
          <a:ln xmlns:a="http://schemas.openxmlformats.org/drawingml/2006/main" w="27333">
            <a:solidFill>
              <a:srgbClr val="F3F0EA"/>
            </a:solidFill>
            <a:prstDash val="solid"/>
          </a:ln>
        </p:spPr>
      </p:sp>
      <p:pic>
        <p:nvPic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8D185ECB-07F9-4060-931E-B1AE856173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65d60bbbb4726"/>
          <a:stretch xmlns:a="http://schemas.openxmlformats.org/drawingml/2006/main"/>
        </p:blipFill>
        <p:spPr>
          <a:xfrm xmlns:a="http://schemas.openxmlformats.org/drawingml/2006/main">
            <a:off x="1556657" y="8542964"/>
            <a:ext cx="361950" cy="371475"/>
          </a:xfrm>
          <a:prstGeom xmlns:a="http://schemas.openxmlformats.org/drawingml/2006/main" prst="rect">
            <a:avLst/>
          </a:prstGeom>
        </p:spPr>
      </p:pic>
      <p:sp>
        <p:nvSpPr>
          <p:cNvPr id="553" name="path-510">
            <a:extLst xmlns:a="http://schemas.openxmlformats.org/drawingml/2006/main">
              <a:ext uri="{FF2B5EF4-FFF2-40B4-BE49-F238E27FC236}">
                <a16:creationId xmlns:a16="http://schemas.microsoft.com/office/drawing/2014/main" id="{31E664B3-C01A-46A8-85B6-5A14A8CF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832" y="8507281"/>
            <a:ext cx="442744" cy="442745"/>
          </a:xfrm>
          <a:custGeom xmlns:a="http://schemas.openxmlformats.org/drawingml/2006/main">
            <a:pathLst>
              <a:path w="442744" h="442745">
                <a:moveTo>
                  <a:pt x="0" y="93318"/>
                </a:moveTo>
                <a:cubicBezTo>
                  <a:pt x="0" y="41780"/>
                  <a:pt x="41779" y="0"/>
                  <a:pt x="93318" y="0"/>
                </a:cubicBezTo>
                <a:lnTo>
                  <a:pt x="349429" y="0"/>
                </a:lnTo>
                <a:cubicBezTo>
                  <a:pt x="400965" y="0"/>
                  <a:pt x="442744" y="41780"/>
                  <a:pt x="442744" y="93318"/>
                </a:cubicBezTo>
                <a:lnTo>
                  <a:pt x="442744" y="349428"/>
                </a:lnTo>
                <a:cubicBezTo>
                  <a:pt x="442744" y="400965"/>
                  <a:pt x="400965" y="442745"/>
                  <a:pt x="349429" y="442745"/>
                </a:cubicBezTo>
                <a:lnTo>
                  <a:pt x="93318" y="442745"/>
                </a:lnTo>
                <a:cubicBezTo>
                  <a:pt x="41779" y="442745"/>
                  <a:pt x="0" y="400965"/>
                  <a:pt x="0" y="349428"/>
                </a:cubicBezTo>
                <a:lnTo>
                  <a:pt x="0" y="9331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54" name="path-511">
            <a:extLst xmlns:a="http://schemas.openxmlformats.org/drawingml/2006/main">
              <a:ext uri="{FF2B5EF4-FFF2-40B4-BE49-F238E27FC236}">
                <a16:creationId xmlns:a16="http://schemas.microsoft.com/office/drawing/2014/main" id="{280C9A0C-DA8C-48D7-9A00-C9B2497E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832" y="8507281"/>
            <a:ext cx="442746" cy="442745"/>
          </a:xfrm>
          <a:custGeom xmlns:a="http://schemas.openxmlformats.org/drawingml/2006/main">
            <a:pathLst>
              <a:path w="442746" h="442745">
                <a:moveTo>
                  <a:pt x="0" y="93318"/>
                </a:moveTo>
                <a:cubicBezTo>
                  <a:pt x="0" y="41780"/>
                  <a:pt x="41780" y="0"/>
                  <a:pt x="93318" y="0"/>
                </a:cubicBezTo>
                <a:lnTo>
                  <a:pt x="349428" y="0"/>
                </a:lnTo>
                <a:cubicBezTo>
                  <a:pt x="400966" y="0"/>
                  <a:pt x="442746" y="41780"/>
                  <a:pt x="442746" y="93318"/>
                </a:cubicBezTo>
                <a:lnTo>
                  <a:pt x="442746" y="349429"/>
                </a:lnTo>
                <a:cubicBezTo>
                  <a:pt x="442746" y="400966"/>
                  <a:pt x="400966" y="442745"/>
                  <a:pt x="349428" y="442745"/>
                </a:cubicBezTo>
                <a:lnTo>
                  <a:pt x="93318" y="442745"/>
                </a:lnTo>
                <a:cubicBezTo>
                  <a:pt x="41780" y="442745"/>
                  <a:pt x="0" y="400966"/>
                  <a:pt x="0" y="349429"/>
                </a:cubicBezTo>
                <a:lnTo>
                  <a:pt x="0" y="93318"/>
                </a:lnTo>
              </a:path>
            </a:pathLst>
          </a:custGeom>
          <a:noFill xmlns:a="http://schemas.openxmlformats.org/drawingml/2006/main"/>
          <a:ln xmlns:a="http://schemas.openxmlformats.org/drawingml/2006/main" w="27333">
            <a:solidFill>
              <a:srgbClr val="F3F0EA"/>
            </a:solidFill>
            <a:prstDash val="solid"/>
          </a:ln>
        </p:spPr>
      </p:sp>
      <p:pic>
        <p:nvPic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F1FF5D8A-20C3-4DB7-ABAC-A0A1756EDB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4f69158ac43a0"/>
          <a:stretch xmlns:a="http://schemas.openxmlformats.org/drawingml/2006/main"/>
        </p:blipFill>
        <p:spPr>
          <a:xfrm xmlns:a="http://schemas.openxmlformats.org/drawingml/2006/main">
            <a:off x="2100999" y="8551292"/>
            <a:ext cx="356115" cy="356115"/>
          </a:xfrm>
          <a:prstGeom xmlns:a="http://schemas.openxmlformats.org/drawingml/2006/main" prst="rect">
            <a:avLst/>
          </a:prstGeom>
        </p:spPr>
      </p:pic>
      <p:pic>
        <p:nvPic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BD2B3CC3-83CA-4189-8FE4-5C34C500B3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526366a2a4f38"/>
          <a:stretch xmlns:a="http://schemas.openxmlformats.org/drawingml/2006/main"/>
        </p:blipFill>
        <p:spPr>
          <a:xfrm xmlns:a="http://schemas.openxmlformats.org/drawingml/2006/main">
            <a:off x="13310507" y="6704639"/>
            <a:ext cx="409575" cy="409575"/>
          </a:xfrm>
          <a:prstGeom xmlns:a="http://schemas.openxmlformats.org/drawingml/2006/main" prst="rect">
            <a:avLst/>
          </a:prstGeom>
        </p:spPr>
      </p:pic>
      <p:sp>
        <p:nvSpPr>
          <p:cNvPr id="557" name="path-514">
            <a:extLst xmlns:a="http://schemas.openxmlformats.org/drawingml/2006/main">
              <a:ext uri="{FF2B5EF4-FFF2-40B4-BE49-F238E27FC236}">
                <a16:creationId xmlns:a16="http://schemas.microsoft.com/office/drawing/2014/main" id="{CB42A6DB-0B22-4482-A559-5D12D371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720" y="7109949"/>
            <a:ext cx="1351090" cy="472234"/>
          </a:xfrm>
          <a:custGeom xmlns:a="http://schemas.openxmlformats.org/drawingml/2006/main">
            <a:pathLst>
              <a:path w="1351090" h="472234">
                <a:moveTo>
                  <a:pt x="0" y="98276"/>
                </a:moveTo>
                <a:cubicBezTo>
                  <a:pt x="0" y="44000"/>
                  <a:pt x="44002" y="0"/>
                  <a:pt x="98277" y="0"/>
                </a:cubicBezTo>
                <a:lnTo>
                  <a:pt x="1252814" y="0"/>
                </a:lnTo>
                <a:cubicBezTo>
                  <a:pt x="1307088" y="0"/>
                  <a:pt x="1351090" y="44000"/>
                  <a:pt x="1351090" y="98276"/>
                </a:cubicBezTo>
                <a:lnTo>
                  <a:pt x="1351090" y="373958"/>
                </a:lnTo>
                <a:cubicBezTo>
                  <a:pt x="1351090" y="428235"/>
                  <a:pt x="1307088" y="472234"/>
                  <a:pt x="1252814" y="472234"/>
                </a:cubicBezTo>
                <a:lnTo>
                  <a:pt x="98277" y="472234"/>
                </a:lnTo>
                <a:cubicBezTo>
                  <a:pt x="44002" y="472234"/>
                  <a:pt x="0" y="428235"/>
                  <a:pt x="0" y="373958"/>
                </a:cubicBezTo>
                <a:lnTo>
                  <a:pt x="0" y="98276"/>
                </a:lnTo>
              </a:path>
            </a:pathLst>
          </a:custGeom>
          <a:solidFill xmlns:a="http://schemas.openxmlformats.org/drawingml/2006/main">
            <a:srgbClr val="E9C4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58" name="path-515">
            <a:extLst xmlns:a="http://schemas.openxmlformats.org/drawingml/2006/main">
              <a:ext uri="{FF2B5EF4-FFF2-40B4-BE49-F238E27FC236}">
                <a16:creationId xmlns:a16="http://schemas.microsoft.com/office/drawing/2014/main" id="{19C20196-52EE-4E0A-AF89-D345A7A3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1832" y="7174146"/>
            <a:ext cx="189213" cy="189213"/>
          </a:xfrm>
          <a:custGeom xmlns:a="http://schemas.openxmlformats.org/drawingml/2006/main">
            <a:pathLst>
              <a:path w="189213" h="189213">
                <a:moveTo>
                  <a:pt x="0" y="94606"/>
                </a:moveTo>
                <a:cubicBezTo>
                  <a:pt x="0" y="42357"/>
                  <a:pt x="42358" y="0"/>
                  <a:pt x="94608" y="0"/>
                </a:cubicBezTo>
                <a:cubicBezTo>
                  <a:pt x="146856" y="0"/>
                  <a:pt x="189213" y="42357"/>
                  <a:pt x="189213" y="94606"/>
                </a:cubicBezTo>
                <a:cubicBezTo>
                  <a:pt x="189213" y="146857"/>
                  <a:pt x="146856" y="189213"/>
                  <a:pt x="94608" y="189213"/>
                </a:cubicBezTo>
                <a:cubicBezTo>
                  <a:pt x="42358" y="189213"/>
                  <a:pt x="0" y="146857"/>
                  <a:pt x="0" y="94606"/>
                </a:cubicBezTo>
              </a:path>
            </a:pathLst>
          </a:custGeom>
          <a:solidFill xmlns:a="http://schemas.openxmlformats.org/drawingml/2006/main">
            <a:srgbClr val="E5354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59" name="path-516">
            <a:extLst xmlns:a="http://schemas.openxmlformats.org/drawingml/2006/main">
              <a:ext uri="{FF2B5EF4-FFF2-40B4-BE49-F238E27FC236}">
                <a16:creationId xmlns:a16="http://schemas.microsoft.com/office/drawing/2014/main" id="{239C2B15-83B3-4D62-A22A-000EFF45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1832" y="7174146"/>
            <a:ext cx="189213" cy="189213"/>
          </a:xfrm>
          <a:custGeom xmlns:a="http://schemas.openxmlformats.org/drawingml/2006/main">
            <a:pathLst>
              <a:path w="189213" h="189213">
                <a:moveTo>
                  <a:pt x="0" y="94606"/>
                </a:moveTo>
                <a:cubicBezTo>
                  <a:pt x="0" y="42356"/>
                  <a:pt x="42356" y="0"/>
                  <a:pt x="94606" y="0"/>
                </a:cubicBezTo>
                <a:cubicBezTo>
                  <a:pt x="146856" y="0"/>
                  <a:pt x="189213" y="42356"/>
                  <a:pt x="189213" y="94606"/>
                </a:cubicBezTo>
                <a:cubicBezTo>
                  <a:pt x="189213" y="146855"/>
                  <a:pt x="146856" y="189213"/>
                  <a:pt x="94606" y="189213"/>
                </a:cubicBezTo>
                <a:cubicBezTo>
                  <a:pt x="42356" y="189213"/>
                  <a:pt x="0" y="146855"/>
                  <a:pt x="0" y="94606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042433"/>
            </a:solidFill>
            <a:prstDash val="solid"/>
          </a:ln>
        </p:spPr>
      </p:sp>
      <p:sp>
        <p:nvSpPr>
          <p:cNvPr id="560" name="path-517">
            <a:extLst xmlns:a="http://schemas.openxmlformats.org/drawingml/2006/main">
              <a:ext uri="{FF2B5EF4-FFF2-40B4-BE49-F238E27FC236}">
                <a16:creationId xmlns:a16="http://schemas.microsoft.com/office/drawing/2014/main" id="{A70EFD22-D67B-41F7-B35F-A0BB70CB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4285" y="7174146"/>
            <a:ext cx="189212" cy="189213"/>
          </a:xfrm>
          <a:custGeom xmlns:a="http://schemas.openxmlformats.org/drawingml/2006/main">
            <a:pathLst>
              <a:path w="189212" h="189213">
                <a:moveTo>
                  <a:pt x="0" y="94606"/>
                </a:moveTo>
                <a:cubicBezTo>
                  <a:pt x="0" y="42357"/>
                  <a:pt x="42356" y="0"/>
                  <a:pt x="94607" y="0"/>
                </a:cubicBezTo>
                <a:cubicBezTo>
                  <a:pt x="146855" y="0"/>
                  <a:pt x="189212" y="42357"/>
                  <a:pt x="189212" y="94606"/>
                </a:cubicBezTo>
                <a:cubicBezTo>
                  <a:pt x="189212" y="146857"/>
                  <a:pt x="146855" y="189213"/>
                  <a:pt x="94607" y="189213"/>
                </a:cubicBezTo>
                <a:cubicBezTo>
                  <a:pt x="42356" y="189213"/>
                  <a:pt x="0" y="146857"/>
                  <a:pt x="0" y="94606"/>
                </a:cubicBez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61" name="path-518">
            <a:extLst xmlns:a="http://schemas.openxmlformats.org/drawingml/2006/main">
              <a:ext uri="{FF2B5EF4-FFF2-40B4-BE49-F238E27FC236}">
                <a16:creationId xmlns:a16="http://schemas.microsoft.com/office/drawing/2014/main" id="{6D82B929-EF2C-4436-AC70-11F6516F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4285" y="7174146"/>
            <a:ext cx="189213" cy="189213"/>
          </a:xfrm>
          <a:custGeom xmlns:a="http://schemas.openxmlformats.org/drawingml/2006/main">
            <a:pathLst>
              <a:path w="189213" h="189213">
                <a:moveTo>
                  <a:pt x="0" y="94606"/>
                </a:moveTo>
                <a:cubicBezTo>
                  <a:pt x="0" y="42356"/>
                  <a:pt x="42356" y="0"/>
                  <a:pt x="94606" y="0"/>
                </a:cubicBezTo>
                <a:cubicBezTo>
                  <a:pt x="146855" y="0"/>
                  <a:pt x="189213" y="42356"/>
                  <a:pt x="189213" y="94606"/>
                </a:cubicBezTo>
                <a:cubicBezTo>
                  <a:pt x="189213" y="146855"/>
                  <a:pt x="146855" y="189213"/>
                  <a:pt x="94606" y="189213"/>
                </a:cubicBezTo>
                <a:cubicBezTo>
                  <a:pt x="42356" y="189213"/>
                  <a:pt x="0" y="146855"/>
                  <a:pt x="0" y="94606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042433"/>
            </a:solidFill>
            <a:prstDash val="solid"/>
          </a:ln>
        </p:spPr>
      </p:sp>
      <p:sp>
        <p:nvSpPr>
          <p:cNvPr id="562" name="path-519">
            <a:extLst xmlns:a="http://schemas.openxmlformats.org/drawingml/2006/main">
              <a:ext uri="{FF2B5EF4-FFF2-40B4-BE49-F238E27FC236}">
                <a16:creationId xmlns:a16="http://schemas.microsoft.com/office/drawing/2014/main" id="{E8C79F57-4296-4492-B701-466CECB6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8309" y="7174146"/>
            <a:ext cx="189213" cy="189213"/>
          </a:xfrm>
          <a:custGeom xmlns:a="http://schemas.openxmlformats.org/drawingml/2006/main">
            <a:pathLst>
              <a:path w="189213" h="189213">
                <a:moveTo>
                  <a:pt x="0" y="94606"/>
                </a:moveTo>
                <a:cubicBezTo>
                  <a:pt x="0" y="42357"/>
                  <a:pt x="42355" y="0"/>
                  <a:pt x="94606" y="0"/>
                </a:cubicBezTo>
                <a:cubicBezTo>
                  <a:pt x="146854" y="0"/>
                  <a:pt x="189213" y="42357"/>
                  <a:pt x="189213" y="94606"/>
                </a:cubicBezTo>
                <a:cubicBezTo>
                  <a:pt x="189213" y="146857"/>
                  <a:pt x="146854" y="189213"/>
                  <a:pt x="94606" y="189213"/>
                </a:cubicBezTo>
                <a:cubicBezTo>
                  <a:pt x="42355" y="189213"/>
                  <a:pt x="0" y="146857"/>
                  <a:pt x="0" y="94606"/>
                </a:cubicBez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63" name="path-520">
            <a:extLst xmlns:a="http://schemas.openxmlformats.org/drawingml/2006/main">
              <a:ext uri="{FF2B5EF4-FFF2-40B4-BE49-F238E27FC236}">
                <a16:creationId xmlns:a16="http://schemas.microsoft.com/office/drawing/2014/main" id="{FE4A1718-A85A-4A48-B569-256E8C8A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8309" y="7174146"/>
            <a:ext cx="189213" cy="189213"/>
          </a:xfrm>
          <a:custGeom xmlns:a="http://schemas.openxmlformats.org/drawingml/2006/main">
            <a:pathLst>
              <a:path w="189213" h="189213">
                <a:moveTo>
                  <a:pt x="0" y="94606"/>
                </a:moveTo>
                <a:cubicBezTo>
                  <a:pt x="0" y="42356"/>
                  <a:pt x="42356" y="0"/>
                  <a:pt x="94606" y="0"/>
                </a:cubicBezTo>
                <a:cubicBezTo>
                  <a:pt x="146855" y="0"/>
                  <a:pt x="189213" y="42356"/>
                  <a:pt x="189213" y="94606"/>
                </a:cubicBezTo>
                <a:cubicBezTo>
                  <a:pt x="189213" y="146855"/>
                  <a:pt x="146855" y="189213"/>
                  <a:pt x="94606" y="189213"/>
                </a:cubicBezTo>
                <a:cubicBezTo>
                  <a:pt x="42356" y="189213"/>
                  <a:pt x="0" y="146855"/>
                  <a:pt x="0" y="94606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042433"/>
            </a:solidFill>
            <a:prstDash val="solid"/>
          </a:ln>
        </p:spPr>
      </p:sp>
      <p:sp>
        <p:nvSpPr>
          <p:cNvPr id="564" name="path-521">
            <a:extLst xmlns:a="http://schemas.openxmlformats.org/drawingml/2006/main">
              <a:ext uri="{FF2B5EF4-FFF2-40B4-BE49-F238E27FC236}">
                <a16:creationId xmlns:a16="http://schemas.microsoft.com/office/drawing/2014/main" id="{0DCBFB79-8116-4711-88FD-9F91605C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3497" y="7257038"/>
            <a:ext cx="177099" cy="58574"/>
          </a:xfrm>
          <a:custGeom xmlns:a="http://schemas.openxmlformats.org/drawingml/2006/main">
            <a:pathLst>
              <a:path w="177099" h="58574">
                <a:moveTo>
                  <a:pt x="0" y="0"/>
                </a:moveTo>
                <a:lnTo>
                  <a:pt x="99003" y="2"/>
                </a:lnTo>
                <a:lnTo>
                  <a:pt x="99003" y="23430"/>
                </a:lnTo>
                <a:lnTo>
                  <a:pt x="0" y="23428"/>
                </a:lnTo>
                <a:lnTo>
                  <a:pt x="0" y="0"/>
                </a:lnTo>
                <a:moveTo>
                  <a:pt x="83384" y="-35141"/>
                </a:moveTo>
                <a:lnTo>
                  <a:pt x="177099" y="11716"/>
                </a:lnTo>
                <a:lnTo>
                  <a:pt x="83384" y="58574"/>
                </a:lnTo>
                <a:lnTo>
                  <a:pt x="83384" y="-3514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" name="path-522">
            <a:extLst xmlns:a="http://schemas.openxmlformats.org/drawingml/2006/main">
              <a:ext uri="{FF2B5EF4-FFF2-40B4-BE49-F238E27FC236}">
                <a16:creationId xmlns:a16="http://schemas.microsoft.com/office/drawing/2014/main" id="{3E2617E2-8299-4B33-BC9F-56418D84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3993" y="7257038"/>
            <a:ext cx="177099" cy="58574"/>
          </a:xfrm>
          <a:custGeom xmlns:a="http://schemas.openxmlformats.org/drawingml/2006/main">
            <a:pathLst>
              <a:path w="177099" h="58574">
                <a:moveTo>
                  <a:pt x="0" y="0"/>
                </a:moveTo>
                <a:lnTo>
                  <a:pt x="99003" y="2"/>
                </a:lnTo>
                <a:lnTo>
                  <a:pt x="99003" y="23430"/>
                </a:lnTo>
                <a:lnTo>
                  <a:pt x="0" y="23428"/>
                </a:lnTo>
                <a:lnTo>
                  <a:pt x="0" y="0"/>
                </a:lnTo>
                <a:moveTo>
                  <a:pt x="83384" y="-35141"/>
                </a:moveTo>
                <a:lnTo>
                  <a:pt x="177099" y="11716"/>
                </a:lnTo>
                <a:lnTo>
                  <a:pt x="83384" y="58574"/>
                </a:lnTo>
                <a:lnTo>
                  <a:pt x="83384" y="-3514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" name="text-523 …">
            <a:extLst xmlns:a="http://schemas.openxmlformats.org/drawingml/2006/main">
              <a:ext uri="{FF2B5EF4-FFF2-40B4-BE49-F238E27FC236}">
                <a16:creationId xmlns:a16="http://schemas.microsoft.com/office/drawing/2014/main" id="{761ABEF1-1359-4097-95BA-D86E96B6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8096" y="7038080"/>
            <a:ext cx="222656" cy="3499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6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…</a:t>
            </a:r>
          </a:p>
        </p:txBody>
      </p:sp>
      <p:sp>
        <p:nvSpPr>
          <p:cNvPr id="567" name="path-524">
            <a:extLst xmlns:a="http://schemas.openxmlformats.org/drawingml/2006/main">
              <a:ext uri="{FF2B5EF4-FFF2-40B4-BE49-F238E27FC236}">
                <a16:creationId xmlns:a16="http://schemas.microsoft.com/office/drawing/2014/main" id="{05E0DB0E-7425-4AEC-809A-77A3F6EB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1687" y="7257038"/>
            <a:ext cx="136087" cy="58574"/>
          </a:xfrm>
          <a:custGeom xmlns:a="http://schemas.openxmlformats.org/drawingml/2006/main">
            <a:pathLst>
              <a:path w="136087" h="58574">
                <a:moveTo>
                  <a:pt x="0" y="0"/>
                </a:moveTo>
                <a:lnTo>
                  <a:pt x="57991" y="2"/>
                </a:lnTo>
                <a:lnTo>
                  <a:pt x="57991" y="23430"/>
                </a:lnTo>
                <a:lnTo>
                  <a:pt x="0" y="23428"/>
                </a:lnTo>
                <a:lnTo>
                  <a:pt x="0" y="0"/>
                </a:lnTo>
                <a:moveTo>
                  <a:pt x="42372" y="-35141"/>
                </a:moveTo>
                <a:lnTo>
                  <a:pt x="136087" y="11716"/>
                </a:lnTo>
                <a:lnTo>
                  <a:pt x="42372" y="58574"/>
                </a:lnTo>
                <a:lnTo>
                  <a:pt x="42372" y="-3514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" name="text-525 s">
            <a:extLst xmlns:a="http://schemas.openxmlformats.org/drawingml/2006/main">
              <a:ext uri="{FF2B5EF4-FFF2-40B4-BE49-F238E27FC236}">
                <a16:creationId xmlns:a16="http://schemas.microsoft.com/office/drawing/2014/main" id="{D59A09B9-722C-4829-8A3D-84740548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50417" y="7325563"/>
            <a:ext cx="106667" cy="262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569" name="text-526 1">
            <a:extLst xmlns:a="http://schemas.openxmlformats.org/drawingml/2006/main">
              <a:ext uri="{FF2B5EF4-FFF2-40B4-BE49-F238E27FC236}">
                <a16:creationId xmlns:a16="http://schemas.microsoft.com/office/drawing/2014/main" id="{59C18D7A-8AED-4450-8B55-ADB95BE4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22656" y="7421545"/>
            <a:ext cx="84999" cy="175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570" name="text-527 s">
            <a:extLst xmlns:a="http://schemas.openxmlformats.org/drawingml/2006/main">
              <a:ext uri="{FF2B5EF4-FFF2-40B4-BE49-F238E27FC236}">
                <a16:creationId xmlns:a16="http://schemas.microsoft.com/office/drawing/2014/main" id="{1EB143D8-23BD-4E52-8372-8BF62299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26126" y="7329309"/>
            <a:ext cx="106668" cy="262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571" name="text-528 t">
            <a:extLst xmlns:a="http://schemas.openxmlformats.org/drawingml/2006/main">
              <a:ext uri="{FF2B5EF4-FFF2-40B4-BE49-F238E27FC236}">
                <a16:creationId xmlns:a16="http://schemas.microsoft.com/office/drawing/2014/main" id="{8C6E67BC-447B-451D-8C75-D6FB7D75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98363" y="7421560"/>
            <a:ext cx="57236" cy="175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572" name="text-529 s">
            <a:extLst xmlns:a="http://schemas.openxmlformats.org/drawingml/2006/main">
              <a:ext uri="{FF2B5EF4-FFF2-40B4-BE49-F238E27FC236}">
                <a16:creationId xmlns:a16="http://schemas.microsoft.com/office/drawing/2014/main" id="{0DF5B628-D6F8-44D1-BE96-76F3FA48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67336" y="7329311"/>
            <a:ext cx="106667" cy="262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573" name="text-530 0">
            <a:extLst xmlns:a="http://schemas.openxmlformats.org/drawingml/2006/main">
              <a:ext uri="{FF2B5EF4-FFF2-40B4-BE49-F238E27FC236}">
                <a16:creationId xmlns:a16="http://schemas.microsoft.com/office/drawing/2014/main" id="{2792F2D3-6B44-466A-AD6A-254A3698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9574" y="7421545"/>
            <a:ext cx="84999" cy="175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574" name="text-531 Agent">
            <a:extLst xmlns:a="http://schemas.openxmlformats.org/drawingml/2006/main">
              <a:ext uri="{FF2B5EF4-FFF2-40B4-BE49-F238E27FC236}">
                <a16:creationId xmlns:a16="http://schemas.microsoft.com/office/drawing/2014/main" id="{DD655E20-918F-466E-B3C5-29224D7A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99" y="7925359"/>
            <a:ext cx="670276" cy="351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7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Agent</a:t>
            </a:r>
          </a:p>
        </p:txBody>
      </p:sp>
      <p:sp>
        <p:nvSpPr>
          <p:cNvPr id="575" name="text-532 Runtime">
            <a:extLst xmlns:a="http://schemas.openxmlformats.org/drawingml/2006/main">
              <a:ext uri="{FF2B5EF4-FFF2-40B4-BE49-F238E27FC236}">
                <a16:creationId xmlns:a16="http://schemas.microsoft.com/office/drawing/2014/main" id="{2B2A2D70-9F47-4F5D-A8D1-3D57F764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4991" y="7925912"/>
            <a:ext cx="919065" cy="350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7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Runtime</a:t>
            </a:r>
          </a:p>
        </p:txBody>
      </p:sp>
      <p:sp>
        <p:nvSpPr>
          <p:cNvPr id="576" name="text-533 Memory">
            <a:extLst xmlns:a="http://schemas.openxmlformats.org/drawingml/2006/main">
              <a:ext uri="{FF2B5EF4-FFF2-40B4-BE49-F238E27FC236}">
                <a16:creationId xmlns:a16="http://schemas.microsoft.com/office/drawing/2014/main" id="{DD2AAA59-AAB9-441F-85EC-04D7FE76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7429" y="8779902"/>
            <a:ext cx="677053" cy="262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Memory</a:t>
            </a:r>
          </a:p>
        </p:txBody>
      </p:sp>
      <p:sp>
        <p:nvSpPr>
          <p:cNvPr id="577" name="text-534 Planner">
            <a:extLst xmlns:a="http://schemas.openxmlformats.org/drawingml/2006/main">
              <a:ext uri="{FF2B5EF4-FFF2-40B4-BE49-F238E27FC236}">
                <a16:creationId xmlns:a16="http://schemas.microsoft.com/office/drawing/2014/main" id="{0627AAF2-FE2A-4916-A4D8-F57EFD3B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5726" y="8780227"/>
            <a:ext cx="615387" cy="262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Planner</a:t>
            </a:r>
          </a:p>
        </p:txBody>
      </p:sp>
      <p:sp>
        <p:nvSpPr>
          <p:cNvPr id="578" name="text-535 Tools">
            <a:extLst xmlns:a="http://schemas.openxmlformats.org/drawingml/2006/main">
              <a:ext uri="{FF2B5EF4-FFF2-40B4-BE49-F238E27FC236}">
                <a16:creationId xmlns:a16="http://schemas.microsoft.com/office/drawing/2014/main" id="{EC70A034-594D-41CB-982D-9461F5BC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9513" y="8780306"/>
            <a:ext cx="416621" cy="261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Tools</a:t>
            </a:r>
          </a:p>
        </p:txBody>
      </p:sp>
      <p:sp>
        <p:nvSpPr>
          <p:cNvPr id="579" name="text-536 Context">
            <a:extLst xmlns:a="http://schemas.openxmlformats.org/drawingml/2006/main">
              <a:ext uri="{FF2B5EF4-FFF2-40B4-BE49-F238E27FC236}">
                <a16:creationId xmlns:a16="http://schemas.microsoft.com/office/drawing/2014/main" id="{D21D017E-CE35-4825-98B5-39AE819B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4781" y="8780050"/>
            <a:ext cx="612831" cy="262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pic>
        <p:nvPic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1FF57C56-34B2-4511-921E-9B1D76F9A8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811b04964493e"/>
          <a:stretch xmlns:a="http://schemas.openxmlformats.org/drawingml/2006/main"/>
        </p:blipFill>
        <p:spPr>
          <a:xfrm xmlns:a="http://schemas.openxmlformats.org/drawingml/2006/main">
            <a:off x="4046511" y="8296388"/>
            <a:ext cx="573532" cy="569783"/>
          </a:xfrm>
          <a:prstGeom xmlns:a="http://schemas.openxmlformats.org/drawingml/2006/main" prst="rect">
            <a:avLst/>
          </a:prstGeom>
        </p:spPr>
      </p:pic>
      <p:pic>
        <p:nvPic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D686A1CF-1552-4EF4-B2B2-345847D5AF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5ec7e1653f4b68"/>
          <a:stretch xmlns:a="http://schemas.openxmlformats.org/drawingml/2006/main"/>
        </p:blipFill>
        <p:spPr>
          <a:xfrm xmlns:a="http://schemas.openxmlformats.org/drawingml/2006/main">
            <a:off x="4061732" y="8352464"/>
            <a:ext cx="447675" cy="457200"/>
          </a:xfrm>
          <a:prstGeom xmlns:a="http://schemas.openxmlformats.org/drawingml/2006/main" prst="rect">
            <a:avLst/>
          </a:prstGeom>
        </p:spPr>
      </p:pic>
      <p:sp>
        <p:nvSpPr>
          <p:cNvPr id="582" name="text-539 Multi">
            <a:extLst xmlns:a="http://schemas.openxmlformats.org/drawingml/2006/main">
              <a:ext uri="{FF2B5EF4-FFF2-40B4-BE49-F238E27FC236}">
                <a16:creationId xmlns:a16="http://schemas.microsoft.com/office/drawing/2014/main" id="{CEE3BADA-8D4F-4086-ABF8-4A43B579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8608" y="7933439"/>
            <a:ext cx="604278" cy="35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7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Multi</a:t>
            </a:r>
          </a:p>
        </p:txBody>
      </p:sp>
      <p:sp>
        <p:nvSpPr>
          <p:cNvPr id="583" name="text-540 -">
            <a:extLst xmlns:a="http://schemas.openxmlformats.org/drawingml/2006/main">
              <a:ext uri="{FF2B5EF4-FFF2-40B4-BE49-F238E27FC236}">
                <a16:creationId xmlns:a16="http://schemas.microsoft.com/office/drawing/2014/main" id="{3C6DD73B-4191-4D84-A348-D7D3FA49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6990" y="7933950"/>
            <a:ext cx="121505" cy="349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6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584" name="text-541 turn">
            <a:extLst xmlns:a="http://schemas.openxmlformats.org/drawingml/2006/main">
              <a:ext uri="{FF2B5EF4-FFF2-40B4-BE49-F238E27FC236}">
                <a16:creationId xmlns:a16="http://schemas.microsoft.com/office/drawing/2014/main" id="{3C5837F4-6B6A-458A-B1C6-3B48D08E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3133" y="7933957"/>
            <a:ext cx="483265" cy="349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6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turn</a:t>
            </a:r>
          </a:p>
        </p:txBody>
      </p:sp>
      <p:sp>
        <p:nvSpPr>
          <p:cNvPr id="585" name="text-541 Interaction">
            <a:extLst xmlns:a="http://schemas.openxmlformats.org/drawingml/2006/main">
              <a:ext uri="{FF2B5EF4-FFF2-40B4-BE49-F238E27FC236}">
                <a16:creationId xmlns:a16="http://schemas.microsoft.com/office/drawing/2014/main" id="{2E3F1D0F-4F35-4B7E-97C9-7C10B0E5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8945" y="7933520"/>
            <a:ext cx="1183228" cy="35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7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Interaction</a:t>
            </a:r>
          </a:p>
        </p:txBody>
      </p:sp>
      <p:pic>
        <p:nvPic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8E6CDE9E-9561-4BB2-A8BD-90595B51EE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4b264c4f94564"/>
          <a:stretch xmlns:a="http://schemas.openxmlformats.org/drawingml/2006/main"/>
        </p:blipFill>
        <p:spPr>
          <a:xfrm xmlns:a="http://schemas.openxmlformats.org/drawingml/2006/main">
            <a:off x="2790737" y="8296388"/>
            <a:ext cx="573532" cy="569783"/>
          </a:xfrm>
          <a:prstGeom xmlns:a="http://schemas.openxmlformats.org/drawingml/2006/main" prst="rect">
            <a:avLst/>
          </a:prstGeom>
        </p:spPr>
      </p:pic>
      <p:pic>
        <p:nvPic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1A68150B-E096-4FA6-BD5A-D6DA4B5441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48955306341b5"/>
          <a:stretch xmlns:a="http://schemas.openxmlformats.org/drawingml/2006/main"/>
        </p:blipFill>
        <p:spPr>
          <a:xfrm xmlns:a="http://schemas.openxmlformats.org/drawingml/2006/main">
            <a:off x="2804432" y="8352464"/>
            <a:ext cx="447675" cy="457200"/>
          </a:xfrm>
          <a:prstGeom xmlns:a="http://schemas.openxmlformats.org/drawingml/2006/main" prst="rect">
            <a:avLst/>
          </a:prstGeom>
        </p:spPr>
      </p:pic>
      <p:pic>
        <p:nvPic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00839F54-D7CC-4CB5-BCE3-9A27D9F939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e4b6bfb6b42b0"/>
          <a:stretch xmlns:a="http://schemas.openxmlformats.org/drawingml/2006/main"/>
        </p:blipFill>
        <p:spPr>
          <a:xfrm xmlns:a="http://schemas.openxmlformats.org/drawingml/2006/main">
            <a:off x="3431744" y="8296388"/>
            <a:ext cx="569783" cy="569783"/>
          </a:xfrm>
          <a:prstGeom xmlns:a="http://schemas.openxmlformats.org/drawingml/2006/main" prst="rect">
            <a:avLst/>
          </a:prstGeom>
        </p:spPr>
      </p:pic>
      <p:pic>
        <p:nvPic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665BD735-5F62-4117-8F79-9BC3A9BDBE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268b8fcb34799"/>
          <a:stretch xmlns:a="http://schemas.openxmlformats.org/drawingml/2006/main"/>
        </p:blipFill>
        <p:spPr>
          <a:xfrm xmlns:a="http://schemas.openxmlformats.org/drawingml/2006/main">
            <a:off x="3442607" y="8352464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D9ECB2AC-6288-46DE-921B-64E87A88D7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3132f59f93488b"/>
          <a:stretch xmlns:a="http://schemas.openxmlformats.org/drawingml/2006/main"/>
        </p:blipFill>
        <p:spPr>
          <a:xfrm xmlns:a="http://schemas.openxmlformats.org/drawingml/2006/main">
            <a:off x="4661278" y="8296387"/>
            <a:ext cx="573533" cy="573533"/>
          </a:xfrm>
          <a:prstGeom xmlns:a="http://schemas.openxmlformats.org/drawingml/2006/main" prst="rect">
            <a:avLst/>
          </a:prstGeom>
        </p:spPr>
      </p:pic>
      <p:pic>
        <p:nvPic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9AC52837-779A-4D94-AC6C-875914FA3F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1e867eac3b4d1b"/>
          <a:stretch xmlns:a="http://schemas.openxmlformats.org/drawingml/2006/main"/>
        </p:blipFill>
        <p:spPr>
          <a:xfrm xmlns:a="http://schemas.openxmlformats.org/drawingml/2006/main">
            <a:off x="4671332" y="8361989"/>
            <a:ext cx="457200" cy="447675"/>
          </a:xfrm>
          <a:prstGeom xmlns:a="http://schemas.openxmlformats.org/drawingml/2006/main" prst="rect">
            <a:avLst/>
          </a:prstGeom>
        </p:spPr>
      </p:pic>
      <p:sp>
        <p:nvSpPr>
          <p:cNvPr id="592" name="path-548">
            <a:extLst xmlns:a="http://schemas.openxmlformats.org/drawingml/2006/main">
              <a:ext uri="{FF2B5EF4-FFF2-40B4-BE49-F238E27FC236}">
                <a16:creationId xmlns:a16="http://schemas.microsoft.com/office/drawing/2014/main" id="{F23DB9D5-EBFE-4DD6-B293-92D45FF0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2710" y="8312028"/>
            <a:ext cx="1744328" cy="654164"/>
          </a:xfrm>
          <a:custGeom xmlns:a="http://schemas.openxmlformats.org/drawingml/2006/main">
            <a:pathLst>
              <a:path w="1744328" h="654164">
                <a:moveTo>
                  <a:pt x="0" y="89102"/>
                </a:moveTo>
                <a:cubicBezTo>
                  <a:pt x="0" y="39893"/>
                  <a:pt x="39893" y="0"/>
                  <a:pt x="89102" y="0"/>
                </a:cubicBezTo>
                <a:lnTo>
                  <a:pt x="1655223" y="0"/>
                </a:lnTo>
                <a:cubicBezTo>
                  <a:pt x="1704436" y="0"/>
                  <a:pt x="1744328" y="39893"/>
                  <a:pt x="1744328" y="89102"/>
                </a:cubicBezTo>
                <a:lnTo>
                  <a:pt x="1744328" y="565060"/>
                </a:lnTo>
                <a:cubicBezTo>
                  <a:pt x="1744328" y="614271"/>
                  <a:pt x="1704436" y="654164"/>
                  <a:pt x="1655223" y="654164"/>
                </a:cubicBezTo>
                <a:lnTo>
                  <a:pt x="89102" y="654164"/>
                </a:lnTo>
                <a:cubicBezTo>
                  <a:pt x="39893" y="654164"/>
                  <a:pt x="0" y="614271"/>
                  <a:pt x="0" y="565060"/>
                </a:cubicBezTo>
                <a:lnTo>
                  <a:pt x="0" y="89102"/>
                </a:lnTo>
              </a:path>
            </a:pathLst>
          </a:custGeom>
          <a:solidFill xmlns:a="http://schemas.openxmlformats.org/drawingml/2006/main">
            <a:srgbClr val="FFFFFF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" name="path-549">
            <a:extLst xmlns:a="http://schemas.openxmlformats.org/drawingml/2006/main">
              <a:ext uri="{FF2B5EF4-FFF2-40B4-BE49-F238E27FC236}">
                <a16:creationId xmlns:a16="http://schemas.microsoft.com/office/drawing/2014/main" id="{CA083D69-609C-4951-B7DB-5CA08166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2710" y="8312028"/>
            <a:ext cx="1744328" cy="654164"/>
          </a:xfrm>
          <a:custGeom xmlns:a="http://schemas.openxmlformats.org/drawingml/2006/main">
            <a:pathLst>
              <a:path w="1744328" h="654164">
                <a:moveTo>
                  <a:pt x="0" y="89103"/>
                </a:moveTo>
                <a:cubicBezTo>
                  <a:pt x="0" y="39893"/>
                  <a:pt x="39893" y="0"/>
                  <a:pt x="89103" y="0"/>
                </a:cubicBezTo>
                <a:lnTo>
                  <a:pt x="1655225" y="0"/>
                </a:lnTo>
                <a:cubicBezTo>
                  <a:pt x="1704435" y="0"/>
                  <a:pt x="1744328" y="39893"/>
                  <a:pt x="1744328" y="89103"/>
                </a:cubicBezTo>
                <a:lnTo>
                  <a:pt x="1744328" y="565061"/>
                </a:lnTo>
                <a:cubicBezTo>
                  <a:pt x="1744328" y="614271"/>
                  <a:pt x="1704435" y="654164"/>
                  <a:pt x="1655225" y="654164"/>
                </a:cubicBezTo>
                <a:lnTo>
                  <a:pt x="89103" y="654164"/>
                </a:lnTo>
                <a:cubicBezTo>
                  <a:pt x="39893" y="654164"/>
                  <a:pt x="0" y="614271"/>
                  <a:pt x="0" y="565061"/>
                </a:cubicBezTo>
                <a:lnTo>
                  <a:pt x="0" y="89103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F4007A"/>
            </a:solidFill>
            <a:prstDash val="solid"/>
          </a:ln>
        </p:spPr>
      </p:sp>
      <p:sp>
        <p:nvSpPr>
          <p:cNvPr id="594" name="path-550">
            <a:extLst xmlns:a="http://schemas.openxmlformats.org/drawingml/2006/main">
              <a:ext uri="{FF2B5EF4-FFF2-40B4-BE49-F238E27FC236}">
                <a16:creationId xmlns:a16="http://schemas.microsoft.com/office/drawing/2014/main" id="{29875ACF-300B-4B6F-88F0-2016CBC9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6094" y="8436152"/>
            <a:ext cx="85935" cy="126386"/>
          </a:xfrm>
          <a:custGeom xmlns:a="http://schemas.openxmlformats.org/drawingml/2006/main">
            <a:pathLst>
              <a:path w="85935" h="126386">
                <a:moveTo>
                  <a:pt x="59121" y="103964"/>
                </a:moveTo>
                <a:cubicBezTo>
                  <a:pt x="63086" y="103964"/>
                  <a:pt x="66046" y="103675"/>
                  <a:pt x="67998" y="103095"/>
                </a:cubicBezTo>
                <a:cubicBezTo>
                  <a:pt x="69950" y="102515"/>
                  <a:pt x="71491" y="101509"/>
                  <a:pt x="72620" y="100075"/>
                </a:cubicBezTo>
                <a:cubicBezTo>
                  <a:pt x="73748" y="98641"/>
                  <a:pt x="74679" y="96491"/>
                  <a:pt x="75411" y="93623"/>
                </a:cubicBezTo>
                <a:lnTo>
                  <a:pt x="85935" y="93623"/>
                </a:lnTo>
                <a:lnTo>
                  <a:pt x="83831" y="126386"/>
                </a:lnTo>
                <a:lnTo>
                  <a:pt x="0" y="126386"/>
                </a:lnTo>
                <a:lnTo>
                  <a:pt x="0" y="120346"/>
                </a:lnTo>
                <a:cubicBezTo>
                  <a:pt x="4698" y="109547"/>
                  <a:pt x="14307" y="95636"/>
                  <a:pt x="28828" y="78614"/>
                </a:cubicBezTo>
                <a:cubicBezTo>
                  <a:pt x="35417" y="70865"/>
                  <a:pt x="40436" y="64490"/>
                  <a:pt x="43883" y="59487"/>
                </a:cubicBezTo>
                <a:cubicBezTo>
                  <a:pt x="47330" y="54484"/>
                  <a:pt x="49908" y="49755"/>
                  <a:pt x="51616" y="45301"/>
                </a:cubicBezTo>
                <a:cubicBezTo>
                  <a:pt x="53325" y="40848"/>
                  <a:pt x="54179" y="36241"/>
                  <a:pt x="54179" y="31482"/>
                </a:cubicBezTo>
                <a:cubicBezTo>
                  <a:pt x="54179" y="24771"/>
                  <a:pt x="52684" y="19509"/>
                  <a:pt x="49694" y="15695"/>
                </a:cubicBezTo>
                <a:cubicBezTo>
                  <a:pt x="46705" y="11882"/>
                  <a:pt x="42617" y="9975"/>
                  <a:pt x="37431" y="9975"/>
                </a:cubicBezTo>
                <a:cubicBezTo>
                  <a:pt x="27486" y="9975"/>
                  <a:pt x="21110" y="17144"/>
                  <a:pt x="18304" y="31482"/>
                </a:cubicBezTo>
                <a:lnTo>
                  <a:pt x="1830" y="31482"/>
                </a:lnTo>
                <a:lnTo>
                  <a:pt x="1830" y="9884"/>
                </a:lnTo>
                <a:cubicBezTo>
                  <a:pt x="11775" y="5857"/>
                  <a:pt x="19798" y="3203"/>
                  <a:pt x="25900" y="1922"/>
                </a:cubicBezTo>
                <a:cubicBezTo>
                  <a:pt x="32001" y="641"/>
                  <a:pt x="38438" y="0"/>
                  <a:pt x="45210" y="0"/>
                </a:cubicBezTo>
                <a:cubicBezTo>
                  <a:pt x="54179" y="0"/>
                  <a:pt x="61500" y="1205"/>
                  <a:pt x="67174" y="3615"/>
                </a:cubicBezTo>
                <a:cubicBezTo>
                  <a:pt x="72848" y="6025"/>
                  <a:pt x="76951" y="9289"/>
                  <a:pt x="79483" y="13407"/>
                </a:cubicBezTo>
                <a:cubicBezTo>
                  <a:pt x="82015" y="17526"/>
                  <a:pt x="83281" y="22330"/>
                  <a:pt x="83281" y="27821"/>
                </a:cubicBezTo>
                <a:cubicBezTo>
                  <a:pt x="83281" y="32641"/>
                  <a:pt x="82381" y="37126"/>
                  <a:pt x="80582" y="41275"/>
                </a:cubicBezTo>
                <a:cubicBezTo>
                  <a:pt x="78782" y="45423"/>
                  <a:pt x="75670" y="50152"/>
                  <a:pt x="71247" y="55460"/>
                </a:cubicBezTo>
                <a:cubicBezTo>
                  <a:pt x="66823" y="60768"/>
                  <a:pt x="59365" y="68364"/>
                  <a:pt x="48871" y="78248"/>
                </a:cubicBezTo>
                <a:cubicBezTo>
                  <a:pt x="45637" y="81299"/>
                  <a:pt x="41778" y="85310"/>
                  <a:pt x="37294" y="90283"/>
                </a:cubicBezTo>
                <a:cubicBezTo>
                  <a:pt x="32809" y="95255"/>
                  <a:pt x="29255" y="99511"/>
                  <a:pt x="26632" y="103049"/>
                </a:cubicBezTo>
                <a:lnTo>
                  <a:pt x="26632" y="103964"/>
                </a:lnTo>
                <a:lnTo>
                  <a:pt x="59121" y="1039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" name="path-551">
            <a:extLst xmlns:a="http://schemas.openxmlformats.org/drawingml/2006/main">
              <a:ext uri="{FF2B5EF4-FFF2-40B4-BE49-F238E27FC236}">
                <a16:creationId xmlns:a16="http://schemas.microsoft.com/office/drawing/2014/main" id="{5FCAC0DF-D90A-4651-865C-754FFCD4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4154" y="8393023"/>
            <a:ext cx="78454" cy="99389"/>
          </a:xfrm>
          <a:custGeom xmlns:a="http://schemas.openxmlformats.org/drawingml/2006/main">
            <a:pathLst>
              <a:path w="78454" h="99389">
                <a:moveTo>
                  <a:pt x="73512" y="81817"/>
                </a:moveTo>
                <a:lnTo>
                  <a:pt x="78454" y="86759"/>
                </a:lnTo>
                <a:cubicBezTo>
                  <a:pt x="73649" y="91564"/>
                  <a:pt x="69508" y="94870"/>
                  <a:pt x="66030" y="96677"/>
                </a:cubicBezTo>
                <a:cubicBezTo>
                  <a:pt x="62553" y="98485"/>
                  <a:pt x="58892" y="99389"/>
                  <a:pt x="55048" y="99389"/>
                </a:cubicBezTo>
                <a:cubicBezTo>
                  <a:pt x="51204" y="99389"/>
                  <a:pt x="48161" y="98325"/>
                  <a:pt x="45919" y="96197"/>
                </a:cubicBezTo>
                <a:cubicBezTo>
                  <a:pt x="43677" y="94069"/>
                  <a:pt x="42556" y="91266"/>
                  <a:pt x="42556" y="87789"/>
                </a:cubicBezTo>
                <a:cubicBezTo>
                  <a:pt x="42556" y="86645"/>
                  <a:pt x="42693" y="85546"/>
                  <a:pt x="42968" y="84494"/>
                </a:cubicBezTo>
                <a:lnTo>
                  <a:pt x="42075" y="84288"/>
                </a:lnTo>
                <a:cubicBezTo>
                  <a:pt x="37728" y="89550"/>
                  <a:pt x="33667" y="93383"/>
                  <a:pt x="29892" y="95785"/>
                </a:cubicBezTo>
                <a:cubicBezTo>
                  <a:pt x="26117" y="98187"/>
                  <a:pt x="21598" y="99389"/>
                  <a:pt x="16336" y="99389"/>
                </a:cubicBezTo>
                <a:cubicBezTo>
                  <a:pt x="11165" y="99389"/>
                  <a:pt x="7150" y="97512"/>
                  <a:pt x="4290" y="93760"/>
                </a:cubicBezTo>
                <a:cubicBezTo>
                  <a:pt x="1430" y="90008"/>
                  <a:pt x="0" y="84586"/>
                  <a:pt x="0" y="77493"/>
                </a:cubicBezTo>
                <a:cubicBezTo>
                  <a:pt x="0" y="71315"/>
                  <a:pt x="892" y="65184"/>
                  <a:pt x="2677" y="59098"/>
                </a:cubicBezTo>
                <a:cubicBezTo>
                  <a:pt x="4462" y="53012"/>
                  <a:pt x="7024" y="47761"/>
                  <a:pt x="10364" y="43345"/>
                </a:cubicBezTo>
                <a:cubicBezTo>
                  <a:pt x="13705" y="38929"/>
                  <a:pt x="17903" y="35452"/>
                  <a:pt x="22960" y="32912"/>
                </a:cubicBezTo>
                <a:cubicBezTo>
                  <a:pt x="28016" y="30373"/>
                  <a:pt x="33724" y="29103"/>
                  <a:pt x="40085" y="29103"/>
                </a:cubicBezTo>
                <a:cubicBezTo>
                  <a:pt x="44157" y="29103"/>
                  <a:pt x="48093" y="29812"/>
                  <a:pt x="51891" y="31231"/>
                </a:cubicBezTo>
                <a:lnTo>
                  <a:pt x="54224" y="20729"/>
                </a:lnTo>
                <a:cubicBezTo>
                  <a:pt x="54499" y="19585"/>
                  <a:pt x="54819" y="17938"/>
                  <a:pt x="55185" y="15787"/>
                </a:cubicBezTo>
                <a:cubicBezTo>
                  <a:pt x="55551" y="13636"/>
                  <a:pt x="55734" y="12012"/>
                  <a:pt x="55734" y="10914"/>
                </a:cubicBezTo>
                <a:cubicBezTo>
                  <a:pt x="55734" y="9907"/>
                  <a:pt x="55632" y="9117"/>
                  <a:pt x="55426" y="8545"/>
                </a:cubicBezTo>
                <a:cubicBezTo>
                  <a:pt x="55220" y="7974"/>
                  <a:pt x="54911" y="7504"/>
                  <a:pt x="54499" y="7138"/>
                </a:cubicBezTo>
                <a:cubicBezTo>
                  <a:pt x="54087" y="6772"/>
                  <a:pt x="53538" y="6486"/>
                  <a:pt x="52852" y="6280"/>
                </a:cubicBezTo>
                <a:cubicBezTo>
                  <a:pt x="52165" y="6075"/>
                  <a:pt x="50815" y="5834"/>
                  <a:pt x="48802" y="5560"/>
                </a:cubicBezTo>
                <a:lnTo>
                  <a:pt x="49900" y="1098"/>
                </a:lnTo>
                <a:lnTo>
                  <a:pt x="70423" y="0"/>
                </a:lnTo>
                <a:lnTo>
                  <a:pt x="78179" y="0"/>
                </a:lnTo>
                <a:lnTo>
                  <a:pt x="60814" y="76875"/>
                </a:lnTo>
                <a:cubicBezTo>
                  <a:pt x="60127" y="79895"/>
                  <a:pt x="59784" y="82504"/>
                  <a:pt x="59784" y="84700"/>
                </a:cubicBezTo>
                <a:cubicBezTo>
                  <a:pt x="59784" y="86210"/>
                  <a:pt x="60036" y="87377"/>
                  <a:pt x="60539" y="88201"/>
                </a:cubicBezTo>
                <a:cubicBezTo>
                  <a:pt x="61043" y="89024"/>
                  <a:pt x="61912" y="89436"/>
                  <a:pt x="63147" y="89436"/>
                </a:cubicBezTo>
                <a:cubicBezTo>
                  <a:pt x="64566" y="89436"/>
                  <a:pt x="66099" y="88795"/>
                  <a:pt x="67746" y="87514"/>
                </a:cubicBezTo>
                <a:cubicBezTo>
                  <a:pt x="69394" y="86233"/>
                  <a:pt x="71315" y="84334"/>
                  <a:pt x="73512" y="81817"/>
                </a:cubicBezTo>
                <a:moveTo>
                  <a:pt x="47223" y="55597"/>
                </a:moveTo>
                <a:cubicBezTo>
                  <a:pt x="47955" y="52211"/>
                  <a:pt x="48322" y="48848"/>
                  <a:pt x="48322" y="45507"/>
                </a:cubicBezTo>
                <a:cubicBezTo>
                  <a:pt x="48322" y="42441"/>
                  <a:pt x="47750" y="40131"/>
                  <a:pt x="46606" y="38575"/>
                </a:cubicBezTo>
                <a:cubicBezTo>
                  <a:pt x="45462" y="37019"/>
                  <a:pt x="43585" y="36241"/>
                  <a:pt x="40977" y="36241"/>
                </a:cubicBezTo>
                <a:cubicBezTo>
                  <a:pt x="36722" y="36241"/>
                  <a:pt x="32946" y="38380"/>
                  <a:pt x="29652" y="42659"/>
                </a:cubicBezTo>
                <a:cubicBezTo>
                  <a:pt x="26357" y="46937"/>
                  <a:pt x="23703" y="52692"/>
                  <a:pt x="21690" y="59921"/>
                </a:cubicBezTo>
                <a:cubicBezTo>
                  <a:pt x="19676" y="67151"/>
                  <a:pt x="18670" y="73626"/>
                  <a:pt x="18670" y="79346"/>
                </a:cubicBezTo>
                <a:cubicBezTo>
                  <a:pt x="18670" y="82687"/>
                  <a:pt x="19162" y="85180"/>
                  <a:pt x="20145" y="86828"/>
                </a:cubicBezTo>
                <a:cubicBezTo>
                  <a:pt x="21129" y="88475"/>
                  <a:pt x="22651" y="89299"/>
                  <a:pt x="24710" y="89299"/>
                </a:cubicBezTo>
                <a:cubicBezTo>
                  <a:pt x="27730" y="89299"/>
                  <a:pt x="30807" y="87823"/>
                  <a:pt x="33942" y="84872"/>
                </a:cubicBezTo>
                <a:cubicBezTo>
                  <a:pt x="37076" y="81920"/>
                  <a:pt x="39604" y="78454"/>
                  <a:pt x="41526" y="74473"/>
                </a:cubicBezTo>
                <a:cubicBezTo>
                  <a:pt x="43448" y="70492"/>
                  <a:pt x="45164" y="65046"/>
                  <a:pt x="46674" y="58137"/>
                </a:cubicBezTo>
                <a:lnTo>
                  <a:pt x="47223" y="555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" name="text-552 Closed">
            <a:extLst xmlns:a="http://schemas.openxmlformats.org/drawingml/2006/main">
              <a:ext uri="{FF2B5EF4-FFF2-40B4-BE49-F238E27FC236}">
                <a16:creationId xmlns:a16="http://schemas.microsoft.com/office/drawing/2014/main" id="{CAB8F759-B7D5-43F3-80DD-67DDAAD2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39946" y="8374260"/>
            <a:ext cx="542915" cy="263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Closed</a:t>
            </a:r>
          </a:p>
        </p:txBody>
      </p:sp>
      <p:sp>
        <p:nvSpPr>
          <p:cNvPr id="597" name="text-553 Replay">
            <a:extLst xmlns:a="http://schemas.openxmlformats.org/drawingml/2006/main">
              <a:ext uri="{FF2B5EF4-FFF2-40B4-BE49-F238E27FC236}">
                <a16:creationId xmlns:a16="http://schemas.microsoft.com/office/drawing/2014/main" id="{A59CE499-BF26-4D7D-AA51-43E8F2CD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92470" y="8374481"/>
            <a:ext cx="562346" cy="263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Replay</a:t>
            </a:r>
          </a:p>
        </p:txBody>
      </p:sp>
      <p:pic>
        <p:nvPic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F3089448-9B7B-4281-B7F8-77139C1F83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9a41bf966446d"/>
          <a:stretch xmlns:a="http://schemas.openxmlformats.org/drawingml/2006/main"/>
        </p:blipFill>
        <p:spPr>
          <a:xfrm xmlns:a="http://schemas.openxmlformats.org/drawingml/2006/main">
            <a:off x="11348743" y="8273896"/>
            <a:ext cx="438584" cy="438584"/>
          </a:xfrm>
          <a:prstGeom xmlns:a="http://schemas.openxmlformats.org/drawingml/2006/main" prst="rect">
            <a:avLst/>
          </a:prstGeom>
        </p:spPr>
      </p:pic>
      <p:pic>
        <p:nvPic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561FD40B-6113-4CB6-8726-04C07D851C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35e15d9d284e74"/>
          <a:stretch xmlns:a="http://schemas.openxmlformats.org/drawingml/2006/main"/>
        </p:blipFill>
        <p:spPr>
          <a:xfrm xmlns:a="http://schemas.openxmlformats.org/drawingml/2006/main">
            <a:off x="11357882" y="8333414"/>
            <a:ext cx="323850" cy="314325"/>
          </a:xfrm>
          <a:prstGeom xmlns:a="http://schemas.openxmlformats.org/drawingml/2006/main" prst="rect">
            <a:avLst/>
          </a:prstGeom>
        </p:spPr>
      </p:pic>
      <p:sp>
        <p:nvSpPr>
          <p:cNvPr id="600" name="path-556">
            <a:extLst xmlns:a="http://schemas.openxmlformats.org/drawingml/2006/main">
              <a:ext uri="{FF2B5EF4-FFF2-40B4-BE49-F238E27FC236}">
                <a16:creationId xmlns:a16="http://schemas.microsoft.com/office/drawing/2014/main" id="{D5CD7C85-77D8-422F-BF56-A672AAD6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4011" y="8700015"/>
            <a:ext cx="105978" cy="124922"/>
          </a:xfrm>
          <a:custGeom xmlns:a="http://schemas.openxmlformats.org/drawingml/2006/main">
            <a:pathLst>
              <a:path w="105978" h="124922">
                <a:moveTo>
                  <a:pt x="30567" y="98290"/>
                </a:moveTo>
                <a:cubicBezTo>
                  <a:pt x="30018" y="100731"/>
                  <a:pt x="29637" y="102637"/>
                  <a:pt x="29423" y="104010"/>
                </a:cubicBezTo>
                <a:cubicBezTo>
                  <a:pt x="29210" y="105383"/>
                  <a:pt x="29026" y="106847"/>
                  <a:pt x="28874" y="108403"/>
                </a:cubicBezTo>
                <a:cubicBezTo>
                  <a:pt x="28721" y="109959"/>
                  <a:pt x="28645" y="111347"/>
                  <a:pt x="28645" y="112567"/>
                </a:cubicBezTo>
                <a:cubicBezTo>
                  <a:pt x="28645" y="114459"/>
                  <a:pt x="28950" y="115938"/>
                  <a:pt x="29560" y="117006"/>
                </a:cubicBezTo>
                <a:cubicBezTo>
                  <a:pt x="30170" y="118074"/>
                  <a:pt x="31086" y="118851"/>
                  <a:pt x="32306" y="119340"/>
                </a:cubicBezTo>
                <a:cubicBezTo>
                  <a:pt x="33526" y="119828"/>
                  <a:pt x="35631" y="120194"/>
                  <a:pt x="38621" y="120438"/>
                </a:cubicBezTo>
                <a:lnTo>
                  <a:pt x="37614" y="124922"/>
                </a:lnTo>
                <a:lnTo>
                  <a:pt x="0" y="124922"/>
                </a:lnTo>
                <a:lnTo>
                  <a:pt x="1007" y="120438"/>
                </a:lnTo>
                <a:cubicBezTo>
                  <a:pt x="3325" y="120072"/>
                  <a:pt x="5064" y="119477"/>
                  <a:pt x="6223" y="118653"/>
                </a:cubicBezTo>
                <a:cubicBezTo>
                  <a:pt x="7382" y="117829"/>
                  <a:pt x="8359" y="116685"/>
                  <a:pt x="9152" y="115221"/>
                </a:cubicBezTo>
                <a:cubicBezTo>
                  <a:pt x="9945" y="113757"/>
                  <a:pt x="10677" y="111972"/>
                  <a:pt x="11348" y="109867"/>
                </a:cubicBezTo>
                <a:cubicBezTo>
                  <a:pt x="12019" y="107762"/>
                  <a:pt x="13026" y="103690"/>
                  <a:pt x="14368" y="97650"/>
                </a:cubicBezTo>
                <a:lnTo>
                  <a:pt x="29926" y="27181"/>
                </a:lnTo>
                <a:cubicBezTo>
                  <a:pt x="31269" y="21080"/>
                  <a:pt x="31940" y="16260"/>
                  <a:pt x="31940" y="12721"/>
                </a:cubicBezTo>
                <a:cubicBezTo>
                  <a:pt x="31940" y="9731"/>
                  <a:pt x="31238" y="7657"/>
                  <a:pt x="29835" y="6498"/>
                </a:cubicBezTo>
                <a:cubicBezTo>
                  <a:pt x="28432" y="5339"/>
                  <a:pt x="26144" y="4667"/>
                  <a:pt x="22971" y="4484"/>
                </a:cubicBezTo>
                <a:lnTo>
                  <a:pt x="23978" y="0"/>
                </a:lnTo>
                <a:lnTo>
                  <a:pt x="105978" y="0"/>
                </a:lnTo>
                <a:lnTo>
                  <a:pt x="98839" y="32214"/>
                </a:lnTo>
                <a:lnTo>
                  <a:pt x="90054" y="32214"/>
                </a:lnTo>
                <a:cubicBezTo>
                  <a:pt x="90054" y="26174"/>
                  <a:pt x="89901" y="21659"/>
                  <a:pt x="89596" y="18670"/>
                </a:cubicBezTo>
                <a:cubicBezTo>
                  <a:pt x="89291" y="15680"/>
                  <a:pt x="88696" y="13423"/>
                  <a:pt x="87812" y="11897"/>
                </a:cubicBezTo>
                <a:cubicBezTo>
                  <a:pt x="86927" y="10372"/>
                  <a:pt x="85844" y="9350"/>
                  <a:pt x="84563" y="8831"/>
                </a:cubicBezTo>
                <a:cubicBezTo>
                  <a:pt x="83281" y="8313"/>
                  <a:pt x="81115" y="8054"/>
                  <a:pt x="78065" y="8054"/>
                </a:cubicBezTo>
                <a:lnTo>
                  <a:pt x="50335" y="8054"/>
                </a:lnTo>
                <a:lnTo>
                  <a:pt x="30567" y="982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" name="path-557">
            <a:extLst xmlns:a="http://schemas.openxmlformats.org/drawingml/2006/main">
              <a:ext uri="{FF2B5EF4-FFF2-40B4-BE49-F238E27FC236}">
                <a16:creationId xmlns:a16="http://schemas.microsoft.com/office/drawing/2014/main" id="{255D1B92-41ED-4725-9FBE-D737660F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3971" y="8683268"/>
            <a:ext cx="233757" cy="173610"/>
          </a:xfrm>
          <a:custGeom xmlns:a="http://schemas.openxmlformats.org/drawingml/2006/main">
            <a:pathLst>
              <a:path w="233757" h="173610">
                <a:moveTo>
                  <a:pt x="178389" y="0"/>
                </a:moveTo>
                <a:cubicBezTo>
                  <a:pt x="196205" y="4698"/>
                  <a:pt x="209887" y="14841"/>
                  <a:pt x="219435" y="30430"/>
                </a:cubicBezTo>
                <a:cubicBezTo>
                  <a:pt x="228983" y="46018"/>
                  <a:pt x="233757" y="64825"/>
                  <a:pt x="233757" y="86850"/>
                </a:cubicBezTo>
                <a:cubicBezTo>
                  <a:pt x="233757" y="108937"/>
                  <a:pt x="228999" y="127744"/>
                  <a:pt x="219481" y="143271"/>
                </a:cubicBezTo>
                <a:cubicBezTo>
                  <a:pt x="209964" y="158799"/>
                  <a:pt x="196265" y="168912"/>
                  <a:pt x="178389" y="173610"/>
                </a:cubicBezTo>
                <a:lnTo>
                  <a:pt x="176193" y="166563"/>
                </a:lnTo>
                <a:cubicBezTo>
                  <a:pt x="190286" y="161864"/>
                  <a:pt x="200765" y="152591"/>
                  <a:pt x="207629" y="138741"/>
                </a:cubicBezTo>
                <a:cubicBezTo>
                  <a:pt x="214492" y="124892"/>
                  <a:pt x="217926" y="107290"/>
                  <a:pt x="217926" y="85936"/>
                </a:cubicBezTo>
                <a:cubicBezTo>
                  <a:pt x="217926" y="65314"/>
                  <a:pt x="214508" y="48184"/>
                  <a:pt x="207674" y="34548"/>
                </a:cubicBezTo>
                <a:cubicBezTo>
                  <a:pt x="200841" y="20911"/>
                  <a:pt x="190256" y="11744"/>
                  <a:pt x="175918" y="7047"/>
                </a:cubicBezTo>
                <a:lnTo>
                  <a:pt x="178389" y="0"/>
                </a:lnTo>
                <a:moveTo>
                  <a:pt x="55371" y="0"/>
                </a:moveTo>
                <a:lnTo>
                  <a:pt x="57841" y="7047"/>
                </a:lnTo>
                <a:cubicBezTo>
                  <a:pt x="43564" y="11744"/>
                  <a:pt x="32992" y="20911"/>
                  <a:pt x="26129" y="34548"/>
                </a:cubicBezTo>
                <a:cubicBezTo>
                  <a:pt x="19265" y="48184"/>
                  <a:pt x="15834" y="65314"/>
                  <a:pt x="15834" y="85936"/>
                </a:cubicBezTo>
                <a:cubicBezTo>
                  <a:pt x="15834" y="107290"/>
                  <a:pt x="19265" y="124892"/>
                  <a:pt x="26129" y="138741"/>
                </a:cubicBezTo>
                <a:cubicBezTo>
                  <a:pt x="32992" y="152591"/>
                  <a:pt x="43471" y="161864"/>
                  <a:pt x="57565" y="166563"/>
                </a:cubicBezTo>
                <a:lnTo>
                  <a:pt x="55371" y="173610"/>
                </a:lnTo>
                <a:cubicBezTo>
                  <a:pt x="37493" y="168912"/>
                  <a:pt x="23796" y="158799"/>
                  <a:pt x="14278" y="143271"/>
                </a:cubicBezTo>
                <a:cubicBezTo>
                  <a:pt x="4760" y="127744"/>
                  <a:pt x="0" y="108937"/>
                  <a:pt x="0" y="86850"/>
                </a:cubicBezTo>
                <a:cubicBezTo>
                  <a:pt x="0" y="64825"/>
                  <a:pt x="4775" y="46018"/>
                  <a:pt x="14324" y="30430"/>
                </a:cubicBezTo>
                <a:cubicBezTo>
                  <a:pt x="23873" y="14841"/>
                  <a:pt x="37554" y="4698"/>
                  <a:pt x="55371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2" name="path-558">
            <a:extLst xmlns:a="http://schemas.openxmlformats.org/drawingml/2006/main">
              <a:ext uri="{FF2B5EF4-FFF2-40B4-BE49-F238E27FC236}">
                <a16:creationId xmlns:a16="http://schemas.microsoft.com/office/drawing/2014/main" id="{25EFD597-41D8-4A2A-98E5-EB9FD86C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072" y="8735982"/>
            <a:ext cx="111744" cy="124831"/>
          </a:xfrm>
          <a:custGeom xmlns:a="http://schemas.openxmlformats.org/drawingml/2006/main">
            <a:pathLst>
              <a:path w="111744" h="124831">
                <a:moveTo>
                  <a:pt x="33953" y="100670"/>
                </a:moveTo>
                <a:cubicBezTo>
                  <a:pt x="28096" y="109028"/>
                  <a:pt x="23154" y="116686"/>
                  <a:pt x="19127" y="123641"/>
                </a:cubicBezTo>
                <a:lnTo>
                  <a:pt x="0" y="123641"/>
                </a:lnTo>
                <a:lnTo>
                  <a:pt x="915" y="119248"/>
                </a:lnTo>
                <a:cubicBezTo>
                  <a:pt x="5918" y="114245"/>
                  <a:pt x="12813" y="106283"/>
                  <a:pt x="21598" y="95362"/>
                </a:cubicBezTo>
                <a:lnTo>
                  <a:pt x="52714" y="56467"/>
                </a:lnTo>
                <a:cubicBezTo>
                  <a:pt x="51494" y="44752"/>
                  <a:pt x="50411" y="35921"/>
                  <a:pt x="49466" y="29972"/>
                </a:cubicBezTo>
                <a:cubicBezTo>
                  <a:pt x="48520" y="24023"/>
                  <a:pt x="47544" y="19692"/>
                  <a:pt x="46537" y="16977"/>
                </a:cubicBezTo>
                <a:cubicBezTo>
                  <a:pt x="45530" y="14262"/>
                  <a:pt x="44478" y="12507"/>
                  <a:pt x="43380" y="11714"/>
                </a:cubicBezTo>
                <a:cubicBezTo>
                  <a:pt x="42281" y="10921"/>
                  <a:pt x="40939" y="10525"/>
                  <a:pt x="39353" y="10525"/>
                </a:cubicBezTo>
                <a:cubicBezTo>
                  <a:pt x="38010" y="10525"/>
                  <a:pt x="36348" y="11150"/>
                  <a:pt x="34365" y="12401"/>
                </a:cubicBezTo>
                <a:cubicBezTo>
                  <a:pt x="32382" y="13651"/>
                  <a:pt x="30353" y="15497"/>
                  <a:pt x="28279" y="17938"/>
                </a:cubicBezTo>
                <a:lnTo>
                  <a:pt x="23154" y="12813"/>
                </a:lnTo>
                <a:cubicBezTo>
                  <a:pt x="27791" y="8237"/>
                  <a:pt x="31833" y="4957"/>
                  <a:pt x="35280" y="2974"/>
                </a:cubicBezTo>
                <a:cubicBezTo>
                  <a:pt x="38727" y="991"/>
                  <a:pt x="42495" y="0"/>
                  <a:pt x="46583" y="0"/>
                </a:cubicBezTo>
                <a:cubicBezTo>
                  <a:pt x="49633" y="0"/>
                  <a:pt x="52043" y="671"/>
                  <a:pt x="53813" y="2013"/>
                </a:cubicBezTo>
                <a:cubicBezTo>
                  <a:pt x="55582" y="3356"/>
                  <a:pt x="57000" y="5659"/>
                  <a:pt x="58068" y="8923"/>
                </a:cubicBezTo>
                <a:cubicBezTo>
                  <a:pt x="59136" y="12187"/>
                  <a:pt x="59914" y="16641"/>
                  <a:pt x="60402" y="22285"/>
                </a:cubicBezTo>
                <a:cubicBezTo>
                  <a:pt x="60890" y="27928"/>
                  <a:pt x="61348" y="36577"/>
                  <a:pt x="61775" y="48230"/>
                </a:cubicBezTo>
                <a:lnTo>
                  <a:pt x="92891" y="1464"/>
                </a:lnTo>
                <a:lnTo>
                  <a:pt x="111744" y="1464"/>
                </a:lnTo>
                <a:lnTo>
                  <a:pt x="110737" y="5857"/>
                </a:lnTo>
                <a:cubicBezTo>
                  <a:pt x="109090" y="7504"/>
                  <a:pt x="107213" y="9503"/>
                  <a:pt x="105108" y="11852"/>
                </a:cubicBezTo>
                <a:cubicBezTo>
                  <a:pt x="103004" y="14201"/>
                  <a:pt x="101188" y="16275"/>
                  <a:pt x="99663" y="18075"/>
                </a:cubicBezTo>
                <a:cubicBezTo>
                  <a:pt x="98138" y="19875"/>
                  <a:pt x="95087" y="23612"/>
                  <a:pt x="90511" y="29286"/>
                </a:cubicBezTo>
                <a:lnTo>
                  <a:pt x="63239" y="63422"/>
                </a:lnTo>
                <a:cubicBezTo>
                  <a:pt x="64032" y="74099"/>
                  <a:pt x="64825" y="82656"/>
                  <a:pt x="65618" y="89093"/>
                </a:cubicBezTo>
                <a:cubicBezTo>
                  <a:pt x="66412" y="95530"/>
                  <a:pt x="67205" y="100304"/>
                  <a:pt x="67998" y="103415"/>
                </a:cubicBezTo>
                <a:cubicBezTo>
                  <a:pt x="68791" y="106527"/>
                  <a:pt x="69615" y="108876"/>
                  <a:pt x="70469" y="110462"/>
                </a:cubicBezTo>
                <a:cubicBezTo>
                  <a:pt x="71323" y="112049"/>
                  <a:pt x="72238" y="113086"/>
                  <a:pt x="73214" y="113574"/>
                </a:cubicBezTo>
                <a:cubicBezTo>
                  <a:pt x="74191" y="114062"/>
                  <a:pt x="75289" y="114306"/>
                  <a:pt x="76509" y="114306"/>
                </a:cubicBezTo>
                <a:cubicBezTo>
                  <a:pt x="77973" y="114306"/>
                  <a:pt x="79651" y="113681"/>
                  <a:pt x="81543" y="112430"/>
                </a:cubicBezTo>
                <a:cubicBezTo>
                  <a:pt x="83434" y="111179"/>
                  <a:pt x="85447" y="109334"/>
                  <a:pt x="87583" y="106893"/>
                </a:cubicBezTo>
                <a:lnTo>
                  <a:pt x="92708" y="112018"/>
                </a:lnTo>
                <a:cubicBezTo>
                  <a:pt x="88681" y="116228"/>
                  <a:pt x="84791" y="119416"/>
                  <a:pt x="81039" y="121582"/>
                </a:cubicBezTo>
                <a:cubicBezTo>
                  <a:pt x="77287" y="123748"/>
                  <a:pt x="73519" y="124831"/>
                  <a:pt x="69737" y="124831"/>
                </a:cubicBezTo>
                <a:cubicBezTo>
                  <a:pt x="66686" y="124831"/>
                  <a:pt x="64307" y="124281"/>
                  <a:pt x="62598" y="123183"/>
                </a:cubicBezTo>
                <a:cubicBezTo>
                  <a:pt x="60890" y="122085"/>
                  <a:pt x="59517" y="120346"/>
                  <a:pt x="58480" y="117967"/>
                </a:cubicBezTo>
                <a:cubicBezTo>
                  <a:pt x="57077" y="114550"/>
                  <a:pt x="56040" y="109028"/>
                  <a:pt x="55368" y="101402"/>
                </a:cubicBezTo>
                <a:cubicBezTo>
                  <a:pt x="54880" y="95545"/>
                  <a:pt x="54484" y="85661"/>
                  <a:pt x="54179" y="71750"/>
                </a:cubicBezTo>
                <a:lnTo>
                  <a:pt x="33953" y="1006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" name="path-559">
            <a:extLst xmlns:a="http://schemas.openxmlformats.org/drawingml/2006/main">
              <a:ext uri="{FF2B5EF4-FFF2-40B4-BE49-F238E27FC236}">
                <a16:creationId xmlns:a16="http://schemas.microsoft.com/office/drawing/2014/main" id="{7C037ADB-45EE-46B8-B073-71A6CBBD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921" y="8746323"/>
            <a:ext cx="116594" cy="50152"/>
          </a:xfrm>
          <a:custGeom xmlns:a="http://schemas.openxmlformats.org/drawingml/2006/main">
            <a:pathLst>
              <a:path w="116594" h="50152">
                <a:moveTo>
                  <a:pt x="0" y="12172"/>
                </a:moveTo>
                <a:lnTo>
                  <a:pt x="0" y="0"/>
                </a:lnTo>
                <a:lnTo>
                  <a:pt x="112750" y="0"/>
                </a:lnTo>
                <a:lnTo>
                  <a:pt x="112750" y="12172"/>
                </a:lnTo>
                <a:lnTo>
                  <a:pt x="0" y="12172"/>
                </a:lnTo>
                <a:moveTo>
                  <a:pt x="0" y="50152"/>
                </a:moveTo>
                <a:lnTo>
                  <a:pt x="0" y="37980"/>
                </a:lnTo>
                <a:lnTo>
                  <a:pt x="112750" y="37980"/>
                </a:lnTo>
                <a:lnTo>
                  <a:pt x="112750" y="50152"/>
                </a:lnTo>
                <a:lnTo>
                  <a:pt x="0" y="50152"/>
                </a:lnTo>
                <a:moveTo>
                  <a:pt x="116594" y="25076"/>
                </a:moveTo>
                <a:lnTo>
                  <a:pt x="116594" y="250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4" name="path-560">
            <a:extLst xmlns:a="http://schemas.openxmlformats.org/drawingml/2006/main">
              <a:ext uri="{FF2B5EF4-FFF2-40B4-BE49-F238E27FC236}">
                <a16:creationId xmlns:a16="http://schemas.microsoft.com/office/drawing/2014/main" id="{206E789F-D630-4D92-B68F-32F0EDCD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1300" y="8698551"/>
            <a:ext cx="96735" cy="127851"/>
          </a:xfrm>
          <a:custGeom xmlns:a="http://schemas.openxmlformats.org/drawingml/2006/main">
            <a:pathLst>
              <a:path w="96735" h="127851">
                <a:moveTo>
                  <a:pt x="96735" y="4667"/>
                </a:moveTo>
                <a:lnTo>
                  <a:pt x="91243" y="29469"/>
                </a:lnTo>
                <a:lnTo>
                  <a:pt x="82458" y="29469"/>
                </a:lnTo>
                <a:cubicBezTo>
                  <a:pt x="81970" y="21964"/>
                  <a:pt x="80338" y="16550"/>
                  <a:pt x="77562" y="13224"/>
                </a:cubicBezTo>
                <a:cubicBezTo>
                  <a:pt x="74785" y="9899"/>
                  <a:pt x="70316" y="8237"/>
                  <a:pt x="64154" y="8237"/>
                </a:cubicBezTo>
                <a:cubicBezTo>
                  <a:pt x="55734" y="8237"/>
                  <a:pt x="47910" y="12446"/>
                  <a:pt x="40680" y="20866"/>
                </a:cubicBezTo>
                <a:cubicBezTo>
                  <a:pt x="33450" y="29286"/>
                  <a:pt x="27730" y="40405"/>
                  <a:pt x="23520" y="54224"/>
                </a:cubicBezTo>
                <a:cubicBezTo>
                  <a:pt x="19310" y="68044"/>
                  <a:pt x="17205" y="80871"/>
                  <a:pt x="17205" y="92708"/>
                </a:cubicBezTo>
                <a:cubicBezTo>
                  <a:pt x="17205" y="101982"/>
                  <a:pt x="18853" y="108815"/>
                  <a:pt x="22147" y="113208"/>
                </a:cubicBezTo>
                <a:cubicBezTo>
                  <a:pt x="25442" y="117601"/>
                  <a:pt x="30506" y="119797"/>
                  <a:pt x="37339" y="119797"/>
                </a:cubicBezTo>
                <a:cubicBezTo>
                  <a:pt x="41915" y="119797"/>
                  <a:pt x="45912" y="119111"/>
                  <a:pt x="49328" y="117738"/>
                </a:cubicBezTo>
                <a:cubicBezTo>
                  <a:pt x="52745" y="116365"/>
                  <a:pt x="55948" y="114047"/>
                  <a:pt x="58938" y="110783"/>
                </a:cubicBezTo>
                <a:cubicBezTo>
                  <a:pt x="61927" y="107518"/>
                  <a:pt x="64886" y="102958"/>
                  <a:pt x="67815" y="97101"/>
                </a:cubicBezTo>
                <a:lnTo>
                  <a:pt x="76601" y="97101"/>
                </a:lnTo>
                <a:lnTo>
                  <a:pt x="71018" y="123092"/>
                </a:lnTo>
                <a:cubicBezTo>
                  <a:pt x="59609" y="126264"/>
                  <a:pt x="47650" y="127851"/>
                  <a:pt x="35143" y="127851"/>
                </a:cubicBezTo>
                <a:cubicBezTo>
                  <a:pt x="23673" y="127851"/>
                  <a:pt x="14948" y="124556"/>
                  <a:pt x="8969" y="117967"/>
                </a:cubicBezTo>
                <a:cubicBezTo>
                  <a:pt x="2990" y="111377"/>
                  <a:pt x="0" y="101738"/>
                  <a:pt x="0" y="89047"/>
                </a:cubicBezTo>
                <a:cubicBezTo>
                  <a:pt x="0" y="80078"/>
                  <a:pt x="1602" y="69737"/>
                  <a:pt x="4805" y="58022"/>
                </a:cubicBezTo>
                <a:cubicBezTo>
                  <a:pt x="8008" y="46308"/>
                  <a:pt x="12538" y="36028"/>
                  <a:pt x="18395" y="27181"/>
                </a:cubicBezTo>
                <a:cubicBezTo>
                  <a:pt x="24252" y="18334"/>
                  <a:pt x="31177" y="11592"/>
                  <a:pt x="39170" y="6955"/>
                </a:cubicBezTo>
                <a:cubicBezTo>
                  <a:pt x="47162" y="2318"/>
                  <a:pt x="55948" y="0"/>
                  <a:pt x="65527" y="0"/>
                </a:cubicBezTo>
                <a:cubicBezTo>
                  <a:pt x="71079" y="0"/>
                  <a:pt x="76219" y="336"/>
                  <a:pt x="80948" y="1007"/>
                </a:cubicBezTo>
                <a:cubicBezTo>
                  <a:pt x="85676" y="1678"/>
                  <a:pt x="90938" y="2898"/>
                  <a:pt x="96735" y="46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" name="path-561">
            <a:extLst xmlns:a="http://schemas.openxmlformats.org/drawingml/2006/main">
              <a:ext uri="{FF2B5EF4-FFF2-40B4-BE49-F238E27FC236}">
                <a16:creationId xmlns:a16="http://schemas.microsoft.com/office/drawing/2014/main" id="{F695BAFF-2B42-45A6-A048-4C77FB2F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2851" y="8694067"/>
            <a:ext cx="40176" cy="132335"/>
          </a:xfrm>
          <a:custGeom xmlns:a="http://schemas.openxmlformats.org/drawingml/2006/main">
            <a:pathLst>
              <a:path w="40176" h="132335">
                <a:moveTo>
                  <a:pt x="18944" y="25808"/>
                </a:moveTo>
                <a:cubicBezTo>
                  <a:pt x="19676" y="22574"/>
                  <a:pt x="20195" y="19997"/>
                  <a:pt x="20500" y="18075"/>
                </a:cubicBezTo>
                <a:cubicBezTo>
                  <a:pt x="20805" y="16153"/>
                  <a:pt x="20958" y="14368"/>
                  <a:pt x="20958" y="12721"/>
                </a:cubicBezTo>
                <a:cubicBezTo>
                  <a:pt x="20958" y="10891"/>
                  <a:pt x="20622" y="9503"/>
                  <a:pt x="19951" y="8557"/>
                </a:cubicBezTo>
                <a:cubicBezTo>
                  <a:pt x="19280" y="7611"/>
                  <a:pt x="18319" y="6925"/>
                  <a:pt x="17068" y="6498"/>
                </a:cubicBezTo>
                <a:cubicBezTo>
                  <a:pt x="15817" y="6071"/>
                  <a:pt x="13575" y="5766"/>
                  <a:pt x="10342" y="5583"/>
                </a:cubicBezTo>
                <a:lnTo>
                  <a:pt x="11440" y="824"/>
                </a:lnTo>
                <a:lnTo>
                  <a:pt x="34502" y="0"/>
                </a:lnTo>
                <a:lnTo>
                  <a:pt x="39902" y="0"/>
                </a:lnTo>
                <a:lnTo>
                  <a:pt x="17388" y="101310"/>
                </a:lnTo>
                <a:cubicBezTo>
                  <a:pt x="16046" y="107351"/>
                  <a:pt x="15375" y="111866"/>
                  <a:pt x="15375" y="114855"/>
                </a:cubicBezTo>
                <a:cubicBezTo>
                  <a:pt x="15375" y="117296"/>
                  <a:pt x="15772" y="119065"/>
                  <a:pt x="16565" y="120163"/>
                </a:cubicBezTo>
                <a:cubicBezTo>
                  <a:pt x="17358" y="121261"/>
                  <a:pt x="18609" y="121811"/>
                  <a:pt x="20317" y="121811"/>
                </a:cubicBezTo>
                <a:cubicBezTo>
                  <a:pt x="22147" y="121811"/>
                  <a:pt x="24100" y="121063"/>
                  <a:pt x="26174" y="119568"/>
                </a:cubicBezTo>
                <a:cubicBezTo>
                  <a:pt x="28249" y="118074"/>
                  <a:pt x="31177" y="115221"/>
                  <a:pt x="34960" y="111011"/>
                </a:cubicBezTo>
                <a:lnTo>
                  <a:pt x="40176" y="116136"/>
                </a:lnTo>
                <a:cubicBezTo>
                  <a:pt x="34258" y="122360"/>
                  <a:pt x="29423" y="126615"/>
                  <a:pt x="25671" y="128903"/>
                </a:cubicBezTo>
                <a:cubicBezTo>
                  <a:pt x="21919" y="131191"/>
                  <a:pt x="17724" y="132335"/>
                  <a:pt x="13087" y="132335"/>
                </a:cubicBezTo>
                <a:cubicBezTo>
                  <a:pt x="9121" y="132335"/>
                  <a:pt x="5949" y="130886"/>
                  <a:pt x="3569" y="127988"/>
                </a:cubicBezTo>
                <a:cubicBezTo>
                  <a:pt x="1190" y="125090"/>
                  <a:pt x="0" y="121383"/>
                  <a:pt x="0" y="116869"/>
                </a:cubicBezTo>
                <a:cubicBezTo>
                  <a:pt x="0" y="112781"/>
                  <a:pt x="854" y="106863"/>
                  <a:pt x="2563" y="99114"/>
                </a:cubicBezTo>
                <a:lnTo>
                  <a:pt x="18944" y="258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" name="path-562">
            <a:extLst xmlns:a="http://schemas.openxmlformats.org/drawingml/2006/main">
              <a:ext uri="{FF2B5EF4-FFF2-40B4-BE49-F238E27FC236}">
                <a16:creationId xmlns:a16="http://schemas.microsoft.com/office/drawing/2014/main" id="{EF449E77-FB55-4E35-BA9F-0CBC67F0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8898" y="8735982"/>
            <a:ext cx="79712" cy="90511"/>
          </a:xfrm>
          <a:custGeom xmlns:a="http://schemas.openxmlformats.org/drawingml/2006/main">
            <a:pathLst>
              <a:path w="79712" h="90511">
                <a:moveTo>
                  <a:pt x="29835" y="90511"/>
                </a:moveTo>
                <a:cubicBezTo>
                  <a:pt x="20378" y="90511"/>
                  <a:pt x="13041" y="87857"/>
                  <a:pt x="7825" y="82549"/>
                </a:cubicBezTo>
                <a:cubicBezTo>
                  <a:pt x="2608" y="77241"/>
                  <a:pt x="0" y="69615"/>
                  <a:pt x="0" y="59670"/>
                </a:cubicBezTo>
                <a:cubicBezTo>
                  <a:pt x="0" y="54789"/>
                  <a:pt x="732" y="49145"/>
                  <a:pt x="2196" y="42739"/>
                </a:cubicBezTo>
                <a:cubicBezTo>
                  <a:pt x="4088" y="34075"/>
                  <a:pt x="7260" y="26510"/>
                  <a:pt x="11714" y="20042"/>
                </a:cubicBezTo>
                <a:cubicBezTo>
                  <a:pt x="16168" y="13575"/>
                  <a:pt x="21659" y="8618"/>
                  <a:pt x="28188" y="5171"/>
                </a:cubicBezTo>
                <a:cubicBezTo>
                  <a:pt x="34716" y="1724"/>
                  <a:pt x="41885" y="0"/>
                  <a:pt x="49694" y="0"/>
                </a:cubicBezTo>
                <a:cubicBezTo>
                  <a:pt x="59456" y="0"/>
                  <a:pt x="66900" y="2669"/>
                  <a:pt x="72025" y="8008"/>
                </a:cubicBezTo>
                <a:cubicBezTo>
                  <a:pt x="77150" y="13346"/>
                  <a:pt x="79712" y="20988"/>
                  <a:pt x="79712" y="30933"/>
                </a:cubicBezTo>
                <a:cubicBezTo>
                  <a:pt x="79712" y="38010"/>
                  <a:pt x="78477" y="45576"/>
                  <a:pt x="76006" y="53630"/>
                </a:cubicBezTo>
                <a:cubicBezTo>
                  <a:pt x="73535" y="61683"/>
                  <a:pt x="70149" y="68455"/>
                  <a:pt x="65847" y="73947"/>
                </a:cubicBezTo>
                <a:cubicBezTo>
                  <a:pt x="61546" y="79438"/>
                  <a:pt x="56406" y="83571"/>
                  <a:pt x="50426" y="86347"/>
                </a:cubicBezTo>
                <a:cubicBezTo>
                  <a:pt x="44447" y="89123"/>
                  <a:pt x="37583" y="90511"/>
                  <a:pt x="29835" y="90511"/>
                </a:cubicBezTo>
                <a:moveTo>
                  <a:pt x="16016" y="63605"/>
                </a:moveTo>
                <a:cubicBezTo>
                  <a:pt x="16016" y="70316"/>
                  <a:pt x="17404" y="75274"/>
                  <a:pt x="20180" y="78477"/>
                </a:cubicBezTo>
                <a:cubicBezTo>
                  <a:pt x="22956" y="81680"/>
                  <a:pt x="27150" y="83281"/>
                  <a:pt x="32763" y="83281"/>
                </a:cubicBezTo>
                <a:cubicBezTo>
                  <a:pt x="38743" y="83281"/>
                  <a:pt x="44051" y="80597"/>
                  <a:pt x="48688" y="75228"/>
                </a:cubicBezTo>
                <a:cubicBezTo>
                  <a:pt x="53325" y="69859"/>
                  <a:pt x="56985" y="62339"/>
                  <a:pt x="59670" y="52669"/>
                </a:cubicBezTo>
                <a:cubicBezTo>
                  <a:pt x="62354" y="42998"/>
                  <a:pt x="63697" y="34502"/>
                  <a:pt x="63697" y="27181"/>
                </a:cubicBezTo>
                <a:cubicBezTo>
                  <a:pt x="63697" y="20592"/>
                  <a:pt x="62415" y="15634"/>
                  <a:pt x="59853" y="12309"/>
                </a:cubicBezTo>
                <a:cubicBezTo>
                  <a:pt x="57290" y="8984"/>
                  <a:pt x="53294" y="7321"/>
                  <a:pt x="47864" y="7321"/>
                </a:cubicBezTo>
                <a:cubicBezTo>
                  <a:pt x="41519" y="7321"/>
                  <a:pt x="35982" y="9975"/>
                  <a:pt x="31253" y="15284"/>
                </a:cubicBezTo>
                <a:cubicBezTo>
                  <a:pt x="26525" y="20592"/>
                  <a:pt x="22803" y="28188"/>
                  <a:pt x="20088" y="38072"/>
                </a:cubicBezTo>
                <a:cubicBezTo>
                  <a:pt x="17373" y="47955"/>
                  <a:pt x="16016" y="56467"/>
                  <a:pt x="16016" y="636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" name="path-563">
            <a:extLst xmlns:a="http://schemas.openxmlformats.org/drawingml/2006/main">
              <a:ext uri="{FF2B5EF4-FFF2-40B4-BE49-F238E27FC236}">
                <a16:creationId xmlns:a16="http://schemas.microsoft.com/office/drawing/2014/main" id="{D907CCF4-A996-47A5-B68B-B1503EFF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2875" y="8735982"/>
            <a:ext cx="75960" cy="90511"/>
          </a:xfrm>
          <a:custGeom xmlns:a="http://schemas.openxmlformats.org/drawingml/2006/main">
            <a:pathLst>
              <a:path w="75960" h="90511">
                <a:moveTo>
                  <a:pt x="64429" y="23703"/>
                </a:moveTo>
                <a:cubicBezTo>
                  <a:pt x="63758" y="18273"/>
                  <a:pt x="61973" y="14155"/>
                  <a:pt x="59075" y="11348"/>
                </a:cubicBezTo>
                <a:cubicBezTo>
                  <a:pt x="56177" y="8542"/>
                  <a:pt x="51616" y="7138"/>
                  <a:pt x="45393" y="7138"/>
                </a:cubicBezTo>
                <a:cubicBezTo>
                  <a:pt x="40573" y="7138"/>
                  <a:pt x="36668" y="8374"/>
                  <a:pt x="33679" y="10845"/>
                </a:cubicBezTo>
                <a:cubicBezTo>
                  <a:pt x="30689" y="13316"/>
                  <a:pt x="29194" y="16565"/>
                  <a:pt x="29194" y="20592"/>
                </a:cubicBezTo>
                <a:cubicBezTo>
                  <a:pt x="29194" y="22788"/>
                  <a:pt x="29576" y="24725"/>
                  <a:pt x="30338" y="26403"/>
                </a:cubicBezTo>
                <a:cubicBezTo>
                  <a:pt x="31101" y="28081"/>
                  <a:pt x="32641" y="29926"/>
                  <a:pt x="34960" y="31940"/>
                </a:cubicBezTo>
                <a:cubicBezTo>
                  <a:pt x="37278" y="33953"/>
                  <a:pt x="40878" y="36424"/>
                  <a:pt x="45759" y="39353"/>
                </a:cubicBezTo>
                <a:cubicBezTo>
                  <a:pt x="49603" y="41671"/>
                  <a:pt x="52684" y="43791"/>
                  <a:pt x="55002" y="45713"/>
                </a:cubicBezTo>
                <a:cubicBezTo>
                  <a:pt x="57321" y="47635"/>
                  <a:pt x="59151" y="49542"/>
                  <a:pt x="60493" y="51433"/>
                </a:cubicBezTo>
                <a:cubicBezTo>
                  <a:pt x="61836" y="53325"/>
                  <a:pt x="62812" y="55323"/>
                  <a:pt x="63422" y="57428"/>
                </a:cubicBezTo>
                <a:cubicBezTo>
                  <a:pt x="64032" y="59532"/>
                  <a:pt x="64337" y="62080"/>
                  <a:pt x="64337" y="65069"/>
                </a:cubicBezTo>
                <a:cubicBezTo>
                  <a:pt x="64337" y="70499"/>
                  <a:pt x="62888" y="75152"/>
                  <a:pt x="59990" y="79026"/>
                </a:cubicBezTo>
                <a:cubicBezTo>
                  <a:pt x="57092" y="82900"/>
                  <a:pt x="53157" y="85783"/>
                  <a:pt x="48184" y="87674"/>
                </a:cubicBezTo>
                <a:cubicBezTo>
                  <a:pt x="43212" y="89566"/>
                  <a:pt x="37553" y="90511"/>
                  <a:pt x="31208" y="90511"/>
                </a:cubicBezTo>
                <a:cubicBezTo>
                  <a:pt x="26144" y="90511"/>
                  <a:pt x="21171" y="90130"/>
                  <a:pt x="16290" y="89367"/>
                </a:cubicBezTo>
                <a:cubicBezTo>
                  <a:pt x="11409" y="88605"/>
                  <a:pt x="5979" y="87308"/>
                  <a:pt x="0" y="85478"/>
                </a:cubicBezTo>
                <a:lnTo>
                  <a:pt x="4393" y="65527"/>
                </a:lnTo>
                <a:lnTo>
                  <a:pt x="11531" y="65527"/>
                </a:lnTo>
                <a:cubicBezTo>
                  <a:pt x="11775" y="71384"/>
                  <a:pt x="13423" y="75807"/>
                  <a:pt x="16473" y="78797"/>
                </a:cubicBezTo>
                <a:cubicBezTo>
                  <a:pt x="19524" y="81787"/>
                  <a:pt x="24374" y="83281"/>
                  <a:pt x="31025" y="83281"/>
                </a:cubicBezTo>
                <a:cubicBezTo>
                  <a:pt x="36821" y="83281"/>
                  <a:pt x="41351" y="81985"/>
                  <a:pt x="44615" y="79392"/>
                </a:cubicBezTo>
                <a:cubicBezTo>
                  <a:pt x="47879" y="76799"/>
                  <a:pt x="49511" y="73123"/>
                  <a:pt x="49511" y="68364"/>
                </a:cubicBezTo>
                <a:cubicBezTo>
                  <a:pt x="49511" y="65618"/>
                  <a:pt x="49054" y="63254"/>
                  <a:pt x="48138" y="61271"/>
                </a:cubicBezTo>
                <a:cubicBezTo>
                  <a:pt x="47223" y="59288"/>
                  <a:pt x="45729" y="57382"/>
                  <a:pt x="43654" y="55551"/>
                </a:cubicBezTo>
                <a:cubicBezTo>
                  <a:pt x="41580" y="53721"/>
                  <a:pt x="38285" y="51433"/>
                  <a:pt x="33770" y="48688"/>
                </a:cubicBezTo>
                <a:cubicBezTo>
                  <a:pt x="29011" y="45820"/>
                  <a:pt x="25305" y="43227"/>
                  <a:pt x="22651" y="40909"/>
                </a:cubicBezTo>
                <a:cubicBezTo>
                  <a:pt x="19997" y="38590"/>
                  <a:pt x="17999" y="36073"/>
                  <a:pt x="16656" y="33358"/>
                </a:cubicBezTo>
                <a:cubicBezTo>
                  <a:pt x="15314" y="30643"/>
                  <a:pt x="14643" y="27516"/>
                  <a:pt x="14643" y="23978"/>
                </a:cubicBezTo>
                <a:cubicBezTo>
                  <a:pt x="14643" y="19158"/>
                  <a:pt x="15939" y="14933"/>
                  <a:pt x="18532" y="11302"/>
                </a:cubicBezTo>
                <a:cubicBezTo>
                  <a:pt x="21125" y="7672"/>
                  <a:pt x="24832" y="4881"/>
                  <a:pt x="29652" y="2929"/>
                </a:cubicBezTo>
                <a:cubicBezTo>
                  <a:pt x="34472" y="976"/>
                  <a:pt x="40085" y="0"/>
                  <a:pt x="46491" y="0"/>
                </a:cubicBezTo>
                <a:cubicBezTo>
                  <a:pt x="52165" y="0"/>
                  <a:pt x="57336" y="336"/>
                  <a:pt x="62003" y="1007"/>
                </a:cubicBezTo>
                <a:cubicBezTo>
                  <a:pt x="66671" y="1678"/>
                  <a:pt x="71323" y="2837"/>
                  <a:pt x="75960" y="4484"/>
                </a:cubicBezTo>
                <a:lnTo>
                  <a:pt x="71842" y="23703"/>
                </a:lnTo>
                <a:lnTo>
                  <a:pt x="64429" y="237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" name="path-564">
            <a:extLst xmlns:a="http://schemas.openxmlformats.org/drawingml/2006/main">
              <a:ext uri="{FF2B5EF4-FFF2-40B4-BE49-F238E27FC236}">
                <a16:creationId xmlns:a16="http://schemas.microsoft.com/office/drawing/2014/main" id="{1A2612F7-4971-4E5B-ADB8-7101A359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3883" y="8735890"/>
            <a:ext cx="74679" cy="90511"/>
          </a:xfrm>
          <a:custGeom xmlns:a="http://schemas.openxmlformats.org/drawingml/2006/main">
            <a:pathLst>
              <a:path w="74679" h="90511">
                <a:moveTo>
                  <a:pt x="66991" y="70835"/>
                </a:moveTo>
                <a:cubicBezTo>
                  <a:pt x="61073" y="77363"/>
                  <a:pt x="55079" y="82275"/>
                  <a:pt x="49008" y="85569"/>
                </a:cubicBezTo>
                <a:cubicBezTo>
                  <a:pt x="42937" y="88864"/>
                  <a:pt x="35875" y="90511"/>
                  <a:pt x="27821" y="90511"/>
                </a:cubicBezTo>
                <a:cubicBezTo>
                  <a:pt x="18975" y="90511"/>
                  <a:pt x="12126" y="87812"/>
                  <a:pt x="7276" y="82412"/>
                </a:cubicBezTo>
                <a:cubicBezTo>
                  <a:pt x="2425" y="77012"/>
                  <a:pt x="0" y="69493"/>
                  <a:pt x="0" y="59853"/>
                </a:cubicBezTo>
                <a:cubicBezTo>
                  <a:pt x="0" y="53325"/>
                  <a:pt x="1174" y="46323"/>
                  <a:pt x="3523" y="38849"/>
                </a:cubicBezTo>
                <a:cubicBezTo>
                  <a:pt x="5872" y="31375"/>
                  <a:pt x="9426" y="24664"/>
                  <a:pt x="14185" y="18715"/>
                </a:cubicBezTo>
                <a:cubicBezTo>
                  <a:pt x="18944" y="12767"/>
                  <a:pt x="24649" y="8160"/>
                  <a:pt x="31299" y="4896"/>
                </a:cubicBezTo>
                <a:cubicBezTo>
                  <a:pt x="37949" y="1632"/>
                  <a:pt x="45027" y="0"/>
                  <a:pt x="52531" y="0"/>
                </a:cubicBezTo>
                <a:cubicBezTo>
                  <a:pt x="59914" y="0"/>
                  <a:pt x="65451" y="1495"/>
                  <a:pt x="69142" y="4484"/>
                </a:cubicBezTo>
                <a:cubicBezTo>
                  <a:pt x="72833" y="7474"/>
                  <a:pt x="74679" y="12141"/>
                  <a:pt x="74679" y="18487"/>
                </a:cubicBezTo>
                <a:cubicBezTo>
                  <a:pt x="74679" y="28859"/>
                  <a:pt x="69813" y="36638"/>
                  <a:pt x="60082" y="41824"/>
                </a:cubicBezTo>
                <a:cubicBezTo>
                  <a:pt x="50350" y="47010"/>
                  <a:pt x="35906" y="49603"/>
                  <a:pt x="16748" y="49603"/>
                </a:cubicBezTo>
                <a:cubicBezTo>
                  <a:pt x="16016" y="53264"/>
                  <a:pt x="15650" y="57229"/>
                  <a:pt x="15650" y="61500"/>
                </a:cubicBezTo>
                <a:cubicBezTo>
                  <a:pt x="15650" y="67906"/>
                  <a:pt x="16900" y="72559"/>
                  <a:pt x="19402" y="75457"/>
                </a:cubicBezTo>
                <a:cubicBezTo>
                  <a:pt x="21903" y="78355"/>
                  <a:pt x="25991" y="79804"/>
                  <a:pt x="31665" y="79804"/>
                </a:cubicBezTo>
                <a:cubicBezTo>
                  <a:pt x="37278" y="79804"/>
                  <a:pt x="42358" y="78583"/>
                  <a:pt x="46903" y="76143"/>
                </a:cubicBezTo>
                <a:cubicBezTo>
                  <a:pt x="51448" y="73703"/>
                  <a:pt x="56253" y="69950"/>
                  <a:pt x="61317" y="64886"/>
                </a:cubicBezTo>
                <a:lnTo>
                  <a:pt x="66991" y="70835"/>
                </a:lnTo>
                <a:moveTo>
                  <a:pt x="18304" y="41824"/>
                </a:moveTo>
                <a:cubicBezTo>
                  <a:pt x="26906" y="41763"/>
                  <a:pt x="34289" y="40985"/>
                  <a:pt x="40451" y="39490"/>
                </a:cubicBezTo>
                <a:cubicBezTo>
                  <a:pt x="46613" y="37995"/>
                  <a:pt x="51342" y="35616"/>
                  <a:pt x="54636" y="32352"/>
                </a:cubicBezTo>
                <a:cubicBezTo>
                  <a:pt x="57931" y="29087"/>
                  <a:pt x="59578" y="24679"/>
                  <a:pt x="59578" y="19127"/>
                </a:cubicBezTo>
                <a:cubicBezTo>
                  <a:pt x="59578" y="15406"/>
                  <a:pt x="58709" y="12492"/>
                  <a:pt x="56970" y="10387"/>
                </a:cubicBezTo>
                <a:cubicBezTo>
                  <a:pt x="55231" y="8282"/>
                  <a:pt x="52653" y="7230"/>
                  <a:pt x="49237" y="7230"/>
                </a:cubicBezTo>
                <a:cubicBezTo>
                  <a:pt x="43074" y="7230"/>
                  <a:pt x="37141" y="10342"/>
                  <a:pt x="31436" y="16565"/>
                </a:cubicBezTo>
                <a:cubicBezTo>
                  <a:pt x="25732" y="22788"/>
                  <a:pt x="21354" y="31208"/>
                  <a:pt x="18304" y="418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" name="path-565">
            <a:extLst xmlns:a="http://schemas.openxmlformats.org/drawingml/2006/main">
              <a:ext uri="{FF2B5EF4-FFF2-40B4-BE49-F238E27FC236}">
                <a16:creationId xmlns:a16="http://schemas.microsoft.com/office/drawing/2014/main" id="{6E06F159-BE79-4902-B5CC-2AE89317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8607" y="8692694"/>
            <a:ext cx="57839" cy="173610"/>
          </a:xfrm>
          <a:custGeom xmlns:a="http://schemas.openxmlformats.org/drawingml/2006/main">
            <a:pathLst>
              <a:path w="57839" h="173610">
                <a:moveTo>
                  <a:pt x="15833" y="85935"/>
                </a:moveTo>
                <a:cubicBezTo>
                  <a:pt x="15833" y="107290"/>
                  <a:pt x="19265" y="124892"/>
                  <a:pt x="26128" y="138741"/>
                </a:cubicBezTo>
                <a:cubicBezTo>
                  <a:pt x="32992" y="152591"/>
                  <a:pt x="43471" y="161865"/>
                  <a:pt x="57565" y="166563"/>
                </a:cubicBezTo>
                <a:lnTo>
                  <a:pt x="55368" y="173610"/>
                </a:lnTo>
                <a:cubicBezTo>
                  <a:pt x="37492" y="168912"/>
                  <a:pt x="23795" y="158799"/>
                  <a:pt x="14277" y="143271"/>
                </a:cubicBezTo>
                <a:cubicBezTo>
                  <a:pt x="4759" y="127744"/>
                  <a:pt x="0" y="108937"/>
                  <a:pt x="0" y="86851"/>
                </a:cubicBezTo>
                <a:cubicBezTo>
                  <a:pt x="0" y="64825"/>
                  <a:pt x="4774" y="46018"/>
                  <a:pt x="14323" y="30430"/>
                </a:cubicBezTo>
                <a:cubicBezTo>
                  <a:pt x="23871" y="14841"/>
                  <a:pt x="37553" y="4698"/>
                  <a:pt x="55368" y="0"/>
                </a:cubicBezTo>
                <a:lnTo>
                  <a:pt x="57839" y="7047"/>
                </a:lnTo>
                <a:cubicBezTo>
                  <a:pt x="43563" y="11745"/>
                  <a:pt x="32992" y="20912"/>
                  <a:pt x="26128" y="34548"/>
                </a:cubicBezTo>
                <a:cubicBezTo>
                  <a:pt x="19265" y="48184"/>
                  <a:pt x="15833" y="65313"/>
                  <a:pt x="15833" y="859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" name="path-566">
            <a:extLst xmlns:a="http://schemas.openxmlformats.org/drawingml/2006/main">
              <a:ext uri="{FF2B5EF4-FFF2-40B4-BE49-F238E27FC236}">
                <a16:creationId xmlns:a16="http://schemas.microsoft.com/office/drawing/2014/main" id="{FE34129A-C647-44F9-84A1-EC185850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4232" y="8758221"/>
            <a:ext cx="24893" cy="26357"/>
          </a:xfrm>
          <a:custGeom xmlns:a="http://schemas.openxmlformats.org/drawingml/2006/main">
            <a:pathLst>
              <a:path w="24893" h="26357">
                <a:moveTo>
                  <a:pt x="12446" y="0"/>
                </a:moveTo>
                <a:cubicBezTo>
                  <a:pt x="14826" y="0"/>
                  <a:pt x="16977" y="564"/>
                  <a:pt x="18898" y="1693"/>
                </a:cubicBezTo>
                <a:cubicBezTo>
                  <a:pt x="20820" y="2822"/>
                  <a:pt x="22300" y="4393"/>
                  <a:pt x="23337" y="6406"/>
                </a:cubicBezTo>
                <a:cubicBezTo>
                  <a:pt x="24374" y="8420"/>
                  <a:pt x="24893" y="10677"/>
                  <a:pt x="24893" y="13179"/>
                </a:cubicBezTo>
                <a:cubicBezTo>
                  <a:pt x="24893" y="15741"/>
                  <a:pt x="24359" y="18029"/>
                  <a:pt x="23291" y="20042"/>
                </a:cubicBezTo>
                <a:cubicBezTo>
                  <a:pt x="22224" y="22056"/>
                  <a:pt x="20729" y="23612"/>
                  <a:pt x="18807" y="24710"/>
                </a:cubicBezTo>
                <a:cubicBezTo>
                  <a:pt x="16885" y="25808"/>
                  <a:pt x="14765" y="26357"/>
                  <a:pt x="12446" y="26357"/>
                </a:cubicBezTo>
                <a:cubicBezTo>
                  <a:pt x="10128" y="26357"/>
                  <a:pt x="8008" y="25808"/>
                  <a:pt x="6086" y="24710"/>
                </a:cubicBezTo>
                <a:cubicBezTo>
                  <a:pt x="4164" y="23612"/>
                  <a:pt x="2669" y="22056"/>
                  <a:pt x="1602" y="20042"/>
                </a:cubicBezTo>
                <a:cubicBezTo>
                  <a:pt x="534" y="18029"/>
                  <a:pt x="0" y="15741"/>
                  <a:pt x="0" y="13179"/>
                </a:cubicBezTo>
                <a:cubicBezTo>
                  <a:pt x="0" y="10677"/>
                  <a:pt x="519" y="8420"/>
                  <a:pt x="1556" y="6406"/>
                </a:cubicBezTo>
                <a:cubicBezTo>
                  <a:pt x="2593" y="4393"/>
                  <a:pt x="4073" y="2822"/>
                  <a:pt x="5994" y="1693"/>
                </a:cubicBezTo>
                <a:cubicBezTo>
                  <a:pt x="7916" y="564"/>
                  <a:pt x="10067" y="0"/>
                  <a:pt x="1244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" name="path-567">
            <a:extLst xmlns:a="http://schemas.openxmlformats.org/drawingml/2006/main">
              <a:ext uri="{FF2B5EF4-FFF2-40B4-BE49-F238E27FC236}">
                <a16:creationId xmlns:a16="http://schemas.microsoft.com/office/drawing/2014/main" id="{3754F88F-52F3-4371-AFFD-D841E1D0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6421" y="8692694"/>
            <a:ext cx="57839" cy="173610"/>
          </a:xfrm>
          <a:custGeom xmlns:a="http://schemas.openxmlformats.org/drawingml/2006/main">
            <a:pathLst>
              <a:path w="57839" h="173610">
                <a:moveTo>
                  <a:pt x="42007" y="85935"/>
                </a:moveTo>
                <a:cubicBezTo>
                  <a:pt x="42007" y="65313"/>
                  <a:pt x="38590" y="48184"/>
                  <a:pt x="31757" y="34548"/>
                </a:cubicBezTo>
                <a:cubicBezTo>
                  <a:pt x="24923" y="20912"/>
                  <a:pt x="14338" y="11745"/>
                  <a:pt x="0" y="7047"/>
                </a:cubicBezTo>
                <a:lnTo>
                  <a:pt x="2471" y="0"/>
                </a:lnTo>
                <a:cubicBezTo>
                  <a:pt x="20286" y="4698"/>
                  <a:pt x="33968" y="14841"/>
                  <a:pt x="43517" y="30430"/>
                </a:cubicBezTo>
                <a:cubicBezTo>
                  <a:pt x="53065" y="46018"/>
                  <a:pt x="57839" y="64825"/>
                  <a:pt x="57839" y="86851"/>
                </a:cubicBezTo>
                <a:cubicBezTo>
                  <a:pt x="57839" y="108937"/>
                  <a:pt x="53080" y="127744"/>
                  <a:pt x="43563" y="143271"/>
                </a:cubicBezTo>
                <a:cubicBezTo>
                  <a:pt x="34045" y="158799"/>
                  <a:pt x="20348" y="168912"/>
                  <a:pt x="2471" y="173610"/>
                </a:cubicBezTo>
                <a:lnTo>
                  <a:pt x="275" y="166563"/>
                </a:lnTo>
                <a:cubicBezTo>
                  <a:pt x="14368" y="161865"/>
                  <a:pt x="24847" y="152591"/>
                  <a:pt x="31711" y="138741"/>
                </a:cubicBezTo>
                <a:cubicBezTo>
                  <a:pt x="38575" y="124892"/>
                  <a:pt x="42007" y="107290"/>
                  <a:pt x="42007" y="859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" name="path-568">
            <a:extLst xmlns:a="http://schemas.openxmlformats.org/drawingml/2006/main">
              <a:ext uri="{FF2B5EF4-FFF2-40B4-BE49-F238E27FC236}">
                <a16:creationId xmlns:a16="http://schemas.microsoft.com/office/drawing/2014/main" id="{6ED9AA58-4225-405E-9F2C-DE470EAD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9528" y="8311478"/>
            <a:ext cx="1744418" cy="655263"/>
          </a:xfrm>
          <a:custGeom xmlns:a="http://schemas.openxmlformats.org/drawingml/2006/main">
            <a:pathLst>
              <a:path w="1744418" h="655263">
                <a:moveTo>
                  <a:pt x="0" y="89253"/>
                </a:moveTo>
                <a:cubicBezTo>
                  <a:pt x="0" y="39959"/>
                  <a:pt x="39959" y="0"/>
                  <a:pt x="89253" y="0"/>
                </a:cubicBezTo>
                <a:lnTo>
                  <a:pt x="1655164" y="0"/>
                </a:lnTo>
                <a:cubicBezTo>
                  <a:pt x="1704457" y="0"/>
                  <a:pt x="1744418" y="39959"/>
                  <a:pt x="1744418" y="89253"/>
                </a:cubicBezTo>
                <a:lnTo>
                  <a:pt x="1744418" y="566011"/>
                </a:lnTo>
                <a:cubicBezTo>
                  <a:pt x="1744418" y="615303"/>
                  <a:pt x="1704457" y="655263"/>
                  <a:pt x="1655164" y="655263"/>
                </a:cubicBezTo>
                <a:lnTo>
                  <a:pt x="89253" y="655263"/>
                </a:lnTo>
                <a:cubicBezTo>
                  <a:pt x="39959" y="655263"/>
                  <a:pt x="0" y="615303"/>
                  <a:pt x="0" y="566011"/>
                </a:cubicBezTo>
                <a:lnTo>
                  <a:pt x="0" y="89253"/>
                </a:lnTo>
              </a:path>
            </a:pathLst>
          </a:custGeom>
          <a:solidFill xmlns:a="http://schemas.openxmlformats.org/drawingml/2006/main">
            <a:srgbClr val="FFFFFF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" name="path-569">
            <a:extLst xmlns:a="http://schemas.openxmlformats.org/drawingml/2006/main">
              <a:ext uri="{FF2B5EF4-FFF2-40B4-BE49-F238E27FC236}">
                <a16:creationId xmlns:a16="http://schemas.microsoft.com/office/drawing/2014/main" id="{786267C5-52EE-4DF4-AC9F-C0510474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9528" y="8311478"/>
            <a:ext cx="1744418" cy="655264"/>
          </a:xfrm>
          <a:custGeom xmlns:a="http://schemas.openxmlformats.org/drawingml/2006/main">
            <a:pathLst>
              <a:path w="1744418" h="655264">
                <a:moveTo>
                  <a:pt x="0" y="89253"/>
                </a:moveTo>
                <a:cubicBezTo>
                  <a:pt x="0" y="39959"/>
                  <a:pt x="39959" y="0"/>
                  <a:pt x="89253" y="0"/>
                </a:cubicBezTo>
                <a:lnTo>
                  <a:pt x="1655165" y="0"/>
                </a:lnTo>
                <a:cubicBezTo>
                  <a:pt x="1704457" y="0"/>
                  <a:pt x="1744418" y="39959"/>
                  <a:pt x="1744418" y="89253"/>
                </a:cubicBezTo>
                <a:lnTo>
                  <a:pt x="1744418" y="566011"/>
                </a:lnTo>
                <a:cubicBezTo>
                  <a:pt x="1744418" y="615303"/>
                  <a:pt x="1704457" y="655264"/>
                  <a:pt x="1655165" y="655264"/>
                </a:cubicBezTo>
                <a:lnTo>
                  <a:pt x="89253" y="655264"/>
                </a:lnTo>
                <a:cubicBezTo>
                  <a:pt x="39959" y="655264"/>
                  <a:pt x="0" y="615303"/>
                  <a:pt x="0" y="566011"/>
                </a:cubicBezTo>
                <a:lnTo>
                  <a:pt x="0" y="89253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F4007A"/>
            </a:solidFill>
            <a:prstDash val="solid"/>
          </a:ln>
        </p:spPr>
      </p:sp>
      <p:sp>
        <p:nvSpPr>
          <p:cNvPr id="614" name="text-570 Frozen">
            <a:extLst xmlns:a="http://schemas.openxmlformats.org/drawingml/2006/main">
              <a:ext uri="{FF2B5EF4-FFF2-40B4-BE49-F238E27FC236}">
                <a16:creationId xmlns:a16="http://schemas.microsoft.com/office/drawing/2014/main" id="{8B53A361-0648-4969-B422-6CE7BA5B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1909" y="8367408"/>
            <a:ext cx="544676" cy="26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Frozen</a:t>
            </a:r>
          </a:p>
        </p:txBody>
      </p:sp>
      <p:sp>
        <p:nvSpPr>
          <p:cNvPr id="615" name="text-571 Proposals">
            <a:extLst xmlns:a="http://schemas.openxmlformats.org/drawingml/2006/main">
              <a:ext uri="{FF2B5EF4-FFF2-40B4-BE49-F238E27FC236}">
                <a16:creationId xmlns:a16="http://schemas.microsoft.com/office/drawing/2014/main" id="{475F40F3-4E08-4323-97EB-A629662D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6464" y="8366506"/>
            <a:ext cx="793144" cy="263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Proposals</a:t>
            </a:r>
          </a:p>
        </p:txBody>
      </p:sp>
      <p:pic>
        <p:nvPic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B0B1F814-696D-4A94-A59B-F5819B9F76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ec1109b794f73"/>
          <a:stretch xmlns:a="http://schemas.openxmlformats.org/drawingml/2006/main"/>
        </p:blipFill>
        <p:spPr>
          <a:xfrm xmlns:a="http://schemas.openxmlformats.org/drawingml/2006/main">
            <a:off x="9429470" y="8277645"/>
            <a:ext cx="438584" cy="438584"/>
          </a:xfrm>
          <a:prstGeom xmlns:a="http://schemas.openxmlformats.org/drawingml/2006/main" prst="rect">
            <a:avLst/>
          </a:prstGeom>
        </p:spPr>
      </p:pic>
      <p:pic>
        <p:nvPic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D3CD134C-8981-4992-AF22-5126B586EA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55359b26d048c4"/>
          <a:stretch xmlns:a="http://schemas.openxmlformats.org/drawingml/2006/main"/>
        </p:blipFill>
        <p:spPr>
          <a:xfrm xmlns:a="http://schemas.openxmlformats.org/drawingml/2006/main">
            <a:off x="9443357" y="8342939"/>
            <a:ext cx="314325" cy="314325"/>
          </a:xfrm>
          <a:prstGeom xmlns:a="http://schemas.openxmlformats.org/drawingml/2006/main" prst="rect">
            <a:avLst/>
          </a:prstGeom>
        </p:spPr>
      </p:pic>
      <p:sp>
        <p:nvSpPr>
          <p:cNvPr id="618" name="text-574 ΔC">
            <a:extLst xmlns:a="http://schemas.openxmlformats.org/drawingml/2006/main">
              <a:ext uri="{FF2B5EF4-FFF2-40B4-BE49-F238E27FC236}">
                <a16:creationId xmlns:a16="http://schemas.microsoft.com/office/drawing/2014/main" id="{2D7984C2-23C3-4D5F-AE6D-1D36B91C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4204" y="8641976"/>
            <a:ext cx="238178" cy="261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0" b="1" i="1">
                <a:solidFill>
                  <a:srgbClr val="72C2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0" b="1" i="1">
                <a:solidFill>
                  <a:srgbClr val="72C2FF"/>
                </a:solidFill>
                <a:latin typeface="Calibri"/>
                <a:ea typeface="Calibri"/>
                <a:cs typeface="Calibri"/>
              </a:defRPr>
            </a:pPr>
            <a:r>
              <a:rPr sz="1470" b="1" i="1">
                <a:solidFill>
                  <a:srgbClr val="72C2FF"/>
                </a:solidFill>
                <a:latin typeface="Calibri"/>
                <a:ea typeface="Calibri"/>
                <a:cs typeface="Calibri"/>
              </a:rPr>
              <a:t>ΔC</a:t>
            </a:r>
          </a:p>
        </p:txBody>
      </p:sp>
      <p:sp>
        <p:nvSpPr>
          <p:cNvPr id="619" name="text-575 /">
            <a:extLst xmlns:a="http://schemas.openxmlformats.org/drawingml/2006/main">
              <a:ext uri="{FF2B5EF4-FFF2-40B4-BE49-F238E27FC236}">
                <a16:creationId xmlns:a16="http://schemas.microsoft.com/office/drawing/2014/main" id="{CBF7EE53-AFCA-4CB3-9E34-79FBA037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2156" y="8641284"/>
            <a:ext cx="106397" cy="262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/</a:t>
            </a:r>
          </a:p>
        </p:txBody>
      </p:sp>
      <p:sp>
        <p:nvSpPr>
          <p:cNvPr id="620" name="text-576 ΔT">
            <a:extLst xmlns:a="http://schemas.openxmlformats.org/drawingml/2006/main">
              <a:ext uri="{FF2B5EF4-FFF2-40B4-BE49-F238E27FC236}">
                <a16:creationId xmlns:a16="http://schemas.microsoft.com/office/drawing/2014/main" id="{5390B933-3BB3-4D77-AAA5-37223293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7347" y="8642003"/>
            <a:ext cx="233780" cy="26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0" b="1" i="1">
                <a:solidFill>
                  <a:srgbClr val="FAC35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0" b="1" i="1">
                <a:solidFill>
                  <a:srgbClr val="FAC356"/>
                </a:solidFill>
                <a:latin typeface="Calibri"/>
                <a:ea typeface="Calibri"/>
                <a:cs typeface="Calibri"/>
              </a:defRPr>
            </a:pPr>
            <a:r>
              <a:rPr sz="1470" b="1" i="1">
                <a:solidFill>
                  <a:srgbClr val="FAC356"/>
                </a:solidFill>
                <a:latin typeface="Calibri"/>
                <a:ea typeface="Calibri"/>
                <a:cs typeface="Calibri"/>
              </a:rPr>
              <a:t>ΔT</a:t>
            </a:r>
          </a:p>
        </p:txBody>
      </p:sp>
      <p:sp>
        <p:nvSpPr>
          <p:cNvPr id="621" name="text-577 /">
            <a:extLst xmlns:a="http://schemas.openxmlformats.org/drawingml/2006/main">
              <a:ext uri="{FF2B5EF4-FFF2-40B4-BE49-F238E27FC236}">
                <a16:creationId xmlns:a16="http://schemas.microsoft.com/office/drawing/2014/main" id="{6F4C4952-ADAE-4CA2-8BC4-B9AB04B8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1395" y="8641284"/>
            <a:ext cx="106397" cy="262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/</a:t>
            </a:r>
          </a:p>
        </p:txBody>
      </p:sp>
      <p:sp>
        <p:nvSpPr>
          <p:cNvPr id="622" name="text-578 ΔH">
            <a:extLst xmlns:a="http://schemas.openxmlformats.org/drawingml/2006/main">
              <a:ext uri="{FF2B5EF4-FFF2-40B4-BE49-F238E27FC236}">
                <a16:creationId xmlns:a16="http://schemas.microsoft.com/office/drawing/2014/main" id="{79C7FED1-7656-43AA-9A52-EDC7CF8D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6586" y="8641910"/>
            <a:ext cx="259239" cy="261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1" b="1" i="1">
                <a:solidFill>
                  <a:srgbClr val="70C4C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1" b="1" i="1">
                <a:solidFill>
                  <a:srgbClr val="70C4C0"/>
                </a:solidFill>
                <a:latin typeface="Calibri"/>
                <a:ea typeface="Calibri"/>
                <a:cs typeface="Calibri"/>
              </a:defRPr>
            </a:pPr>
            <a:r>
              <a:rPr sz="1471" b="1" i="1">
                <a:solidFill>
                  <a:srgbClr val="70C4C0"/>
                </a:solidFill>
                <a:latin typeface="Calibri"/>
                <a:ea typeface="Calibri"/>
                <a:cs typeface="Calibri"/>
              </a:rPr>
              <a:t>ΔH</a:t>
            </a:r>
          </a:p>
        </p:txBody>
      </p:sp>
      <p:sp>
        <p:nvSpPr>
          <p:cNvPr id="623" name="text-579 /">
            <a:extLst xmlns:a="http://schemas.openxmlformats.org/drawingml/2006/main">
              <a:ext uri="{FF2B5EF4-FFF2-40B4-BE49-F238E27FC236}">
                <a16:creationId xmlns:a16="http://schemas.microsoft.com/office/drawing/2014/main" id="{62524EA9-4131-4342-8880-434C146A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6015" y="8641284"/>
            <a:ext cx="106397" cy="262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/</a:t>
            </a:r>
          </a:p>
        </p:txBody>
      </p:sp>
      <p:sp>
        <p:nvSpPr>
          <p:cNvPr id="624" name="text-580 ΔV">
            <a:extLst xmlns:a="http://schemas.openxmlformats.org/drawingml/2006/main">
              <a:ext uri="{FF2B5EF4-FFF2-40B4-BE49-F238E27FC236}">
                <a16:creationId xmlns:a16="http://schemas.microsoft.com/office/drawing/2014/main" id="{7B278C9E-4432-440E-B5C9-ADADF9EB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1206" y="8642000"/>
            <a:ext cx="251810" cy="26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0" b="1" i="1">
                <a:solidFill>
                  <a:srgbClr val="CF8BC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0" b="1" i="1">
                <a:solidFill>
                  <a:srgbClr val="CF8BCF"/>
                </a:solidFill>
                <a:latin typeface="Calibri"/>
                <a:ea typeface="Calibri"/>
                <a:cs typeface="Calibri"/>
              </a:defRPr>
            </a:pPr>
            <a:r>
              <a:rPr sz="1470" b="1" i="1">
                <a:solidFill>
                  <a:srgbClr val="CF8BCF"/>
                </a:solidFill>
                <a:latin typeface="Calibri"/>
                <a:ea typeface="Calibri"/>
                <a:cs typeface="Calibri"/>
              </a:rPr>
              <a:t>ΔV</a:t>
            </a:r>
          </a:p>
        </p:txBody>
      </p:sp>
      <p:sp>
        <p:nvSpPr>
          <p:cNvPr id="625" name="path-581">
            <a:extLst xmlns:a="http://schemas.openxmlformats.org/drawingml/2006/main">
              <a:ext uri="{FF2B5EF4-FFF2-40B4-BE49-F238E27FC236}">
                <a16:creationId xmlns:a16="http://schemas.microsoft.com/office/drawing/2014/main" id="{4A65FCC7-CADA-405D-B4E5-AE6B548D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345" y="8310552"/>
            <a:ext cx="1744417" cy="657115"/>
          </a:xfrm>
          <a:custGeom xmlns:a="http://schemas.openxmlformats.org/drawingml/2006/main">
            <a:pathLst>
              <a:path w="1744417" h="657115">
                <a:moveTo>
                  <a:pt x="0" y="89506"/>
                </a:moveTo>
                <a:cubicBezTo>
                  <a:pt x="0" y="40074"/>
                  <a:pt x="40072" y="0"/>
                  <a:pt x="89506" y="0"/>
                </a:cubicBezTo>
                <a:lnTo>
                  <a:pt x="1654911" y="0"/>
                </a:lnTo>
                <a:cubicBezTo>
                  <a:pt x="1704343" y="0"/>
                  <a:pt x="1744417" y="40074"/>
                  <a:pt x="1744417" y="89506"/>
                </a:cubicBezTo>
                <a:lnTo>
                  <a:pt x="1744417" y="567609"/>
                </a:lnTo>
                <a:cubicBezTo>
                  <a:pt x="1744417" y="617042"/>
                  <a:pt x="1704343" y="657115"/>
                  <a:pt x="1654911" y="657115"/>
                </a:cubicBezTo>
                <a:lnTo>
                  <a:pt x="89506" y="657115"/>
                </a:lnTo>
                <a:cubicBezTo>
                  <a:pt x="40072" y="657115"/>
                  <a:pt x="0" y="617042"/>
                  <a:pt x="0" y="567609"/>
                </a:cubicBezTo>
                <a:lnTo>
                  <a:pt x="0" y="89506"/>
                </a:lnTo>
              </a:path>
            </a:pathLst>
          </a:custGeom>
          <a:solidFill xmlns:a="http://schemas.openxmlformats.org/drawingml/2006/main">
            <a:srgbClr val="FFFFFF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" name="path-582">
            <a:extLst xmlns:a="http://schemas.openxmlformats.org/drawingml/2006/main">
              <a:ext uri="{FF2B5EF4-FFF2-40B4-BE49-F238E27FC236}">
                <a16:creationId xmlns:a16="http://schemas.microsoft.com/office/drawing/2014/main" id="{A6ABCC0F-AEDB-4C3B-B760-0F4382C0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345" y="8310552"/>
            <a:ext cx="1744417" cy="657115"/>
          </a:xfrm>
          <a:custGeom xmlns:a="http://schemas.openxmlformats.org/drawingml/2006/main">
            <a:pathLst>
              <a:path w="1744417" h="657115">
                <a:moveTo>
                  <a:pt x="0" y="89506"/>
                </a:moveTo>
                <a:cubicBezTo>
                  <a:pt x="0" y="40074"/>
                  <a:pt x="40074" y="0"/>
                  <a:pt x="89506" y="0"/>
                </a:cubicBezTo>
                <a:lnTo>
                  <a:pt x="1654911" y="0"/>
                </a:lnTo>
                <a:cubicBezTo>
                  <a:pt x="1704345" y="0"/>
                  <a:pt x="1744417" y="40074"/>
                  <a:pt x="1744417" y="89506"/>
                </a:cubicBezTo>
                <a:lnTo>
                  <a:pt x="1744417" y="567609"/>
                </a:lnTo>
                <a:cubicBezTo>
                  <a:pt x="1744417" y="617043"/>
                  <a:pt x="1704345" y="657115"/>
                  <a:pt x="1654911" y="657115"/>
                </a:cubicBezTo>
                <a:lnTo>
                  <a:pt x="89506" y="657115"/>
                </a:lnTo>
                <a:cubicBezTo>
                  <a:pt x="40074" y="657115"/>
                  <a:pt x="0" y="617043"/>
                  <a:pt x="0" y="567609"/>
                </a:cubicBezTo>
                <a:lnTo>
                  <a:pt x="0" y="89506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F4007A"/>
            </a:solidFill>
            <a:prstDash val="solid"/>
          </a:ln>
        </p:spPr>
      </p:sp>
      <p:sp>
        <p:nvSpPr>
          <p:cNvPr id="627" name="text-583 Smallest">
            <a:extLst xmlns:a="http://schemas.openxmlformats.org/drawingml/2006/main">
              <a:ext uri="{FF2B5EF4-FFF2-40B4-BE49-F238E27FC236}">
                <a16:creationId xmlns:a16="http://schemas.microsoft.com/office/drawing/2014/main" id="{C6EB17E8-8840-45AE-AC04-60995DE9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67983" y="8363100"/>
            <a:ext cx="693863" cy="263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Smallest</a:t>
            </a:r>
          </a:p>
        </p:txBody>
      </p:sp>
      <p:sp>
        <p:nvSpPr>
          <p:cNvPr id="628" name="text-584 Safe">
            <a:extLst xmlns:a="http://schemas.openxmlformats.org/drawingml/2006/main">
              <a:ext uri="{FF2B5EF4-FFF2-40B4-BE49-F238E27FC236}">
                <a16:creationId xmlns:a16="http://schemas.microsoft.com/office/drawing/2014/main" id="{55561F89-85DF-4BE2-89EB-17FF9FE8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70608" y="8363516"/>
            <a:ext cx="369601" cy="262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Safe</a:t>
            </a:r>
          </a:p>
        </p:txBody>
      </p:sp>
      <p:sp>
        <p:nvSpPr>
          <p:cNvPr id="629" name="path-585">
            <a:extLst xmlns:a="http://schemas.openxmlformats.org/drawingml/2006/main">
              <a:ext uri="{FF2B5EF4-FFF2-40B4-BE49-F238E27FC236}">
                <a16:creationId xmlns:a16="http://schemas.microsoft.com/office/drawing/2014/main" id="{9E5EFA80-B195-49D9-A5AE-FC354BB7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924" y="8459040"/>
            <a:ext cx="125929" cy="128766"/>
          </a:xfrm>
          <a:custGeom xmlns:a="http://schemas.openxmlformats.org/drawingml/2006/main">
            <a:pathLst>
              <a:path w="125929" h="128766">
                <a:moveTo>
                  <a:pt x="124556" y="7504"/>
                </a:moveTo>
                <a:cubicBezTo>
                  <a:pt x="115343" y="17693"/>
                  <a:pt x="107046" y="27181"/>
                  <a:pt x="99663" y="35967"/>
                </a:cubicBezTo>
                <a:lnTo>
                  <a:pt x="72025" y="68913"/>
                </a:lnTo>
                <a:cubicBezTo>
                  <a:pt x="72879" y="77821"/>
                  <a:pt x="73733" y="85188"/>
                  <a:pt x="74587" y="91015"/>
                </a:cubicBezTo>
                <a:cubicBezTo>
                  <a:pt x="75441" y="96841"/>
                  <a:pt x="76433" y="101555"/>
                  <a:pt x="77562" y="105154"/>
                </a:cubicBezTo>
                <a:cubicBezTo>
                  <a:pt x="78690" y="108754"/>
                  <a:pt x="80017" y="111377"/>
                  <a:pt x="81543" y="113025"/>
                </a:cubicBezTo>
                <a:cubicBezTo>
                  <a:pt x="83068" y="114672"/>
                  <a:pt x="84868" y="115496"/>
                  <a:pt x="86942" y="115496"/>
                </a:cubicBezTo>
                <a:cubicBezTo>
                  <a:pt x="88528" y="115496"/>
                  <a:pt x="90222" y="114886"/>
                  <a:pt x="92021" y="113665"/>
                </a:cubicBezTo>
                <a:cubicBezTo>
                  <a:pt x="93821" y="112445"/>
                  <a:pt x="95880" y="110584"/>
                  <a:pt x="98199" y="108083"/>
                </a:cubicBezTo>
                <a:lnTo>
                  <a:pt x="104788" y="114672"/>
                </a:lnTo>
                <a:cubicBezTo>
                  <a:pt x="99968" y="118760"/>
                  <a:pt x="96262" y="121688"/>
                  <a:pt x="93669" y="123458"/>
                </a:cubicBezTo>
                <a:cubicBezTo>
                  <a:pt x="91076" y="125227"/>
                  <a:pt x="88498" y="126554"/>
                  <a:pt x="85935" y="127439"/>
                </a:cubicBezTo>
                <a:cubicBezTo>
                  <a:pt x="83373" y="128324"/>
                  <a:pt x="80688" y="128766"/>
                  <a:pt x="77882" y="128766"/>
                </a:cubicBezTo>
                <a:cubicBezTo>
                  <a:pt x="73184" y="128766"/>
                  <a:pt x="69645" y="127317"/>
                  <a:pt x="67266" y="124419"/>
                </a:cubicBezTo>
                <a:cubicBezTo>
                  <a:pt x="64886" y="121521"/>
                  <a:pt x="63208" y="116823"/>
                  <a:pt x="62232" y="110325"/>
                </a:cubicBezTo>
                <a:cubicBezTo>
                  <a:pt x="61256" y="103827"/>
                  <a:pt x="60737" y="94142"/>
                  <a:pt x="60676" y="81268"/>
                </a:cubicBezTo>
                <a:lnTo>
                  <a:pt x="59761" y="81268"/>
                </a:lnTo>
                <a:lnTo>
                  <a:pt x="43746" y="104605"/>
                </a:lnTo>
                <a:cubicBezTo>
                  <a:pt x="42464" y="106496"/>
                  <a:pt x="40756" y="109090"/>
                  <a:pt x="38621" y="112384"/>
                </a:cubicBezTo>
                <a:cubicBezTo>
                  <a:pt x="36485" y="115679"/>
                  <a:pt x="33526" y="120651"/>
                  <a:pt x="29743" y="127302"/>
                </a:cubicBezTo>
                <a:lnTo>
                  <a:pt x="0" y="127302"/>
                </a:lnTo>
                <a:lnTo>
                  <a:pt x="1373" y="121261"/>
                </a:lnTo>
                <a:cubicBezTo>
                  <a:pt x="4179" y="118333"/>
                  <a:pt x="7932" y="114276"/>
                  <a:pt x="12629" y="109090"/>
                </a:cubicBezTo>
                <a:cubicBezTo>
                  <a:pt x="17327" y="103903"/>
                  <a:pt x="21049" y="99663"/>
                  <a:pt x="23795" y="96368"/>
                </a:cubicBezTo>
                <a:lnTo>
                  <a:pt x="57290" y="56192"/>
                </a:lnTo>
                <a:cubicBezTo>
                  <a:pt x="57107" y="54850"/>
                  <a:pt x="56451" y="50732"/>
                  <a:pt x="55323" y="43837"/>
                </a:cubicBezTo>
                <a:cubicBezTo>
                  <a:pt x="54194" y="36943"/>
                  <a:pt x="53172" y="31665"/>
                  <a:pt x="52257" y="28005"/>
                </a:cubicBezTo>
                <a:cubicBezTo>
                  <a:pt x="51342" y="24344"/>
                  <a:pt x="50396" y="21446"/>
                  <a:pt x="49420" y="19310"/>
                </a:cubicBezTo>
                <a:cubicBezTo>
                  <a:pt x="48444" y="17175"/>
                  <a:pt x="47345" y="15634"/>
                  <a:pt x="46125" y="14689"/>
                </a:cubicBezTo>
                <a:cubicBezTo>
                  <a:pt x="44905" y="13743"/>
                  <a:pt x="43502" y="13270"/>
                  <a:pt x="41915" y="13270"/>
                </a:cubicBezTo>
                <a:cubicBezTo>
                  <a:pt x="40329" y="13270"/>
                  <a:pt x="38651" y="13880"/>
                  <a:pt x="36882" y="15100"/>
                </a:cubicBezTo>
                <a:cubicBezTo>
                  <a:pt x="35112" y="16321"/>
                  <a:pt x="33038" y="18182"/>
                  <a:pt x="30659" y="20683"/>
                </a:cubicBezTo>
                <a:lnTo>
                  <a:pt x="24069" y="14094"/>
                </a:lnTo>
                <a:cubicBezTo>
                  <a:pt x="30353" y="8725"/>
                  <a:pt x="35295" y="5033"/>
                  <a:pt x="38895" y="3020"/>
                </a:cubicBezTo>
                <a:cubicBezTo>
                  <a:pt x="42495" y="1007"/>
                  <a:pt x="46522" y="0"/>
                  <a:pt x="50976" y="0"/>
                </a:cubicBezTo>
                <a:cubicBezTo>
                  <a:pt x="54209" y="0"/>
                  <a:pt x="56833" y="671"/>
                  <a:pt x="58846" y="2013"/>
                </a:cubicBezTo>
                <a:cubicBezTo>
                  <a:pt x="60859" y="3356"/>
                  <a:pt x="62476" y="5430"/>
                  <a:pt x="63697" y="8237"/>
                </a:cubicBezTo>
                <a:cubicBezTo>
                  <a:pt x="64917" y="11043"/>
                  <a:pt x="66000" y="15467"/>
                  <a:pt x="66945" y="21507"/>
                </a:cubicBezTo>
                <a:cubicBezTo>
                  <a:pt x="67891" y="27547"/>
                  <a:pt x="68578" y="34472"/>
                  <a:pt x="69005" y="42281"/>
                </a:cubicBezTo>
                <a:lnTo>
                  <a:pt x="69920" y="42281"/>
                </a:lnTo>
                <a:lnTo>
                  <a:pt x="83281" y="22696"/>
                </a:lnTo>
                <a:cubicBezTo>
                  <a:pt x="84380" y="21110"/>
                  <a:pt x="86256" y="18182"/>
                  <a:pt x="88910" y="13911"/>
                </a:cubicBezTo>
                <a:cubicBezTo>
                  <a:pt x="91564" y="9640"/>
                  <a:pt x="93989" y="5491"/>
                  <a:pt x="96185" y="1464"/>
                </a:cubicBezTo>
                <a:lnTo>
                  <a:pt x="125929" y="1464"/>
                </a:lnTo>
                <a:lnTo>
                  <a:pt x="124556" y="75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" name="path-586">
            <a:extLst xmlns:a="http://schemas.openxmlformats.org/drawingml/2006/main">
              <a:ext uri="{FF2B5EF4-FFF2-40B4-BE49-F238E27FC236}">
                <a16:creationId xmlns:a16="http://schemas.microsoft.com/office/drawing/2014/main" id="{352A3DA0-257E-4347-B7CF-DB60BEC3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1402" y="8417718"/>
            <a:ext cx="49351" cy="51753"/>
          </a:xfrm>
          <a:custGeom xmlns:a="http://schemas.openxmlformats.org/drawingml/2006/main">
            <a:pathLst>
              <a:path w="49351" h="51753">
                <a:moveTo>
                  <a:pt x="49351" y="35074"/>
                </a:moveTo>
                <a:lnTo>
                  <a:pt x="44890" y="42693"/>
                </a:lnTo>
                <a:lnTo>
                  <a:pt x="27249" y="30270"/>
                </a:lnTo>
                <a:lnTo>
                  <a:pt x="29240" y="51753"/>
                </a:lnTo>
                <a:lnTo>
                  <a:pt x="20180" y="51753"/>
                </a:lnTo>
                <a:lnTo>
                  <a:pt x="22239" y="30270"/>
                </a:lnTo>
                <a:lnTo>
                  <a:pt x="4530" y="42693"/>
                </a:lnTo>
                <a:lnTo>
                  <a:pt x="0" y="35074"/>
                </a:lnTo>
                <a:lnTo>
                  <a:pt x="19631" y="25877"/>
                </a:lnTo>
                <a:lnTo>
                  <a:pt x="0" y="16748"/>
                </a:lnTo>
                <a:lnTo>
                  <a:pt x="4530" y="9060"/>
                </a:lnTo>
                <a:lnTo>
                  <a:pt x="22239" y="21484"/>
                </a:lnTo>
                <a:lnTo>
                  <a:pt x="20180" y="0"/>
                </a:lnTo>
                <a:lnTo>
                  <a:pt x="29240" y="0"/>
                </a:lnTo>
                <a:lnTo>
                  <a:pt x="27249" y="21484"/>
                </a:lnTo>
                <a:lnTo>
                  <a:pt x="44890" y="9060"/>
                </a:lnTo>
                <a:lnTo>
                  <a:pt x="49351" y="16748"/>
                </a:lnTo>
                <a:lnTo>
                  <a:pt x="29789" y="25877"/>
                </a:lnTo>
                <a:lnTo>
                  <a:pt x="49351" y="350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BDCBC06E-BDFF-4556-A77C-6574839CDE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4d873cb1d4aef"/>
          <a:stretch xmlns:a="http://schemas.openxmlformats.org/drawingml/2006/main"/>
        </p:blipFill>
        <p:spPr>
          <a:xfrm xmlns:a="http://schemas.openxmlformats.org/drawingml/2006/main">
            <a:off x="13241774" y="8251405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BC5DF0E4-2180-4341-9E7C-233498B870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ecb1a7e71b4d19"/>
          <a:stretch xmlns:a="http://schemas.openxmlformats.org/drawingml/2006/main"/>
        </p:blipFill>
        <p:spPr>
          <a:xfrm xmlns:a="http://schemas.openxmlformats.org/drawingml/2006/main">
            <a:off x="13253357" y="8314364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633" name="text-589 Min">
            <a:extLst xmlns:a="http://schemas.openxmlformats.org/drawingml/2006/main">
              <a:ext uri="{FF2B5EF4-FFF2-40B4-BE49-F238E27FC236}">
                <a16:creationId xmlns:a16="http://schemas.microsoft.com/office/drawing/2014/main" id="{62B456A3-D270-43E8-B764-1BE349AF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87175" y="8637591"/>
            <a:ext cx="333152" cy="262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Min</a:t>
            </a:r>
          </a:p>
        </p:txBody>
      </p:sp>
      <p:sp>
        <p:nvSpPr>
          <p:cNvPr id="634" name="text-589 versions">
            <a:extLst xmlns:a="http://schemas.openxmlformats.org/drawingml/2006/main">
              <a:ext uri="{FF2B5EF4-FFF2-40B4-BE49-F238E27FC236}">
                <a16:creationId xmlns:a16="http://schemas.microsoft.com/office/drawing/2014/main" id="{03D91526-6374-4E49-AA12-BEDB9197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28820" y="8637772"/>
            <a:ext cx="651373" cy="262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versions</a:t>
            </a:r>
          </a:p>
        </p:txBody>
      </p:sp>
      <p:sp>
        <p:nvSpPr>
          <p:cNvPr id="635" name="text-589 ·">
            <a:extLst xmlns:a="http://schemas.openxmlformats.org/drawingml/2006/main">
              <a:ext uri="{FF2B5EF4-FFF2-40B4-BE49-F238E27FC236}">
                <a16:creationId xmlns:a16="http://schemas.microsoft.com/office/drawing/2014/main" id="{83420750-CB15-4385-8BB9-BD057F98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8721" y="8637609"/>
            <a:ext cx="81033" cy="262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·</a:t>
            </a:r>
          </a:p>
        </p:txBody>
      </p:sp>
      <p:sp>
        <p:nvSpPr>
          <p:cNvPr id="636" name="text-589 Closure">
            <a:extLst xmlns:a="http://schemas.openxmlformats.org/drawingml/2006/main">
              <a:ext uri="{FF2B5EF4-FFF2-40B4-BE49-F238E27FC236}">
                <a16:creationId xmlns:a16="http://schemas.microsoft.com/office/drawing/2014/main" id="{7FE5ADC7-F128-438E-BAFC-D1DD6892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78575" y="8638131"/>
            <a:ext cx="591738" cy="261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1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Closure</a:t>
            </a:r>
          </a:p>
        </p:txBody>
      </p:sp>
      <p:sp>
        <p:nvSpPr>
          <p:cNvPr id="637" name="path-590">
            <a:extLst xmlns:a="http://schemas.openxmlformats.org/drawingml/2006/main">
              <a:ext uri="{FF2B5EF4-FFF2-40B4-BE49-F238E27FC236}">
                <a16:creationId xmlns:a16="http://schemas.microsoft.com/office/drawing/2014/main" id="{FEF2AC56-D9ED-4D48-8B99-F7E0E58E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337" y="8313850"/>
            <a:ext cx="1767052" cy="655263"/>
          </a:xfrm>
          <a:custGeom xmlns:a="http://schemas.openxmlformats.org/drawingml/2006/main">
            <a:pathLst>
              <a:path w="1767052" h="655263">
                <a:moveTo>
                  <a:pt x="0" y="89253"/>
                </a:moveTo>
                <a:cubicBezTo>
                  <a:pt x="0" y="39959"/>
                  <a:pt x="39960" y="0"/>
                  <a:pt x="89254" y="0"/>
                </a:cubicBezTo>
                <a:lnTo>
                  <a:pt x="1677798" y="0"/>
                </a:lnTo>
                <a:cubicBezTo>
                  <a:pt x="1727091" y="0"/>
                  <a:pt x="1767052" y="39959"/>
                  <a:pt x="1767052" y="89253"/>
                </a:cubicBezTo>
                <a:lnTo>
                  <a:pt x="1767052" y="566010"/>
                </a:lnTo>
                <a:cubicBezTo>
                  <a:pt x="1767052" y="615303"/>
                  <a:pt x="1727091" y="655263"/>
                  <a:pt x="1677798" y="655263"/>
                </a:cubicBezTo>
                <a:lnTo>
                  <a:pt x="89254" y="655263"/>
                </a:lnTo>
                <a:cubicBezTo>
                  <a:pt x="39960" y="655263"/>
                  <a:pt x="0" y="615303"/>
                  <a:pt x="0" y="566010"/>
                </a:cubicBezTo>
                <a:lnTo>
                  <a:pt x="0" y="89253"/>
                </a:lnTo>
              </a:path>
            </a:pathLst>
          </a:custGeom>
          <a:solidFill xmlns:a="http://schemas.openxmlformats.org/drawingml/2006/main">
            <a:srgbClr val="FFFFFF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" name="path-591">
            <a:extLst xmlns:a="http://schemas.openxmlformats.org/drawingml/2006/main">
              <a:ext uri="{FF2B5EF4-FFF2-40B4-BE49-F238E27FC236}">
                <a16:creationId xmlns:a16="http://schemas.microsoft.com/office/drawing/2014/main" id="{67C48990-3EE0-4B1C-BC4D-4393381E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337" y="8313850"/>
            <a:ext cx="1767051" cy="655263"/>
          </a:xfrm>
          <a:custGeom xmlns:a="http://schemas.openxmlformats.org/drawingml/2006/main">
            <a:pathLst>
              <a:path w="1767051" h="655263">
                <a:moveTo>
                  <a:pt x="0" y="89253"/>
                </a:moveTo>
                <a:cubicBezTo>
                  <a:pt x="0" y="39960"/>
                  <a:pt x="39960" y="0"/>
                  <a:pt x="89253" y="0"/>
                </a:cubicBezTo>
                <a:lnTo>
                  <a:pt x="1677798" y="0"/>
                </a:lnTo>
                <a:cubicBezTo>
                  <a:pt x="1727090" y="0"/>
                  <a:pt x="1767051" y="39960"/>
                  <a:pt x="1767051" y="89253"/>
                </a:cubicBezTo>
                <a:lnTo>
                  <a:pt x="1767051" y="566010"/>
                </a:lnTo>
                <a:cubicBezTo>
                  <a:pt x="1767051" y="615303"/>
                  <a:pt x="1727090" y="655263"/>
                  <a:pt x="1677798" y="655263"/>
                </a:cubicBezTo>
                <a:lnTo>
                  <a:pt x="89253" y="655263"/>
                </a:lnTo>
                <a:cubicBezTo>
                  <a:pt x="39960" y="655263"/>
                  <a:pt x="0" y="615303"/>
                  <a:pt x="0" y="566010"/>
                </a:cubicBezTo>
                <a:lnTo>
                  <a:pt x="0" y="89253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F4007A"/>
            </a:solidFill>
            <a:prstDash val="solid"/>
          </a:ln>
        </p:spPr>
      </p:sp>
      <p:sp>
        <p:nvSpPr>
          <p:cNvPr id="639" name="text-592 Rollout">
            <a:extLst xmlns:a="http://schemas.openxmlformats.org/drawingml/2006/main">
              <a:ext uri="{FF2B5EF4-FFF2-40B4-BE49-F238E27FC236}">
                <a16:creationId xmlns:a16="http://schemas.microsoft.com/office/drawing/2014/main" id="{2C950123-7AFB-41B1-8BF0-2E971EE8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8714" y="8336214"/>
            <a:ext cx="593856" cy="264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Rollout</a:t>
            </a:r>
          </a:p>
        </p:txBody>
      </p:sp>
      <p:sp>
        <p:nvSpPr>
          <p:cNvPr id="640" name="text-593 Evidence">
            <a:extLst xmlns:a="http://schemas.openxmlformats.org/drawingml/2006/main">
              <a:ext uri="{FF2B5EF4-FFF2-40B4-BE49-F238E27FC236}">
                <a16:creationId xmlns:a16="http://schemas.microsoft.com/office/drawing/2014/main" id="{1523342A-4DF8-46AE-A2F7-F6D5AA42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0752" y="8336727"/>
            <a:ext cx="715317" cy="263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Evidence</a:t>
            </a:r>
          </a:p>
        </p:txBody>
      </p:sp>
      <p:pic>
        <p:nvPic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FF9E4A3D-C3AB-4317-AA3C-B85C9A91AC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a14189fad4dc7"/>
          <a:stretch xmlns:a="http://schemas.openxmlformats.org/drawingml/2006/main"/>
        </p:blipFill>
        <p:spPr>
          <a:xfrm xmlns:a="http://schemas.openxmlformats.org/drawingml/2006/main">
            <a:off x="7558929" y="8266399"/>
            <a:ext cx="438584" cy="438584"/>
          </a:xfrm>
          <a:prstGeom xmlns:a="http://schemas.openxmlformats.org/drawingml/2006/main" prst="rect">
            <a:avLst/>
          </a:prstGeom>
        </p:spPr>
      </p:pic>
      <p:pic>
        <p:nvPicPr>
          <p:cNvPr id="642" name="">
            <a:extLst xmlns:a="http://schemas.openxmlformats.org/drawingml/2006/main">
              <a:ext uri="{FF2B5EF4-FFF2-40B4-BE49-F238E27FC236}">
                <a16:creationId xmlns:a16="http://schemas.microsoft.com/office/drawing/2014/main" id="{B7880C01-7E4D-4018-B498-3463C7B481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30a9880ff4563"/>
          <a:stretch xmlns:a="http://schemas.openxmlformats.org/drawingml/2006/main"/>
        </p:blipFill>
        <p:spPr>
          <a:xfrm xmlns:a="http://schemas.openxmlformats.org/drawingml/2006/main">
            <a:off x="7566932" y="8323889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E6C826F5-183B-41CE-9FDD-B5C1131724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9b269018f94734"/>
          <a:stretch xmlns:a="http://schemas.openxmlformats.org/drawingml/2006/main"/>
        </p:blipFill>
        <p:spPr>
          <a:xfrm xmlns:a="http://schemas.openxmlformats.org/drawingml/2006/main">
            <a:off x="8732234" y="8558788"/>
            <a:ext cx="438584" cy="438584"/>
          </a:xfrm>
          <a:prstGeom xmlns:a="http://schemas.openxmlformats.org/drawingml/2006/main" prst="rect">
            <a:avLst/>
          </a:prstGeom>
        </p:spPr>
      </p:pic>
      <p:pic>
        <p:nvPic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36C5CEC6-68FC-463B-A925-BBAD99BA7E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62e44778c5472c"/>
          <a:stretch xmlns:a="http://schemas.openxmlformats.org/drawingml/2006/main"/>
        </p:blipFill>
        <p:spPr>
          <a:xfrm xmlns:a="http://schemas.openxmlformats.org/drawingml/2006/main">
            <a:off x="8748032" y="8619164"/>
            <a:ext cx="314325" cy="314325"/>
          </a:xfrm>
          <a:prstGeom xmlns:a="http://schemas.openxmlformats.org/drawingml/2006/main" prst="rect">
            <a:avLst/>
          </a:prstGeom>
        </p:spPr>
      </p:pic>
      <p:sp>
        <p:nvSpPr>
          <p:cNvPr id="645" name="text-598 Mismatch">
            <a:extLst xmlns:a="http://schemas.openxmlformats.org/drawingml/2006/main">
              <a:ext uri="{FF2B5EF4-FFF2-40B4-BE49-F238E27FC236}">
                <a16:creationId xmlns:a16="http://schemas.microsoft.com/office/drawing/2014/main" id="{71B32B74-646E-49E1-816C-7496C0D2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3893" y="8649075"/>
            <a:ext cx="787999" cy="2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Mismatch</a:t>
            </a:r>
          </a:p>
        </p:txBody>
      </p:sp>
      <p:sp>
        <p:nvSpPr>
          <p:cNvPr id="646" name="path-599">
            <a:extLst xmlns:a="http://schemas.openxmlformats.org/drawingml/2006/main">
              <a:ext uri="{FF2B5EF4-FFF2-40B4-BE49-F238E27FC236}">
                <a16:creationId xmlns:a16="http://schemas.microsoft.com/office/drawing/2014/main" id="{5521CE2E-2A19-44F7-B013-654606E0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4810" y="8652741"/>
            <a:ext cx="141555" cy="58572"/>
          </a:xfrm>
          <a:custGeom xmlns:a="http://schemas.openxmlformats.org/drawingml/2006/main">
            <a:pathLst>
              <a:path w="141555" h="58572">
                <a:moveTo>
                  <a:pt x="0" y="0"/>
                </a:moveTo>
                <a:lnTo>
                  <a:pt x="63459" y="1"/>
                </a:lnTo>
                <a:lnTo>
                  <a:pt x="63459" y="23429"/>
                </a:lnTo>
                <a:lnTo>
                  <a:pt x="0" y="23428"/>
                </a:lnTo>
                <a:lnTo>
                  <a:pt x="0" y="0"/>
                </a:lnTo>
                <a:moveTo>
                  <a:pt x="47840" y="-35142"/>
                </a:moveTo>
                <a:lnTo>
                  <a:pt x="141555" y="11716"/>
                </a:lnTo>
                <a:lnTo>
                  <a:pt x="47840" y="58572"/>
                </a:lnTo>
                <a:lnTo>
                  <a:pt x="47840" y="-35142"/>
                </a:lnTo>
              </a:path>
            </a:pathLst>
          </a:custGeom>
          <a:solidFill xmlns:a="http://schemas.openxmlformats.org/drawingml/2006/main">
            <a:srgbClr val="F5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" name="path-600">
            <a:extLst xmlns:a="http://schemas.openxmlformats.org/drawingml/2006/main">
              <a:ext uri="{FF2B5EF4-FFF2-40B4-BE49-F238E27FC236}">
                <a16:creationId xmlns:a16="http://schemas.microsoft.com/office/drawing/2014/main" id="{44D08A2F-3EE4-466B-A1EE-0D13FF90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1094" y="8652741"/>
            <a:ext cx="141553" cy="58572"/>
          </a:xfrm>
          <a:custGeom xmlns:a="http://schemas.openxmlformats.org/drawingml/2006/main">
            <a:pathLst>
              <a:path w="141553" h="58572">
                <a:moveTo>
                  <a:pt x="0" y="0"/>
                </a:moveTo>
                <a:lnTo>
                  <a:pt x="63458" y="1"/>
                </a:lnTo>
                <a:lnTo>
                  <a:pt x="63458" y="23429"/>
                </a:lnTo>
                <a:lnTo>
                  <a:pt x="0" y="23428"/>
                </a:lnTo>
                <a:lnTo>
                  <a:pt x="0" y="0"/>
                </a:lnTo>
                <a:moveTo>
                  <a:pt x="47839" y="-35142"/>
                </a:moveTo>
                <a:lnTo>
                  <a:pt x="141553" y="11716"/>
                </a:lnTo>
                <a:lnTo>
                  <a:pt x="47837" y="58572"/>
                </a:lnTo>
                <a:lnTo>
                  <a:pt x="47839" y="-35142"/>
                </a:lnTo>
              </a:path>
            </a:pathLst>
          </a:custGeom>
          <a:solidFill xmlns:a="http://schemas.openxmlformats.org/drawingml/2006/main">
            <a:srgbClr val="F5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" name="path-601">
            <a:extLst xmlns:a="http://schemas.openxmlformats.org/drawingml/2006/main">
              <a:ext uri="{FF2B5EF4-FFF2-40B4-BE49-F238E27FC236}">
                <a16:creationId xmlns:a16="http://schemas.microsoft.com/office/drawing/2014/main" id="{BE3278B4-C444-48BA-82BC-518A3208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5649" y="8652741"/>
            <a:ext cx="141555" cy="58572"/>
          </a:xfrm>
          <a:custGeom xmlns:a="http://schemas.openxmlformats.org/drawingml/2006/main">
            <a:pathLst>
              <a:path w="141555" h="58572">
                <a:moveTo>
                  <a:pt x="0" y="0"/>
                </a:moveTo>
                <a:lnTo>
                  <a:pt x="63459" y="1"/>
                </a:lnTo>
                <a:lnTo>
                  <a:pt x="63459" y="23429"/>
                </a:lnTo>
                <a:lnTo>
                  <a:pt x="0" y="23428"/>
                </a:lnTo>
                <a:lnTo>
                  <a:pt x="0" y="0"/>
                </a:lnTo>
                <a:moveTo>
                  <a:pt x="47841" y="-35142"/>
                </a:moveTo>
                <a:lnTo>
                  <a:pt x="141555" y="11716"/>
                </a:lnTo>
                <a:lnTo>
                  <a:pt x="47841" y="58572"/>
                </a:lnTo>
                <a:lnTo>
                  <a:pt x="47841" y="-35142"/>
                </a:lnTo>
              </a:path>
            </a:pathLst>
          </a:custGeom>
          <a:solidFill xmlns:a="http://schemas.openxmlformats.org/drawingml/2006/main">
            <a:srgbClr val="F5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" name="path-602">
            <a:extLst xmlns:a="http://schemas.openxmlformats.org/drawingml/2006/main">
              <a:ext uri="{FF2B5EF4-FFF2-40B4-BE49-F238E27FC236}">
                <a16:creationId xmlns:a16="http://schemas.microsoft.com/office/drawing/2014/main" id="{FBB7A781-6247-4F78-9E19-8130EBD0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139" y="5142257"/>
            <a:ext cx="1685073" cy="2168256"/>
          </a:xfrm>
          <a:custGeom xmlns:a="http://schemas.openxmlformats.org/drawingml/2006/main">
            <a:pathLst>
              <a:path w="1685073" h="2168256">
                <a:moveTo>
                  <a:pt x="0" y="121393"/>
                </a:moveTo>
                <a:cubicBezTo>
                  <a:pt x="0" y="54350"/>
                  <a:pt x="54349" y="0"/>
                  <a:pt x="121393" y="0"/>
                </a:cubicBezTo>
                <a:lnTo>
                  <a:pt x="1563680" y="0"/>
                </a:lnTo>
                <a:cubicBezTo>
                  <a:pt x="1630723" y="0"/>
                  <a:pt x="1685073" y="54350"/>
                  <a:pt x="1685073" y="121393"/>
                </a:cubicBezTo>
                <a:lnTo>
                  <a:pt x="1685073" y="2046864"/>
                </a:lnTo>
                <a:cubicBezTo>
                  <a:pt x="1685073" y="2113907"/>
                  <a:pt x="1630723" y="2168256"/>
                  <a:pt x="1563680" y="2168256"/>
                </a:cubicBezTo>
                <a:lnTo>
                  <a:pt x="121393" y="2168256"/>
                </a:lnTo>
                <a:cubicBezTo>
                  <a:pt x="54349" y="2168256"/>
                  <a:pt x="0" y="2113907"/>
                  <a:pt x="0" y="2046864"/>
                </a:cubicBezTo>
                <a:lnTo>
                  <a:pt x="0" y="121393"/>
                </a:lnTo>
              </a:path>
            </a:pathLst>
          </a:custGeom>
          <a:solidFill xmlns:a="http://schemas.openxmlformats.org/drawingml/2006/main">
            <a:srgbClr val="EFDEF2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50" name="path-603">
            <a:extLst xmlns:a="http://schemas.openxmlformats.org/drawingml/2006/main">
              <a:ext uri="{FF2B5EF4-FFF2-40B4-BE49-F238E27FC236}">
                <a16:creationId xmlns:a16="http://schemas.microsoft.com/office/drawing/2014/main" id="{3E2751C8-A9C5-41F7-A361-FD7A25FC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139" y="5142257"/>
            <a:ext cx="1685074" cy="2168255"/>
          </a:xfrm>
          <a:custGeom xmlns:a="http://schemas.openxmlformats.org/drawingml/2006/main">
            <a:pathLst>
              <a:path w="1685074" h="2168255">
                <a:moveTo>
                  <a:pt x="0" y="121393"/>
                </a:moveTo>
                <a:cubicBezTo>
                  <a:pt x="0" y="54349"/>
                  <a:pt x="54350" y="0"/>
                  <a:pt x="121393" y="0"/>
                </a:cubicBezTo>
                <a:lnTo>
                  <a:pt x="1563680" y="0"/>
                </a:lnTo>
                <a:cubicBezTo>
                  <a:pt x="1630724" y="0"/>
                  <a:pt x="1685074" y="54349"/>
                  <a:pt x="1685074" y="121393"/>
                </a:cubicBezTo>
                <a:lnTo>
                  <a:pt x="1685074" y="2046862"/>
                </a:lnTo>
                <a:cubicBezTo>
                  <a:pt x="1685074" y="2113906"/>
                  <a:pt x="1630724" y="2168255"/>
                  <a:pt x="1563680" y="2168255"/>
                </a:cubicBezTo>
                <a:lnTo>
                  <a:pt x="121393" y="2168255"/>
                </a:lnTo>
                <a:cubicBezTo>
                  <a:pt x="54350" y="2168255"/>
                  <a:pt x="0" y="2113906"/>
                  <a:pt x="0" y="2046862"/>
                </a:cubicBezTo>
                <a:lnTo>
                  <a:pt x="0" y="121393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74505E"/>
            </a:solidFill>
            <a:prstDash val="solid"/>
          </a:ln>
        </p:spPr>
      </p:sp>
      <p:sp>
        <p:nvSpPr>
          <p:cNvPr id="651" name="text-604 Verifier">
            <a:extLst xmlns:a="http://schemas.openxmlformats.org/drawingml/2006/main">
              <a:ext uri="{FF2B5EF4-FFF2-40B4-BE49-F238E27FC236}">
                <a16:creationId xmlns:a16="http://schemas.microsoft.com/office/drawing/2014/main" id="{2004B92D-2B21-4682-8237-41D3C000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1505" y="5168338"/>
            <a:ext cx="702523" cy="306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Verifier</a:t>
            </a:r>
          </a:p>
        </p:txBody>
      </p:sp>
      <p:sp>
        <p:nvSpPr>
          <p:cNvPr id="652" name="text-605 Validation">
            <a:extLst xmlns:a="http://schemas.openxmlformats.org/drawingml/2006/main">
              <a:ext uri="{FF2B5EF4-FFF2-40B4-BE49-F238E27FC236}">
                <a16:creationId xmlns:a16="http://schemas.microsoft.com/office/drawing/2014/main" id="{40432228-DCD5-4336-B3D1-EDC159AA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5541" y="5434134"/>
            <a:ext cx="973863" cy="30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Validation</a:t>
            </a:r>
          </a:p>
        </p:txBody>
      </p:sp>
      <p:sp>
        <p:nvSpPr>
          <p:cNvPr id="653" name="path-606">
            <a:extLst xmlns:a="http://schemas.openxmlformats.org/drawingml/2006/main">
              <a:ext uri="{FF2B5EF4-FFF2-40B4-BE49-F238E27FC236}">
                <a16:creationId xmlns:a16="http://schemas.microsoft.com/office/drawing/2014/main" id="{4947DA6C-A2E4-4823-A218-354C048D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0823" y="5741197"/>
            <a:ext cx="1601215" cy="1481457"/>
          </a:xfrm>
          <a:custGeom xmlns:a="http://schemas.openxmlformats.org/drawingml/2006/main">
            <a:pathLst>
              <a:path w="1601215" h="1481457">
                <a:moveTo>
                  <a:pt x="0" y="98074"/>
                </a:moveTo>
                <a:cubicBezTo>
                  <a:pt x="0" y="43908"/>
                  <a:pt x="43910" y="0"/>
                  <a:pt x="98074" y="0"/>
                </a:cubicBezTo>
                <a:lnTo>
                  <a:pt x="1503141" y="0"/>
                </a:lnTo>
                <a:cubicBezTo>
                  <a:pt x="1557306" y="0"/>
                  <a:pt x="1601215" y="43908"/>
                  <a:pt x="1601215" y="98074"/>
                </a:cubicBezTo>
                <a:lnTo>
                  <a:pt x="1601215" y="1383384"/>
                </a:lnTo>
                <a:cubicBezTo>
                  <a:pt x="1601215" y="1437549"/>
                  <a:pt x="1557306" y="1481457"/>
                  <a:pt x="1503141" y="1481457"/>
                </a:cubicBezTo>
                <a:lnTo>
                  <a:pt x="98074" y="1481457"/>
                </a:lnTo>
                <a:cubicBezTo>
                  <a:pt x="43910" y="1481457"/>
                  <a:pt x="0" y="1437549"/>
                  <a:pt x="0" y="1383384"/>
                </a:cubicBezTo>
                <a:lnTo>
                  <a:pt x="0" y="98074"/>
                </a:lnTo>
              </a:path>
            </a:pathLst>
          </a:custGeom>
          <a:solidFill xmlns:a="http://schemas.openxmlformats.org/drawingml/2006/main">
            <a:srgbClr val="FFFFFF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4" name="path-607">
            <a:extLst xmlns:a="http://schemas.openxmlformats.org/drawingml/2006/main">
              <a:ext uri="{FF2B5EF4-FFF2-40B4-BE49-F238E27FC236}">
                <a16:creationId xmlns:a16="http://schemas.microsoft.com/office/drawing/2014/main" id="{C53E6D76-5929-4ED7-81C2-C9FC1F80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0823" y="5741197"/>
            <a:ext cx="1601214" cy="1481457"/>
          </a:xfrm>
          <a:custGeom xmlns:a="http://schemas.openxmlformats.org/drawingml/2006/main">
            <a:pathLst>
              <a:path w="1601214" h="1481457">
                <a:moveTo>
                  <a:pt x="0" y="98073"/>
                </a:moveTo>
                <a:cubicBezTo>
                  <a:pt x="0" y="43909"/>
                  <a:pt x="43909" y="0"/>
                  <a:pt x="98073" y="0"/>
                </a:cubicBezTo>
                <a:lnTo>
                  <a:pt x="1503141" y="0"/>
                </a:lnTo>
                <a:cubicBezTo>
                  <a:pt x="1557306" y="0"/>
                  <a:pt x="1601214" y="43909"/>
                  <a:pt x="1601214" y="98073"/>
                </a:cubicBezTo>
                <a:lnTo>
                  <a:pt x="1601214" y="1383384"/>
                </a:lnTo>
                <a:cubicBezTo>
                  <a:pt x="1601214" y="1437550"/>
                  <a:pt x="1557306" y="1481457"/>
                  <a:pt x="1503141" y="1481457"/>
                </a:cubicBezTo>
                <a:lnTo>
                  <a:pt x="98073" y="1481457"/>
                </a:lnTo>
                <a:cubicBezTo>
                  <a:pt x="43909" y="1481457"/>
                  <a:pt x="0" y="1437550"/>
                  <a:pt x="0" y="1383384"/>
                </a:cubicBezTo>
                <a:lnTo>
                  <a:pt x="0" y="98073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CF8BCF"/>
            </a:solidFill>
            <a:prstDash val="solid"/>
          </a:ln>
        </p:spPr>
      </p:sp>
      <p:pic>
        <p:nvPic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416AB760-ABB5-4F2B-B720-9F76A6BE3C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5958988a204e6e"/>
          <a:stretch xmlns:a="http://schemas.openxmlformats.org/drawingml/2006/main"/>
        </p:blipFill>
        <p:spPr>
          <a:xfrm xmlns:a="http://schemas.openxmlformats.org/drawingml/2006/main">
            <a:off x="10557793" y="5125090"/>
            <a:ext cx="573533" cy="573533"/>
          </a:xfrm>
          <a:prstGeom xmlns:a="http://schemas.openxmlformats.org/drawingml/2006/main" prst="rect">
            <a:avLst/>
          </a:prstGeom>
        </p:spPr>
      </p:pic>
      <p:pic>
        <p:nvPic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2CF509E5-9514-4304-9DA3-53E8C3FE0C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e67cb221e4e0f"/>
          <a:stretch xmlns:a="http://schemas.openxmlformats.org/drawingml/2006/main"/>
        </p:blipFill>
        <p:spPr>
          <a:xfrm xmlns:a="http://schemas.openxmlformats.org/drawingml/2006/main">
            <a:off x="10567307" y="5190164"/>
            <a:ext cx="457200" cy="447675"/>
          </a:xfrm>
          <a:prstGeom xmlns:a="http://schemas.openxmlformats.org/drawingml/2006/main" prst="rect">
            <a:avLst/>
          </a:prstGeom>
        </p:spPr>
      </p:pic>
      <p:sp>
        <p:nvSpPr>
          <p:cNvPr id="657" name="text-610 Test">
            <a:extLst xmlns:a="http://schemas.openxmlformats.org/drawingml/2006/main">
              <a:ext uri="{FF2B5EF4-FFF2-40B4-BE49-F238E27FC236}">
                <a16:creationId xmlns:a16="http://schemas.microsoft.com/office/drawing/2014/main" id="{27CB55DB-DBC8-4B31-B5A5-2ABBB39C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9411" y="5801817"/>
            <a:ext cx="330568" cy="254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3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Test</a:t>
            </a:r>
          </a:p>
        </p:txBody>
      </p:sp>
      <p:sp>
        <p:nvSpPr>
          <p:cNvPr id="658" name="text-611 Cases">
            <a:extLst xmlns:a="http://schemas.openxmlformats.org/drawingml/2006/main">
              <a:ext uri="{FF2B5EF4-FFF2-40B4-BE49-F238E27FC236}">
                <a16:creationId xmlns:a16="http://schemas.microsoft.com/office/drawing/2014/main" id="{339D9698-D057-4ECA-B2BE-C11BD0EB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7173" y="5811609"/>
            <a:ext cx="430546" cy="240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5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Cases</a:t>
            </a:r>
          </a:p>
        </p:txBody>
      </p:sp>
      <p:sp>
        <p:nvSpPr>
          <p:cNvPr id="659" name="text-612 Starter">
            <a:extLst xmlns:a="http://schemas.openxmlformats.org/drawingml/2006/main">
              <a:ext uri="{FF2B5EF4-FFF2-40B4-BE49-F238E27FC236}">
                <a16:creationId xmlns:a16="http://schemas.microsoft.com/office/drawing/2014/main" id="{14AF4289-0BC7-4B45-B0D2-A6A16686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54173" y="6017796"/>
            <a:ext cx="552100" cy="261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Starter</a:t>
            </a:r>
          </a:p>
        </p:txBody>
      </p:sp>
      <p:sp>
        <p:nvSpPr>
          <p:cNvPr id="660" name="text-613 Reference">
            <a:extLst xmlns:a="http://schemas.openxmlformats.org/drawingml/2006/main">
              <a:ext uri="{FF2B5EF4-FFF2-40B4-BE49-F238E27FC236}">
                <a16:creationId xmlns:a16="http://schemas.microsoft.com/office/drawing/2014/main" id="{AF1061AC-29AE-46DD-90F1-915E4667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54173" y="6249671"/>
            <a:ext cx="781416" cy="262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661" name="text-614 Negative">
            <a:extLst xmlns:a="http://schemas.openxmlformats.org/drawingml/2006/main">
              <a:ext uri="{FF2B5EF4-FFF2-40B4-BE49-F238E27FC236}">
                <a16:creationId xmlns:a16="http://schemas.microsoft.com/office/drawing/2014/main" id="{C38664C0-0B96-4125-81E6-FF36766B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54173" y="6470669"/>
            <a:ext cx="714722" cy="262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Negative</a:t>
            </a:r>
          </a:p>
        </p:txBody>
      </p:sp>
      <p:sp>
        <p:nvSpPr>
          <p:cNvPr id="662" name="text-615 Cases">
            <a:extLst xmlns:a="http://schemas.openxmlformats.org/drawingml/2006/main">
              <a:ext uri="{FF2B5EF4-FFF2-40B4-BE49-F238E27FC236}">
                <a16:creationId xmlns:a16="http://schemas.microsoft.com/office/drawing/2014/main" id="{7EE75CF8-F4AB-4B29-8787-915D75C6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8507" y="6471369"/>
            <a:ext cx="461982" cy="261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Cases</a:t>
            </a:r>
          </a:p>
        </p:txBody>
      </p:sp>
      <p:sp>
        <p:nvSpPr>
          <p:cNvPr id="663" name="text-616 Valid">
            <a:extLst xmlns:a="http://schemas.openxmlformats.org/drawingml/2006/main">
              <a:ext uri="{FF2B5EF4-FFF2-40B4-BE49-F238E27FC236}">
                <a16:creationId xmlns:a16="http://schemas.microsoft.com/office/drawing/2014/main" id="{CA24954B-8E29-4537-AD3B-68D09DFC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54173" y="6703931"/>
            <a:ext cx="408089" cy="2614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Valid</a:t>
            </a:r>
          </a:p>
        </p:txBody>
      </p:sp>
      <p:sp>
        <p:nvSpPr>
          <p:cNvPr id="664" name="text-617 Alternatives">
            <a:extLst xmlns:a="http://schemas.openxmlformats.org/drawingml/2006/main">
              <a:ext uri="{FF2B5EF4-FFF2-40B4-BE49-F238E27FC236}">
                <a16:creationId xmlns:a16="http://schemas.microsoft.com/office/drawing/2014/main" id="{BF0B192B-66A9-4563-8D1F-0916EB2D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70656" y="6702923"/>
            <a:ext cx="944223" cy="262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8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Alternatives</a:t>
            </a:r>
          </a:p>
        </p:txBody>
      </p:sp>
      <p:sp>
        <p:nvSpPr>
          <p:cNvPr id="665" name="path-618">
            <a:extLst xmlns:a="http://schemas.openxmlformats.org/drawingml/2006/main">
              <a:ext uri="{FF2B5EF4-FFF2-40B4-BE49-F238E27FC236}">
                <a16:creationId xmlns:a16="http://schemas.microsoft.com/office/drawing/2014/main" id="{B238DC50-002E-49DB-8496-D9C3D6C9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5620" y="7327047"/>
            <a:ext cx="62477" cy="655264"/>
          </a:xfrm>
          <a:custGeom xmlns:a="http://schemas.openxmlformats.org/drawingml/2006/main">
            <a:pathLst>
              <a:path w="62477" h="655264">
                <a:moveTo>
                  <a:pt x="62475" y="0"/>
                </a:moveTo>
                <a:lnTo>
                  <a:pt x="62475" y="31238"/>
                </a:lnTo>
                <a:lnTo>
                  <a:pt x="31237" y="31238"/>
                </a:lnTo>
                <a:lnTo>
                  <a:pt x="31237" y="0"/>
                </a:lnTo>
                <a:lnTo>
                  <a:pt x="62475" y="0"/>
                </a:lnTo>
                <a:moveTo>
                  <a:pt x="62475" y="62476"/>
                </a:moveTo>
                <a:lnTo>
                  <a:pt x="62475" y="93714"/>
                </a:lnTo>
                <a:lnTo>
                  <a:pt x="31237" y="93714"/>
                </a:lnTo>
                <a:lnTo>
                  <a:pt x="31237" y="62476"/>
                </a:lnTo>
                <a:lnTo>
                  <a:pt x="62475" y="62476"/>
                </a:lnTo>
                <a:moveTo>
                  <a:pt x="62475" y="124952"/>
                </a:moveTo>
                <a:lnTo>
                  <a:pt x="62475" y="156191"/>
                </a:lnTo>
                <a:lnTo>
                  <a:pt x="31237" y="156191"/>
                </a:lnTo>
                <a:lnTo>
                  <a:pt x="31237" y="124952"/>
                </a:lnTo>
                <a:lnTo>
                  <a:pt x="62475" y="124952"/>
                </a:lnTo>
                <a:moveTo>
                  <a:pt x="62475" y="187429"/>
                </a:moveTo>
                <a:lnTo>
                  <a:pt x="62475" y="218668"/>
                </a:lnTo>
                <a:lnTo>
                  <a:pt x="31237" y="218668"/>
                </a:lnTo>
                <a:lnTo>
                  <a:pt x="31237" y="187429"/>
                </a:lnTo>
                <a:lnTo>
                  <a:pt x="62475" y="187429"/>
                </a:lnTo>
                <a:moveTo>
                  <a:pt x="62475" y="249906"/>
                </a:moveTo>
                <a:lnTo>
                  <a:pt x="62475" y="281144"/>
                </a:lnTo>
                <a:lnTo>
                  <a:pt x="31237" y="281144"/>
                </a:lnTo>
                <a:lnTo>
                  <a:pt x="31237" y="249906"/>
                </a:lnTo>
                <a:lnTo>
                  <a:pt x="62475" y="249906"/>
                </a:lnTo>
                <a:moveTo>
                  <a:pt x="62475" y="312382"/>
                </a:moveTo>
                <a:lnTo>
                  <a:pt x="62475" y="343620"/>
                </a:lnTo>
                <a:lnTo>
                  <a:pt x="31237" y="343620"/>
                </a:lnTo>
                <a:lnTo>
                  <a:pt x="31237" y="312382"/>
                </a:lnTo>
                <a:lnTo>
                  <a:pt x="62475" y="312382"/>
                </a:lnTo>
                <a:moveTo>
                  <a:pt x="62475" y="374859"/>
                </a:moveTo>
                <a:lnTo>
                  <a:pt x="62475" y="406097"/>
                </a:lnTo>
                <a:lnTo>
                  <a:pt x="31237" y="406097"/>
                </a:lnTo>
                <a:lnTo>
                  <a:pt x="31237" y="374859"/>
                </a:lnTo>
                <a:lnTo>
                  <a:pt x="62475" y="374859"/>
                </a:lnTo>
                <a:moveTo>
                  <a:pt x="62475" y="437335"/>
                </a:moveTo>
                <a:lnTo>
                  <a:pt x="62475" y="468573"/>
                </a:lnTo>
                <a:lnTo>
                  <a:pt x="31237" y="468573"/>
                </a:lnTo>
                <a:lnTo>
                  <a:pt x="31237" y="437335"/>
                </a:lnTo>
                <a:lnTo>
                  <a:pt x="62475" y="437335"/>
                </a:lnTo>
                <a:moveTo>
                  <a:pt x="62475" y="499811"/>
                </a:moveTo>
                <a:lnTo>
                  <a:pt x="62477" y="531049"/>
                </a:lnTo>
                <a:lnTo>
                  <a:pt x="31238" y="531049"/>
                </a:lnTo>
                <a:lnTo>
                  <a:pt x="31237" y="499811"/>
                </a:lnTo>
                <a:lnTo>
                  <a:pt x="62475" y="499811"/>
                </a:lnTo>
                <a:moveTo>
                  <a:pt x="62477" y="562287"/>
                </a:moveTo>
                <a:lnTo>
                  <a:pt x="62477" y="577168"/>
                </a:lnTo>
                <a:lnTo>
                  <a:pt x="31238" y="577168"/>
                </a:lnTo>
                <a:lnTo>
                  <a:pt x="31238" y="562287"/>
                </a:lnTo>
                <a:lnTo>
                  <a:pt x="62477" y="562287"/>
                </a:lnTo>
                <a:moveTo>
                  <a:pt x="93715" y="561550"/>
                </a:moveTo>
                <a:lnTo>
                  <a:pt x="46858" y="655264"/>
                </a:lnTo>
                <a:lnTo>
                  <a:pt x="0" y="561550"/>
                </a:lnTo>
                <a:lnTo>
                  <a:pt x="93715" y="561550"/>
                </a:lnTo>
              </a:path>
            </a:pathLst>
          </a:custGeom>
          <a:solidFill xmlns:a="http://schemas.openxmlformats.org/drawingml/2006/main">
            <a:srgbClr val="9E3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6" name="path-619">
            <a:extLst xmlns:a="http://schemas.openxmlformats.org/drawingml/2006/main">
              <a:ext uri="{FF2B5EF4-FFF2-40B4-BE49-F238E27FC236}">
                <a16:creationId xmlns:a16="http://schemas.microsoft.com/office/drawing/2014/main" id="{64555342-F0B7-4F56-AF11-9FB6ED5F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2600" y="7303064"/>
            <a:ext cx="62478" cy="664585"/>
          </a:xfrm>
          <a:custGeom xmlns:a="http://schemas.openxmlformats.org/drawingml/2006/main">
            <a:pathLst>
              <a:path w="62478" h="664585">
                <a:moveTo>
                  <a:pt x="2" y="664585"/>
                </a:moveTo>
                <a:lnTo>
                  <a:pt x="2" y="633347"/>
                </a:lnTo>
                <a:lnTo>
                  <a:pt x="31240" y="633347"/>
                </a:lnTo>
                <a:lnTo>
                  <a:pt x="31240" y="664585"/>
                </a:lnTo>
                <a:lnTo>
                  <a:pt x="2" y="664585"/>
                </a:lnTo>
                <a:moveTo>
                  <a:pt x="2" y="602109"/>
                </a:moveTo>
                <a:lnTo>
                  <a:pt x="2" y="570871"/>
                </a:lnTo>
                <a:lnTo>
                  <a:pt x="31240" y="570871"/>
                </a:lnTo>
                <a:lnTo>
                  <a:pt x="31240" y="602109"/>
                </a:lnTo>
                <a:lnTo>
                  <a:pt x="2" y="602109"/>
                </a:lnTo>
                <a:moveTo>
                  <a:pt x="2" y="539633"/>
                </a:moveTo>
                <a:lnTo>
                  <a:pt x="2" y="508395"/>
                </a:lnTo>
                <a:lnTo>
                  <a:pt x="31240" y="508395"/>
                </a:lnTo>
                <a:lnTo>
                  <a:pt x="31240" y="539633"/>
                </a:lnTo>
                <a:lnTo>
                  <a:pt x="2" y="539633"/>
                </a:lnTo>
                <a:moveTo>
                  <a:pt x="2" y="477157"/>
                </a:moveTo>
                <a:lnTo>
                  <a:pt x="2" y="445918"/>
                </a:lnTo>
                <a:lnTo>
                  <a:pt x="31240" y="445918"/>
                </a:lnTo>
                <a:lnTo>
                  <a:pt x="31240" y="477157"/>
                </a:lnTo>
                <a:lnTo>
                  <a:pt x="2" y="477157"/>
                </a:lnTo>
                <a:moveTo>
                  <a:pt x="2" y="414681"/>
                </a:moveTo>
                <a:lnTo>
                  <a:pt x="2" y="383442"/>
                </a:lnTo>
                <a:lnTo>
                  <a:pt x="31240" y="383442"/>
                </a:lnTo>
                <a:lnTo>
                  <a:pt x="31240" y="414681"/>
                </a:lnTo>
                <a:lnTo>
                  <a:pt x="2" y="414681"/>
                </a:lnTo>
                <a:moveTo>
                  <a:pt x="2" y="352203"/>
                </a:moveTo>
                <a:lnTo>
                  <a:pt x="2" y="320965"/>
                </a:lnTo>
                <a:lnTo>
                  <a:pt x="31240" y="320965"/>
                </a:lnTo>
                <a:lnTo>
                  <a:pt x="31240" y="352203"/>
                </a:lnTo>
                <a:lnTo>
                  <a:pt x="2" y="352203"/>
                </a:lnTo>
                <a:moveTo>
                  <a:pt x="2" y="289727"/>
                </a:moveTo>
                <a:lnTo>
                  <a:pt x="2" y="258489"/>
                </a:lnTo>
                <a:lnTo>
                  <a:pt x="31240" y="258489"/>
                </a:lnTo>
                <a:lnTo>
                  <a:pt x="31240" y="289727"/>
                </a:lnTo>
                <a:lnTo>
                  <a:pt x="2" y="289727"/>
                </a:lnTo>
                <a:moveTo>
                  <a:pt x="2" y="227252"/>
                </a:moveTo>
                <a:lnTo>
                  <a:pt x="2" y="196013"/>
                </a:lnTo>
                <a:lnTo>
                  <a:pt x="31240" y="196013"/>
                </a:lnTo>
                <a:lnTo>
                  <a:pt x="31240" y="227252"/>
                </a:lnTo>
                <a:lnTo>
                  <a:pt x="2" y="227252"/>
                </a:lnTo>
                <a:moveTo>
                  <a:pt x="2" y="164775"/>
                </a:moveTo>
                <a:lnTo>
                  <a:pt x="2" y="133537"/>
                </a:lnTo>
                <a:lnTo>
                  <a:pt x="31240" y="133537"/>
                </a:lnTo>
                <a:lnTo>
                  <a:pt x="31240" y="164775"/>
                </a:lnTo>
                <a:lnTo>
                  <a:pt x="2" y="164775"/>
                </a:lnTo>
                <a:moveTo>
                  <a:pt x="2" y="102299"/>
                </a:moveTo>
                <a:lnTo>
                  <a:pt x="0" y="78094"/>
                </a:lnTo>
                <a:lnTo>
                  <a:pt x="31238" y="78094"/>
                </a:lnTo>
                <a:lnTo>
                  <a:pt x="31240" y="102299"/>
                </a:lnTo>
                <a:lnTo>
                  <a:pt x="2" y="102299"/>
                </a:lnTo>
                <a:moveTo>
                  <a:pt x="-31236" y="93715"/>
                </a:moveTo>
                <a:lnTo>
                  <a:pt x="15619" y="0"/>
                </a:lnTo>
                <a:lnTo>
                  <a:pt x="62478" y="93715"/>
                </a:lnTo>
                <a:lnTo>
                  <a:pt x="-31236" y="93715"/>
                </a:lnTo>
              </a:path>
            </a:pathLst>
          </a:custGeom>
          <a:solidFill xmlns:a="http://schemas.openxmlformats.org/drawingml/2006/main">
            <a:srgbClr val="9E3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" name="text-620 Recalibrate">
            <a:extLst xmlns:a="http://schemas.openxmlformats.org/drawingml/2006/main">
              <a:ext uri="{FF2B5EF4-FFF2-40B4-BE49-F238E27FC236}">
                <a16:creationId xmlns:a16="http://schemas.microsoft.com/office/drawing/2014/main" id="{97D6FDE7-2E4B-47DD-97B0-8157EF35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63105" y="7440374"/>
            <a:ext cx="1067158" cy="306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9E3B9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9E3B9F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9E3B9F"/>
                </a:solidFill>
                <a:latin typeface="Calibri"/>
                <a:ea typeface="Calibri"/>
                <a:cs typeface="Calibri"/>
              </a:rPr>
              <a:t>Recalibrate</a:t>
            </a:r>
          </a:p>
        </p:txBody>
      </p:sp>
      <p:sp>
        <p:nvSpPr>
          <p:cNvPr id="668" name="text-621 Reject">
            <a:extLst xmlns:a="http://schemas.openxmlformats.org/drawingml/2006/main">
              <a:ext uri="{FF2B5EF4-FFF2-40B4-BE49-F238E27FC236}">
                <a16:creationId xmlns:a16="http://schemas.microsoft.com/office/drawing/2014/main" id="{98764D0F-96FB-4C29-9E1D-93B853A4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65060" y="6799256"/>
            <a:ext cx="596162" cy="306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3" b="1" i="1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3" b="1" i="1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723" b="1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Reject</a:t>
            </a:r>
          </a:p>
        </p:txBody>
      </p:sp>
      <p:pic>
        <p:nvPicPr>
          <p:cNvPr id="669" name="">
            <a:extLst xmlns:a="http://schemas.openxmlformats.org/drawingml/2006/main">
              <a:ext uri="{FF2B5EF4-FFF2-40B4-BE49-F238E27FC236}">
                <a16:creationId xmlns:a16="http://schemas.microsoft.com/office/drawing/2014/main" id="{463088D3-1EB5-4A5C-82CC-581BC54038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29a76f79741c1"/>
          <a:stretch xmlns:a="http://schemas.openxmlformats.org/drawingml/2006/main"/>
        </p:blipFill>
        <p:spPr>
          <a:xfrm xmlns:a="http://schemas.openxmlformats.org/drawingml/2006/main">
            <a:off x="5328525" y="8150192"/>
            <a:ext cx="569783" cy="569783"/>
          </a:xfrm>
          <a:prstGeom xmlns:a="http://schemas.openxmlformats.org/drawingml/2006/main" prst="rect">
            <a:avLst/>
          </a:prstGeom>
        </p:spPr>
      </p:pic>
      <p:pic>
        <p:nvPic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1D4C0623-DD29-4B21-9B72-AB2131C232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ded6ff61248a2"/>
          <a:stretch xmlns:a="http://schemas.openxmlformats.org/drawingml/2006/main"/>
        </p:blipFill>
        <p:spPr>
          <a:xfrm xmlns:a="http://schemas.openxmlformats.org/drawingml/2006/main">
            <a:off x="5338082" y="8209589"/>
            <a:ext cx="457200" cy="447675"/>
          </a:xfrm>
          <a:prstGeom xmlns:a="http://schemas.openxmlformats.org/drawingml/2006/main" prst="rect">
            <a:avLst/>
          </a:prstGeom>
        </p:spPr>
      </p:pic>
      <p:sp>
        <p:nvSpPr>
          <p:cNvPr id="671" name="text-624 Cowork">
            <a:extLst xmlns:a="http://schemas.openxmlformats.org/drawingml/2006/main">
              <a:ext uri="{FF2B5EF4-FFF2-40B4-BE49-F238E27FC236}">
                <a16:creationId xmlns:a16="http://schemas.microsoft.com/office/drawing/2014/main" id="{338ADE0D-809D-4220-AE57-A3B296B3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9806" y="8576472"/>
            <a:ext cx="626762" cy="263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Cowork</a:t>
            </a:r>
          </a:p>
        </p:txBody>
      </p:sp>
      <p:sp>
        <p:nvSpPr>
          <p:cNvPr id="672" name="text-625 Agent">
            <a:extLst xmlns:a="http://schemas.openxmlformats.org/drawingml/2006/main">
              <a:ext uri="{FF2B5EF4-FFF2-40B4-BE49-F238E27FC236}">
                <a16:creationId xmlns:a16="http://schemas.microsoft.com/office/drawing/2014/main" id="{92967E4A-F4C3-4607-B6E4-70CF8127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2673" y="8809615"/>
            <a:ext cx="501147" cy="262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Agent</a:t>
            </a:r>
          </a:p>
        </p:txBody>
      </p:sp>
      <p:sp>
        <p:nvSpPr>
          <p:cNvPr id="673" name="text-626 Work">
            <a:extLst xmlns:a="http://schemas.openxmlformats.org/drawingml/2006/main">
              <a:ext uri="{FF2B5EF4-FFF2-40B4-BE49-F238E27FC236}">
                <a16:creationId xmlns:a16="http://schemas.microsoft.com/office/drawing/2014/main" id="{4E01171E-FD4E-4531-9DED-5D1E4104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5697" y="8588232"/>
            <a:ext cx="452622" cy="263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Work</a:t>
            </a:r>
          </a:p>
        </p:txBody>
      </p:sp>
      <p:sp>
        <p:nvSpPr>
          <p:cNvPr id="674" name="text-627 Context">
            <a:extLst xmlns:a="http://schemas.openxmlformats.org/drawingml/2006/main">
              <a:ext uri="{FF2B5EF4-FFF2-40B4-BE49-F238E27FC236}">
                <a16:creationId xmlns:a16="http://schemas.microsoft.com/office/drawing/2014/main" id="{69E561B0-6954-464B-A1BB-289EF068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7215" y="8820935"/>
            <a:ext cx="629709" cy="262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pic>
        <p:nvPicPr>
          <p:cNvPr id="675" name="">
            <a:extLst xmlns:a="http://schemas.openxmlformats.org/drawingml/2006/main">
              <a:ext uri="{FF2B5EF4-FFF2-40B4-BE49-F238E27FC236}">
                <a16:creationId xmlns:a16="http://schemas.microsoft.com/office/drawing/2014/main" id="{2517BDB1-1428-40B3-A93F-E9CA05B326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8c0f222834ba9"/>
          <a:stretch xmlns:a="http://schemas.openxmlformats.org/drawingml/2006/main"/>
        </p:blipFill>
        <p:spPr>
          <a:xfrm xmlns:a="http://schemas.openxmlformats.org/drawingml/2006/main">
            <a:off x="6214382" y="8352464"/>
            <a:ext cx="314325" cy="323850"/>
          </a:xfrm>
          <a:prstGeom xmlns:a="http://schemas.openxmlformats.org/drawingml/2006/main" prst="rect">
            <a:avLst/>
          </a:prstGeom>
        </p:spPr>
      </p:pic>
      <p:sp>
        <p:nvSpPr>
          <p:cNvPr id="676" name="text-629 Action">
            <a:extLst xmlns:a="http://schemas.openxmlformats.org/drawingml/2006/main">
              <a:ext uri="{FF2B5EF4-FFF2-40B4-BE49-F238E27FC236}">
                <a16:creationId xmlns:a16="http://schemas.microsoft.com/office/drawing/2014/main" id="{7179599F-3E17-4E00-BA19-4B8CADB8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0902" y="8164600"/>
            <a:ext cx="518658" cy="263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Action</a:t>
            </a:r>
          </a:p>
        </p:txBody>
      </p:sp>
      <p:sp>
        <p:nvSpPr>
          <p:cNvPr id="677" name="text-630 Observation">
            <a:extLst xmlns:a="http://schemas.openxmlformats.org/drawingml/2006/main">
              <a:ext uri="{FF2B5EF4-FFF2-40B4-BE49-F238E27FC236}">
                <a16:creationId xmlns:a16="http://schemas.microsoft.com/office/drawing/2014/main" id="{81FBFEBB-8FD6-40D6-B14E-54F544F8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97181" y="8678752"/>
            <a:ext cx="956853" cy="262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Observation</a:t>
            </a:r>
          </a:p>
        </p:txBody>
      </p:sp>
      <p:pic>
        <p:nvPicPr>
          <p:cNvPr id="678" name="">
            <a:extLst xmlns:a="http://schemas.openxmlformats.org/drawingml/2006/main">
              <a:ext uri="{FF2B5EF4-FFF2-40B4-BE49-F238E27FC236}">
                <a16:creationId xmlns:a16="http://schemas.microsoft.com/office/drawing/2014/main" id="{52316D8C-8F4D-40BC-B329-6208C32D5A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2d11ecb544694"/>
          <a:stretch xmlns:a="http://schemas.openxmlformats.org/drawingml/2006/main"/>
        </p:blipFill>
        <p:spPr>
          <a:xfrm xmlns:a="http://schemas.openxmlformats.org/drawingml/2006/main">
            <a:off x="6820459" y="8195177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679" name="">
            <a:extLst xmlns:a="http://schemas.openxmlformats.org/drawingml/2006/main">
              <a:ext uri="{FF2B5EF4-FFF2-40B4-BE49-F238E27FC236}">
                <a16:creationId xmlns:a16="http://schemas.microsoft.com/office/drawing/2014/main" id="{7A09E55C-63F3-4ACF-86F2-039D9C57DD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5d53748dd4a6d"/>
          <a:stretch xmlns:a="http://schemas.openxmlformats.org/drawingml/2006/main"/>
        </p:blipFill>
        <p:spPr>
          <a:xfrm xmlns:a="http://schemas.openxmlformats.org/drawingml/2006/main">
            <a:off x="6833507" y="8257214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680" name="">
            <a:extLst xmlns:a="http://schemas.openxmlformats.org/drawingml/2006/main">
              <a:ext uri="{FF2B5EF4-FFF2-40B4-BE49-F238E27FC236}">
                <a16:creationId xmlns:a16="http://schemas.microsoft.com/office/drawing/2014/main" id="{D8E8F75E-1AD9-48F6-BBD6-2AAFA92C8F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1bc69b9414402b"/>
          <a:stretch xmlns:a="http://schemas.openxmlformats.org/drawingml/2006/main"/>
        </p:blipFill>
        <p:spPr>
          <a:xfrm xmlns:a="http://schemas.openxmlformats.org/drawingml/2006/main">
            <a:off x="10519682" y="6037889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681" name="">
            <a:extLst xmlns:a="http://schemas.openxmlformats.org/drawingml/2006/main">
              <a:ext uri="{FF2B5EF4-FFF2-40B4-BE49-F238E27FC236}">
                <a16:creationId xmlns:a16="http://schemas.microsoft.com/office/drawing/2014/main" id="{920DFB38-6FEA-4A7B-91EA-64B5C0F731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07be8e2444512"/>
          <a:stretch xmlns:a="http://schemas.openxmlformats.org/drawingml/2006/main"/>
        </p:blipFill>
        <p:spPr>
          <a:xfrm xmlns:a="http://schemas.openxmlformats.org/drawingml/2006/main">
            <a:off x="10519682" y="6266489"/>
            <a:ext cx="228600" cy="238125"/>
          </a:xfrm>
          <a:prstGeom xmlns:a="http://schemas.openxmlformats.org/drawingml/2006/main" prst="rect">
            <a:avLst/>
          </a:prstGeom>
        </p:spPr>
      </p:pic>
      <p:pic>
        <p:nvPicPr>
          <p:cNvPr id="682" name="">
            <a:extLst xmlns:a="http://schemas.openxmlformats.org/drawingml/2006/main">
              <a:ext uri="{FF2B5EF4-FFF2-40B4-BE49-F238E27FC236}">
                <a16:creationId xmlns:a16="http://schemas.microsoft.com/office/drawing/2014/main" id="{17E686F3-E295-40B8-B04B-1612B0238E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82b59090f4013"/>
          <a:stretch xmlns:a="http://schemas.openxmlformats.org/drawingml/2006/main"/>
        </p:blipFill>
        <p:spPr>
          <a:xfrm xmlns:a="http://schemas.openxmlformats.org/drawingml/2006/main">
            <a:off x="10519682" y="6504614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683" name="">
            <a:extLst xmlns:a="http://schemas.openxmlformats.org/drawingml/2006/main">
              <a:ext uri="{FF2B5EF4-FFF2-40B4-BE49-F238E27FC236}">
                <a16:creationId xmlns:a16="http://schemas.microsoft.com/office/drawing/2014/main" id="{C8EC8F40-597A-45FC-BEFA-72104E64F2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6246c6586d4a35"/>
          <a:stretch xmlns:a="http://schemas.openxmlformats.org/drawingml/2006/main"/>
        </p:blipFill>
        <p:spPr>
          <a:xfrm xmlns:a="http://schemas.openxmlformats.org/drawingml/2006/main">
            <a:off x="10519682" y="672368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684" name="text-637 (§">
            <a:extLst xmlns:a="http://schemas.openxmlformats.org/drawingml/2006/main">
              <a:ext uri="{FF2B5EF4-FFF2-40B4-BE49-F238E27FC236}">
                <a16:creationId xmlns:a16="http://schemas.microsoft.com/office/drawing/2014/main" id="{E6C3CF29-E682-4972-A3FA-BDCDDAF1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4450" y="42134"/>
            <a:ext cx="278043" cy="393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(§</a:t>
            </a:r>
          </a:p>
        </p:txBody>
      </p:sp>
      <p:sp>
        <p:nvSpPr>
          <p:cNvPr id="685" name="text-638 3.1.1">
            <a:extLst xmlns:a="http://schemas.openxmlformats.org/drawingml/2006/main">
              <a:ext uri="{FF2B5EF4-FFF2-40B4-BE49-F238E27FC236}">
                <a16:creationId xmlns:a16="http://schemas.microsoft.com/office/drawing/2014/main" id="{3959E8D6-715B-4E0B-BED3-FDF9E4D2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5635" y="42285"/>
            <a:ext cx="627699" cy="3932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2" b="1" i="1">
                <a:solidFill>
                  <a:srgbClr val="A51D2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2" b="1" i="1">
                <a:solidFill>
                  <a:srgbClr val="A51D2D"/>
                </a:solidFill>
                <a:latin typeface="Calibri"/>
                <a:ea typeface="Calibri"/>
                <a:cs typeface="Calibri"/>
              </a:defRPr>
            </a:pPr>
            <a:r>
              <a:rPr sz="2212" b="1" i="1">
                <a:solidFill>
                  <a:srgbClr val="A51D2D"/>
                </a:solidFill>
                <a:latin typeface="Calibri"/>
                <a:ea typeface="Calibri"/>
                <a:cs typeface="Calibri"/>
              </a:rPr>
              <a:t>3.1.1</a:t>
            </a:r>
          </a:p>
        </p:txBody>
      </p:sp>
      <p:sp>
        <p:nvSpPr>
          <p:cNvPr id="686" name="text-639 )">
            <a:extLst xmlns:a="http://schemas.openxmlformats.org/drawingml/2006/main">
              <a:ext uri="{FF2B5EF4-FFF2-40B4-BE49-F238E27FC236}">
                <a16:creationId xmlns:a16="http://schemas.microsoft.com/office/drawing/2014/main" id="{3ADBDCA0-9372-4117-B331-41F6E16E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3298" y="41864"/>
            <a:ext cx="138216" cy="393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687" name="text-640 (§">
            <a:extLst xmlns:a="http://schemas.openxmlformats.org/drawingml/2006/main">
              <a:ext uri="{FF2B5EF4-FFF2-40B4-BE49-F238E27FC236}">
                <a16:creationId xmlns:a16="http://schemas.microsoft.com/office/drawing/2014/main" id="{7C4F42B5-5845-442C-AD0D-430F62E3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4920" y="64624"/>
            <a:ext cx="278044" cy="39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(§</a:t>
            </a:r>
          </a:p>
        </p:txBody>
      </p:sp>
      <p:sp>
        <p:nvSpPr>
          <p:cNvPr id="688" name="text-641 3.1.2">
            <a:extLst xmlns:a="http://schemas.openxmlformats.org/drawingml/2006/main">
              <a:ext uri="{FF2B5EF4-FFF2-40B4-BE49-F238E27FC236}">
                <a16:creationId xmlns:a16="http://schemas.microsoft.com/office/drawing/2014/main" id="{D3A1B804-7609-4B5B-B9C9-770AE4CC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6106" y="64776"/>
            <a:ext cx="627700" cy="3932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2" b="1" i="1">
                <a:solidFill>
                  <a:srgbClr val="A51D2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2" b="1" i="1">
                <a:solidFill>
                  <a:srgbClr val="A51D2D"/>
                </a:solidFill>
                <a:latin typeface="Calibri"/>
                <a:ea typeface="Calibri"/>
                <a:cs typeface="Calibri"/>
              </a:defRPr>
            </a:pPr>
            <a:r>
              <a:rPr sz="2212" b="1" i="1">
                <a:solidFill>
                  <a:srgbClr val="A51D2D"/>
                </a:solidFill>
                <a:latin typeface="Calibri"/>
                <a:ea typeface="Calibri"/>
                <a:cs typeface="Calibri"/>
              </a:rPr>
              <a:t>3.1.2</a:t>
            </a:r>
          </a:p>
        </p:txBody>
      </p:sp>
      <p:sp>
        <p:nvSpPr>
          <p:cNvPr id="689" name="text-642 )">
            <a:extLst xmlns:a="http://schemas.openxmlformats.org/drawingml/2006/main">
              <a:ext uri="{FF2B5EF4-FFF2-40B4-BE49-F238E27FC236}">
                <a16:creationId xmlns:a16="http://schemas.microsoft.com/office/drawing/2014/main" id="{4CD559DB-942A-4BDF-AABE-7CA34E3E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13768" y="64353"/>
            <a:ext cx="138217" cy="393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690" name="text-643 (§">
            <a:extLst xmlns:a="http://schemas.openxmlformats.org/drawingml/2006/main">
              <a:ext uri="{FF2B5EF4-FFF2-40B4-BE49-F238E27FC236}">
                <a16:creationId xmlns:a16="http://schemas.microsoft.com/office/drawing/2014/main" id="{C0B47EC9-725B-4862-A28F-C41FB183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18141" y="4401731"/>
            <a:ext cx="278043" cy="393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(§</a:t>
            </a:r>
          </a:p>
        </p:txBody>
      </p:sp>
      <p:sp>
        <p:nvSpPr>
          <p:cNvPr id="691" name="text-644 3.1.3">
            <a:extLst xmlns:a="http://schemas.openxmlformats.org/drawingml/2006/main">
              <a:ext uri="{FF2B5EF4-FFF2-40B4-BE49-F238E27FC236}">
                <a16:creationId xmlns:a16="http://schemas.microsoft.com/office/drawing/2014/main" id="{27889813-AA2F-4929-88AF-A3416894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9327" y="4401882"/>
            <a:ext cx="627698" cy="3932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2" b="1" i="1">
                <a:solidFill>
                  <a:srgbClr val="A51D2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2" b="1" i="1">
                <a:solidFill>
                  <a:srgbClr val="A51D2D"/>
                </a:solidFill>
                <a:latin typeface="Calibri"/>
                <a:ea typeface="Calibri"/>
                <a:cs typeface="Calibri"/>
              </a:defRPr>
            </a:pPr>
            <a:r>
              <a:rPr sz="2212" b="1" i="1">
                <a:solidFill>
                  <a:srgbClr val="A51D2D"/>
                </a:solidFill>
                <a:latin typeface="Calibri"/>
                <a:ea typeface="Calibri"/>
                <a:cs typeface="Calibri"/>
              </a:rPr>
              <a:t>3.1.3</a:t>
            </a:r>
          </a:p>
        </p:txBody>
      </p:sp>
      <p:sp>
        <p:nvSpPr>
          <p:cNvPr id="692" name="text-645 )">
            <a:extLst xmlns:a="http://schemas.openxmlformats.org/drawingml/2006/main">
              <a:ext uri="{FF2B5EF4-FFF2-40B4-BE49-F238E27FC236}">
                <a16:creationId xmlns:a16="http://schemas.microsoft.com/office/drawing/2014/main" id="{38110242-D2EC-461A-9EF6-6D34E6A6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86988" y="4401459"/>
            <a:ext cx="138217" cy="393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693" name="text-646 Rollout‐driven">
            <a:extLst xmlns:a="http://schemas.openxmlformats.org/drawingml/2006/main">
              <a:ext uri="{FF2B5EF4-FFF2-40B4-BE49-F238E27FC236}">
                <a16:creationId xmlns:a16="http://schemas.microsoft.com/office/drawing/2014/main" id="{28E3A746-1281-4305-ABBC-C6DE1CBA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5795" y="7952197"/>
            <a:ext cx="1376420" cy="319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5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5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1795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Rollout‐driven</a:t>
            </a:r>
          </a:p>
        </p:txBody>
      </p:sp>
      <p:sp>
        <p:nvSpPr>
          <p:cNvPr id="694" name="text-646 Recursive">
            <a:extLst xmlns:a="http://schemas.openxmlformats.org/drawingml/2006/main">
              <a:ext uri="{FF2B5EF4-FFF2-40B4-BE49-F238E27FC236}">
                <a16:creationId xmlns:a16="http://schemas.microsoft.com/office/drawing/2014/main" id="{7B48B532-434F-44BC-9404-85D1816D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2283" y="7952919"/>
            <a:ext cx="933725" cy="318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9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9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1789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Recursive</a:t>
            </a:r>
          </a:p>
        </p:txBody>
      </p:sp>
      <p:sp>
        <p:nvSpPr>
          <p:cNvPr id="695" name="text-646 Evolution">
            <a:extLst xmlns:a="http://schemas.openxmlformats.org/drawingml/2006/main">
              <a:ext uri="{FF2B5EF4-FFF2-40B4-BE49-F238E27FC236}">
                <a16:creationId xmlns:a16="http://schemas.microsoft.com/office/drawing/2014/main" id="{C33973EF-173B-4CEB-98E7-58AC0A23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6236" y="7951713"/>
            <a:ext cx="924460" cy="319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9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9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1799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Evolution</a:t>
            </a:r>
          </a:p>
        </p:txBody>
      </p:sp>
      <p:sp>
        <p:nvSpPr>
          <p:cNvPr id="696" name="text-646 (Factorial">
            <a:extLst xmlns:a="http://schemas.openxmlformats.org/drawingml/2006/main">
              <a:ext uri="{FF2B5EF4-FFF2-40B4-BE49-F238E27FC236}">
                <a16:creationId xmlns:a16="http://schemas.microsoft.com/office/drawing/2014/main" id="{60062882-0884-4075-946C-F68A2E7B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0677" y="7952590"/>
            <a:ext cx="935458" cy="318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2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2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1792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(Factorial</a:t>
            </a:r>
          </a:p>
        </p:txBody>
      </p:sp>
      <p:sp>
        <p:nvSpPr>
          <p:cNvPr id="697" name="text-646 Compatibility">
            <a:extLst xmlns:a="http://schemas.openxmlformats.org/drawingml/2006/main">
              <a:ext uri="{FF2B5EF4-FFF2-40B4-BE49-F238E27FC236}">
                <a16:creationId xmlns:a16="http://schemas.microsoft.com/office/drawing/2014/main" id="{3D3DD667-FCC9-4754-B1CD-29BF0DA8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6216" y="7953642"/>
            <a:ext cx="1302525" cy="317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4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4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1784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Compatibility</a:t>
            </a:r>
          </a:p>
        </p:txBody>
      </p:sp>
      <p:sp>
        <p:nvSpPr>
          <p:cNvPr id="698" name="text-646 Replay,">
            <a:extLst xmlns:a="http://schemas.openxmlformats.org/drawingml/2006/main">
              <a:ext uri="{FF2B5EF4-FFF2-40B4-BE49-F238E27FC236}">
                <a16:creationId xmlns:a16="http://schemas.microsoft.com/office/drawing/2014/main" id="{0F8AE2C4-2770-4156-8111-DCF0CCFE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9099" y="7949102"/>
            <a:ext cx="739099" cy="323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0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0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1820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Replay,</a:t>
            </a:r>
          </a:p>
        </p:txBody>
      </p:sp>
      <p:sp>
        <p:nvSpPr>
          <p:cNvPr id="699" name="text-646 FCR)">
            <a:extLst xmlns:a="http://schemas.openxmlformats.org/drawingml/2006/main">
              <a:ext uri="{FF2B5EF4-FFF2-40B4-BE49-F238E27FC236}">
                <a16:creationId xmlns:a16="http://schemas.microsoft.com/office/drawing/2014/main" id="{40F2FF01-6BE1-4895-959C-F4F7E670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57603" y="7953002"/>
            <a:ext cx="459766" cy="318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9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9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1789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FCR)</a:t>
            </a:r>
          </a:p>
        </p:txBody>
      </p:sp>
      <p:sp>
        <p:nvSpPr>
          <p:cNvPr id="700" name="text-647 (§">
            <a:extLst xmlns:a="http://schemas.openxmlformats.org/drawingml/2006/main">
              <a:ext uri="{FF2B5EF4-FFF2-40B4-BE49-F238E27FC236}">
                <a16:creationId xmlns:a16="http://schemas.microsoft.com/office/drawing/2014/main" id="{E378F77F-BAFB-4552-8439-C0E6A349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35732" y="7953742"/>
            <a:ext cx="223990" cy="317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8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(§</a:t>
            </a:r>
          </a:p>
        </p:txBody>
      </p:sp>
      <p:sp>
        <p:nvSpPr>
          <p:cNvPr id="701" name="text-648 3.2">
            <a:extLst xmlns:a="http://schemas.openxmlformats.org/drawingml/2006/main">
              <a:ext uri="{FF2B5EF4-FFF2-40B4-BE49-F238E27FC236}">
                <a16:creationId xmlns:a16="http://schemas.microsoft.com/office/drawing/2014/main" id="{85BCAC4F-EEA2-45FD-A6F6-CD636BB5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70297" y="7953772"/>
            <a:ext cx="330609" cy="316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3" b="1" i="1">
                <a:solidFill>
                  <a:srgbClr val="A51D2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3" b="1" i="1">
                <a:solidFill>
                  <a:srgbClr val="A51D2D"/>
                </a:solidFill>
                <a:latin typeface="Calibri"/>
                <a:ea typeface="Calibri"/>
                <a:cs typeface="Calibri"/>
              </a:defRPr>
            </a:pPr>
            <a:r>
              <a:rPr sz="1783" b="1" i="1">
                <a:solidFill>
                  <a:srgbClr val="A51D2D"/>
                </a:solidFill>
                <a:latin typeface="Calibri"/>
                <a:ea typeface="Calibri"/>
                <a:cs typeface="Calibri"/>
              </a:rPr>
              <a:t>3.2</a:t>
            </a:r>
          </a:p>
        </p:txBody>
      </p:sp>
      <p:sp>
        <p:nvSpPr>
          <p:cNvPr id="702" name="text-649 )">
            <a:extLst xmlns:a="http://schemas.openxmlformats.org/drawingml/2006/main">
              <a:ext uri="{FF2B5EF4-FFF2-40B4-BE49-F238E27FC236}">
                <a16:creationId xmlns:a16="http://schemas.microsoft.com/office/drawing/2014/main" id="{06B7054B-B40B-4885-ABEE-2DE67A25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60361" y="7953488"/>
            <a:ext cx="111358" cy="317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8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703" name="text-650 Task‐construction">
            <a:extLst xmlns:a="http://schemas.openxmlformats.org/drawingml/2006/main">
              <a:ext uri="{FF2B5EF4-FFF2-40B4-BE49-F238E27FC236}">
                <a16:creationId xmlns:a16="http://schemas.microsoft.com/office/drawing/2014/main" id="{A6DD4397-C3D0-481F-AC20-2101840D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3801" y="1477513"/>
            <a:ext cx="1469113" cy="278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6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Task‐construction</a:t>
            </a:r>
          </a:p>
        </p:txBody>
      </p:sp>
      <p:sp>
        <p:nvSpPr>
          <p:cNvPr id="704" name="text-651 profile">
            <a:extLst xmlns:a="http://schemas.openxmlformats.org/drawingml/2006/main">
              <a:ext uri="{FF2B5EF4-FFF2-40B4-BE49-F238E27FC236}">
                <a16:creationId xmlns:a16="http://schemas.microsoft.com/office/drawing/2014/main" id="{C1912183-579A-4559-ACDD-F203FDB0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6959" y="1746817"/>
            <a:ext cx="563001" cy="274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4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profile</a:t>
            </a:r>
          </a:p>
        </p:txBody>
      </p:sp>
      <p:sp>
        <p:nvSpPr>
          <p:cNvPr id="705" name="path-652">
            <a:extLst xmlns:a="http://schemas.openxmlformats.org/drawingml/2006/main">
              <a:ext uri="{FF2B5EF4-FFF2-40B4-BE49-F238E27FC236}">
                <a16:creationId xmlns:a16="http://schemas.microsoft.com/office/drawing/2014/main" id="{1569C74B-6A1E-4FB7-8D6D-E7ACEDA5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2698" y="1548448"/>
            <a:ext cx="117326" cy="135447"/>
          </a:xfrm>
          <a:custGeom xmlns:a="http://schemas.openxmlformats.org/drawingml/2006/main">
            <a:pathLst>
              <a:path w="117326" h="135447">
                <a:moveTo>
                  <a:pt x="0" y="135447"/>
                </a:moveTo>
                <a:lnTo>
                  <a:pt x="117326" y="67723"/>
                </a:lnTo>
                <a:lnTo>
                  <a:pt x="0" y="0"/>
                </a:lnTo>
                <a:lnTo>
                  <a:pt x="39170" y="67723"/>
                </a:lnTo>
                <a:lnTo>
                  <a:pt x="0" y="135447"/>
                </a:lnTo>
                <a:moveTo>
                  <a:pt x="108357" y="67723"/>
                </a:moveTo>
                <a:lnTo>
                  <a:pt x="44386" y="67723"/>
                </a:lnTo>
                <a:lnTo>
                  <a:pt x="12355" y="12263"/>
                </a:lnTo>
                <a:lnTo>
                  <a:pt x="108357" y="677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6" name="text-653 Skill">
            <a:extLst xmlns:a="http://schemas.openxmlformats.org/drawingml/2006/main">
              <a:ext uri="{FF2B5EF4-FFF2-40B4-BE49-F238E27FC236}">
                <a16:creationId xmlns:a16="http://schemas.microsoft.com/office/drawing/2014/main" id="{B05EDDB6-F4D9-4CB5-8CF0-3FEDC404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98042" y="1496609"/>
            <a:ext cx="332378" cy="2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Skill</a:t>
            </a:r>
          </a:p>
        </p:txBody>
      </p:sp>
      <p:sp>
        <p:nvSpPr>
          <p:cNvPr id="707" name="text-653 Complexity">
            <a:extLst xmlns:a="http://schemas.openxmlformats.org/drawingml/2006/main">
              <a:ext uri="{FF2B5EF4-FFF2-40B4-BE49-F238E27FC236}">
                <a16:creationId xmlns:a16="http://schemas.microsoft.com/office/drawing/2014/main" id="{DD049138-7249-4E67-91FF-5E5DAA4A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8975" y="1495704"/>
            <a:ext cx="875292" cy="263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Complexity</a:t>
            </a:r>
          </a:p>
        </p:txBody>
      </p:sp>
      <p:sp>
        <p:nvSpPr>
          <p:cNvPr id="708" name="path-654">
            <a:extLst xmlns:a="http://schemas.openxmlformats.org/drawingml/2006/main">
              <a:ext uri="{FF2B5EF4-FFF2-40B4-BE49-F238E27FC236}">
                <a16:creationId xmlns:a16="http://schemas.microsoft.com/office/drawing/2014/main" id="{6A6CF30B-0872-4294-A78B-6569EA44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2698" y="1784609"/>
            <a:ext cx="117326" cy="135447"/>
          </a:xfrm>
          <a:custGeom xmlns:a="http://schemas.openxmlformats.org/drawingml/2006/main">
            <a:pathLst>
              <a:path w="117326" h="135447">
                <a:moveTo>
                  <a:pt x="0" y="135447"/>
                </a:moveTo>
                <a:lnTo>
                  <a:pt x="117326" y="67723"/>
                </a:lnTo>
                <a:lnTo>
                  <a:pt x="0" y="0"/>
                </a:lnTo>
                <a:lnTo>
                  <a:pt x="39170" y="67723"/>
                </a:lnTo>
                <a:lnTo>
                  <a:pt x="0" y="135447"/>
                </a:lnTo>
                <a:moveTo>
                  <a:pt x="108357" y="67723"/>
                </a:moveTo>
                <a:lnTo>
                  <a:pt x="44386" y="67723"/>
                </a:lnTo>
                <a:lnTo>
                  <a:pt x="12355" y="12263"/>
                </a:lnTo>
                <a:lnTo>
                  <a:pt x="108357" y="677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9" name="text-655 WorkEnv">
            <a:extLst xmlns:a="http://schemas.openxmlformats.org/drawingml/2006/main">
              <a:ext uri="{FF2B5EF4-FFF2-40B4-BE49-F238E27FC236}">
                <a16:creationId xmlns:a16="http://schemas.microsoft.com/office/drawing/2014/main" id="{9D921B95-E29C-45E8-8475-CD1D062F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98042" y="1729167"/>
            <a:ext cx="717877" cy="267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WorkEnv</a:t>
            </a:r>
          </a:p>
        </p:txBody>
      </p:sp>
      <p:sp>
        <p:nvSpPr>
          <p:cNvPr id="710" name="text-655 Noise">
            <a:extLst xmlns:a="http://schemas.openxmlformats.org/drawingml/2006/main">
              <a:ext uri="{FF2B5EF4-FFF2-40B4-BE49-F238E27FC236}">
                <a16:creationId xmlns:a16="http://schemas.microsoft.com/office/drawing/2014/main" id="{E337EC65-4D59-4AB0-B00D-F78AC29C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23767" y="1732691"/>
            <a:ext cx="455918" cy="262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Noise</a:t>
            </a:r>
          </a:p>
        </p:txBody>
      </p:sp>
      <p:sp>
        <p:nvSpPr>
          <p:cNvPr id="711" name="text-655 Ratio">
            <a:extLst xmlns:a="http://schemas.openxmlformats.org/drawingml/2006/main">
              <a:ext uri="{FF2B5EF4-FFF2-40B4-BE49-F238E27FC236}">
                <a16:creationId xmlns:a16="http://schemas.microsoft.com/office/drawing/2014/main" id="{ABB686B6-F9C7-4E0D-B7F5-DB04800E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88217" y="1732151"/>
            <a:ext cx="433455" cy="263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Ratio</a:t>
            </a:r>
          </a:p>
        </p:txBody>
      </p:sp>
      <p:sp>
        <p:nvSpPr>
          <p:cNvPr id="712" name="path-656">
            <a:extLst xmlns:a="http://schemas.openxmlformats.org/drawingml/2006/main">
              <a:ext uri="{FF2B5EF4-FFF2-40B4-BE49-F238E27FC236}">
                <a16:creationId xmlns:a16="http://schemas.microsoft.com/office/drawing/2014/main" id="{CC67A89C-923E-4A13-8466-8B5DF26E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6152" y="1666529"/>
            <a:ext cx="117326" cy="135447"/>
          </a:xfrm>
          <a:custGeom xmlns:a="http://schemas.openxmlformats.org/drawingml/2006/main">
            <a:pathLst>
              <a:path w="117326" h="135447">
                <a:moveTo>
                  <a:pt x="0" y="135447"/>
                </a:moveTo>
                <a:lnTo>
                  <a:pt x="117326" y="67723"/>
                </a:lnTo>
                <a:lnTo>
                  <a:pt x="0" y="0"/>
                </a:lnTo>
                <a:lnTo>
                  <a:pt x="39170" y="67723"/>
                </a:lnTo>
                <a:lnTo>
                  <a:pt x="0" y="135447"/>
                </a:lnTo>
                <a:moveTo>
                  <a:pt x="108357" y="67723"/>
                </a:moveTo>
                <a:lnTo>
                  <a:pt x="44386" y="67723"/>
                </a:lnTo>
                <a:lnTo>
                  <a:pt x="12355" y="12263"/>
                </a:lnTo>
                <a:lnTo>
                  <a:pt x="108357" y="677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3" name="text-657 Cross‐Env">
            <a:extLst xmlns:a="http://schemas.openxmlformats.org/drawingml/2006/main">
              <a:ext uri="{FF2B5EF4-FFF2-40B4-BE49-F238E27FC236}">
                <a16:creationId xmlns:a16="http://schemas.microsoft.com/office/drawing/2014/main" id="{B512403E-9DF5-464C-A8DB-71B2DB74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61497" y="1613355"/>
            <a:ext cx="766575" cy="264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Cross‐Env</a:t>
            </a:r>
          </a:p>
        </p:txBody>
      </p:sp>
      <p:sp>
        <p:nvSpPr>
          <p:cNvPr id="714" name="text-657 Dependency">
            <a:extLst xmlns:a="http://schemas.openxmlformats.org/drawingml/2006/main">
              <a:ext uri="{FF2B5EF4-FFF2-40B4-BE49-F238E27FC236}">
                <a16:creationId xmlns:a16="http://schemas.microsoft.com/office/drawing/2014/main" id="{F0978227-97CA-4218-BEE4-573E0C14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36330" y="1614595"/>
            <a:ext cx="964365" cy="262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Dependency</a:t>
            </a:r>
          </a:p>
        </p:txBody>
      </p:sp>
      <p:sp>
        <p:nvSpPr>
          <p:cNvPr id="715" name="text-658 App">
            <a:extLst xmlns:a="http://schemas.openxmlformats.org/drawingml/2006/main">
              <a:ext uri="{FF2B5EF4-FFF2-40B4-BE49-F238E27FC236}">
                <a16:creationId xmlns:a16="http://schemas.microsoft.com/office/drawing/2014/main" id="{63CC1A8A-0801-40C8-B6A2-F417D2D5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1923" y="4405527"/>
            <a:ext cx="344809" cy="262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</a:t>
            </a:r>
          </a:p>
        </p:txBody>
      </p:sp>
      <p:sp>
        <p:nvSpPr>
          <p:cNvPr id="716" name="text-658 skills">
            <a:extLst xmlns:a="http://schemas.openxmlformats.org/drawingml/2006/main">
              <a:ext uri="{FF2B5EF4-FFF2-40B4-BE49-F238E27FC236}">
                <a16:creationId xmlns:a16="http://schemas.microsoft.com/office/drawing/2014/main" id="{888F8081-5B80-45DD-A440-D6F04281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5227" y="4405576"/>
            <a:ext cx="408939" cy="262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skills</a:t>
            </a:r>
          </a:p>
        </p:txBody>
      </p:sp>
      <p:sp>
        <p:nvSpPr>
          <p:cNvPr id="717" name="text-658 (">
            <a:extLst xmlns:a="http://schemas.openxmlformats.org/drawingml/2006/main">
              <a:ext uri="{FF2B5EF4-FFF2-40B4-BE49-F238E27FC236}">
                <a16:creationId xmlns:a16="http://schemas.microsoft.com/office/drawing/2014/main" id="{1E2D24B2-183A-413B-B645-2104DA49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2818" y="4405364"/>
            <a:ext cx="92125" cy="2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</a:t>
            </a:r>
          </a:p>
        </p:txBody>
      </p:sp>
      <p:sp>
        <p:nvSpPr>
          <p:cNvPr id="718" name="text-659 21k+">
            <a:extLst xmlns:a="http://schemas.openxmlformats.org/drawingml/2006/main">
              <a:ext uri="{FF2B5EF4-FFF2-40B4-BE49-F238E27FC236}">
                <a16:creationId xmlns:a16="http://schemas.microsoft.com/office/drawing/2014/main" id="{90693FEE-BE60-4250-AE9F-D586B784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2266" y="4405557"/>
            <a:ext cx="406506" cy="262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1" i="1">
                <a:solidFill>
                  <a:srgbClr val="2AA3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1" i="1">
                <a:solidFill>
                  <a:srgbClr val="2AA371"/>
                </a:solidFill>
                <a:latin typeface="Calibri"/>
                <a:ea typeface="Calibri"/>
                <a:cs typeface="Calibri"/>
              </a:defRPr>
            </a:pPr>
            <a:r>
              <a:rPr sz="1474" b="1" i="1">
                <a:solidFill>
                  <a:srgbClr val="2AA371"/>
                </a:solidFill>
                <a:latin typeface="Calibri"/>
                <a:ea typeface="Calibri"/>
                <a:cs typeface="Calibri"/>
              </a:rPr>
              <a:t>21k+</a:t>
            </a:r>
          </a:p>
        </p:txBody>
      </p:sp>
      <p:sp>
        <p:nvSpPr>
          <p:cNvPr id="719" name="text-660 )">
            <a:extLst xmlns:a="http://schemas.openxmlformats.org/drawingml/2006/main">
              <a:ext uri="{FF2B5EF4-FFF2-40B4-BE49-F238E27FC236}">
                <a16:creationId xmlns:a16="http://schemas.microsoft.com/office/drawing/2014/main" id="{96A34B23-81CD-4A8E-B9F6-8A89CD0C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5568" y="4405364"/>
            <a:ext cx="92125" cy="2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720" name="text-661 File">
            <a:extLst xmlns:a="http://schemas.openxmlformats.org/drawingml/2006/main">
              <a:ext uri="{FF2B5EF4-FFF2-40B4-BE49-F238E27FC236}">
                <a16:creationId xmlns:a16="http://schemas.microsoft.com/office/drawing/2014/main" id="{355B3011-B2AA-4CB5-BBFA-B4E6ED9A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0057" y="5312782"/>
            <a:ext cx="303440" cy="262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File</a:t>
            </a:r>
          </a:p>
        </p:txBody>
      </p:sp>
      <p:sp>
        <p:nvSpPr>
          <p:cNvPr id="721" name="text-661 skills">
            <a:extLst xmlns:a="http://schemas.openxmlformats.org/drawingml/2006/main">
              <a:ext uri="{FF2B5EF4-FFF2-40B4-BE49-F238E27FC236}">
                <a16:creationId xmlns:a16="http://schemas.microsoft.com/office/drawing/2014/main" id="{F10AFB14-6707-4976-AD6A-5F078D46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127" y="5312731"/>
            <a:ext cx="408940" cy="262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skills</a:t>
            </a:r>
          </a:p>
        </p:txBody>
      </p:sp>
      <p:sp>
        <p:nvSpPr>
          <p:cNvPr id="722" name="text-661 (">
            <a:extLst xmlns:a="http://schemas.openxmlformats.org/drawingml/2006/main">
              <a:ext uri="{FF2B5EF4-FFF2-40B4-BE49-F238E27FC236}">
                <a16:creationId xmlns:a16="http://schemas.microsoft.com/office/drawing/2014/main" id="{FA8EC5AC-07AF-4263-9190-6E5E00C2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9719" y="5312520"/>
            <a:ext cx="92125" cy="2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</a:t>
            </a:r>
          </a:p>
        </p:txBody>
      </p:sp>
      <p:sp>
        <p:nvSpPr>
          <p:cNvPr id="723" name="text-662 5k+">
            <a:extLst xmlns:a="http://schemas.openxmlformats.org/drawingml/2006/main">
              <a:ext uri="{FF2B5EF4-FFF2-40B4-BE49-F238E27FC236}">
                <a16:creationId xmlns:a16="http://schemas.microsoft.com/office/drawing/2014/main" id="{C1095D2D-944E-40F3-9038-2B2CCB52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9126" y="5312694"/>
            <a:ext cx="311672" cy="262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1" i="1">
                <a:solidFill>
                  <a:srgbClr val="2AA3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1" i="1">
                <a:solidFill>
                  <a:srgbClr val="2AA371"/>
                </a:solidFill>
                <a:latin typeface="Calibri"/>
                <a:ea typeface="Calibri"/>
                <a:cs typeface="Calibri"/>
              </a:defRPr>
            </a:pPr>
            <a:r>
              <a:rPr sz="1474" b="1" i="1">
                <a:solidFill>
                  <a:srgbClr val="2AA371"/>
                </a:solidFill>
                <a:latin typeface="Calibri"/>
                <a:ea typeface="Calibri"/>
                <a:cs typeface="Calibri"/>
              </a:rPr>
              <a:t>5k+</a:t>
            </a:r>
          </a:p>
        </p:txBody>
      </p:sp>
      <p:sp>
        <p:nvSpPr>
          <p:cNvPr id="724" name="text-663 )">
            <a:extLst xmlns:a="http://schemas.openxmlformats.org/drawingml/2006/main">
              <a:ext uri="{FF2B5EF4-FFF2-40B4-BE49-F238E27FC236}">
                <a16:creationId xmlns:a16="http://schemas.microsoft.com/office/drawing/2014/main" id="{880E0415-7FB4-46A5-B318-956D2179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7432" y="5312520"/>
            <a:ext cx="92125" cy="2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725" name="text-664 Job">
            <a:extLst xmlns:a="http://schemas.openxmlformats.org/drawingml/2006/main">
              <a:ext uri="{FF2B5EF4-FFF2-40B4-BE49-F238E27FC236}">
                <a16:creationId xmlns:a16="http://schemas.microsoft.com/office/drawing/2014/main" id="{62A0C6C7-8384-48A9-BC25-6B161AE2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7731" y="3520700"/>
            <a:ext cx="293482" cy="262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Job</a:t>
            </a:r>
          </a:p>
        </p:txBody>
      </p:sp>
      <p:sp>
        <p:nvSpPr>
          <p:cNvPr id="726" name="text-664 skills">
            <a:extLst xmlns:a="http://schemas.openxmlformats.org/drawingml/2006/main">
              <a:ext uri="{FF2B5EF4-FFF2-40B4-BE49-F238E27FC236}">
                <a16:creationId xmlns:a16="http://schemas.microsoft.com/office/drawing/2014/main" id="{B3A8E5DF-7386-40EF-9EA5-EF1E24FC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9679" y="3520911"/>
            <a:ext cx="408940" cy="262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skills</a:t>
            </a:r>
          </a:p>
        </p:txBody>
      </p:sp>
      <p:sp>
        <p:nvSpPr>
          <p:cNvPr id="727" name="text-664 (">
            <a:extLst xmlns:a="http://schemas.openxmlformats.org/drawingml/2006/main">
              <a:ext uri="{FF2B5EF4-FFF2-40B4-BE49-F238E27FC236}">
                <a16:creationId xmlns:a16="http://schemas.microsoft.com/office/drawing/2014/main" id="{3A7FD3A5-0960-4D34-A1D1-B8D1D8E0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7271" y="3520698"/>
            <a:ext cx="92126" cy="262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</a:t>
            </a:r>
          </a:p>
        </p:txBody>
      </p:sp>
      <p:sp>
        <p:nvSpPr>
          <p:cNvPr id="728" name="text-665 36k+">
            <a:extLst xmlns:a="http://schemas.openxmlformats.org/drawingml/2006/main">
              <a:ext uri="{FF2B5EF4-FFF2-40B4-BE49-F238E27FC236}">
                <a16:creationId xmlns:a16="http://schemas.microsoft.com/office/drawing/2014/main" id="{6BCA36BA-DFB6-4BF0-A26D-E9844B6E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6458" y="3520893"/>
            <a:ext cx="406506" cy="262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1" i="1">
                <a:solidFill>
                  <a:srgbClr val="2AA3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1" i="1">
                <a:solidFill>
                  <a:srgbClr val="2AA371"/>
                </a:solidFill>
                <a:latin typeface="Calibri"/>
                <a:ea typeface="Calibri"/>
                <a:cs typeface="Calibri"/>
              </a:defRPr>
            </a:pPr>
            <a:r>
              <a:rPr sz="1474" b="1" i="1">
                <a:solidFill>
                  <a:srgbClr val="2AA371"/>
                </a:solidFill>
                <a:latin typeface="Calibri"/>
                <a:ea typeface="Calibri"/>
                <a:cs typeface="Calibri"/>
              </a:rPr>
              <a:t>36k+</a:t>
            </a:r>
          </a:p>
        </p:txBody>
      </p:sp>
      <p:sp>
        <p:nvSpPr>
          <p:cNvPr id="729" name="text-666 )">
            <a:extLst xmlns:a="http://schemas.openxmlformats.org/drawingml/2006/main">
              <a:ext uri="{FF2B5EF4-FFF2-40B4-BE49-F238E27FC236}">
                <a16:creationId xmlns:a16="http://schemas.microsoft.com/office/drawing/2014/main" id="{05EA4E9B-B95C-43FD-8B05-64E3F84F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79759" y="3520700"/>
            <a:ext cx="92125" cy="2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284411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" dist="34343" dir="3378596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2026-10-15T09:22:22.9310000Z</dcterms:created>
  <dcterms:modified xsi:type="dcterms:W3CDTF">2026-10-15T09:22:22.9310000Z</dcterms:modified>
</coreProperties>
</file>