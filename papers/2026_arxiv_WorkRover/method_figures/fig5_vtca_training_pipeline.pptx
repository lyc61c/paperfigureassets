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83398df45467e" /><Relationship Type="http://schemas.openxmlformats.org/officeDocument/2006/relationships/extended-properties" Target="/docProps/app.xml" Id="R252574c2fa2b4e5b" /><Relationship Type="http://schemas.openxmlformats.org/officeDocument/2006/relationships/officeDocument" Target="/ppt/presentation.xml" Id="Re858e13e394b41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c5bc9118424d5b"/>
  </p:sldMasterIdLst>
  <p:notesMasterIdLst>
    <p:notesMasterId xmlns:r="http://schemas.openxmlformats.org/officeDocument/2006/relationships" r:id="R4073665d9e654520"/>
  </p:notesMasterIdLst>
  <p:sldIdLst>
    <p:sldId xmlns:r="http://schemas.openxmlformats.org/officeDocument/2006/relationships" id="256" r:id="Rbdebd27b9b5e49f9"/>
  </p:sldIdLst>
  <p:sldSz cx="15240000" cy="6253996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65fe361914bce" /><Relationship Type="http://schemas.openxmlformats.org/officeDocument/2006/relationships/slideMaster" Target="/ppt/slideMasters/slideMaster1.xml" Id="R37c5bc9118424d5b" /><Relationship Type="http://schemas.openxmlformats.org/officeDocument/2006/relationships/notesMaster" Target="/ppt/notesMasters/notesMaster1.xml" Id="R4073665d9e654520" /><Relationship Type="http://schemas.openxmlformats.org/officeDocument/2006/relationships/presProps" Target="/ppt/presProps.xml" Id="R46db3d1f76534432" /><Relationship Type="http://schemas.openxmlformats.org/officeDocument/2006/relationships/tableStyles" Target="/ppt/tableStyles.xml" Id="R56e855f8571b4b80" /><Relationship Type="http://schemas.openxmlformats.org/officeDocument/2006/relationships/slide" Target="/ppt/slides/slide1.xml" Id="Rbdebd27b9b5e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5a28493fbd48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cef55a55e4f31" /><Relationship Type="http://schemas.openxmlformats.org/officeDocument/2006/relationships/notesMaster" Target="/ppt/notesMasters/notesMaster1.xml" Id="R0bf8b7ffd81a40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Verifier-to-Turn Credit Assignment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fig5_vtca_training_pipeline.png; SHA-256: 87b795ed44c9034eadbc742bd12c79c8ed4ee38f1a54e2acd1106628782ab95f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(13), whose internal pixels are not editable.</a:t>
            </a:r>
          </a:p>
          <a:p xmlns:a="http://schemas.openxmlformats.org/drawingml/2006/main">
            <a:r>
              <a:t>Font substitution: source PDF families mapped to Calibri, DengXian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f7595a33e43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93a398b8fa4b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31ace609742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e488952ea40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740d65f5f44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ce8b5f20a4c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069E1D-B209-4239-868E-1FD13080E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362621"/>
            <a:ext cx="12192000" cy="90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7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5CECB7-02BD-481E-99A4-AC14675EF5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3439698"/>
            <a:ext cx="10668000" cy="694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D265DF-93C4-466D-A31B-2FB7C4115E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2605832"/>
            <a:ext cx="12192000" cy="1042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83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4D120F-14B8-444B-A964-1C43E4D80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86422"/>
            <a:ext cx="13525500" cy="764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8D92AD5-AC60-420D-ADE1-CB0255B146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37221"/>
            <a:ext cx="13525500" cy="389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5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846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1pPr>
            <a:lvl2pPr marL="486422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2pPr>
            <a:lvl3pPr marL="76437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3pPr>
            <a:lvl4pPr marL="104233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4pPr>
            <a:lvl5pPr marL="1320288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5pPr>
            <a:lvl6pPr marL="159824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6pPr>
            <a:lvl7pPr marL="1876199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7pPr>
            <a:lvl8pPr marL="2154154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8pPr>
            <a:lvl9pPr marL="2432110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A88A957-5815-48A1-818C-A772991E5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86422"/>
            <a:ext cx="13525500" cy="764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EA90A1-EEB9-4AAE-BFC3-44BA9BD890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37221"/>
            <a:ext cx="6286500" cy="389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846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1pPr>
            <a:lvl2pPr marL="486422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2pPr>
            <a:lvl3pPr marL="76437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3pPr>
            <a:lvl4pPr marL="104233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4pPr>
            <a:lvl5pPr marL="1320288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5pPr>
            <a:lvl6pPr marL="159824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6pPr>
            <a:lvl7pPr marL="1876199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7pPr>
            <a:lvl8pPr marL="2154154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8pPr>
            <a:lvl9pPr marL="2432110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EF9F60-8569-4A71-8D07-41CD44F7E2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1737221"/>
            <a:ext cx="6286500" cy="389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1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846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1pPr>
            <a:lvl2pPr marL="486422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2pPr>
            <a:lvl3pPr marL="76437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3pPr>
            <a:lvl4pPr marL="104233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4pPr>
            <a:lvl5pPr marL="1320288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5pPr>
            <a:lvl6pPr marL="159824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6pPr>
            <a:lvl7pPr marL="1876199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7pPr>
            <a:lvl8pPr marL="2154154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8pPr>
            <a:lvl9pPr marL="2432110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48EB2-E4FF-438E-BBFC-459E701F77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486422"/>
            <a:ext cx="13525500" cy="7643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259A8A-5B69-4B41-ACD2-C1D8857E22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1737221"/>
            <a:ext cx="6286500" cy="389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5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846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1pPr>
            <a:lvl2pPr marL="486422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2pPr>
            <a:lvl3pPr marL="764377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3pPr>
            <a:lvl4pPr marL="104233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4pPr>
            <a:lvl5pPr marL="1320288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5pPr>
            <a:lvl6pPr marL="1598243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6pPr>
            <a:lvl7pPr marL="1876199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7pPr>
            <a:lvl8pPr marL="2154154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8pPr>
            <a:lvl9pPr marL="2432110" indent="-208467">
              <a:lnSpc>
                <a:spcPct val="110000"/>
              </a:lnSpc>
              <a:spcBef>
                <a:spcPts val="0"/>
              </a:spcBef>
              <a:spcAft>
                <a:spcPts val="1094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32256dcc742ba" /><Relationship Type="http://schemas.openxmlformats.org/officeDocument/2006/relationships/slideLayout" Target="/ppt/slideLayouts/slideLayout1.xml" Id="R3bbe6220fcb5415b" /><Relationship Type="http://schemas.openxmlformats.org/officeDocument/2006/relationships/slideLayout" Target="/ppt/slideLayouts/slideLayout2.xml" Id="Rcdba014d1f674382" /><Relationship Type="http://schemas.openxmlformats.org/officeDocument/2006/relationships/slideLayout" Target="/ppt/slideLayouts/slideLayout3.xml" Id="Re0a375ac62eb4b47" /><Relationship Type="http://schemas.openxmlformats.org/officeDocument/2006/relationships/slideLayout" Target="/ppt/slideLayouts/slideLayout4.xml" Id="R684b56fd46b14ed6" /><Relationship Type="http://schemas.openxmlformats.org/officeDocument/2006/relationships/slideLayout" Target="/ppt/slideLayouts/slideLayout5.xml" Id="R080d89e7b8214dd9" /><Relationship Type="http://schemas.openxmlformats.org/officeDocument/2006/relationships/slideLayout" Target="/ppt/slideLayouts/slideLayout6.xml" Id="Rb9ab224a59614b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be6220fcb5415b"/>
    <p:sldLayoutId xmlns:r="http://schemas.openxmlformats.org/officeDocument/2006/relationships" id="2147483650" r:id="Rcdba014d1f674382"/>
    <p:sldLayoutId xmlns:r="http://schemas.openxmlformats.org/officeDocument/2006/relationships" id="2147483651" r:id="Re0a375ac62eb4b47"/>
    <p:sldLayoutId xmlns:r="http://schemas.openxmlformats.org/officeDocument/2006/relationships" id="2147483652" r:id="R684b56fd46b14ed6"/>
    <p:sldLayoutId xmlns:r="http://schemas.openxmlformats.org/officeDocument/2006/relationships" id="2147483653" r:id="R080d89e7b8214dd9"/>
    <p:sldLayoutId xmlns:r="http://schemas.openxmlformats.org/officeDocument/2006/relationships" id="2147483654" r:id="Rb9ab224a59614b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f5d111bd14488" /><Relationship Type="http://schemas.openxmlformats.org/officeDocument/2006/relationships/image" Target="/ppt/media/image.png" Id="R9c09c1a30ab94085" /><Relationship Type="http://schemas.openxmlformats.org/officeDocument/2006/relationships/image" Target="/ppt/media/image2.png" Id="Rf12efb8738494f90" /><Relationship Type="http://schemas.openxmlformats.org/officeDocument/2006/relationships/image" Target="/ppt/media/image3.png" Id="Rf7d15c0d88d14e3f" /><Relationship Type="http://schemas.openxmlformats.org/officeDocument/2006/relationships/image" Target="/ppt/media/image4.png" Id="R4fe52d6f07f340ba" /><Relationship Type="http://schemas.openxmlformats.org/officeDocument/2006/relationships/image" Target="/ppt/media/image5.png" Id="Rf8b0736173234ab3" /><Relationship Type="http://schemas.openxmlformats.org/officeDocument/2006/relationships/image" Target="/ppt/media/image6.png" Id="R44bbaa3dd0924e85" /><Relationship Type="http://schemas.openxmlformats.org/officeDocument/2006/relationships/image" Target="/ppt/media/image7.png" Id="R1c30a8fbe53a41d8" /><Relationship Type="http://schemas.openxmlformats.org/officeDocument/2006/relationships/image" Target="/ppt/media/image8.png" Id="Rac5df775ac5c4bc4" /><Relationship Type="http://schemas.openxmlformats.org/officeDocument/2006/relationships/image" Target="/ppt/media/image9.png" Id="R975c1ae9d0c241ab" /><Relationship Type="http://schemas.openxmlformats.org/officeDocument/2006/relationships/image" Target="/ppt/media/image10.png" Id="Ra0f0de8e743947c2" /><Relationship Type="http://schemas.openxmlformats.org/officeDocument/2006/relationships/image" Target="/ppt/media/image11.png" Id="R75f188cbdc5d41ac" /><Relationship Type="http://schemas.openxmlformats.org/officeDocument/2006/relationships/image" Target="/ppt/media/image12.png" Id="R9b27a140748b4e04" /><Relationship Type="http://schemas.openxmlformats.org/officeDocument/2006/relationships/image" Target="/ppt/media/image13.png" Id="R718bb6a9ee8748cf" /><Relationship Type="http://schemas.openxmlformats.org/officeDocument/2006/relationships/notesSlide" Target="/ppt/notesSlides/notesSlide1.xml" Id="R063eb19888934a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8" name="path-1">
            <a:extLst xmlns:a="http://schemas.openxmlformats.org/drawingml/2006/main">
              <a:ext uri="{FF2B5EF4-FFF2-40B4-BE49-F238E27FC236}">
                <a16:creationId xmlns:a16="http://schemas.microsoft.com/office/drawing/2014/main" id="{036369C0-0732-4C83-BB41-CAC2D1D8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253996"/>
          </a:xfrm>
          <a:custGeom xmlns:a="http://schemas.openxmlformats.org/drawingml/2006/main">
            <a:pathLst>
              <a:path w="15240000" h="6253996">
                <a:moveTo>
                  <a:pt x="15240000" y="6253996"/>
                </a:moveTo>
                <a:lnTo>
                  <a:pt x="15240000" y="0"/>
                </a:lnTo>
                <a:lnTo>
                  <a:pt x="0" y="0"/>
                </a:lnTo>
                <a:lnTo>
                  <a:pt x="0" y="6253996"/>
                </a:lnTo>
                <a:lnTo>
                  <a:pt x="15240000" y="6253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F41CF8A5-007B-4978-9625-5A9032BA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253996"/>
          </a:xfrm>
          <a:custGeom xmlns:a="http://schemas.openxmlformats.org/drawingml/2006/main">
            <a:pathLst>
              <a:path w="15240000" h="6253996">
                <a:moveTo>
                  <a:pt x="0" y="6253996"/>
                </a:moveTo>
                <a:lnTo>
                  <a:pt x="15240000" y="6253996"/>
                </a:lnTo>
                <a:lnTo>
                  <a:pt x="15240000" y="0"/>
                </a:lnTo>
                <a:lnTo>
                  <a:pt x="0" y="0"/>
                </a:lnTo>
                <a:lnTo>
                  <a:pt x="0" y="62539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C45A5E9C-CC21-4A52-8B8D-8A8F243A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50" y="110340"/>
            <a:ext cx="5551903" cy="3677561"/>
          </a:xfrm>
          <a:custGeom xmlns:a="http://schemas.openxmlformats.org/drawingml/2006/main">
            <a:pathLst>
              <a:path w="5551903" h="3677561">
                <a:moveTo>
                  <a:pt x="0" y="205538"/>
                </a:moveTo>
                <a:cubicBezTo>
                  <a:pt x="0" y="92022"/>
                  <a:pt x="92024" y="0"/>
                  <a:pt x="205538" y="0"/>
                </a:cubicBezTo>
                <a:lnTo>
                  <a:pt x="5346366" y="0"/>
                </a:lnTo>
                <a:cubicBezTo>
                  <a:pt x="5459882" y="0"/>
                  <a:pt x="5551903" y="92022"/>
                  <a:pt x="5551903" y="205538"/>
                </a:cubicBezTo>
                <a:lnTo>
                  <a:pt x="5551903" y="3472024"/>
                </a:lnTo>
                <a:cubicBezTo>
                  <a:pt x="5551903" y="3585538"/>
                  <a:pt x="5459882" y="3677561"/>
                  <a:pt x="5346366" y="3677561"/>
                </a:cubicBezTo>
                <a:lnTo>
                  <a:pt x="205538" y="3677561"/>
                </a:lnTo>
                <a:cubicBezTo>
                  <a:pt x="92024" y="3677561"/>
                  <a:pt x="0" y="3585538"/>
                  <a:pt x="0" y="3472024"/>
                </a:cubicBezTo>
                <a:lnTo>
                  <a:pt x="0" y="205538"/>
                </a:lnTo>
              </a:path>
            </a:pathLst>
          </a:custGeom>
          <a:solidFill xmlns:a="http://schemas.openxmlformats.org/drawingml/2006/main">
            <a:srgbClr val="FFF1E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7A310B6B-080C-4BE0-92EF-8455761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950" y="110340"/>
            <a:ext cx="5551903" cy="3677560"/>
          </a:xfrm>
          <a:custGeom xmlns:a="http://schemas.openxmlformats.org/drawingml/2006/main">
            <a:pathLst>
              <a:path w="5551903" h="3677560">
                <a:moveTo>
                  <a:pt x="0" y="205537"/>
                </a:moveTo>
                <a:cubicBezTo>
                  <a:pt x="0" y="92022"/>
                  <a:pt x="92022" y="0"/>
                  <a:pt x="205537" y="0"/>
                </a:cubicBezTo>
                <a:lnTo>
                  <a:pt x="5346366" y="0"/>
                </a:lnTo>
                <a:cubicBezTo>
                  <a:pt x="5459882" y="0"/>
                  <a:pt x="5551903" y="92022"/>
                  <a:pt x="5551903" y="205537"/>
                </a:cubicBezTo>
                <a:lnTo>
                  <a:pt x="5551903" y="3472024"/>
                </a:lnTo>
                <a:cubicBezTo>
                  <a:pt x="5551903" y="3585539"/>
                  <a:pt x="5459882" y="3677560"/>
                  <a:pt x="5346366" y="3677560"/>
                </a:cubicBezTo>
                <a:lnTo>
                  <a:pt x="205537" y="3677560"/>
                </a:lnTo>
                <a:cubicBezTo>
                  <a:pt x="92022" y="3677560"/>
                  <a:pt x="0" y="3585539"/>
                  <a:pt x="0" y="3472024"/>
                </a:cubicBezTo>
                <a:lnTo>
                  <a:pt x="0" y="205537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FB6611"/>
            </a:solidFill>
            <a:prstDash val="dash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123451EB-A0CD-40FE-B511-9C03CBE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45" y="100879"/>
            <a:ext cx="4638412" cy="3677560"/>
          </a:xfrm>
          <a:custGeom xmlns:a="http://schemas.openxmlformats.org/drawingml/2006/main">
            <a:pathLst>
              <a:path w="4638412" h="3677560">
                <a:moveTo>
                  <a:pt x="0" y="195534"/>
                </a:moveTo>
                <a:cubicBezTo>
                  <a:pt x="0" y="87544"/>
                  <a:pt x="87544" y="0"/>
                  <a:pt x="195534" y="0"/>
                </a:cubicBezTo>
                <a:lnTo>
                  <a:pt x="4442877" y="0"/>
                </a:lnTo>
                <a:cubicBezTo>
                  <a:pt x="4550868" y="0"/>
                  <a:pt x="4638412" y="87544"/>
                  <a:pt x="4638412" y="195534"/>
                </a:cubicBezTo>
                <a:lnTo>
                  <a:pt x="4638412" y="3482026"/>
                </a:lnTo>
                <a:cubicBezTo>
                  <a:pt x="4638412" y="3590016"/>
                  <a:pt x="4550868" y="3677560"/>
                  <a:pt x="4442877" y="3677560"/>
                </a:cubicBezTo>
                <a:lnTo>
                  <a:pt x="195534" y="3677560"/>
                </a:lnTo>
                <a:cubicBezTo>
                  <a:pt x="87544" y="3677560"/>
                  <a:pt x="0" y="3590016"/>
                  <a:pt x="0" y="3482026"/>
                </a:cubicBezTo>
                <a:lnTo>
                  <a:pt x="0" y="195534"/>
                </a:lnTo>
              </a:path>
            </a:pathLst>
          </a:custGeom>
          <a:solidFill xmlns:a="http://schemas.openxmlformats.org/drawingml/2006/main">
            <a:srgbClr val="FFF0F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068DE5C4-90E9-4D11-AEAD-6F327A12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745" y="100879"/>
            <a:ext cx="4638412" cy="3677561"/>
          </a:xfrm>
          <a:custGeom xmlns:a="http://schemas.openxmlformats.org/drawingml/2006/main">
            <a:pathLst>
              <a:path w="4638412" h="3677561">
                <a:moveTo>
                  <a:pt x="0" y="195535"/>
                </a:moveTo>
                <a:cubicBezTo>
                  <a:pt x="0" y="87544"/>
                  <a:pt x="87544" y="0"/>
                  <a:pt x="195535" y="0"/>
                </a:cubicBezTo>
                <a:lnTo>
                  <a:pt x="4442878" y="0"/>
                </a:lnTo>
                <a:cubicBezTo>
                  <a:pt x="4550868" y="0"/>
                  <a:pt x="4638412" y="87544"/>
                  <a:pt x="4638412" y="195535"/>
                </a:cubicBezTo>
                <a:lnTo>
                  <a:pt x="4638412" y="3482027"/>
                </a:lnTo>
                <a:cubicBezTo>
                  <a:pt x="4638412" y="3590017"/>
                  <a:pt x="4550868" y="3677561"/>
                  <a:pt x="4442878" y="3677561"/>
                </a:cubicBezTo>
                <a:lnTo>
                  <a:pt x="195535" y="3677561"/>
                </a:lnTo>
                <a:cubicBezTo>
                  <a:pt x="87544" y="3677561"/>
                  <a:pt x="0" y="3590017"/>
                  <a:pt x="0" y="3482027"/>
                </a:cubicBezTo>
                <a:lnTo>
                  <a:pt x="0" y="195535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F4007A"/>
            </a:solidFill>
            <a:prstDash val="dash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0D0D3C1A-C676-4F68-B1FB-B7A0866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4" y="110340"/>
            <a:ext cx="4638414" cy="3677561"/>
          </a:xfrm>
          <a:custGeom xmlns:a="http://schemas.openxmlformats.org/drawingml/2006/main">
            <a:pathLst>
              <a:path w="4638414" h="3677561">
                <a:moveTo>
                  <a:pt x="0" y="190533"/>
                </a:moveTo>
                <a:cubicBezTo>
                  <a:pt x="0" y="85304"/>
                  <a:pt x="85304" y="0"/>
                  <a:pt x="190533" y="0"/>
                </a:cubicBezTo>
                <a:lnTo>
                  <a:pt x="4447881" y="0"/>
                </a:lnTo>
                <a:cubicBezTo>
                  <a:pt x="4553109" y="0"/>
                  <a:pt x="4638414" y="85304"/>
                  <a:pt x="4638414" y="190533"/>
                </a:cubicBezTo>
                <a:lnTo>
                  <a:pt x="4638414" y="3487027"/>
                </a:lnTo>
                <a:cubicBezTo>
                  <a:pt x="4638414" y="3592257"/>
                  <a:pt x="4553109" y="3677561"/>
                  <a:pt x="4447881" y="3677561"/>
                </a:cubicBezTo>
                <a:lnTo>
                  <a:pt x="190533" y="3677561"/>
                </a:lnTo>
                <a:cubicBezTo>
                  <a:pt x="85304" y="3677561"/>
                  <a:pt x="0" y="3592257"/>
                  <a:pt x="0" y="3487027"/>
                </a:cubicBezTo>
                <a:lnTo>
                  <a:pt x="0" y="190533"/>
                </a:lnTo>
              </a:path>
            </a:pathLst>
          </a:custGeom>
          <a:solidFill xmlns:a="http://schemas.openxmlformats.org/drawingml/2006/main">
            <a:srgbClr val="EAF4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D7AA1179-FADF-45A3-9440-C66C4E3D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34" y="110340"/>
            <a:ext cx="4638413" cy="3677560"/>
          </a:xfrm>
          <a:custGeom xmlns:a="http://schemas.openxmlformats.org/drawingml/2006/main">
            <a:pathLst>
              <a:path w="4638413" h="3677560">
                <a:moveTo>
                  <a:pt x="0" y="190533"/>
                </a:moveTo>
                <a:cubicBezTo>
                  <a:pt x="0" y="85304"/>
                  <a:pt x="85304" y="0"/>
                  <a:pt x="190533" y="0"/>
                </a:cubicBezTo>
                <a:lnTo>
                  <a:pt x="4447881" y="0"/>
                </a:lnTo>
                <a:cubicBezTo>
                  <a:pt x="4553108" y="0"/>
                  <a:pt x="4638413" y="85304"/>
                  <a:pt x="4638413" y="190533"/>
                </a:cubicBezTo>
                <a:lnTo>
                  <a:pt x="4638413" y="3487028"/>
                </a:lnTo>
                <a:cubicBezTo>
                  <a:pt x="4638413" y="3592255"/>
                  <a:pt x="4553108" y="3677560"/>
                  <a:pt x="4447881" y="3677560"/>
                </a:cubicBezTo>
                <a:lnTo>
                  <a:pt x="190533" y="3677560"/>
                </a:lnTo>
                <a:cubicBezTo>
                  <a:pt x="85304" y="3677560"/>
                  <a:pt x="0" y="3592255"/>
                  <a:pt x="0" y="3487028"/>
                </a:cubicBezTo>
                <a:lnTo>
                  <a:pt x="0" y="190533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0079F5"/>
            </a:solidFill>
            <a:prstDash val="dash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2EA3C0A7-20BC-4790-BEFE-3283806F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" y="3876208"/>
            <a:ext cx="15017511" cy="2275059"/>
          </a:xfrm>
          <a:custGeom xmlns:a="http://schemas.openxmlformats.org/drawingml/2006/main">
            <a:pathLst>
              <a:path w="15017511" h="2275059">
                <a:moveTo>
                  <a:pt x="0" y="152542"/>
                </a:moveTo>
                <a:cubicBezTo>
                  <a:pt x="0" y="68296"/>
                  <a:pt x="68295" y="0"/>
                  <a:pt x="152540" y="0"/>
                </a:cubicBezTo>
                <a:lnTo>
                  <a:pt x="14864973" y="0"/>
                </a:lnTo>
                <a:cubicBezTo>
                  <a:pt x="14949215" y="0"/>
                  <a:pt x="15017511" y="68296"/>
                  <a:pt x="15017511" y="152542"/>
                </a:cubicBezTo>
                <a:lnTo>
                  <a:pt x="15017511" y="2122518"/>
                </a:lnTo>
                <a:cubicBezTo>
                  <a:pt x="15017511" y="2206765"/>
                  <a:pt x="14949215" y="2275059"/>
                  <a:pt x="14864973" y="2275059"/>
                </a:cubicBezTo>
                <a:lnTo>
                  <a:pt x="152540" y="2275059"/>
                </a:lnTo>
                <a:cubicBezTo>
                  <a:pt x="68295" y="2275059"/>
                  <a:pt x="0" y="2206765"/>
                  <a:pt x="0" y="2122518"/>
                </a:cubicBezTo>
                <a:lnTo>
                  <a:pt x="0" y="152542"/>
                </a:lnTo>
              </a:path>
            </a:pathLst>
          </a:custGeom>
          <a:solidFill xmlns:a="http://schemas.openxmlformats.org/drawingml/2006/main">
            <a:srgbClr val="F3EAFB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1595933B-B8B0-417A-AE95-78B912F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" y="3876208"/>
            <a:ext cx="15017513" cy="2275058"/>
          </a:xfrm>
          <a:custGeom xmlns:a="http://schemas.openxmlformats.org/drawingml/2006/main">
            <a:pathLst>
              <a:path w="15017513" h="2275058">
                <a:moveTo>
                  <a:pt x="0" y="152541"/>
                </a:moveTo>
                <a:cubicBezTo>
                  <a:pt x="0" y="68295"/>
                  <a:pt x="68295" y="0"/>
                  <a:pt x="152540" y="0"/>
                </a:cubicBezTo>
                <a:lnTo>
                  <a:pt x="14864973" y="0"/>
                </a:lnTo>
                <a:cubicBezTo>
                  <a:pt x="14949219" y="0"/>
                  <a:pt x="15017513" y="68295"/>
                  <a:pt x="15017513" y="152541"/>
                </a:cubicBezTo>
                <a:lnTo>
                  <a:pt x="15017513" y="2122518"/>
                </a:lnTo>
                <a:cubicBezTo>
                  <a:pt x="15017513" y="2206765"/>
                  <a:pt x="14949219" y="2275058"/>
                  <a:pt x="14864973" y="2275058"/>
                </a:cubicBezTo>
                <a:lnTo>
                  <a:pt x="152540" y="2275058"/>
                </a:lnTo>
                <a:cubicBezTo>
                  <a:pt x="68295" y="2275058"/>
                  <a:pt x="0" y="2206765"/>
                  <a:pt x="0" y="2122518"/>
                </a:cubicBezTo>
                <a:lnTo>
                  <a:pt x="0" y="152541"/>
                </a:lnTo>
              </a:path>
            </a:pathLst>
          </a:custGeom>
          <a:noFill xmlns:a="http://schemas.openxmlformats.org/drawingml/2006/main"/>
          <a:ln xmlns:a="http://schemas.openxmlformats.org/drawingml/2006/main" w="47079">
            <a:solidFill>
              <a:srgbClr val="7E3ABB"/>
            </a:solidFill>
            <a:prstDash val="dash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7D0622F3-FE93-453B-BACA-2AFDB607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844" y="4541685"/>
            <a:ext cx="2888541" cy="1385735"/>
          </a:xfrm>
          <a:custGeom xmlns:a="http://schemas.openxmlformats.org/drawingml/2006/main">
            <a:pathLst>
              <a:path w="2888541" h="1385735">
                <a:moveTo>
                  <a:pt x="0" y="116790"/>
                </a:moveTo>
                <a:cubicBezTo>
                  <a:pt x="0" y="52289"/>
                  <a:pt x="52291" y="0"/>
                  <a:pt x="116790" y="0"/>
                </a:cubicBezTo>
                <a:lnTo>
                  <a:pt x="2771753" y="0"/>
                </a:lnTo>
                <a:cubicBezTo>
                  <a:pt x="2836251" y="0"/>
                  <a:pt x="2888541" y="52289"/>
                  <a:pt x="2888541" y="116790"/>
                </a:cubicBezTo>
                <a:lnTo>
                  <a:pt x="2888541" y="1268945"/>
                </a:lnTo>
                <a:cubicBezTo>
                  <a:pt x="2888541" y="1333446"/>
                  <a:pt x="2836251" y="1385735"/>
                  <a:pt x="2771753" y="1385735"/>
                </a:cubicBezTo>
                <a:lnTo>
                  <a:pt x="116790" y="1385735"/>
                </a:lnTo>
                <a:cubicBezTo>
                  <a:pt x="52291" y="1385735"/>
                  <a:pt x="0" y="1333446"/>
                  <a:pt x="0" y="1268945"/>
                </a:cubicBezTo>
                <a:lnTo>
                  <a:pt x="0" y="11679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5083181E-BA72-4CEE-8EBE-2E1700F4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844" y="4541685"/>
            <a:ext cx="2888539" cy="1385735"/>
          </a:xfrm>
          <a:custGeom xmlns:a="http://schemas.openxmlformats.org/drawingml/2006/main">
            <a:pathLst>
              <a:path w="2888539" h="1385735">
                <a:moveTo>
                  <a:pt x="0" y="116790"/>
                </a:moveTo>
                <a:cubicBezTo>
                  <a:pt x="0" y="52289"/>
                  <a:pt x="52289" y="0"/>
                  <a:pt x="116789" y="0"/>
                </a:cubicBezTo>
                <a:lnTo>
                  <a:pt x="2771751" y="0"/>
                </a:lnTo>
                <a:cubicBezTo>
                  <a:pt x="2836251" y="0"/>
                  <a:pt x="2888539" y="52289"/>
                  <a:pt x="2888539" y="116790"/>
                </a:cubicBezTo>
                <a:lnTo>
                  <a:pt x="2888539" y="1268945"/>
                </a:lnTo>
                <a:cubicBezTo>
                  <a:pt x="2888539" y="1333446"/>
                  <a:pt x="2836251" y="1385735"/>
                  <a:pt x="2771751" y="1385735"/>
                </a:cubicBezTo>
                <a:lnTo>
                  <a:pt x="116789" y="1385735"/>
                </a:lnTo>
                <a:cubicBezTo>
                  <a:pt x="52289" y="1385735"/>
                  <a:pt x="0" y="1333446"/>
                  <a:pt x="0" y="1268945"/>
                </a:cubicBezTo>
                <a:lnTo>
                  <a:pt x="0" y="116790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13" name="text-13 Rollout">
            <a:extLst xmlns:a="http://schemas.openxmlformats.org/drawingml/2006/main">
              <a:ext uri="{FF2B5EF4-FFF2-40B4-BE49-F238E27FC236}">
                <a16:creationId xmlns:a16="http://schemas.microsoft.com/office/drawing/2014/main" id="{1A970310-B948-4009-BE48-C587459F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22" y="164591"/>
            <a:ext cx="1065498" cy="474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8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14" name="text-14 Sampling">
            <a:extLst xmlns:a="http://schemas.openxmlformats.org/drawingml/2006/main">
              <a:ext uri="{FF2B5EF4-FFF2-40B4-BE49-F238E27FC236}">
                <a16:creationId xmlns:a16="http://schemas.microsoft.com/office/drawing/2014/main" id="{735E6C5F-2101-4054-9A0A-DDD5BEE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898" y="164604"/>
            <a:ext cx="1372075" cy="474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Sampling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CA34A2F1-C261-4810-9601-A8461211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752" y="1168547"/>
            <a:ext cx="976681" cy="603310"/>
          </a:xfrm>
          <a:custGeom xmlns:a="http://schemas.openxmlformats.org/drawingml/2006/main">
            <a:pathLst>
              <a:path w="976681" h="603310">
                <a:moveTo>
                  <a:pt x="0" y="100554"/>
                </a:moveTo>
                <a:cubicBezTo>
                  <a:pt x="0" y="45019"/>
                  <a:pt x="45021" y="0"/>
                  <a:pt x="100554" y="0"/>
                </a:cubicBezTo>
                <a:lnTo>
                  <a:pt x="876127" y="0"/>
                </a:lnTo>
                <a:cubicBezTo>
                  <a:pt x="931661" y="0"/>
                  <a:pt x="976681" y="45019"/>
                  <a:pt x="976681" y="100554"/>
                </a:cubicBezTo>
                <a:lnTo>
                  <a:pt x="976681" y="502756"/>
                </a:lnTo>
                <a:cubicBezTo>
                  <a:pt x="976681" y="558292"/>
                  <a:pt x="931661" y="603310"/>
                  <a:pt x="876127" y="603310"/>
                </a:cubicBezTo>
                <a:lnTo>
                  <a:pt x="100554" y="603310"/>
                </a:lnTo>
                <a:cubicBezTo>
                  <a:pt x="45021" y="603310"/>
                  <a:pt x="0" y="558292"/>
                  <a:pt x="0" y="502756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3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0D891C8D-0786-4443-913B-4C27AD3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752" y="1168547"/>
            <a:ext cx="976680" cy="603312"/>
          </a:xfrm>
          <a:custGeom xmlns:a="http://schemas.openxmlformats.org/drawingml/2006/main">
            <a:pathLst>
              <a:path w="976680" h="603312">
                <a:moveTo>
                  <a:pt x="0" y="100554"/>
                </a:moveTo>
                <a:cubicBezTo>
                  <a:pt x="0" y="45020"/>
                  <a:pt x="45020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0" y="45020"/>
                  <a:pt x="976680" y="100554"/>
                </a:cubicBezTo>
                <a:lnTo>
                  <a:pt x="976680" y="502758"/>
                </a:lnTo>
                <a:cubicBezTo>
                  <a:pt x="976680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20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5F03A8"/>
            </a:solidFill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F2F85313-6780-4BF2-B4DB-0335CC8A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5" y="1168547"/>
            <a:ext cx="1194045" cy="603310"/>
          </a:xfrm>
          <a:custGeom xmlns:a="http://schemas.openxmlformats.org/drawingml/2006/main">
            <a:pathLst>
              <a:path w="1194045" h="603310">
                <a:moveTo>
                  <a:pt x="0" y="100552"/>
                </a:moveTo>
                <a:cubicBezTo>
                  <a:pt x="0" y="45019"/>
                  <a:pt x="45020" y="0"/>
                  <a:pt x="100554" y="0"/>
                </a:cubicBezTo>
                <a:lnTo>
                  <a:pt x="1093491" y="0"/>
                </a:lnTo>
                <a:cubicBezTo>
                  <a:pt x="1149027" y="0"/>
                  <a:pt x="1194045" y="45019"/>
                  <a:pt x="1194045" y="100552"/>
                </a:cubicBezTo>
                <a:lnTo>
                  <a:pt x="1194045" y="502758"/>
                </a:lnTo>
                <a:cubicBezTo>
                  <a:pt x="1194045" y="558292"/>
                  <a:pt x="1149027" y="603310"/>
                  <a:pt x="1093491" y="603310"/>
                </a:cubicBezTo>
                <a:lnTo>
                  <a:pt x="100554" y="603310"/>
                </a:lnTo>
                <a:cubicBezTo>
                  <a:pt x="45020" y="603310"/>
                  <a:pt x="0" y="558292"/>
                  <a:pt x="0" y="502758"/>
                </a:cubicBezTo>
                <a:lnTo>
                  <a:pt x="0" y="100552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32293D2-EC43-4EBD-A911-E977E42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815" y="1168547"/>
            <a:ext cx="1194045" cy="603312"/>
          </a:xfrm>
          <a:custGeom xmlns:a="http://schemas.openxmlformats.org/drawingml/2006/main">
            <a:pathLst>
              <a:path w="1194045" h="603312">
                <a:moveTo>
                  <a:pt x="0" y="100554"/>
                </a:moveTo>
                <a:cubicBezTo>
                  <a:pt x="0" y="45019"/>
                  <a:pt x="45019" y="0"/>
                  <a:pt x="100554" y="0"/>
                </a:cubicBezTo>
                <a:lnTo>
                  <a:pt x="1093491" y="0"/>
                </a:lnTo>
                <a:cubicBezTo>
                  <a:pt x="1149026" y="0"/>
                  <a:pt x="1194045" y="45019"/>
                  <a:pt x="1194045" y="100554"/>
                </a:cubicBezTo>
                <a:lnTo>
                  <a:pt x="1194045" y="502758"/>
                </a:lnTo>
                <a:cubicBezTo>
                  <a:pt x="1194045" y="558292"/>
                  <a:pt x="1149026" y="603312"/>
                  <a:pt x="1093491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19" name="text-19 Terminal">
            <a:extLst xmlns:a="http://schemas.openxmlformats.org/drawingml/2006/main">
              <a:ext uri="{FF2B5EF4-FFF2-40B4-BE49-F238E27FC236}">
                <a16:creationId xmlns:a16="http://schemas.microsoft.com/office/drawing/2014/main" id="{68FA0589-DEA7-41FE-8577-9B7C52C3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0264" y="164221"/>
            <a:ext cx="1286139" cy="474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Terminal</a:t>
            </a:r>
          </a:p>
        </p:txBody>
      </p:sp>
      <p:sp>
        <p:nvSpPr>
          <p:cNvPr id="20" name="text-19 Evaluation">
            <a:extLst xmlns:a="http://schemas.openxmlformats.org/drawingml/2006/main">
              <a:ext uri="{FF2B5EF4-FFF2-40B4-BE49-F238E27FC236}">
                <a16:creationId xmlns:a16="http://schemas.microsoft.com/office/drawing/2014/main" id="{5EC99F7E-E184-4004-B0B3-896D04F6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1961" y="164080"/>
            <a:ext cx="1553722" cy="475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2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1" name="path-20">
            <a:extLst xmlns:a="http://schemas.openxmlformats.org/drawingml/2006/main">
              <a:ext uri="{FF2B5EF4-FFF2-40B4-BE49-F238E27FC236}">
                <a16:creationId xmlns:a16="http://schemas.microsoft.com/office/drawing/2014/main" id="{CE1CEE7C-39DC-4A69-AFE9-A6E03739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2138720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1">
            <a:extLst xmlns:a="http://schemas.openxmlformats.org/drawingml/2006/main">
              <a:ext uri="{FF2B5EF4-FFF2-40B4-BE49-F238E27FC236}">
                <a16:creationId xmlns:a16="http://schemas.microsoft.com/office/drawing/2014/main" id="{479A1527-E387-4EA6-B3E2-855D2877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2235867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2">
            <a:extLst xmlns:a="http://schemas.openxmlformats.org/drawingml/2006/main">
              <a:ext uri="{FF2B5EF4-FFF2-40B4-BE49-F238E27FC236}">
                <a16:creationId xmlns:a16="http://schemas.microsoft.com/office/drawing/2014/main" id="{FB6A4416-39F9-4DA8-B463-14D9891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2322923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C8F3E0AD-ECED-40DD-AC3D-4DEB952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2357864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4">
            <a:extLst xmlns:a="http://schemas.openxmlformats.org/drawingml/2006/main">
              <a:ext uri="{FF2B5EF4-FFF2-40B4-BE49-F238E27FC236}">
                <a16:creationId xmlns:a16="http://schemas.microsoft.com/office/drawing/2014/main" id="{E6E62318-DAC7-4973-A391-DDFCC791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2306647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5">
            <a:extLst xmlns:a="http://schemas.openxmlformats.org/drawingml/2006/main">
              <a:ext uri="{FF2B5EF4-FFF2-40B4-BE49-F238E27FC236}">
                <a16:creationId xmlns:a16="http://schemas.microsoft.com/office/drawing/2014/main" id="{76F371E0-B8F8-4520-84AF-3EF2AC0A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2161317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FCBF93CB-C5A9-4EAD-AAA4-428740C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2257375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7">
            <a:extLst xmlns:a="http://schemas.openxmlformats.org/drawingml/2006/main">
              <a:ext uri="{FF2B5EF4-FFF2-40B4-BE49-F238E27FC236}">
                <a16:creationId xmlns:a16="http://schemas.microsoft.com/office/drawing/2014/main" id="{C642822D-BED3-47A1-8CD7-2848289E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208731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29" name="path-28">
            <a:extLst xmlns:a="http://schemas.openxmlformats.org/drawingml/2006/main">
              <a:ext uri="{FF2B5EF4-FFF2-40B4-BE49-F238E27FC236}">
                <a16:creationId xmlns:a16="http://schemas.microsoft.com/office/drawing/2014/main" id="{500F96B1-E069-43B8-83DF-7102EE2B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2161317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29">
            <a:extLst xmlns:a="http://schemas.openxmlformats.org/drawingml/2006/main">
              <a:ext uri="{FF2B5EF4-FFF2-40B4-BE49-F238E27FC236}">
                <a16:creationId xmlns:a16="http://schemas.microsoft.com/office/drawing/2014/main" id="{63306E39-0A5C-429E-9326-AB938EC2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2257375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F1C84025-3792-4453-A8FC-C1FEB607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2179395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1">
            <a:extLst xmlns:a="http://schemas.openxmlformats.org/drawingml/2006/main">
              <a:ext uri="{FF2B5EF4-FFF2-40B4-BE49-F238E27FC236}">
                <a16:creationId xmlns:a16="http://schemas.microsoft.com/office/drawing/2014/main" id="{FE1D03B0-A30E-493B-9504-98D340C0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2387150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04CFD75C-71AE-4963-BAD7-28067C8F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208731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4" name="path-33">
            <a:extLst xmlns:a="http://schemas.openxmlformats.org/drawingml/2006/main">
              <a:ext uri="{FF2B5EF4-FFF2-40B4-BE49-F238E27FC236}">
                <a16:creationId xmlns:a16="http://schemas.microsoft.com/office/drawing/2014/main" id="{B64920D1-A0EA-4185-9283-BA0266D5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208731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5" name="path-34">
            <a:extLst xmlns:a="http://schemas.openxmlformats.org/drawingml/2006/main">
              <a:ext uri="{FF2B5EF4-FFF2-40B4-BE49-F238E27FC236}">
                <a16:creationId xmlns:a16="http://schemas.microsoft.com/office/drawing/2014/main" id="{0F3942AE-46ED-43AA-B0CE-162A8CB6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208731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FC52275A-7084-4446-80E6-5D0B387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18" y="2201235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6">
            <a:extLst xmlns:a="http://schemas.openxmlformats.org/drawingml/2006/main">
              <a:ext uri="{FF2B5EF4-FFF2-40B4-BE49-F238E27FC236}">
                <a16:creationId xmlns:a16="http://schemas.microsoft.com/office/drawing/2014/main" id="{089C8316-071C-49DB-9DCC-4C64E0F4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8" y="2266940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7">
            <a:extLst xmlns:a="http://schemas.openxmlformats.org/drawingml/2006/main">
              <a:ext uri="{FF2B5EF4-FFF2-40B4-BE49-F238E27FC236}">
                <a16:creationId xmlns:a16="http://schemas.microsoft.com/office/drawing/2014/main" id="{EA53749D-43C4-4641-829C-92B3D756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35" y="2405481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8">
            <a:extLst xmlns:a="http://schemas.openxmlformats.org/drawingml/2006/main">
              <a:ext uri="{FF2B5EF4-FFF2-40B4-BE49-F238E27FC236}">
                <a16:creationId xmlns:a16="http://schemas.microsoft.com/office/drawing/2014/main" id="{EEF07B0E-A641-455F-B2E6-FD27FE13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" y="2268135"/>
            <a:ext cx="110331" cy="165078"/>
          </a:xfrm>
          <a:custGeom xmlns:a="http://schemas.openxmlformats.org/drawingml/2006/main">
            <a:pathLst>
              <a:path w="110331" h="165078">
                <a:moveTo>
                  <a:pt x="76981" y="131728"/>
                </a:moveTo>
                <a:cubicBezTo>
                  <a:pt x="76981" y="136350"/>
                  <a:pt x="77240" y="139837"/>
                  <a:pt x="77758" y="142187"/>
                </a:cubicBezTo>
                <a:cubicBezTo>
                  <a:pt x="78276" y="144538"/>
                  <a:pt x="79192" y="146451"/>
                  <a:pt x="80507" y="147925"/>
                </a:cubicBezTo>
                <a:cubicBezTo>
                  <a:pt x="81822" y="149399"/>
                  <a:pt x="83715" y="150555"/>
                  <a:pt x="86185" y="151392"/>
                </a:cubicBezTo>
                <a:cubicBezTo>
                  <a:pt x="88655" y="152228"/>
                  <a:pt x="91763" y="152866"/>
                  <a:pt x="95509" y="153304"/>
                </a:cubicBezTo>
                <a:cubicBezTo>
                  <a:pt x="99254" y="153743"/>
                  <a:pt x="104195" y="154041"/>
                  <a:pt x="110331" y="154201"/>
                </a:cubicBezTo>
                <a:lnTo>
                  <a:pt x="110331" y="165078"/>
                </a:lnTo>
                <a:lnTo>
                  <a:pt x="7172" y="165078"/>
                </a:lnTo>
                <a:lnTo>
                  <a:pt x="7172" y="154201"/>
                </a:lnTo>
                <a:cubicBezTo>
                  <a:pt x="16018" y="153802"/>
                  <a:pt x="22333" y="153264"/>
                  <a:pt x="26119" y="152587"/>
                </a:cubicBezTo>
                <a:cubicBezTo>
                  <a:pt x="29904" y="151910"/>
                  <a:pt x="32793" y="150894"/>
                  <a:pt x="34785" y="149539"/>
                </a:cubicBezTo>
                <a:cubicBezTo>
                  <a:pt x="36777" y="148184"/>
                  <a:pt x="38231" y="146272"/>
                  <a:pt x="39148" y="143801"/>
                </a:cubicBezTo>
                <a:cubicBezTo>
                  <a:pt x="40064" y="141331"/>
                  <a:pt x="40523" y="137306"/>
                  <a:pt x="40523" y="131728"/>
                </a:cubicBezTo>
                <a:lnTo>
                  <a:pt x="40523" y="45304"/>
                </a:lnTo>
                <a:cubicBezTo>
                  <a:pt x="40523" y="42037"/>
                  <a:pt x="39905" y="39686"/>
                  <a:pt x="38670" y="38251"/>
                </a:cubicBezTo>
                <a:cubicBezTo>
                  <a:pt x="37435" y="36817"/>
                  <a:pt x="35741" y="36100"/>
                  <a:pt x="33589" y="36100"/>
                </a:cubicBezTo>
                <a:cubicBezTo>
                  <a:pt x="31597" y="36100"/>
                  <a:pt x="28788" y="37016"/>
                  <a:pt x="25162" y="38849"/>
                </a:cubicBezTo>
                <a:cubicBezTo>
                  <a:pt x="21536" y="40682"/>
                  <a:pt x="15579" y="44427"/>
                  <a:pt x="7292" y="50085"/>
                </a:cubicBezTo>
                <a:lnTo>
                  <a:pt x="0" y="37415"/>
                </a:lnTo>
                <a:lnTo>
                  <a:pt x="62398" y="0"/>
                </a:lnTo>
                <a:lnTo>
                  <a:pt x="77698" y="0"/>
                </a:lnTo>
                <a:cubicBezTo>
                  <a:pt x="77220" y="7650"/>
                  <a:pt x="76981" y="18249"/>
                  <a:pt x="76981" y="31796"/>
                </a:cubicBezTo>
                <a:lnTo>
                  <a:pt x="76981" y="1317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39">
            <a:extLst xmlns:a="http://schemas.openxmlformats.org/drawingml/2006/main">
              <a:ext uri="{FF2B5EF4-FFF2-40B4-BE49-F238E27FC236}">
                <a16:creationId xmlns:a16="http://schemas.microsoft.com/office/drawing/2014/main" id="{98C11AFC-A534-484A-A3A0-2F5193BA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45" y="2707423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25F91EBF-824E-4308-9533-20B7926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24" y="2773129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60F7F5FA-D414-41CE-AFCE-48C6957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61" y="2911670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2">
            <a:extLst xmlns:a="http://schemas.openxmlformats.org/drawingml/2006/main">
              <a:ext uri="{FF2B5EF4-FFF2-40B4-BE49-F238E27FC236}">
                <a16:creationId xmlns:a16="http://schemas.microsoft.com/office/drawing/2014/main" id="{B640754E-2046-4F43-97D4-41CDF0B7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28" y="2818911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3">
            <a:extLst xmlns:a="http://schemas.openxmlformats.org/drawingml/2006/main">
              <a:ext uri="{FF2B5EF4-FFF2-40B4-BE49-F238E27FC236}">
                <a16:creationId xmlns:a16="http://schemas.microsoft.com/office/drawing/2014/main" id="{CB4DB69C-CDDF-4C48-93A2-368F617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2667506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C4F9DE8F-C878-4D0F-B5D0-34D9B61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2760135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F0011476-0C63-4349-B817-20FF72E1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2851711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ath-46">
            <a:extLst xmlns:a="http://schemas.openxmlformats.org/drawingml/2006/main">
              <a:ext uri="{FF2B5EF4-FFF2-40B4-BE49-F238E27FC236}">
                <a16:creationId xmlns:a16="http://schemas.microsoft.com/office/drawing/2014/main" id="{D4CE861D-E870-4C6F-9F84-4239F4C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2886652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th-47">
            <a:extLst xmlns:a="http://schemas.openxmlformats.org/drawingml/2006/main">
              <a:ext uri="{FF2B5EF4-FFF2-40B4-BE49-F238E27FC236}">
                <a16:creationId xmlns:a16="http://schemas.microsoft.com/office/drawing/2014/main" id="{E6F894FB-A192-47CD-805D-F5C4092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2835435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ath-48">
            <a:extLst xmlns:a="http://schemas.openxmlformats.org/drawingml/2006/main">
              <a:ext uri="{FF2B5EF4-FFF2-40B4-BE49-F238E27FC236}">
                <a16:creationId xmlns:a16="http://schemas.microsoft.com/office/drawing/2014/main" id="{7952461B-22F7-4A9C-A6B4-6407E89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269010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49">
            <a:extLst xmlns:a="http://schemas.openxmlformats.org/drawingml/2006/main">
              <a:ext uri="{FF2B5EF4-FFF2-40B4-BE49-F238E27FC236}">
                <a16:creationId xmlns:a16="http://schemas.microsoft.com/office/drawing/2014/main" id="{5BF08F71-FD28-42B7-BDFF-5D4683E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2781643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A93357B4-C90C-403C-971D-5CB8506A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261493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2" name="path-51">
            <a:extLst xmlns:a="http://schemas.openxmlformats.org/drawingml/2006/main">
              <a:ext uri="{FF2B5EF4-FFF2-40B4-BE49-F238E27FC236}">
                <a16:creationId xmlns:a16="http://schemas.microsoft.com/office/drawing/2014/main" id="{938085DE-2DA4-47D4-8C09-AA9798D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2690104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ath-52">
            <a:extLst xmlns:a="http://schemas.openxmlformats.org/drawingml/2006/main">
              <a:ext uri="{FF2B5EF4-FFF2-40B4-BE49-F238E27FC236}">
                <a16:creationId xmlns:a16="http://schemas.microsoft.com/office/drawing/2014/main" id="{63C68E5B-6D0D-4EC1-9882-F8C8A06F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2781643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5DBBA242-5A7A-4B1F-ABA6-06423ED8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2703663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54">
            <a:extLst xmlns:a="http://schemas.openxmlformats.org/drawingml/2006/main">
              <a:ext uri="{FF2B5EF4-FFF2-40B4-BE49-F238E27FC236}">
                <a16:creationId xmlns:a16="http://schemas.microsoft.com/office/drawing/2014/main" id="{880FE558-38B7-4C04-91EB-CEAFCECE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2915937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97A1771A-69EC-4F07-AB60-4D0039E7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261493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7" name="path-56">
            <a:extLst xmlns:a="http://schemas.openxmlformats.org/drawingml/2006/main">
              <a:ext uri="{FF2B5EF4-FFF2-40B4-BE49-F238E27FC236}">
                <a16:creationId xmlns:a16="http://schemas.microsoft.com/office/drawing/2014/main" id="{D0325F72-C144-493F-B85C-E5191E0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261493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8" name="path-57">
            <a:extLst xmlns:a="http://schemas.openxmlformats.org/drawingml/2006/main">
              <a:ext uri="{FF2B5EF4-FFF2-40B4-BE49-F238E27FC236}">
                <a16:creationId xmlns:a16="http://schemas.microsoft.com/office/drawing/2014/main" id="{EFF06BF6-4AAB-46B4-9CFB-815D9745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261493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59" name="path-58">
            <a:extLst xmlns:a="http://schemas.openxmlformats.org/drawingml/2006/main">
              <a:ext uri="{FF2B5EF4-FFF2-40B4-BE49-F238E27FC236}">
                <a16:creationId xmlns:a16="http://schemas.microsoft.com/office/drawing/2014/main" id="{8CD3553A-60A2-4AB7-82A3-8F9DFB9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890" y="3227171"/>
            <a:ext cx="164518" cy="166835"/>
          </a:xfrm>
          <a:custGeom xmlns:a="http://schemas.openxmlformats.org/drawingml/2006/main">
            <a:pathLst>
              <a:path w="164518" h="166835">
                <a:moveTo>
                  <a:pt x="52136" y="30785"/>
                </a:moveTo>
                <a:cubicBezTo>
                  <a:pt x="46398" y="30785"/>
                  <a:pt x="41681" y="31282"/>
                  <a:pt x="37985" y="32275"/>
                </a:cubicBezTo>
                <a:cubicBezTo>
                  <a:pt x="34288" y="33268"/>
                  <a:pt x="30675" y="34978"/>
                  <a:pt x="27144" y="37405"/>
                </a:cubicBezTo>
                <a:cubicBezTo>
                  <a:pt x="23613" y="39833"/>
                  <a:pt x="19199" y="43860"/>
                  <a:pt x="13903" y="49488"/>
                </a:cubicBezTo>
                <a:lnTo>
                  <a:pt x="0" y="37074"/>
                </a:lnTo>
                <a:cubicBezTo>
                  <a:pt x="9158" y="26040"/>
                  <a:pt x="16689" y="18041"/>
                  <a:pt x="22592" y="13075"/>
                </a:cubicBezTo>
                <a:cubicBezTo>
                  <a:pt x="28495" y="8110"/>
                  <a:pt x="34537" y="4689"/>
                  <a:pt x="40716" y="2814"/>
                </a:cubicBezTo>
                <a:cubicBezTo>
                  <a:pt x="46895" y="938"/>
                  <a:pt x="55170" y="0"/>
                  <a:pt x="65542" y="0"/>
                </a:cubicBezTo>
                <a:lnTo>
                  <a:pt x="164518" y="0"/>
                </a:lnTo>
                <a:lnTo>
                  <a:pt x="157401" y="30785"/>
                </a:lnTo>
                <a:lnTo>
                  <a:pt x="106092" y="30785"/>
                </a:lnTo>
                <a:lnTo>
                  <a:pt x="87555" y="109899"/>
                </a:lnTo>
                <a:cubicBezTo>
                  <a:pt x="85459" y="118837"/>
                  <a:pt x="84410" y="126009"/>
                  <a:pt x="84410" y="131415"/>
                </a:cubicBezTo>
                <a:cubicBezTo>
                  <a:pt x="84410" y="135719"/>
                  <a:pt x="85128" y="138698"/>
                  <a:pt x="86562" y="140353"/>
                </a:cubicBezTo>
                <a:cubicBezTo>
                  <a:pt x="87997" y="142008"/>
                  <a:pt x="90038" y="142836"/>
                  <a:pt x="92686" y="142836"/>
                </a:cubicBezTo>
                <a:cubicBezTo>
                  <a:pt x="96438" y="142836"/>
                  <a:pt x="100410" y="141208"/>
                  <a:pt x="104603" y="137953"/>
                </a:cubicBezTo>
                <a:cubicBezTo>
                  <a:pt x="108796" y="134698"/>
                  <a:pt x="114202" y="129209"/>
                  <a:pt x="120823" y="121485"/>
                </a:cubicBezTo>
                <a:lnTo>
                  <a:pt x="132740" y="133402"/>
                </a:lnTo>
                <a:cubicBezTo>
                  <a:pt x="123361" y="144436"/>
                  <a:pt x="113871" y="152766"/>
                  <a:pt x="104272" y="158394"/>
                </a:cubicBezTo>
                <a:cubicBezTo>
                  <a:pt x="94672" y="164021"/>
                  <a:pt x="84190" y="166835"/>
                  <a:pt x="72825" y="166835"/>
                </a:cubicBezTo>
                <a:cubicBezTo>
                  <a:pt x="61460" y="166835"/>
                  <a:pt x="53129" y="163966"/>
                  <a:pt x="47833" y="158228"/>
                </a:cubicBezTo>
                <a:cubicBezTo>
                  <a:pt x="42536" y="152491"/>
                  <a:pt x="39888" y="143829"/>
                  <a:pt x="39888" y="132243"/>
                </a:cubicBezTo>
                <a:cubicBezTo>
                  <a:pt x="39888" y="125733"/>
                  <a:pt x="41102" y="117071"/>
                  <a:pt x="43529" y="106258"/>
                </a:cubicBezTo>
                <a:lnTo>
                  <a:pt x="44688" y="101293"/>
                </a:lnTo>
                <a:cubicBezTo>
                  <a:pt x="47005" y="91472"/>
                  <a:pt x="50067" y="79831"/>
                  <a:pt x="53874" y="66370"/>
                </a:cubicBezTo>
                <a:cubicBezTo>
                  <a:pt x="57680" y="52908"/>
                  <a:pt x="61294" y="41488"/>
                  <a:pt x="64715" y="32109"/>
                </a:cubicBezTo>
                <a:lnTo>
                  <a:pt x="63887" y="30785"/>
                </a:lnTo>
                <a:lnTo>
                  <a:pt x="52136" y="307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7B94897A-BFA6-4F32-BAB4-2E1DA299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69" y="3292877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64A0308D-81B9-430D-9865-95C2C5A1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06" y="3431419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61">
            <a:extLst xmlns:a="http://schemas.openxmlformats.org/drawingml/2006/main">
              <a:ext uri="{FF2B5EF4-FFF2-40B4-BE49-F238E27FC236}">
                <a16:creationId xmlns:a16="http://schemas.microsoft.com/office/drawing/2014/main" id="{F1D6B5DF-A5D3-4FEA-B9D1-91A74AF0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99" y="3295985"/>
            <a:ext cx="210143" cy="163166"/>
          </a:xfrm>
          <a:custGeom xmlns:a="http://schemas.openxmlformats.org/drawingml/2006/main">
            <a:pathLst>
              <a:path w="210143" h="163166">
                <a:moveTo>
                  <a:pt x="88576" y="0"/>
                </a:moveTo>
                <a:lnTo>
                  <a:pt x="97900" y="99812"/>
                </a:lnTo>
                <a:lnTo>
                  <a:pt x="154559" y="0"/>
                </a:lnTo>
                <a:lnTo>
                  <a:pt x="210143" y="0"/>
                </a:lnTo>
                <a:lnTo>
                  <a:pt x="208470" y="7889"/>
                </a:lnTo>
                <a:cubicBezTo>
                  <a:pt x="203928" y="9164"/>
                  <a:pt x="200581" y="11396"/>
                  <a:pt x="198429" y="14583"/>
                </a:cubicBezTo>
                <a:cubicBezTo>
                  <a:pt x="196277" y="17771"/>
                  <a:pt x="194245" y="23668"/>
                  <a:pt x="192333" y="32275"/>
                </a:cubicBezTo>
                <a:lnTo>
                  <a:pt x="170577" y="130891"/>
                </a:lnTo>
                <a:cubicBezTo>
                  <a:pt x="170019" y="133441"/>
                  <a:pt x="169621" y="135653"/>
                  <a:pt x="169382" y="137526"/>
                </a:cubicBezTo>
                <a:cubicBezTo>
                  <a:pt x="169143" y="139398"/>
                  <a:pt x="169023" y="141849"/>
                  <a:pt x="169023" y="144877"/>
                </a:cubicBezTo>
                <a:cubicBezTo>
                  <a:pt x="169023" y="148224"/>
                  <a:pt x="169800" y="150674"/>
                  <a:pt x="171354" y="152228"/>
                </a:cubicBezTo>
                <a:cubicBezTo>
                  <a:pt x="172908" y="153782"/>
                  <a:pt x="175438" y="154798"/>
                  <a:pt x="178945" y="155277"/>
                </a:cubicBezTo>
                <a:lnTo>
                  <a:pt x="177271" y="163166"/>
                </a:lnTo>
                <a:lnTo>
                  <a:pt x="117145" y="163166"/>
                </a:lnTo>
                <a:lnTo>
                  <a:pt x="118818" y="155277"/>
                </a:lnTo>
                <a:cubicBezTo>
                  <a:pt x="123361" y="154002"/>
                  <a:pt x="126708" y="151770"/>
                  <a:pt x="128859" y="148583"/>
                </a:cubicBezTo>
                <a:cubicBezTo>
                  <a:pt x="131011" y="145395"/>
                  <a:pt x="133043" y="139498"/>
                  <a:pt x="134956" y="130891"/>
                </a:cubicBezTo>
                <a:lnTo>
                  <a:pt x="145953" y="80686"/>
                </a:lnTo>
                <a:cubicBezTo>
                  <a:pt x="149619" y="64111"/>
                  <a:pt x="153922" y="47416"/>
                  <a:pt x="158863" y="30601"/>
                </a:cubicBezTo>
                <a:lnTo>
                  <a:pt x="156472" y="30601"/>
                </a:lnTo>
                <a:cubicBezTo>
                  <a:pt x="152726" y="37454"/>
                  <a:pt x="148702" y="44587"/>
                  <a:pt x="144399" y="51998"/>
                </a:cubicBezTo>
                <a:lnTo>
                  <a:pt x="90608" y="145116"/>
                </a:lnTo>
                <a:lnTo>
                  <a:pt x="71243" y="145116"/>
                </a:lnTo>
                <a:lnTo>
                  <a:pt x="63354" y="73275"/>
                </a:lnTo>
                <a:cubicBezTo>
                  <a:pt x="61521" y="56222"/>
                  <a:pt x="60326" y="41598"/>
                  <a:pt x="59768" y="29406"/>
                </a:cubicBezTo>
                <a:lnTo>
                  <a:pt x="57855" y="29406"/>
                </a:lnTo>
                <a:cubicBezTo>
                  <a:pt x="54668" y="49089"/>
                  <a:pt x="51639" y="65426"/>
                  <a:pt x="48770" y="78415"/>
                </a:cubicBezTo>
                <a:lnTo>
                  <a:pt x="37176" y="130891"/>
                </a:lnTo>
                <a:cubicBezTo>
                  <a:pt x="36618" y="133441"/>
                  <a:pt x="36219" y="135653"/>
                  <a:pt x="35980" y="137526"/>
                </a:cubicBezTo>
                <a:cubicBezTo>
                  <a:pt x="35741" y="139398"/>
                  <a:pt x="35622" y="141849"/>
                  <a:pt x="35622" y="144877"/>
                </a:cubicBezTo>
                <a:cubicBezTo>
                  <a:pt x="35622" y="148224"/>
                  <a:pt x="36399" y="150674"/>
                  <a:pt x="37953" y="152228"/>
                </a:cubicBezTo>
                <a:cubicBezTo>
                  <a:pt x="39506" y="153782"/>
                  <a:pt x="42037" y="154798"/>
                  <a:pt x="45543" y="155277"/>
                </a:cubicBezTo>
                <a:lnTo>
                  <a:pt x="43870" y="163166"/>
                </a:lnTo>
                <a:lnTo>
                  <a:pt x="0" y="163166"/>
                </a:lnTo>
                <a:lnTo>
                  <a:pt x="1673" y="155277"/>
                </a:lnTo>
                <a:cubicBezTo>
                  <a:pt x="6216" y="154002"/>
                  <a:pt x="9563" y="151770"/>
                  <a:pt x="11714" y="148583"/>
                </a:cubicBezTo>
                <a:cubicBezTo>
                  <a:pt x="13866" y="145395"/>
                  <a:pt x="15898" y="139498"/>
                  <a:pt x="17811" y="130891"/>
                </a:cubicBezTo>
                <a:lnTo>
                  <a:pt x="39566" y="32275"/>
                </a:lnTo>
                <a:cubicBezTo>
                  <a:pt x="40602" y="27573"/>
                  <a:pt x="41120" y="22911"/>
                  <a:pt x="41120" y="18289"/>
                </a:cubicBezTo>
                <a:cubicBezTo>
                  <a:pt x="41120" y="14942"/>
                  <a:pt x="40343" y="12491"/>
                  <a:pt x="38789" y="10937"/>
                </a:cubicBezTo>
                <a:cubicBezTo>
                  <a:pt x="37235" y="9384"/>
                  <a:pt x="34705" y="8367"/>
                  <a:pt x="31199" y="7889"/>
                </a:cubicBezTo>
                <a:lnTo>
                  <a:pt x="32872" y="0"/>
                </a:lnTo>
                <a:lnTo>
                  <a:pt x="885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1E4F0A8A-21DE-4693-B01D-4972446E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62" y="3368173"/>
            <a:ext cx="55630" cy="142312"/>
          </a:xfrm>
          <a:custGeom xmlns:a="http://schemas.openxmlformats.org/drawingml/2006/main">
            <a:pathLst>
              <a:path w="55630" h="142312">
                <a:moveTo>
                  <a:pt x="53000" y="0"/>
                </a:moveTo>
                <a:lnTo>
                  <a:pt x="47741" y="24781"/>
                </a:lnTo>
                <a:lnTo>
                  <a:pt x="21544" y="24781"/>
                </a:lnTo>
                <a:lnTo>
                  <a:pt x="27107" y="0"/>
                </a:lnTo>
                <a:lnTo>
                  <a:pt x="53000" y="0"/>
                </a:lnTo>
                <a:moveTo>
                  <a:pt x="29838" y="108832"/>
                </a:moveTo>
                <a:cubicBezTo>
                  <a:pt x="29164" y="111665"/>
                  <a:pt x="28708" y="113856"/>
                  <a:pt x="28472" y="115407"/>
                </a:cubicBezTo>
                <a:cubicBezTo>
                  <a:pt x="28236" y="116958"/>
                  <a:pt x="28118" y="118711"/>
                  <a:pt x="28118" y="120666"/>
                </a:cubicBezTo>
                <a:cubicBezTo>
                  <a:pt x="28118" y="123296"/>
                  <a:pt x="28557" y="125117"/>
                  <a:pt x="29433" y="126128"/>
                </a:cubicBezTo>
                <a:cubicBezTo>
                  <a:pt x="30310" y="127140"/>
                  <a:pt x="31557" y="127646"/>
                  <a:pt x="33176" y="127646"/>
                </a:cubicBezTo>
                <a:cubicBezTo>
                  <a:pt x="35131" y="127646"/>
                  <a:pt x="37323" y="126718"/>
                  <a:pt x="39750" y="124864"/>
                </a:cubicBezTo>
                <a:cubicBezTo>
                  <a:pt x="42178" y="123010"/>
                  <a:pt x="45043" y="120194"/>
                  <a:pt x="48348" y="116418"/>
                </a:cubicBezTo>
                <a:lnTo>
                  <a:pt x="55630" y="123701"/>
                </a:lnTo>
                <a:cubicBezTo>
                  <a:pt x="49022" y="130444"/>
                  <a:pt x="43105" y="135231"/>
                  <a:pt x="37879" y="138063"/>
                </a:cubicBezTo>
                <a:cubicBezTo>
                  <a:pt x="32653" y="140896"/>
                  <a:pt x="26905" y="142312"/>
                  <a:pt x="20634" y="142312"/>
                </a:cubicBezTo>
                <a:cubicBezTo>
                  <a:pt x="13486" y="142312"/>
                  <a:pt x="8260" y="140558"/>
                  <a:pt x="4956" y="137052"/>
                </a:cubicBezTo>
                <a:cubicBezTo>
                  <a:pt x="1652" y="133546"/>
                  <a:pt x="0" y="128252"/>
                  <a:pt x="0" y="121172"/>
                </a:cubicBezTo>
                <a:cubicBezTo>
                  <a:pt x="0" y="116654"/>
                  <a:pt x="742" y="111361"/>
                  <a:pt x="2225" y="105292"/>
                </a:cubicBezTo>
                <a:lnTo>
                  <a:pt x="10721" y="70094"/>
                </a:lnTo>
                <a:cubicBezTo>
                  <a:pt x="12272" y="63688"/>
                  <a:pt x="13048" y="58631"/>
                  <a:pt x="13048" y="54922"/>
                </a:cubicBezTo>
                <a:cubicBezTo>
                  <a:pt x="13048" y="52292"/>
                  <a:pt x="12424" y="50421"/>
                  <a:pt x="11177" y="49308"/>
                </a:cubicBezTo>
                <a:cubicBezTo>
                  <a:pt x="9929" y="48196"/>
                  <a:pt x="7316" y="47437"/>
                  <a:pt x="3338" y="47033"/>
                </a:cubicBezTo>
                <a:lnTo>
                  <a:pt x="4855" y="40357"/>
                </a:lnTo>
                <a:lnTo>
                  <a:pt x="34491" y="39244"/>
                </a:lnTo>
                <a:lnTo>
                  <a:pt x="46021" y="39244"/>
                </a:lnTo>
                <a:lnTo>
                  <a:pt x="29838" y="108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ath-63">
            <a:extLst xmlns:a="http://schemas.openxmlformats.org/drawingml/2006/main">
              <a:ext uri="{FF2B5EF4-FFF2-40B4-BE49-F238E27FC236}">
                <a16:creationId xmlns:a16="http://schemas.microsoft.com/office/drawing/2014/main" id="{17CC7DDB-D234-4F71-848D-5933CEBD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200" y="3191773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ath-64">
            <a:extLst xmlns:a="http://schemas.openxmlformats.org/drawingml/2006/main">
              <a:ext uri="{FF2B5EF4-FFF2-40B4-BE49-F238E27FC236}">
                <a16:creationId xmlns:a16="http://schemas.microsoft.com/office/drawing/2014/main" id="{412BF6DE-0D58-4409-AF9C-C6D65093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8628" y="3288922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DBFE4F29-B281-4320-ABB4-70930E09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9689" y="3380496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6">
            <a:extLst xmlns:a="http://schemas.openxmlformats.org/drawingml/2006/main">
              <a:ext uri="{FF2B5EF4-FFF2-40B4-BE49-F238E27FC236}">
                <a16:creationId xmlns:a16="http://schemas.microsoft.com/office/drawing/2014/main" id="{369F7D06-6E30-49FE-9B40-EC63596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60" y="3415438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7">
            <a:extLst xmlns:a="http://schemas.openxmlformats.org/drawingml/2006/main">
              <a:ext uri="{FF2B5EF4-FFF2-40B4-BE49-F238E27FC236}">
                <a16:creationId xmlns:a16="http://schemas.microsoft.com/office/drawing/2014/main" id="{39E5313B-9208-426F-9601-86004E86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114" y="3364221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EC3AE4C4-0A31-44D4-B3F3-FC8420F6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00" y="3214371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9">
            <a:extLst xmlns:a="http://schemas.openxmlformats.org/drawingml/2006/main">
              <a:ext uri="{FF2B5EF4-FFF2-40B4-BE49-F238E27FC236}">
                <a16:creationId xmlns:a16="http://schemas.microsoft.com/office/drawing/2014/main" id="{6653DED3-7A1E-4778-96F2-61FB222D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685" y="3310430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5797FF8D-A251-42BF-B8BC-48C4EB3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96" y="3142554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7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5F13A4AA-5122-41B9-B131-A90F68B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354" y="3214371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2">
            <a:extLst xmlns:a="http://schemas.openxmlformats.org/drawingml/2006/main">
              <a:ext uri="{FF2B5EF4-FFF2-40B4-BE49-F238E27FC236}">
                <a16:creationId xmlns:a16="http://schemas.microsoft.com/office/drawing/2014/main" id="{E2FA1424-6789-4147-9703-2137D271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7695" y="3310430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3">
            <a:extLst xmlns:a="http://schemas.openxmlformats.org/drawingml/2006/main">
              <a:ext uri="{FF2B5EF4-FFF2-40B4-BE49-F238E27FC236}">
                <a16:creationId xmlns:a16="http://schemas.microsoft.com/office/drawing/2014/main" id="{02AC0C02-7F1C-40B1-B3F8-4279B9E1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924" y="3232450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F458E21E-A29D-499A-BF7A-AEF22105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447" y="3444724"/>
            <a:ext cx="119554" cy="23466"/>
          </a:xfrm>
          <a:custGeom xmlns:a="http://schemas.openxmlformats.org/drawingml/2006/main">
            <a:pathLst>
              <a:path w="119554" h="23466">
                <a:moveTo>
                  <a:pt x="20431" y="0"/>
                </a:moveTo>
                <a:lnTo>
                  <a:pt x="20431" y="23466"/>
                </a:lnTo>
                <a:lnTo>
                  <a:pt x="0" y="23466"/>
                </a:lnTo>
                <a:lnTo>
                  <a:pt x="0" y="0"/>
                </a:lnTo>
                <a:lnTo>
                  <a:pt x="20431" y="0"/>
                </a:lnTo>
                <a:moveTo>
                  <a:pt x="69993" y="0"/>
                </a:moveTo>
                <a:lnTo>
                  <a:pt x="69993" y="23466"/>
                </a:lnTo>
                <a:lnTo>
                  <a:pt x="49561" y="23466"/>
                </a:lnTo>
                <a:lnTo>
                  <a:pt x="49561" y="0"/>
                </a:lnTo>
                <a:lnTo>
                  <a:pt x="69993" y="0"/>
                </a:lnTo>
                <a:moveTo>
                  <a:pt x="119554" y="0"/>
                </a:moveTo>
                <a:lnTo>
                  <a:pt x="119554" y="23466"/>
                </a:lnTo>
                <a:lnTo>
                  <a:pt x="99123" y="23466"/>
                </a:lnTo>
                <a:lnTo>
                  <a:pt x="99123" y="0"/>
                </a:lnTo>
                <a:lnTo>
                  <a:pt x="1195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5">
            <a:extLst xmlns:a="http://schemas.openxmlformats.org/drawingml/2006/main">
              <a:ext uri="{FF2B5EF4-FFF2-40B4-BE49-F238E27FC236}">
                <a16:creationId xmlns:a16="http://schemas.microsoft.com/office/drawing/2014/main" id="{B1003BFD-A288-4B3F-8DF6-751F77B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104" y="3142554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7" name="path-76">
            <a:extLst xmlns:a="http://schemas.openxmlformats.org/drawingml/2006/main">
              <a:ext uri="{FF2B5EF4-FFF2-40B4-BE49-F238E27FC236}">
                <a16:creationId xmlns:a16="http://schemas.microsoft.com/office/drawing/2014/main" id="{DFD4C75B-9063-48E7-90FF-BFD51C52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3018" y="3142554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D99D013E-D7D5-42EC-8171-AACB7A2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035" y="3142554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79" name="path-78">
            <a:extLst xmlns:a="http://schemas.openxmlformats.org/drawingml/2006/main">
              <a:ext uri="{FF2B5EF4-FFF2-40B4-BE49-F238E27FC236}">
                <a16:creationId xmlns:a16="http://schemas.microsoft.com/office/drawing/2014/main" id="{5D39C1FF-19A3-4BE7-A41D-F6C07911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14" y="1326298"/>
            <a:ext cx="104603" cy="313974"/>
          </a:xfrm>
          <a:custGeom xmlns:a="http://schemas.openxmlformats.org/drawingml/2006/main">
            <a:pathLst>
              <a:path w="104603" h="313974">
                <a:moveTo>
                  <a:pt x="28633" y="155415"/>
                </a:moveTo>
                <a:cubicBezTo>
                  <a:pt x="28633" y="194034"/>
                  <a:pt x="34840" y="225867"/>
                  <a:pt x="47253" y="250914"/>
                </a:cubicBezTo>
                <a:cubicBezTo>
                  <a:pt x="59667" y="275961"/>
                  <a:pt x="78618" y="292733"/>
                  <a:pt x="104106" y="301229"/>
                </a:cubicBezTo>
                <a:lnTo>
                  <a:pt x="100134" y="313974"/>
                </a:lnTo>
                <a:cubicBezTo>
                  <a:pt x="67804" y="305478"/>
                  <a:pt x="43033" y="287189"/>
                  <a:pt x="25820" y="259107"/>
                </a:cubicBezTo>
                <a:cubicBezTo>
                  <a:pt x="8607" y="231025"/>
                  <a:pt x="0" y="197013"/>
                  <a:pt x="0" y="157070"/>
                </a:cubicBezTo>
                <a:cubicBezTo>
                  <a:pt x="0" y="117237"/>
                  <a:pt x="8634" y="83224"/>
                  <a:pt x="25902" y="55032"/>
                </a:cubicBezTo>
                <a:cubicBezTo>
                  <a:pt x="43171" y="26840"/>
                  <a:pt x="67915" y="8496"/>
                  <a:pt x="100134" y="0"/>
                </a:cubicBezTo>
                <a:lnTo>
                  <a:pt x="104603" y="12744"/>
                </a:lnTo>
                <a:cubicBezTo>
                  <a:pt x="78783" y="21241"/>
                  <a:pt x="59667" y="37819"/>
                  <a:pt x="47253" y="62480"/>
                </a:cubicBezTo>
                <a:cubicBezTo>
                  <a:pt x="34840" y="87141"/>
                  <a:pt x="28633" y="118119"/>
                  <a:pt x="28633" y="155415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55151783-758E-423A-9995-9D3BF129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44" y="1339539"/>
            <a:ext cx="194806" cy="225922"/>
          </a:xfrm>
          <a:custGeom xmlns:a="http://schemas.openxmlformats.org/drawingml/2006/main">
            <a:pathLst>
              <a:path w="194806" h="225922">
                <a:moveTo>
                  <a:pt x="194806" y="0"/>
                </a:moveTo>
                <a:lnTo>
                  <a:pt x="181731" y="59915"/>
                </a:lnTo>
                <a:lnTo>
                  <a:pt x="160545" y="59915"/>
                </a:lnTo>
                <a:cubicBezTo>
                  <a:pt x="160435" y="47667"/>
                  <a:pt x="159718" y="39088"/>
                  <a:pt x="158394" y="34178"/>
                </a:cubicBezTo>
                <a:cubicBezTo>
                  <a:pt x="157070" y="29268"/>
                  <a:pt x="154946" y="25571"/>
                  <a:pt x="152022" y="23089"/>
                </a:cubicBezTo>
                <a:cubicBezTo>
                  <a:pt x="149098" y="20606"/>
                  <a:pt x="144987" y="19365"/>
                  <a:pt x="139691" y="19365"/>
                </a:cubicBezTo>
                <a:lnTo>
                  <a:pt x="124961" y="19365"/>
                </a:lnTo>
                <a:lnTo>
                  <a:pt x="89376" y="181234"/>
                </a:lnTo>
                <a:cubicBezTo>
                  <a:pt x="88603" y="184875"/>
                  <a:pt x="88052" y="187965"/>
                  <a:pt x="87721" y="190503"/>
                </a:cubicBezTo>
                <a:cubicBezTo>
                  <a:pt x="87390" y="193041"/>
                  <a:pt x="87224" y="196406"/>
                  <a:pt x="87224" y="200599"/>
                </a:cubicBezTo>
                <a:cubicBezTo>
                  <a:pt x="87224" y="205675"/>
                  <a:pt x="88521" y="209261"/>
                  <a:pt x="91114" y="211357"/>
                </a:cubicBezTo>
                <a:cubicBezTo>
                  <a:pt x="93707" y="213454"/>
                  <a:pt x="97762" y="214667"/>
                  <a:pt x="103279" y="214998"/>
                </a:cubicBezTo>
                <a:lnTo>
                  <a:pt x="100962" y="225922"/>
                </a:lnTo>
                <a:lnTo>
                  <a:pt x="13075" y="225922"/>
                </a:lnTo>
                <a:lnTo>
                  <a:pt x="15392" y="214998"/>
                </a:lnTo>
                <a:cubicBezTo>
                  <a:pt x="20247" y="214336"/>
                  <a:pt x="24109" y="212902"/>
                  <a:pt x="26978" y="210695"/>
                </a:cubicBezTo>
                <a:cubicBezTo>
                  <a:pt x="29847" y="208488"/>
                  <a:pt x="32247" y="205206"/>
                  <a:pt x="34178" y="200847"/>
                </a:cubicBezTo>
                <a:cubicBezTo>
                  <a:pt x="36109" y="196489"/>
                  <a:pt x="38067" y="189951"/>
                  <a:pt x="40054" y="181234"/>
                </a:cubicBezTo>
                <a:lnTo>
                  <a:pt x="75638" y="19365"/>
                </a:lnTo>
                <a:lnTo>
                  <a:pt x="62398" y="19365"/>
                </a:lnTo>
                <a:cubicBezTo>
                  <a:pt x="56329" y="19365"/>
                  <a:pt x="51419" y="20275"/>
                  <a:pt x="47667" y="22096"/>
                </a:cubicBezTo>
                <a:cubicBezTo>
                  <a:pt x="43916" y="23916"/>
                  <a:pt x="39723" y="27723"/>
                  <a:pt x="35088" y="33516"/>
                </a:cubicBezTo>
                <a:cubicBezTo>
                  <a:pt x="30454" y="39309"/>
                  <a:pt x="25985" y="46950"/>
                  <a:pt x="21682" y="56439"/>
                </a:cubicBezTo>
                <a:lnTo>
                  <a:pt x="0" y="56439"/>
                </a:lnTo>
                <a:lnTo>
                  <a:pt x="12413" y="0"/>
                </a:lnTo>
                <a:lnTo>
                  <a:pt x="194806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8905ED08-BEE8-473F-BEED-B165080B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047" y="1466980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1">
            <a:extLst xmlns:a="http://schemas.openxmlformats.org/drawingml/2006/main">
              <a:ext uri="{FF2B5EF4-FFF2-40B4-BE49-F238E27FC236}">
                <a16:creationId xmlns:a16="http://schemas.microsoft.com/office/drawing/2014/main" id="{A58C2979-C816-487B-A99D-D80C7B9A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117" y="1527062"/>
            <a:ext cx="49488" cy="84079"/>
          </a:xfrm>
          <a:custGeom xmlns:a="http://schemas.openxmlformats.org/drawingml/2006/main">
            <a:pathLst>
              <a:path w="49488" h="84079">
                <a:moveTo>
                  <a:pt x="47171" y="0"/>
                </a:moveTo>
                <a:cubicBezTo>
                  <a:pt x="48715" y="7724"/>
                  <a:pt x="49488" y="15337"/>
                  <a:pt x="49488" y="22840"/>
                </a:cubicBezTo>
                <a:cubicBezTo>
                  <a:pt x="49488" y="30564"/>
                  <a:pt x="48164" y="37626"/>
                  <a:pt x="45515" y="44026"/>
                </a:cubicBezTo>
                <a:cubicBezTo>
                  <a:pt x="42867" y="50426"/>
                  <a:pt x="38647" y="56798"/>
                  <a:pt x="32854" y="63142"/>
                </a:cubicBezTo>
                <a:cubicBezTo>
                  <a:pt x="27061" y="69487"/>
                  <a:pt x="19089" y="76466"/>
                  <a:pt x="8938" y="84079"/>
                </a:cubicBezTo>
                <a:lnTo>
                  <a:pt x="0" y="73983"/>
                </a:lnTo>
                <a:cubicBezTo>
                  <a:pt x="5627" y="68687"/>
                  <a:pt x="9710" y="63915"/>
                  <a:pt x="12248" y="59667"/>
                </a:cubicBezTo>
                <a:cubicBezTo>
                  <a:pt x="14786" y="55418"/>
                  <a:pt x="16606" y="50591"/>
                  <a:pt x="17710" y="45184"/>
                </a:cubicBezTo>
                <a:cubicBezTo>
                  <a:pt x="18813" y="39778"/>
                  <a:pt x="19365" y="32992"/>
                  <a:pt x="19365" y="24827"/>
                </a:cubicBezTo>
                <a:cubicBezTo>
                  <a:pt x="19365" y="16441"/>
                  <a:pt x="18979" y="8165"/>
                  <a:pt x="18206" y="0"/>
                </a:cubicBezTo>
                <a:lnTo>
                  <a:pt x="471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2">
            <a:extLst xmlns:a="http://schemas.openxmlformats.org/drawingml/2006/main">
              <a:ext uri="{FF2B5EF4-FFF2-40B4-BE49-F238E27FC236}">
                <a16:creationId xmlns:a16="http://schemas.microsoft.com/office/drawing/2014/main" id="{6667DD19-73CA-411F-B556-CE9998E2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222" y="1398626"/>
            <a:ext cx="185537" cy="169483"/>
          </a:xfrm>
          <a:custGeom xmlns:a="http://schemas.openxmlformats.org/drawingml/2006/main">
            <a:pathLst>
              <a:path w="185537" h="169483">
                <a:moveTo>
                  <a:pt x="115692" y="73321"/>
                </a:moveTo>
                <a:cubicBezTo>
                  <a:pt x="119554" y="96603"/>
                  <a:pt x="122726" y="113292"/>
                  <a:pt x="125209" y="123388"/>
                </a:cubicBezTo>
                <a:cubicBezTo>
                  <a:pt x="127691" y="133484"/>
                  <a:pt x="130257" y="140022"/>
                  <a:pt x="132905" y="143001"/>
                </a:cubicBezTo>
                <a:cubicBezTo>
                  <a:pt x="134450" y="144656"/>
                  <a:pt x="136326" y="145484"/>
                  <a:pt x="138532" y="145484"/>
                </a:cubicBezTo>
                <a:cubicBezTo>
                  <a:pt x="141291" y="145484"/>
                  <a:pt x="143856" y="144408"/>
                  <a:pt x="146229" y="142256"/>
                </a:cubicBezTo>
                <a:cubicBezTo>
                  <a:pt x="148601" y="140105"/>
                  <a:pt x="151663" y="135277"/>
                  <a:pt x="155415" y="127774"/>
                </a:cubicBezTo>
                <a:lnTo>
                  <a:pt x="170476" y="134726"/>
                </a:lnTo>
                <a:cubicBezTo>
                  <a:pt x="164076" y="146422"/>
                  <a:pt x="156821" y="155139"/>
                  <a:pt x="148711" y="160876"/>
                </a:cubicBezTo>
                <a:cubicBezTo>
                  <a:pt x="140601" y="166614"/>
                  <a:pt x="131084" y="169483"/>
                  <a:pt x="120161" y="169483"/>
                </a:cubicBezTo>
                <a:cubicBezTo>
                  <a:pt x="113430" y="169483"/>
                  <a:pt x="108051" y="168628"/>
                  <a:pt x="104023" y="166918"/>
                </a:cubicBezTo>
                <a:cubicBezTo>
                  <a:pt x="99996" y="165207"/>
                  <a:pt x="96575" y="162366"/>
                  <a:pt x="93762" y="158394"/>
                </a:cubicBezTo>
                <a:cubicBezTo>
                  <a:pt x="90948" y="154421"/>
                  <a:pt x="88465" y="148822"/>
                  <a:pt x="86314" y="141594"/>
                </a:cubicBezTo>
                <a:cubicBezTo>
                  <a:pt x="84162" y="134367"/>
                  <a:pt x="82148" y="124905"/>
                  <a:pt x="80273" y="113209"/>
                </a:cubicBezTo>
                <a:lnTo>
                  <a:pt x="78618" y="113209"/>
                </a:lnTo>
                <a:cubicBezTo>
                  <a:pt x="69239" y="126671"/>
                  <a:pt x="61735" y="136933"/>
                  <a:pt x="56108" y="143994"/>
                </a:cubicBezTo>
                <a:cubicBezTo>
                  <a:pt x="50481" y="151056"/>
                  <a:pt x="45653" y="156352"/>
                  <a:pt x="41626" y="159883"/>
                </a:cubicBezTo>
                <a:cubicBezTo>
                  <a:pt x="37599" y="163414"/>
                  <a:pt x="33737" y="165897"/>
                  <a:pt x="30040" y="167331"/>
                </a:cubicBezTo>
                <a:cubicBezTo>
                  <a:pt x="26344" y="168766"/>
                  <a:pt x="21903" y="169483"/>
                  <a:pt x="16717" y="169483"/>
                </a:cubicBezTo>
                <a:cubicBezTo>
                  <a:pt x="14289" y="169483"/>
                  <a:pt x="11337" y="169180"/>
                  <a:pt x="7862" y="168573"/>
                </a:cubicBezTo>
                <a:cubicBezTo>
                  <a:pt x="4386" y="167966"/>
                  <a:pt x="1765" y="167331"/>
                  <a:pt x="0" y="166669"/>
                </a:cubicBezTo>
                <a:lnTo>
                  <a:pt x="7779" y="130753"/>
                </a:lnTo>
                <a:lnTo>
                  <a:pt x="22675" y="130753"/>
                </a:lnTo>
                <a:cubicBezTo>
                  <a:pt x="22785" y="133071"/>
                  <a:pt x="23365" y="134808"/>
                  <a:pt x="24413" y="135967"/>
                </a:cubicBezTo>
                <a:cubicBezTo>
                  <a:pt x="25461" y="137126"/>
                  <a:pt x="26813" y="137705"/>
                  <a:pt x="28468" y="137705"/>
                </a:cubicBezTo>
                <a:cubicBezTo>
                  <a:pt x="30454" y="137705"/>
                  <a:pt x="32302" y="137291"/>
                  <a:pt x="34012" y="136464"/>
                </a:cubicBezTo>
                <a:cubicBezTo>
                  <a:pt x="35723" y="135636"/>
                  <a:pt x="38095" y="133788"/>
                  <a:pt x="41129" y="130919"/>
                </a:cubicBezTo>
                <a:cubicBezTo>
                  <a:pt x="44164" y="128050"/>
                  <a:pt x="47998" y="123830"/>
                  <a:pt x="52632" y="118257"/>
                </a:cubicBezTo>
                <a:cubicBezTo>
                  <a:pt x="57267" y="112685"/>
                  <a:pt x="65101" y="102892"/>
                  <a:pt x="76135" y="88879"/>
                </a:cubicBezTo>
                <a:cubicBezTo>
                  <a:pt x="73818" y="75859"/>
                  <a:pt x="71639" y="64632"/>
                  <a:pt x="69597" y="55198"/>
                </a:cubicBezTo>
                <a:cubicBezTo>
                  <a:pt x="67556" y="45764"/>
                  <a:pt x="65708" y="38923"/>
                  <a:pt x="64053" y="34674"/>
                </a:cubicBezTo>
                <a:cubicBezTo>
                  <a:pt x="62398" y="30426"/>
                  <a:pt x="60825" y="27585"/>
                  <a:pt x="59336" y="26151"/>
                </a:cubicBezTo>
                <a:cubicBezTo>
                  <a:pt x="57846" y="24716"/>
                  <a:pt x="56163" y="23999"/>
                  <a:pt x="54288" y="23999"/>
                </a:cubicBezTo>
                <a:cubicBezTo>
                  <a:pt x="52081" y="23999"/>
                  <a:pt x="50150" y="24578"/>
                  <a:pt x="48495" y="25737"/>
                </a:cubicBezTo>
                <a:cubicBezTo>
                  <a:pt x="46840" y="26895"/>
                  <a:pt x="45102" y="28771"/>
                  <a:pt x="43281" y="31364"/>
                </a:cubicBezTo>
                <a:cubicBezTo>
                  <a:pt x="41460" y="33957"/>
                  <a:pt x="39502" y="37405"/>
                  <a:pt x="37405" y="41709"/>
                </a:cubicBezTo>
                <a:lnTo>
                  <a:pt x="22344" y="34757"/>
                </a:lnTo>
                <a:cubicBezTo>
                  <a:pt x="28744" y="23061"/>
                  <a:pt x="35943" y="14344"/>
                  <a:pt x="43943" y="8607"/>
                </a:cubicBezTo>
                <a:cubicBezTo>
                  <a:pt x="51943" y="2869"/>
                  <a:pt x="61073" y="0"/>
                  <a:pt x="71335" y="0"/>
                </a:cubicBezTo>
                <a:cubicBezTo>
                  <a:pt x="80162" y="0"/>
                  <a:pt x="86893" y="1324"/>
                  <a:pt x="91527" y="3972"/>
                </a:cubicBezTo>
                <a:cubicBezTo>
                  <a:pt x="96162" y="6620"/>
                  <a:pt x="99968" y="11227"/>
                  <a:pt x="102948" y="17792"/>
                </a:cubicBezTo>
                <a:cubicBezTo>
                  <a:pt x="105927" y="24358"/>
                  <a:pt x="108741" y="34868"/>
                  <a:pt x="111389" y="49322"/>
                </a:cubicBezTo>
                <a:lnTo>
                  <a:pt x="113044" y="49322"/>
                </a:lnTo>
                <a:cubicBezTo>
                  <a:pt x="121209" y="37847"/>
                  <a:pt x="127554" y="29213"/>
                  <a:pt x="132078" y="23420"/>
                </a:cubicBezTo>
                <a:cubicBezTo>
                  <a:pt x="136601" y="17627"/>
                  <a:pt x="140794" y="12993"/>
                  <a:pt x="144656" y="9517"/>
                </a:cubicBezTo>
                <a:cubicBezTo>
                  <a:pt x="148518" y="6041"/>
                  <a:pt x="152270" y="3586"/>
                  <a:pt x="155911" y="2152"/>
                </a:cubicBezTo>
                <a:cubicBezTo>
                  <a:pt x="159552" y="717"/>
                  <a:pt x="163856" y="0"/>
                  <a:pt x="168821" y="0"/>
                </a:cubicBezTo>
                <a:cubicBezTo>
                  <a:pt x="174338" y="0"/>
                  <a:pt x="179910" y="993"/>
                  <a:pt x="185537" y="2979"/>
                </a:cubicBezTo>
                <a:lnTo>
                  <a:pt x="177758" y="38729"/>
                </a:lnTo>
                <a:lnTo>
                  <a:pt x="162863" y="38729"/>
                </a:lnTo>
                <a:cubicBezTo>
                  <a:pt x="162311" y="34095"/>
                  <a:pt x="160270" y="31778"/>
                  <a:pt x="156739" y="31778"/>
                </a:cubicBezTo>
                <a:cubicBezTo>
                  <a:pt x="155194" y="31778"/>
                  <a:pt x="153566" y="32164"/>
                  <a:pt x="151856" y="32937"/>
                </a:cubicBezTo>
                <a:cubicBezTo>
                  <a:pt x="150146" y="33709"/>
                  <a:pt x="147884" y="35447"/>
                  <a:pt x="145070" y="38150"/>
                </a:cubicBezTo>
                <a:cubicBezTo>
                  <a:pt x="142256" y="40854"/>
                  <a:pt x="138753" y="44771"/>
                  <a:pt x="134560" y="49901"/>
                </a:cubicBezTo>
                <a:cubicBezTo>
                  <a:pt x="130367" y="55032"/>
                  <a:pt x="124078" y="62839"/>
                  <a:pt x="115692" y="7332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3">
            <a:extLst xmlns:a="http://schemas.openxmlformats.org/drawingml/2006/main">
              <a:ext uri="{FF2B5EF4-FFF2-40B4-BE49-F238E27FC236}">
                <a16:creationId xmlns:a16="http://schemas.microsoft.com/office/drawing/2014/main" id="{9D80B762-54DE-46F2-B415-213C9E65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577" y="1512762"/>
            <a:ext cx="137346" cy="122404"/>
          </a:xfrm>
          <a:custGeom xmlns:a="http://schemas.openxmlformats.org/drawingml/2006/main">
            <a:pathLst>
              <a:path w="137346" h="122404">
                <a:moveTo>
                  <a:pt x="43630" y="122404"/>
                </a:moveTo>
                <a:cubicBezTo>
                  <a:pt x="39407" y="122404"/>
                  <a:pt x="35940" y="121827"/>
                  <a:pt x="33231" y="120671"/>
                </a:cubicBezTo>
                <a:cubicBezTo>
                  <a:pt x="30521" y="119516"/>
                  <a:pt x="28549" y="117882"/>
                  <a:pt x="27314" y="115770"/>
                </a:cubicBezTo>
                <a:cubicBezTo>
                  <a:pt x="26079" y="113658"/>
                  <a:pt x="25262" y="111188"/>
                  <a:pt x="24863" y="108359"/>
                </a:cubicBezTo>
                <a:cubicBezTo>
                  <a:pt x="24465" y="105530"/>
                  <a:pt x="24266" y="102442"/>
                  <a:pt x="24266" y="99095"/>
                </a:cubicBezTo>
                <a:cubicBezTo>
                  <a:pt x="24266" y="94473"/>
                  <a:pt x="24545" y="89592"/>
                  <a:pt x="25102" y="84452"/>
                </a:cubicBezTo>
                <a:cubicBezTo>
                  <a:pt x="25660" y="79312"/>
                  <a:pt x="26377" y="74152"/>
                  <a:pt x="27254" y="68972"/>
                </a:cubicBezTo>
                <a:lnTo>
                  <a:pt x="34546" y="35143"/>
                </a:lnTo>
                <a:cubicBezTo>
                  <a:pt x="35024" y="33071"/>
                  <a:pt x="35422" y="31179"/>
                  <a:pt x="35741" y="29465"/>
                </a:cubicBezTo>
                <a:cubicBezTo>
                  <a:pt x="36060" y="27752"/>
                  <a:pt x="36219" y="26377"/>
                  <a:pt x="36219" y="25342"/>
                </a:cubicBezTo>
                <a:cubicBezTo>
                  <a:pt x="36219" y="22951"/>
                  <a:pt x="35721" y="21058"/>
                  <a:pt x="34725" y="19664"/>
                </a:cubicBezTo>
                <a:cubicBezTo>
                  <a:pt x="33729" y="18269"/>
                  <a:pt x="31677" y="17572"/>
                  <a:pt x="28569" y="17572"/>
                </a:cubicBezTo>
                <a:cubicBezTo>
                  <a:pt x="23628" y="17572"/>
                  <a:pt x="16576" y="21755"/>
                  <a:pt x="7411" y="30123"/>
                </a:cubicBezTo>
                <a:lnTo>
                  <a:pt x="0" y="21755"/>
                </a:lnTo>
                <a:cubicBezTo>
                  <a:pt x="3745" y="17054"/>
                  <a:pt x="9344" y="12252"/>
                  <a:pt x="16795" y="7351"/>
                </a:cubicBezTo>
                <a:cubicBezTo>
                  <a:pt x="24246" y="2450"/>
                  <a:pt x="32514" y="0"/>
                  <a:pt x="41598" y="0"/>
                </a:cubicBezTo>
                <a:cubicBezTo>
                  <a:pt x="49408" y="0"/>
                  <a:pt x="55445" y="2152"/>
                  <a:pt x="59708" y="6455"/>
                </a:cubicBezTo>
                <a:cubicBezTo>
                  <a:pt x="63971" y="10758"/>
                  <a:pt x="66103" y="16177"/>
                  <a:pt x="66103" y="22712"/>
                </a:cubicBezTo>
                <a:cubicBezTo>
                  <a:pt x="66103" y="26696"/>
                  <a:pt x="65665" y="30840"/>
                  <a:pt x="64788" y="35143"/>
                </a:cubicBezTo>
                <a:lnTo>
                  <a:pt x="57018" y="71602"/>
                </a:lnTo>
                <a:cubicBezTo>
                  <a:pt x="56301" y="75825"/>
                  <a:pt x="55704" y="79929"/>
                  <a:pt x="55225" y="83914"/>
                </a:cubicBezTo>
                <a:cubicBezTo>
                  <a:pt x="54747" y="87898"/>
                  <a:pt x="54508" y="91445"/>
                  <a:pt x="54508" y="94553"/>
                </a:cubicBezTo>
                <a:cubicBezTo>
                  <a:pt x="54508" y="97581"/>
                  <a:pt x="54707" y="100051"/>
                  <a:pt x="55106" y="101964"/>
                </a:cubicBezTo>
                <a:cubicBezTo>
                  <a:pt x="55504" y="103876"/>
                  <a:pt x="56022" y="104833"/>
                  <a:pt x="56660" y="104833"/>
                </a:cubicBezTo>
                <a:cubicBezTo>
                  <a:pt x="58891" y="104833"/>
                  <a:pt x="61780" y="103797"/>
                  <a:pt x="65326" y="101725"/>
                </a:cubicBezTo>
                <a:cubicBezTo>
                  <a:pt x="68872" y="99653"/>
                  <a:pt x="72698" y="96784"/>
                  <a:pt x="76802" y="93118"/>
                </a:cubicBezTo>
                <a:cubicBezTo>
                  <a:pt x="80906" y="89452"/>
                  <a:pt x="85010" y="85149"/>
                  <a:pt x="89114" y="80208"/>
                </a:cubicBezTo>
                <a:cubicBezTo>
                  <a:pt x="93218" y="75268"/>
                  <a:pt x="96923" y="69928"/>
                  <a:pt x="100230" y="64191"/>
                </a:cubicBezTo>
                <a:cubicBezTo>
                  <a:pt x="103538" y="58453"/>
                  <a:pt x="106207" y="52376"/>
                  <a:pt x="108239" y="45961"/>
                </a:cubicBezTo>
                <a:cubicBezTo>
                  <a:pt x="110271" y="39546"/>
                  <a:pt x="111288" y="33071"/>
                  <a:pt x="111288" y="26537"/>
                </a:cubicBezTo>
                <a:cubicBezTo>
                  <a:pt x="111288" y="23349"/>
                  <a:pt x="110670" y="20879"/>
                  <a:pt x="109435" y="19126"/>
                </a:cubicBezTo>
                <a:cubicBezTo>
                  <a:pt x="108200" y="17372"/>
                  <a:pt x="106267" y="16496"/>
                  <a:pt x="103637" y="16496"/>
                </a:cubicBezTo>
                <a:cubicBezTo>
                  <a:pt x="100689" y="16496"/>
                  <a:pt x="97959" y="17592"/>
                  <a:pt x="95449" y="19783"/>
                </a:cubicBezTo>
                <a:cubicBezTo>
                  <a:pt x="92939" y="21975"/>
                  <a:pt x="90369" y="24903"/>
                  <a:pt x="87739" y="28569"/>
                </a:cubicBezTo>
                <a:lnTo>
                  <a:pt x="79372" y="21875"/>
                </a:lnTo>
                <a:cubicBezTo>
                  <a:pt x="84392" y="14942"/>
                  <a:pt x="89990" y="9563"/>
                  <a:pt x="96166" y="5738"/>
                </a:cubicBezTo>
                <a:cubicBezTo>
                  <a:pt x="102342" y="1913"/>
                  <a:pt x="109216" y="0"/>
                  <a:pt x="116786" y="0"/>
                </a:cubicBezTo>
                <a:cubicBezTo>
                  <a:pt x="124277" y="0"/>
                  <a:pt x="129576" y="1932"/>
                  <a:pt x="132684" y="5797"/>
                </a:cubicBezTo>
                <a:cubicBezTo>
                  <a:pt x="135792" y="9662"/>
                  <a:pt x="137346" y="14822"/>
                  <a:pt x="137346" y="21277"/>
                </a:cubicBezTo>
                <a:cubicBezTo>
                  <a:pt x="137346" y="25023"/>
                  <a:pt x="136629" y="29346"/>
                  <a:pt x="135195" y="34247"/>
                </a:cubicBezTo>
                <a:cubicBezTo>
                  <a:pt x="133760" y="39148"/>
                  <a:pt x="131688" y="44308"/>
                  <a:pt x="128979" y="49727"/>
                </a:cubicBezTo>
                <a:cubicBezTo>
                  <a:pt x="126269" y="55146"/>
                  <a:pt x="123082" y="60724"/>
                  <a:pt x="119416" y="66462"/>
                </a:cubicBezTo>
                <a:cubicBezTo>
                  <a:pt x="115750" y="72199"/>
                  <a:pt x="111686" y="77758"/>
                  <a:pt x="107223" y="83137"/>
                </a:cubicBezTo>
                <a:cubicBezTo>
                  <a:pt x="102761" y="88516"/>
                  <a:pt x="97999" y="93596"/>
                  <a:pt x="92939" y="98378"/>
                </a:cubicBezTo>
                <a:cubicBezTo>
                  <a:pt x="87879" y="103159"/>
                  <a:pt x="82619" y="107323"/>
                  <a:pt x="77160" y="110869"/>
                </a:cubicBezTo>
                <a:cubicBezTo>
                  <a:pt x="71701" y="114415"/>
                  <a:pt x="66163" y="117224"/>
                  <a:pt x="60545" y="119296"/>
                </a:cubicBezTo>
                <a:cubicBezTo>
                  <a:pt x="54927" y="121368"/>
                  <a:pt x="49288" y="122404"/>
                  <a:pt x="43630" y="122404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4">
            <a:extLst xmlns:a="http://schemas.openxmlformats.org/drawingml/2006/main">
              <a:ext uri="{FF2B5EF4-FFF2-40B4-BE49-F238E27FC236}">
                <a16:creationId xmlns:a16="http://schemas.microsoft.com/office/drawing/2014/main" id="{BC3C2DC5-9209-46C2-AE9B-2DA50DFD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090" y="1546795"/>
            <a:ext cx="55630" cy="142312"/>
          </a:xfrm>
          <a:custGeom xmlns:a="http://schemas.openxmlformats.org/drawingml/2006/main">
            <a:pathLst>
              <a:path w="55630" h="142312">
                <a:moveTo>
                  <a:pt x="53000" y="0"/>
                </a:moveTo>
                <a:lnTo>
                  <a:pt x="47741" y="24781"/>
                </a:lnTo>
                <a:lnTo>
                  <a:pt x="21544" y="24781"/>
                </a:lnTo>
                <a:lnTo>
                  <a:pt x="27107" y="0"/>
                </a:lnTo>
                <a:lnTo>
                  <a:pt x="53000" y="0"/>
                </a:lnTo>
                <a:moveTo>
                  <a:pt x="29838" y="108832"/>
                </a:moveTo>
                <a:cubicBezTo>
                  <a:pt x="29164" y="111665"/>
                  <a:pt x="28708" y="113856"/>
                  <a:pt x="28472" y="115407"/>
                </a:cubicBezTo>
                <a:cubicBezTo>
                  <a:pt x="28236" y="116958"/>
                  <a:pt x="28118" y="118711"/>
                  <a:pt x="28118" y="120666"/>
                </a:cubicBezTo>
                <a:cubicBezTo>
                  <a:pt x="28118" y="123296"/>
                  <a:pt x="28557" y="125117"/>
                  <a:pt x="29433" y="126128"/>
                </a:cubicBezTo>
                <a:cubicBezTo>
                  <a:pt x="30310" y="127140"/>
                  <a:pt x="31557" y="127646"/>
                  <a:pt x="33176" y="127646"/>
                </a:cubicBezTo>
                <a:cubicBezTo>
                  <a:pt x="35131" y="127646"/>
                  <a:pt x="37323" y="126718"/>
                  <a:pt x="39750" y="124864"/>
                </a:cubicBezTo>
                <a:cubicBezTo>
                  <a:pt x="42178" y="123010"/>
                  <a:pt x="45043" y="120194"/>
                  <a:pt x="48348" y="116418"/>
                </a:cubicBezTo>
                <a:lnTo>
                  <a:pt x="55630" y="123701"/>
                </a:lnTo>
                <a:cubicBezTo>
                  <a:pt x="49022" y="130444"/>
                  <a:pt x="43105" y="135231"/>
                  <a:pt x="37879" y="138063"/>
                </a:cubicBezTo>
                <a:cubicBezTo>
                  <a:pt x="32653" y="140896"/>
                  <a:pt x="26905" y="142312"/>
                  <a:pt x="20634" y="142312"/>
                </a:cubicBezTo>
                <a:cubicBezTo>
                  <a:pt x="13486" y="142312"/>
                  <a:pt x="8260" y="140558"/>
                  <a:pt x="4956" y="137052"/>
                </a:cubicBezTo>
                <a:cubicBezTo>
                  <a:pt x="1652" y="133546"/>
                  <a:pt x="0" y="128252"/>
                  <a:pt x="0" y="121172"/>
                </a:cubicBezTo>
                <a:cubicBezTo>
                  <a:pt x="0" y="116654"/>
                  <a:pt x="742" y="111361"/>
                  <a:pt x="2225" y="105292"/>
                </a:cubicBezTo>
                <a:lnTo>
                  <a:pt x="10721" y="70094"/>
                </a:lnTo>
                <a:cubicBezTo>
                  <a:pt x="12272" y="63688"/>
                  <a:pt x="13048" y="58631"/>
                  <a:pt x="13048" y="54922"/>
                </a:cubicBezTo>
                <a:cubicBezTo>
                  <a:pt x="13048" y="52292"/>
                  <a:pt x="12424" y="50421"/>
                  <a:pt x="11177" y="49308"/>
                </a:cubicBezTo>
                <a:cubicBezTo>
                  <a:pt x="9929" y="48196"/>
                  <a:pt x="7316" y="47437"/>
                  <a:pt x="3338" y="47033"/>
                </a:cubicBezTo>
                <a:lnTo>
                  <a:pt x="4855" y="40357"/>
                </a:lnTo>
                <a:lnTo>
                  <a:pt x="34491" y="39244"/>
                </a:lnTo>
                <a:lnTo>
                  <a:pt x="46021" y="39244"/>
                </a:lnTo>
                <a:lnTo>
                  <a:pt x="29838" y="108832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5">
            <a:extLst xmlns:a="http://schemas.openxmlformats.org/drawingml/2006/main">
              <a:ext uri="{FF2B5EF4-FFF2-40B4-BE49-F238E27FC236}">
                <a16:creationId xmlns:a16="http://schemas.microsoft.com/office/drawing/2014/main" id="{184E608B-936E-4D46-9655-FD9CFB8C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837" y="1326298"/>
            <a:ext cx="104603" cy="313974"/>
          </a:xfrm>
          <a:custGeom xmlns:a="http://schemas.openxmlformats.org/drawingml/2006/main">
            <a:pathLst>
              <a:path w="104603" h="313974">
                <a:moveTo>
                  <a:pt x="75969" y="155415"/>
                </a:moveTo>
                <a:cubicBezTo>
                  <a:pt x="75969" y="118119"/>
                  <a:pt x="69790" y="87141"/>
                  <a:pt x="57432" y="62480"/>
                </a:cubicBezTo>
                <a:cubicBezTo>
                  <a:pt x="45074" y="37819"/>
                  <a:pt x="25930" y="21241"/>
                  <a:pt x="0" y="12744"/>
                </a:cubicBezTo>
                <a:lnTo>
                  <a:pt x="4469" y="0"/>
                </a:lnTo>
                <a:cubicBezTo>
                  <a:pt x="36688" y="8496"/>
                  <a:pt x="61432" y="26840"/>
                  <a:pt x="78700" y="55032"/>
                </a:cubicBezTo>
                <a:cubicBezTo>
                  <a:pt x="95969" y="83224"/>
                  <a:pt x="104603" y="117237"/>
                  <a:pt x="104603" y="157070"/>
                </a:cubicBezTo>
                <a:cubicBezTo>
                  <a:pt x="104603" y="197013"/>
                  <a:pt x="95996" y="231025"/>
                  <a:pt x="78783" y="259107"/>
                </a:cubicBezTo>
                <a:cubicBezTo>
                  <a:pt x="61570" y="287189"/>
                  <a:pt x="36799" y="305478"/>
                  <a:pt x="4469" y="313974"/>
                </a:cubicBezTo>
                <a:lnTo>
                  <a:pt x="497" y="301229"/>
                </a:lnTo>
                <a:cubicBezTo>
                  <a:pt x="25985" y="292733"/>
                  <a:pt x="44936" y="275961"/>
                  <a:pt x="57349" y="250914"/>
                </a:cubicBezTo>
                <a:cubicBezTo>
                  <a:pt x="69763" y="225867"/>
                  <a:pt x="75969" y="194034"/>
                  <a:pt x="75969" y="155415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E5C78B51-0B48-44A7-B4BD-37F1223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084" y="1369160"/>
            <a:ext cx="258638" cy="200820"/>
          </a:xfrm>
          <a:custGeom xmlns:a="http://schemas.openxmlformats.org/drawingml/2006/main">
            <a:pathLst>
              <a:path w="258638" h="200820">
                <a:moveTo>
                  <a:pt x="109016" y="0"/>
                </a:moveTo>
                <a:lnTo>
                  <a:pt x="120492" y="122846"/>
                </a:lnTo>
                <a:lnTo>
                  <a:pt x="190227" y="0"/>
                </a:lnTo>
                <a:lnTo>
                  <a:pt x="258638" y="0"/>
                </a:lnTo>
                <a:lnTo>
                  <a:pt x="256578" y="9710"/>
                </a:lnTo>
                <a:cubicBezTo>
                  <a:pt x="250988" y="11279"/>
                  <a:pt x="246868" y="14026"/>
                  <a:pt x="244220" y="17949"/>
                </a:cubicBezTo>
                <a:cubicBezTo>
                  <a:pt x="241572" y="21872"/>
                  <a:pt x="239071" y="29130"/>
                  <a:pt x="236717" y="39723"/>
                </a:cubicBezTo>
                <a:lnTo>
                  <a:pt x="209941" y="161097"/>
                </a:lnTo>
                <a:cubicBezTo>
                  <a:pt x="209255" y="164236"/>
                  <a:pt x="208764" y="166957"/>
                  <a:pt x="208470" y="169262"/>
                </a:cubicBezTo>
                <a:cubicBezTo>
                  <a:pt x="208176" y="171567"/>
                  <a:pt x="208029" y="174583"/>
                  <a:pt x="208029" y="178310"/>
                </a:cubicBezTo>
                <a:cubicBezTo>
                  <a:pt x="208029" y="182430"/>
                  <a:pt x="208985" y="185445"/>
                  <a:pt x="210897" y="187358"/>
                </a:cubicBezTo>
                <a:cubicBezTo>
                  <a:pt x="212810" y="189271"/>
                  <a:pt x="215924" y="190521"/>
                  <a:pt x="220240" y="191110"/>
                </a:cubicBezTo>
                <a:lnTo>
                  <a:pt x="218180" y="200820"/>
                </a:lnTo>
                <a:lnTo>
                  <a:pt x="144178" y="200820"/>
                </a:lnTo>
                <a:lnTo>
                  <a:pt x="146238" y="191110"/>
                </a:lnTo>
                <a:cubicBezTo>
                  <a:pt x="151828" y="189540"/>
                  <a:pt x="155948" y="186794"/>
                  <a:pt x="158596" y="182871"/>
                </a:cubicBezTo>
                <a:cubicBezTo>
                  <a:pt x="161244" y="178948"/>
                  <a:pt x="163745" y="171690"/>
                  <a:pt x="166099" y="161097"/>
                </a:cubicBezTo>
                <a:lnTo>
                  <a:pt x="179634" y="99306"/>
                </a:lnTo>
                <a:cubicBezTo>
                  <a:pt x="184146" y="78906"/>
                  <a:pt x="189442" y="58358"/>
                  <a:pt x="195523" y="37663"/>
                </a:cubicBezTo>
                <a:lnTo>
                  <a:pt x="192581" y="37663"/>
                </a:lnTo>
                <a:cubicBezTo>
                  <a:pt x="187971" y="46098"/>
                  <a:pt x="183018" y="54876"/>
                  <a:pt x="177722" y="63997"/>
                </a:cubicBezTo>
                <a:lnTo>
                  <a:pt x="111517" y="178604"/>
                </a:lnTo>
                <a:lnTo>
                  <a:pt x="87684" y="178604"/>
                </a:lnTo>
                <a:lnTo>
                  <a:pt x="77974" y="90185"/>
                </a:lnTo>
                <a:cubicBezTo>
                  <a:pt x="75718" y="69196"/>
                  <a:pt x="74247" y="51198"/>
                  <a:pt x="73560" y="36192"/>
                </a:cubicBezTo>
                <a:lnTo>
                  <a:pt x="71206" y="36192"/>
                </a:lnTo>
                <a:cubicBezTo>
                  <a:pt x="67283" y="60418"/>
                  <a:pt x="63556" y="80524"/>
                  <a:pt x="60025" y="96511"/>
                </a:cubicBezTo>
                <a:lnTo>
                  <a:pt x="45755" y="161097"/>
                </a:lnTo>
                <a:cubicBezTo>
                  <a:pt x="45068" y="164236"/>
                  <a:pt x="44578" y="166957"/>
                  <a:pt x="44283" y="169262"/>
                </a:cubicBezTo>
                <a:cubicBezTo>
                  <a:pt x="43989" y="171567"/>
                  <a:pt x="43842" y="174583"/>
                  <a:pt x="43842" y="178310"/>
                </a:cubicBezTo>
                <a:cubicBezTo>
                  <a:pt x="43842" y="182430"/>
                  <a:pt x="44798" y="185445"/>
                  <a:pt x="46711" y="187358"/>
                </a:cubicBezTo>
                <a:cubicBezTo>
                  <a:pt x="48623" y="189271"/>
                  <a:pt x="51737" y="190521"/>
                  <a:pt x="56053" y="191110"/>
                </a:cubicBezTo>
                <a:lnTo>
                  <a:pt x="53993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090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7">
            <a:extLst xmlns:a="http://schemas.openxmlformats.org/drawingml/2006/main">
              <a:ext uri="{FF2B5EF4-FFF2-40B4-BE49-F238E27FC236}">
                <a16:creationId xmlns:a16="http://schemas.microsoft.com/office/drawing/2014/main" id="{123B7851-DD2A-4EA8-B408-922CA019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850" y="1479770"/>
            <a:ext cx="60687" cy="155249"/>
          </a:xfrm>
          <a:custGeom xmlns:a="http://schemas.openxmlformats.org/drawingml/2006/main">
            <a:pathLst>
              <a:path w="60687" h="155249">
                <a:moveTo>
                  <a:pt x="57818" y="0"/>
                </a:moveTo>
                <a:lnTo>
                  <a:pt x="52081" y="27033"/>
                </a:lnTo>
                <a:lnTo>
                  <a:pt x="23503" y="27033"/>
                </a:lnTo>
                <a:lnTo>
                  <a:pt x="29571" y="0"/>
                </a:lnTo>
                <a:lnTo>
                  <a:pt x="57818" y="0"/>
                </a:lnTo>
                <a:moveTo>
                  <a:pt x="32550" y="118726"/>
                </a:moveTo>
                <a:cubicBezTo>
                  <a:pt x="31815" y="121816"/>
                  <a:pt x="31318" y="124207"/>
                  <a:pt x="31061" y="125898"/>
                </a:cubicBezTo>
                <a:cubicBezTo>
                  <a:pt x="30803" y="127590"/>
                  <a:pt x="30675" y="129503"/>
                  <a:pt x="30675" y="131636"/>
                </a:cubicBezTo>
                <a:cubicBezTo>
                  <a:pt x="30675" y="134505"/>
                  <a:pt x="31153" y="136491"/>
                  <a:pt x="32109" y="137595"/>
                </a:cubicBezTo>
                <a:cubicBezTo>
                  <a:pt x="33065" y="138698"/>
                  <a:pt x="34426" y="139250"/>
                  <a:pt x="36192" y="139250"/>
                </a:cubicBezTo>
                <a:cubicBezTo>
                  <a:pt x="38325" y="139250"/>
                  <a:pt x="40716" y="138238"/>
                  <a:pt x="43364" y="136215"/>
                </a:cubicBezTo>
                <a:cubicBezTo>
                  <a:pt x="46012" y="134192"/>
                  <a:pt x="49138" y="131121"/>
                  <a:pt x="52743" y="127002"/>
                </a:cubicBezTo>
                <a:lnTo>
                  <a:pt x="60687" y="134946"/>
                </a:lnTo>
                <a:cubicBezTo>
                  <a:pt x="53478" y="142302"/>
                  <a:pt x="47023" y="147525"/>
                  <a:pt x="41323" y="150615"/>
                </a:cubicBezTo>
                <a:cubicBezTo>
                  <a:pt x="35622" y="153704"/>
                  <a:pt x="29351" y="155249"/>
                  <a:pt x="22509" y="155249"/>
                </a:cubicBezTo>
                <a:cubicBezTo>
                  <a:pt x="14712" y="155249"/>
                  <a:pt x="9011" y="153336"/>
                  <a:pt x="5407" y="149511"/>
                </a:cubicBezTo>
                <a:cubicBezTo>
                  <a:pt x="1802" y="145686"/>
                  <a:pt x="0" y="139912"/>
                  <a:pt x="0" y="132188"/>
                </a:cubicBezTo>
                <a:cubicBezTo>
                  <a:pt x="0" y="127259"/>
                  <a:pt x="809" y="121485"/>
                  <a:pt x="2427" y="114864"/>
                </a:cubicBezTo>
                <a:lnTo>
                  <a:pt x="11696" y="76466"/>
                </a:lnTo>
                <a:cubicBezTo>
                  <a:pt x="13388" y="69478"/>
                  <a:pt x="14234" y="63961"/>
                  <a:pt x="14234" y="59915"/>
                </a:cubicBezTo>
                <a:cubicBezTo>
                  <a:pt x="14234" y="57046"/>
                  <a:pt x="13553" y="55005"/>
                  <a:pt x="12193" y="53791"/>
                </a:cubicBezTo>
                <a:cubicBezTo>
                  <a:pt x="10832" y="52577"/>
                  <a:pt x="7981" y="51750"/>
                  <a:pt x="3641" y="51308"/>
                </a:cubicBezTo>
                <a:lnTo>
                  <a:pt x="5296" y="44026"/>
                </a:lnTo>
                <a:lnTo>
                  <a:pt x="37626" y="42812"/>
                </a:lnTo>
                <a:lnTo>
                  <a:pt x="50205" y="42812"/>
                </a:lnTo>
                <a:lnTo>
                  <a:pt x="32550" y="1187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8">
            <a:extLst xmlns:a="http://schemas.openxmlformats.org/drawingml/2006/main">
              <a:ext uri="{FF2B5EF4-FFF2-40B4-BE49-F238E27FC236}">
                <a16:creationId xmlns:a16="http://schemas.microsoft.com/office/drawing/2014/main" id="{AE0C9519-F91E-492B-A548-F2EB50C6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940" y="1381666"/>
            <a:ext cx="181841" cy="204498"/>
          </a:xfrm>
          <a:custGeom xmlns:a="http://schemas.openxmlformats.org/drawingml/2006/main">
            <a:pathLst>
              <a:path w="181841" h="204498">
                <a:moveTo>
                  <a:pt x="0" y="162127"/>
                </a:moveTo>
                <a:lnTo>
                  <a:pt x="0" y="140059"/>
                </a:lnTo>
                <a:lnTo>
                  <a:pt x="157566" y="81063"/>
                </a:lnTo>
                <a:lnTo>
                  <a:pt x="0" y="22068"/>
                </a:lnTo>
                <a:lnTo>
                  <a:pt x="0" y="0"/>
                </a:lnTo>
                <a:lnTo>
                  <a:pt x="181841" y="70765"/>
                </a:lnTo>
                <a:lnTo>
                  <a:pt x="181841" y="91362"/>
                </a:lnTo>
                <a:lnTo>
                  <a:pt x="0" y="162127"/>
                </a:lnTo>
                <a:moveTo>
                  <a:pt x="0" y="204498"/>
                </a:moveTo>
                <a:lnTo>
                  <a:pt x="0" y="184931"/>
                </a:lnTo>
                <a:lnTo>
                  <a:pt x="181253" y="184931"/>
                </a:lnTo>
                <a:lnTo>
                  <a:pt x="181253" y="204498"/>
                </a:lnTo>
                <a:lnTo>
                  <a:pt x="0" y="2044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89">
            <a:extLst xmlns:a="http://schemas.openxmlformats.org/drawingml/2006/main">
              <a:ext uri="{FF2B5EF4-FFF2-40B4-BE49-F238E27FC236}">
                <a16:creationId xmlns:a16="http://schemas.microsoft.com/office/drawing/2014/main" id="{AB1C414F-C253-4A42-9C37-6330F0AF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473" y="1366807"/>
            <a:ext cx="138146" cy="203174"/>
          </a:xfrm>
          <a:custGeom xmlns:a="http://schemas.openxmlformats.org/drawingml/2006/main">
            <a:pathLst>
              <a:path w="138146" h="203174">
                <a:moveTo>
                  <a:pt x="95040" y="167129"/>
                </a:moveTo>
                <a:cubicBezTo>
                  <a:pt x="101415" y="167129"/>
                  <a:pt x="106172" y="166663"/>
                  <a:pt x="109311" y="165731"/>
                </a:cubicBezTo>
                <a:cubicBezTo>
                  <a:pt x="112449" y="164800"/>
                  <a:pt x="114926" y="163181"/>
                  <a:pt x="116740" y="160876"/>
                </a:cubicBezTo>
                <a:cubicBezTo>
                  <a:pt x="118555" y="158571"/>
                  <a:pt x="120050" y="155114"/>
                  <a:pt x="121227" y="150504"/>
                </a:cubicBezTo>
                <a:lnTo>
                  <a:pt x="138146" y="150504"/>
                </a:lnTo>
                <a:lnTo>
                  <a:pt x="134762" y="203174"/>
                </a:lnTo>
                <a:lnTo>
                  <a:pt x="0" y="203174"/>
                </a:lnTo>
                <a:lnTo>
                  <a:pt x="0" y="193464"/>
                </a:lnTo>
                <a:cubicBezTo>
                  <a:pt x="7552" y="176103"/>
                  <a:pt x="23000" y="153741"/>
                  <a:pt x="46343" y="126377"/>
                </a:cubicBezTo>
                <a:cubicBezTo>
                  <a:pt x="56936" y="113920"/>
                  <a:pt x="65003" y="103671"/>
                  <a:pt x="70544" y="95628"/>
                </a:cubicBezTo>
                <a:cubicBezTo>
                  <a:pt x="76086" y="87586"/>
                  <a:pt x="80230" y="79985"/>
                  <a:pt x="82976" y="72825"/>
                </a:cubicBezTo>
                <a:cubicBezTo>
                  <a:pt x="85722" y="65665"/>
                  <a:pt x="87095" y="58260"/>
                  <a:pt x="87095" y="50609"/>
                </a:cubicBezTo>
                <a:cubicBezTo>
                  <a:pt x="87095" y="39821"/>
                  <a:pt x="84692" y="31361"/>
                  <a:pt x="79886" y="25231"/>
                </a:cubicBezTo>
                <a:cubicBezTo>
                  <a:pt x="75081" y="19101"/>
                  <a:pt x="68509" y="16036"/>
                  <a:pt x="60172" y="16036"/>
                </a:cubicBezTo>
                <a:cubicBezTo>
                  <a:pt x="44185" y="16036"/>
                  <a:pt x="33936" y="27561"/>
                  <a:pt x="29424" y="50609"/>
                </a:cubicBezTo>
                <a:lnTo>
                  <a:pt x="2942" y="50609"/>
                </a:lnTo>
                <a:lnTo>
                  <a:pt x="2942" y="15889"/>
                </a:lnTo>
                <a:cubicBezTo>
                  <a:pt x="18930" y="9416"/>
                  <a:pt x="31827" y="5149"/>
                  <a:pt x="41635" y="3090"/>
                </a:cubicBezTo>
                <a:cubicBezTo>
                  <a:pt x="51443" y="1030"/>
                  <a:pt x="61791" y="0"/>
                  <a:pt x="72678" y="0"/>
                </a:cubicBezTo>
                <a:cubicBezTo>
                  <a:pt x="87095" y="0"/>
                  <a:pt x="98865" y="1937"/>
                  <a:pt x="107987" y="5811"/>
                </a:cubicBezTo>
                <a:cubicBezTo>
                  <a:pt x="117108" y="9685"/>
                  <a:pt x="123704" y="14933"/>
                  <a:pt x="127774" y="21553"/>
                </a:cubicBezTo>
                <a:cubicBezTo>
                  <a:pt x="131845" y="28174"/>
                  <a:pt x="133880" y="35897"/>
                  <a:pt x="133880" y="44725"/>
                </a:cubicBezTo>
                <a:cubicBezTo>
                  <a:pt x="133880" y="52473"/>
                  <a:pt x="132433" y="59682"/>
                  <a:pt x="129540" y="66351"/>
                </a:cubicBezTo>
                <a:cubicBezTo>
                  <a:pt x="126646" y="73021"/>
                  <a:pt x="121644" y="80622"/>
                  <a:pt x="114533" y="89155"/>
                </a:cubicBezTo>
                <a:cubicBezTo>
                  <a:pt x="107423" y="97688"/>
                  <a:pt x="95432" y="109899"/>
                  <a:pt x="78562" y="125788"/>
                </a:cubicBezTo>
                <a:cubicBezTo>
                  <a:pt x="73364" y="130692"/>
                  <a:pt x="67161" y="137141"/>
                  <a:pt x="59952" y="145134"/>
                </a:cubicBezTo>
                <a:cubicBezTo>
                  <a:pt x="52743" y="153128"/>
                  <a:pt x="47030" y="159969"/>
                  <a:pt x="42812" y="165658"/>
                </a:cubicBezTo>
                <a:lnTo>
                  <a:pt x="42812" y="167129"/>
                </a:lnTo>
                <a:lnTo>
                  <a:pt x="95040" y="167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ext-90 Agent">
            <a:extLst xmlns:a="http://schemas.openxmlformats.org/drawingml/2006/main">
              <a:ext uri="{FF2B5EF4-FFF2-40B4-BE49-F238E27FC236}">
                <a16:creationId xmlns:a16="http://schemas.microsoft.com/office/drawing/2014/main" id="{EC83DC3C-FBD8-48EC-A46D-743A6E9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6970" y="1035188"/>
            <a:ext cx="703672" cy="369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92" name="text-91 Turn">
            <a:extLst xmlns:a="http://schemas.openxmlformats.org/drawingml/2006/main">
              <a:ext uri="{FF2B5EF4-FFF2-40B4-BE49-F238E27FC236}">
                <a16:creationId xmlns:a16="http://schemas.microsoft.com/office/drawing/2014/main" id="{C43FBB61-DFB4-48B3-AFBE-AF90F61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62472" y="1036330"/>
            <a:ext cx="537233" cy="367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6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93" name="text-92 Trajectory">
            <a:extLst xmlns:a="http://schemas.openxmlformats.org/drawingml/2006/main">
              <a:ext uri="{FF2B5EF4-FFF2-40B4-BE49-F238E27FC236}">
                <a16:creationId xmlns:a16="http://schemas.microsoft.com/office/drawing/2014/main" id="{7A64FCE0-C60D-4D3C-AEC6-9A5C2F6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505" y="1437954"/>
            <a:ext cx="1149587" cy="368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2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94" name="text-93 advantage">
            <a:extLst xmlns:a="http://schemas.openxmlformats.org/drawingml/2006/main">
              <a:ext uri="{FF2B5EF4-FFF2-40B4-BE49-F238E27FC236}">
                <a16:creationId xmlns:a16="http://schemas.microsoft.com/office/drawing/2014/main" id="{5CB19C70-9D09-4143-ADBF-D5D2EF33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2195" y="1758225"/>
            <a:ext cx="1221355" cy="369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95" name="path-94">
            <a:extLst xmlns:a="http://schemas.openxmlformats.org/drawingml/2006/main">
              <a:ext uri="{FF2B5EF4-FFF2-40B4-BE49-F238E27FC236}">
                <a16:creationId xmlns:a16="http://schemas.microsoft.com/office/drawing/2014/main" id="{E4FEB1FE-1A93-452D-9B86-30E0B3C6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773" y="1374322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5">
            <a:extLst xmlns:a="http://schemas.openxmlformats.org/drawingml/2006/main">
              <a:ext uri="{FF2B5EF4-FFF2-40B4-BE49-F238E27FC236}">
                <a16:creationId xmlns:a16="http://schemas.microsoft.com/office/drawing/2014/main" id="{55645F6B-1FC0-48BF-A712-7547AEF9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459" y="1428842"/>
            <a:ext cx="115637" cy="156463"/>
          </a:xfrm>
          <a:custGeom xmlns:a="http://schemas.openxmlformats.org/drawingml/2006/main">
            <a:pathLst>
              <a:path w="115637" h="156463">
                <a:moveTo>
                  <a:pt x="115637" y="46564"/>
                </a:moveTo>
                <a:cubicBezTo>
                  <a:pt x="115637" y="57451"/>
                  <a:pt x="113853" y="70268"/>
                  <a:pt x="110285" y="85017"/>
                </a:cubicBezTo>
                <a:cubicBezTo>
                  <a:pt x="106718" y="99766"/>
                  <a:pt x="101679" y="112566"/>
                  <a:pt x="95169" y="123416"/>
                </a:cubicBezTo>
                <a:cubicBezTo>
                  <a:pt x="88659" y="134266"/>
                  <a:pt x="80806" y="142486"/>
                  <a:pt x="71611" y="148077"/>
                </a:cubicBezTo>
                <a:cubicBezTo>
                  <a:pt x="62416" y="153667"/>
                  <a:pt x="52044" y="156463"/>
                  <a:pt x="40495" y="156463"/>
                </a:cubicBezTo>
                <a:cubicBezTo>
                  <a:pt x="27033" y="156463"/>
                  <a:pt x="16919" y="152601"/>
                  <a:pt x="10151" y="144877"/>
                </a:cubicBezTo>
                <a:cubicBezTo>
                  <a:pt x="3384" y="137153"/>
                  <a:pt x="0" y="125862"/>
                  <a:pt x="0" y="111003"/>
                </a:cubicBezTo>
                <a:cubicBezTo>
                  <a:pt x="0" y="100116"/>
                  <a:pt x="1747" y="87243"/>
                  <a:pt x="5241" y="72383"/>
                </a:cubicBezTo>
                <a:cubicBezTo>
                  <a:pt x="8735" y="57524"/>
                  <a:pt x="13719" y="44614"/>
                  <a:pt x="20192" y="33654"/>
                </a:cubicBezTo>
                <a:cubicBezTo>
                  <a:pt x="26666" y="22693"/>
                  <a:pt x="34500" y="14344"/>
                  <a:pt x="43695" y="8607"/>
                </a:cubicBezTo>
                <a:cubicBezTo>
                  <a:pt x="52890" y="2869"/>
                  <a:pt x="63409" y="0"/>
                  <a:pt x="75252" y="0"/>
                </a:cubicBezTo>
                <a:cubicBezTo>
                  <a:pt x="88787" y="0"/>
                  <a:pt x="98902" y="3880"/>
                  <a:pt x="105596" y="11641"/>
                </a:cubicBezTo>
                <a:cubicBezTo>
                  <a:pt x="112290" y="19402"/>
                  <a:pt x="115637" y="31042"/>
                  <a:pt x="115637" y="46564"/>
                </a:cubicBezTo>
                <a:moveTo>
                  <a:pt x="37295" y="70728"/>
                </a:moveTo>
                <a:lnTo>
                  <a:pt x="81542" y="70728"/>
                </a:lnTo>
                <a:cubicBezTo>
                  <a:pt x="83160" y="63299"/>
                  <a:pt x="84429" y="56458"/>
                  <a:pt x="85348" y="50205"/>
                </a:cubicBezTo>
                <a:cubicBezTo>
                  <a:pt x="86268" y="43952"/>
                  <a:pt x="86728" y="38141"/>
                  <a:pt x="86728" y="32771"/>
                </a:cubicBezTo>
                <a:cubicBezTo>
                  <a:pt x="86728" y="25121"/>
                  <a:pt x="85826" y="19659"/>
                  <a:pt x="84024" y="16386"/>
                </a:cubicBezTo>
                <a:cubicBezTo>
                  <a:pt x="82222" y="13112"/>
                  <a:pt x="79224" y="11475"/>
                  <a:pt x="75032" y="11475"/>
                </a:cubicBezTo>
                <a:cubicBezTo>
                  <a:pt x="67528" y="11475"/>
                  <a:pt x="60522" y="16478"/>
                  <a:pt x="54012" y="26482"/>
                </a:cubicBezTo>
                <a:cubicBezTo>
                  <a:pt x="47502" y="36486"/>
                  <a:pt x="41929" y="51235"/>
                  <a:pt x="37295" y="70728"/>
                </a:cubicBezTo>
                <a:moveTo>
                  <a:pt x="78562" y="84631"/>
                </a:moveTo>
                <a:lnTo>
                  <a:pt x="34316" y="84631"/>
                </a:lnTo>
                <a:cubicBezTo>
                  <a:pt x="32403" y="92502"/>
                  <a:pt x="31024" y="99968"/>
                  <a:pt x="30178" y="107030"/>
                </a:cubicBezTo>
                <a:cubicBezTo>
                  <a:pt x="29332" y="114092"/>
                  <a:pt x="28909" y="120345"/>
                  <a:pt x="28909" y="125788"/>
                </a:cubicBezTo>
                <a:cubicBezTo>
                  <a:pt x="28909" y="132261"/>
                  <a:pt x="29884" y="137080"/>
                  <a:pt x="31833" y="140243"/>
                </a:cubicBezTo>
                <a:cubicBezTo>
                  <a:pt x="33783" y="143406"/>
                  <a:pt x="36854" y="144987"/>
                  <a:pt x="41047" y="144987"/>
                </a:cubicBezTo>
                <a:cubicBezTo>
                  <a:pt x="48403" y="144987"/>
                  <a:pt x="55336" y="139801"/>
                  <a:pt x="61846" y="129429"/>
                </a:cubicBezTo>
                <a:cubicBezTo>
                  <a:pt x="68356" y="119057"/>
                  <a:pt x="73928" y="104125"/>
                  <a:pt x="78562" y="84631"/>
                </a:cubicBez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6">
            <a:extLst xmlns:a="http://schemas.openxmlformats.org/drawingml/2006/main">
              <a:ext uri="{FF2B5EF4-FFF2-40B4-BE49-F238E27FC236}">
                <a16:creationId xmlns:a16="http://schemas.microsoft.com/office/drawing/2014/main" id="{C93F16F4-2208-4165-ACC3-B768F44C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412" y="1531529"/>
            <a:ext cx="88364" cy="94157"/>
          </a:xfrm>
          <a:custGeom xmlns:a="http://schemas.openxmlformats.org/drawingml/2006/main">
            <a:pathLst>
              <a:path w="88364" h="94157">
                <a:moveTo>
                  <a:pt x="34206" y="94157"/>
                </a:moveTo>
                <a:cubicBezTo>
                  <a:pt x="27463" y="94157"/>
                  <a:pt x="21532" y="92947"/>
                  <a:pt x="16413" y="90525"/>
                </a:cubicBezTo>
                <a:cubicBezTo>
                  <a:pt x="11295" y="88104"/>
                  <a:pt x="7279" y="84426"/>
                  <a:pt x="4368" y="79491"/>
                </a:cubicBezTo>
                <a:cubicBezTo>
                  <a:pt x="1456" y="74556"/>
                  <a:pt x="0" y="68534"/>
                  <a:pt x="0" y="61423"/>
                </a:cubicBezTo>
                <a:cubicBezTo>
                  <a:pt x="0" y="54189"/>
                  <a:pt x="1134" y="46604"/>
                  <a:pt x="3402" y="38665"/>
                </a:cubicBezTo>
                <a:cubicBezTo>
                  <a:pt x="5670" y="30727"/>
                  <a:pt x="9195" y="23739"/>
                  <a:pt x="13976" y="17700"/>
                </a:cubicBezTo>
                <a:cubicBezTo>
                  <a:pt x="18758" y="11662"/>
                  <a:pt x="24535" y="7203"/>
                  <a:pt x="31309" y="4322"/>
                </a:cubicBezTo>
                <a:cubicBezTo>
                  <a:pt x="38083" y="1441"/>
                  <a:pt x="45669" y="0"/>
                  <a:pt x="54067" y="0"/>
                </a:cubicBezTo>
                <a:cubicBezTo>
                  <a:pt x="61668" y="0"/>
                  <a:pt x="68043" y="1395"/>
                  <a:pt x="73192" y="4184"/>
                </a:cubicBezTo>
                <a:cubicBezTo>
                  <a:pt x="78342" y="6973"/>
                  <a:pt x="82158" y="10850"/>
                  <a:pt x="84640" y="15815"/>
                </a:cubicBezTo>
                <a:cubicBezTo>
                  <a:pt x="87123" y="20781"/>
                  <a:pt x="88364" y="26543"/>
                  <a:pt x="88364" y="33102"/>
                </a:cubicBezTo>
                <a:cubicBezTo>
                  <a:pt x="88364" y="41194"/>
                  <a:pt x="87016" y="49316"/>
                  <a:pt x="84318" y="57469"/>
                </a:cubicBezTo>
                <a:cubicBezTo>
                  <a:pt x="81621" y="65622"/>
                  <a:pt x="77897" y="72457"/>
                  <a:pt x="73147" y="77974"/>
                </a:cubicBezTo>
                <a:cubicBezTo>
                  <a:pt x="68396" y="83491"/>
                  <a:pt x="62771" y="87567"/>
                  <a:pt x="56274" y="90203"/>
                </a:cubicBezTo>
                <a:cubicBezTo>
                  <a:pt x="49776" y="92839"/>
                  <a:pt x="42420" y="94157"/>
                  <a:pt x="34206" y="94157"/>
                </a:cubicBezTo>
                <a:moveTo>
                  <a:pt x="24735" y="67400"/>
                </a:moveTo>
                <a:cubicBezTo>
                  <a:pt x="24735" y="73162"/>
                  <a:pt x="25669" y="77468"/>
                  <a:pt x="27539" y="80319"/>
                </a:cubicBezTo>
                <a:cubicBezTo>
                  <a:pt x="29409" y="83169"/>
                  <a:pt x="32367" y="84594"/>
                  <a:pt x="36412" y="84594"/>
                </a:cubicBezTo>
                <a:cubicBezTo>
                  <a:pt x="41623" y="84594"/>
                  <a:pt x="46144" y="82066"/>
                  <a:pt x="49975" y="77008"/>
                </a:cubicBezTo>
                <a:cubicBezTo>
                  <a:pt x="53806" y="71951"/>
                  <a:pt x="57009" y="64304"/>
                  <a:pt x="59584" y="54067"/>
                </a:cubicBezTo>
                <a:cubicBezTo>
                  <a:pt x="62158" y="43830"/>
                  <a:pt x="63446" y="34941"/>
                  <a:pt x="63446" y="27401"/>
                </a:cubicBezTo>
                <a:cubicBezTo>
                  <a:pt x="63446" y="21271"/>
                  <a:pt x="62511" y="16766"/>
                  <a:pt x="60641" y="13885"/>
                </a:cubicBezTo>
                <a:cubicBezTo>
                  <a:pt x="58772" y="11003"/>
                  <a:pt x="55875" y="9563"/>
                  <a:pt x="51952" y="9563"/>
                </a:cubicBezTo>
                <a:cubicBezTo>
                  <a:pt x="46803" y="9563"/>
                  <a:pt x="42343" y="12061"/>
                  <a:pt x="38573" y="17057"/>
                </a:cubicBezTo>
                <a:cubicBezTo>
                  <a:pt x="34803" y="22053"/>
                  <a:pt x="31554" y="29777"/>
                  <a:pt x="28826" y="40228"/>
                </a:cubicBezTo>
                <a:cubicBezTo>
                  <a:pt x="26099" y="50680"/>
                  <a:pt x="24735" y="59737"/>
                  <a:pt x="24735" y="67400"/>
                </a:cubicBez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7">
            <a:extLst xmlns:a="http://schemas.openxmlformats.org/drawingml/2006/main">
              <a:ext uri="{FF2B5EF4-FFF2-40B4-BE49-F238E27FC236}">
                <a16:creationId xmlns:a16="http://schemas.microsoft.com/office/drawing/2014/main" id="{4425D43D-5F0B-4DC2-A560-63E09D3A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559" y="1492542"/>
            <a:ext cx="50573" cy="133144"/>
          </a:xfrm>
          <a:custGeom xmlns:a="http://schemas.openxmlformats.org/drawingml/2006/main">
            <a:pathLst>
              <a:path w="50573" h="133144">
                <a:moveTo>
                  <a:pt x="18482" y="27769"/>
                </a:moveTo>
                <a:cubicBezTo>
                  <a:pt x="19831" y="21884"/>
                  <a:pt x="20505" y="17501"/>
                  <a:pt x="20505" y="14620"/>
                </a:cubicBezTo>
                <a:cubicBezTo>
                  <a:pt x="20505" y="13272"/>
                  <a:pt x="20367" y="12214"/>
                  <a:pt x="20091" y="11448"/>
                </a:cubicBezTo>
                <a:cubicBezTo>
                  <a:pt x="19815" y="10682"/>
                  <a:pt x="19402" y="10053"/>
                  <a:pt x="18850" y="9563"/>
                </a:cubicBezTo>
                <a:cubicBezTo>
                  <a:pt x="18298" y="9072"/>
                  <a:pt x="17563" y="8689"/>
                  <a:pt x="16643" y="8413"/>
                </a:cubicBezTo>
                <a:cubicBezTo>
                  <a:pt x="15724" y="8138"/>
                  <a:pt x="13915" y="7816"/>
                  <a:pt x="11218" y="7448"/>
                </a:cubicBezTo>
                <a:lnTo>
                  <a:pt x="12689" y="1471"/>
                </a:lnTo>
                <a:lnTo>
                  <a:pt x="40182" y="0"/>
                </a:lnTo>
                <a:lnTo>
                  <a:pt x="50573" y="0"/>
                </a:lnTo>
                <a:lnTo>
                  <a:pt x="27033" y="102709"/>
                </a:lnTo>
                <a:cubicBezTo>
                  <a:pt x="26053" y="107000"/>
                  <a:pt x="25562" y="110586"/>
                  <a:pt x="25562" y="113467"/>
                </a:cubicBezTo>
                <a:cubicBezTo>
                  <a:pt x="25562" y="115857"/>
                  <a:pt x="25961" y="117513"/>
                  <a:pt x="26758" y="118432"/>
                </a:cubicBezTo>
                <a:cubicBezTo>
                  <a:pt x="27554" y="119352"/>
                  <a:pt x="28689" y="119811"/>
                  <a:pt x="30160" y="119811"/>
                </a:cubicBezTo>
                <a:cubicBezTo>
                  <a:pt x="31937" y="119811"/>
                  <a:pt x="33930" y="118968"/>
                  <a:pt x="36136" y="117283"/>
                </a:cubicBezTo>
                <a:cubicBezTo>
                  <a:pt x="38343" y="115597"/>
                  <a:pt x="40949" y="113038"/>
                  <a:pt x="43952" y="109605"/>
                </a:cubicBezTo>
                <a:lnTo>
                  <a:pt x="50573" y="116225"/>
                </a:lnTo>
                <a:cubicBezTo>
                  <a:pt x="44565" y="122355"/>
                  <a:pt x="39186" y="126708"/>
                  <a:pt x="34435" y="129282"/>
                </a:cubicBezTo>
                <a:cubicBezTo>
                  <a:pt x="29685" y="131857"/>
                  <a:pt x="24459" y="133144"/>
                  <a:pt x="18758" y="133144"/>
                </a:cubicBezTo>
                <a:cubicBezTo>
                  <a:pt x="12260" y="133144"/>
                  <a:pt x="7509" y="131550"/>
                  <a:pt x="4506" y="128363"/>
                </a:cubicBezTo>
                <a:cubicBezTo>
                  <a:pt x="1502" y="125175"/>
                  <a:pt x="0" y="120363"/>
                  <a:pt x="0" y="113927"/>
                </a:cubicBezTo>
                <a:cubicBezTo>
                  <a:pt x="0" y="110310"/>
                  <a:pt x="674" y="105498"/>
                  <a:pt x="2023" y="99490"/>
                </a:cubicBezTo>
                <a:lnTo>
                  <a:pt x="18482" y="27769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8">
            <a:extLst xmlns:a="http://schemas.openxmlformats.org/drawingml/2006/main">
              <a:ext uri="{FF2B5EF4-FFF2-40B4-BE49-F238E27FC236}">
                <a16:creationId xmlns:a16="http://schemas.microsoft.com/office/drawing/2014/main" id="{F114F09B-5B31-4A1B-8977-BC37BE1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435" y="1492542"/>
            <a:ext cx="105099" cy="133144"/>
          </a:xfrm>
          <a:custGeom xmlns:a="http://schemas.openxmlformats.org/drawingml/2006/main">
            <a:pathLst>
              <a:path w="105099" h="133144">
                <a:moveTo>
                  <a:pt x="98479" y="109605"/>
                </a:moveTo>
                <a:lnTo>
                  <a:pt x="105099" y="116225"/>
                </a:lnTo>
                <a:cubicBezTo>
                  <a:pt x="98663" y="122662"/>
                  <a:pt x="93115" y="127091"/>
                  <a:pt x="88456" y="129512"/>
                </a:cubicBezTo>
                <a:cubicBezTo>
                  <a:pt x="83797" y="131933"/>
                  <a:pt x="78893" y="133144"/>
                  <a:pt x="73744" y="133144"/>
                </a:cubicBezTo>
                <a:cubicBezTo>
                  <a:pt x="68595" y="133144"/>
                  <a:pt x="64519" y="131719"/>
                  <a:pt x="61515" y="128868"/>
                </a:cubicBezTo>
                <a:cubicBezTo>
                  <a:pt x="58511" y="126018"/>
                  <a:pt x="57009" y="122263"/>
                  <a:pt x="57009" y="117605"/>
                </a:cubicBezTo>
                <a:cubicBezTo>
                  <a:pt x="57009" y="116072"/>
                  <a:pt x="57193" y="114601"/>
                  <a:pt x="57561" y="113191"/>
                </a:cubicBezTo>
                <a:lnTo>
                  <a:pt x="56366" y="112915"/>
                </a:lnTo>
                <a:cubicBezTo>
                  <a:pt x="50542" y="119965"/>
                  <a:pt x="45102" y="125098"/>
                  <a:pt x="40044" y="128317"/>
                </a:cubicBezTo>
                <a:cubicBezTo>
                  <a:pt x="34987" y="131535"/>
                  <a:pt x="28934" y="133144"/>
                  <a:pt x="21884" y="133144"/>
                </a:cubicBezTo>
                <a:cubicBezTo>
                  <a:pt x="14957" y="133144"/>
                  <a:pt x="9578" y="130631"/>
                  <a:pt x="5747" y="125604"/>
                </a:cubicBezTo>
                <a:cubicBezTo>
                  <a:pt x="1916" y="120578"/>
                  <a:pt x="0" y="113314"/>
                  <a:pt x="0" y="103812"/>
                </a:cubicBezTo>
                <a:cubicBezTo>
                  <a:pt x="0" y="95536"/>
                  <a:pt x="1195" y="87322"/>
                  <a:pt x="3586" y="79169"/>
                </a:cubicBezTo>
                <a:cubicBezTo>
                  <a:pt x="5977" y="71016"/>
                  <a:pt x="9410" y="63982"/>
                  <a:pt x="13885" y="58067"/>
                </a:cubicBezTo>
                <a:cubicBezTo>
                  <a:pt x="18359" y="52151"/>
                  <a:pt x="23984" y="47492"/>
                  <a:pt x="30757" y="44090"/>
                </a:cubicBezTo>
                <a:cubicBezTo>
                  <a:pt x="37531" y="40688"/>
                  <a:pt x="45178" y="38987"/>
                  <a:pt x="53699" y="38987"/>
                </a:cubicBezTo>
                <a:cubicBezTo>
                  <a:pt x="59155" y="38987"/>
                  <a:pt x="64427" y="39937"/>
                  <a:pt x="69514" y="41837"/>
                </a:cubicBezTo>
                <a:lnTo>
                  <a:pt x="72641" y="27769"/>
                </a:lnTo>
                <a:cubicBezTo>
                  <a:pt x="73009" y="26237"/>
                  <a:pt x="73438" y="24030"/>
                  <a:pt x="73928" y="21149"/>
                </a:cubicBezTo>
                <a:cubicBezTo>
                  <a:pt x="74418" y="18267"/>
                  <a:pt x="74664" y="16091"/>
                  <a:pt x="74664" y="14620"/>
                </a:cubicBezTo>
                <a:cubicBezTo>
                  <a:pt x="74664" y="13272"/>
                  <a:pt x="74526" y="12214"/>
                  <a:pt x="74250" y="11448"/>
                </a:cubicBezTo>
                <a:cubicBezTo>
                  <a:pt x="73974" y="10682"/>
                  <a:pt x="73560" y="10053"/>
                  <a:pt x="73009" y="9563"/>
                </a:cubicBezTo>
                <a:cubicBezTo>
                  <a:pt x="72457" y="9072"/>
                  <a:pt x="71721" y="8689"/>
                  <a:pt x="70802" y="8413"/>
                </a:cubicBezTo>
                <a:cubicBezTo>
                  <a:pt x="69882" y="8138"/>
                  <a:pt x="68074" y="7816"/>
                  <a:pt x="65377" y="7448"/>
                </a:cubicBezTo>
                <a:lnTo>
                  <a:pt x="66848" y="1471"/>
                </a:lnTo>
                <a:lnTo>
                  <a:pt x="94341" y="0"/>
                </a:lnTo>
                <a:lnTo>
                  <a:pt x="104731" y="0"/>
                </a:lnTo>
                <a:lnTo>
                  <a:pt x="81468" y="102984"/>
                </a:lnTo>
                <a:cubicBezTo>
                  <a:pt x="80549" y="107030"/>
                  <a:pt x="80089" y="110524"/>
                  <a:pt x="80089" y="113467"/>
                </a:cubicBezTo>
                <a:cubicBezTo>
                  <a:pt x="80089" y="115490"/>
                  <a:pt x="80426" y="117053"/>
                  <a:pt x="81100" y="118156"/>
                </a:cubicBezTo>
                <a:cubicBezTo>
                  <a:pt x="81775" y="119260"/>
                  <a:pt x="82939" y="119811"/>
                  <a:pt x="84594" y="119811"/>
                </a:cubicBezTo>
                <a:cubicBezTo>
                  <a:pt x="86495" y="119811"/>
                  <a:pt x="88548" y="118953"/>
                  <a:pt x="90755" y="117237"/>
                </a:cubicBezTo>
                <a:cubicBezTo>
                  <a:pt x="92962" y="115520"/>
                  <a:pt x="95536" y="112976"/>
                  <a:pt x="98479" y="109605"/>
                </a:cubicBezTo>
                <a:moveTo>
                  <a:pt x="63262" y="74480"/>
                </a:moveTo>
                <a:cubicBezTo>
                  <a:pt x="64243" y="69944"/>
                  <a:pt x="64733" y="65438"/>
                  <a:pt x="64733" y="60963"/>
                </a:cubicBezTo>
                <a:cubicBezTo>
                  <a:pt x="64733" y="56856"/>
                  <a:pt x="63967" y="53760"/>
                  <a:pt x="62434" y="51676"/>
                </a:cubicBezTo>
                <a:cubicBezTo>
                  <a:pt x="60902" y="49592"/>
                  <a:pt x="58388" y="48550"/>
                  <a:pt x="54894" y="48550"/>
                </a:cubicBezTo>
                <a:cubicBezTo>
                  <a:pt x="49193" y="48550"/>
                  <a:pt x="44136" y="51416"/>
                  <a:pt x="39723" y="57147"/>
                </a:cubicBezTo>
                <a:cubicBezTo>
                  <a:pt x="35309" y="62879"/>
                  <a:pt x="31754" y="70587"/>
                  <a:pt x="29056" y="80273"/>
                </a:cubicBezTo>
                <a:cubicBezTo>
                  <a:pt x="26359" y="89958"/>
                  <a:pt x="25011" y="98632"/>
                  <a:pt x="25011" y="106295"/>
                </a:cubicBezTo>
                <a:cubicBezTo>
                  <a:pt x="25011" y="110770"/>
                  <a:pt x="25669" y="114110"/>
                  <a:pt x="26987" y="116317"/>
                </a:cubicBezTo>
                <a:cubicBezTo>
                  <a:pt x="28305" y="118524"/>
                  <a:pt x="30344" y="119627"/>
                  <a:pt x="33102" y="119627"/>
                </a:cubicBezTo>
                <a:cubicBezTo>
                  <a:pt x="37148" y="119627"/>
                  <a:pt x="41270" y="117651"/>
                  <a:pt x="45469" y="113697"/>
                </a:cubicBezTo>
                <a:cubicBezTo>
                  <a:pt x="49669" y="109743"/>
                  <a:pt x="53055" y="105099"/>
                  <a:pt x="55630" y="99766"/>
                </a:cubicBezTo>
                <a:cubicBezTo>
                  <a:pt x="58205" y="94433"/>
                  <a:pt x="60503" y="87138"/>
                  <a:pt x="62526" y="77882"/>
                </a:cubicBezTo>
                <a:lnTo>
                  <a:pt x="63262" y="74480"/>
                </a:lnTo>
                <a:close/>
              </a:path>
            </a:pathLst>
          </a:custGeom>
          <a:solidFill xmlns:a="http://schemas.openxmlformats.org/drawingml/2006/main">
            <a:srgbClr val="5F03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99">
            <a:extLst xmlns:a="http://schemas.openxmlformats.org/drawingml/2006/main">
              <a:ext uri="{FF2B5EF4-FFF2-40B4-BE49-F238E27FC236}">
                <a16:creationId xmlns:a16="http://schemas.microsoft.com/office/drawing/2014/main" id="{DEBD3985-BBA5-4819-B71E-0C03F27B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7386" y="1455416"/>
            <a:ext cx="234090" cy="71500"/>
          </a:xfrm>
          <a:custGeom xmlns:a="http://schemas.openxmlformats.org/drawingml/2006/main">
            <a:pathLst>
              <a:path w="234090" h="71500">
                <a:moveTo>
                  <a:pt x="205" y="0"/>
                </a:moveTo>
                <a:lnTo>
                  <a:pt x="140038" y="1022"/>
                </a:lnTo>
                <a:lnTo>
                  <a:pt x="139833" y="29269"/>
                </a:lnTo>
                <a:lnTo>
                  <a:pt x="0" y="28247"/>
                </a:lnTo>
                <a:lnTo>
                  <a:pt x="205" y="0"/>
                </a:lnTo>
                <a:moveTo>
                  <a:pt x="121517" y="-41484"/>
                </a:moveTo>
                <a:lnTo>
                  <a:pt x="234090" y="15835"/>
                </a:lnTo>
                <a:lnTo>
                  <a:pt x="120690" y="71500"/>
                </a:lnTo>
                <a:lnTo>
                  <a:pt x="121517" y="-4148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-100 Same">
            <a:extLst xmlns:a="http://schemas.openxmlformats.org/drawingml/2006/main">
              <a:ext uri="{FF2B5EF4-FFF2-40B4-BE49-F238E27FC236}">
                <a16:creationId xmlns:a16="http://schemas.microsoft.com/office/drawing/2014/main" id="{5334D18C-5E55-489B-82F3-0A2985A7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165" y="577332"/>
            <a:ext cx="639767" cy="37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Same</a:t>
            </a:r>
          </a:p>
        </p:txBody>
      </p:sp>
      <p:sp>
        <p:nvSpPr>
          <p:cNvPr id="102" name="text-100 task">
            <a:extLst xmlns:a="http://schemas.openxmlformats.org/drawingml/2006/main">
              <a:ext uri="{FF2B5EF4-FFF2-40B4-BE49-F238E27FC236}">
                <a16:creationId xmlns:a16="http://schemas.microsoft.com/office/drawing/2014/main" id="{3FFDFF72-9207-4986-92AA-588F271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5037" y="576670"/>
            <a:ext cx="493843" cy="371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9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03" name="text-100 +">
            <a:extLst xmlns:a="http://schemas.openxmlformats.org/drawingml/2006/main">
              <a:ext uri="{FF2B5EF4-FFF2-40B4-BE49-F238E27FC236}">
                <a16:creationId xmlns:a16="http://schemas.microsoft.com/office/drawing/2014/main" id="{5BC884D9-21D3-466E-B5C3-B03135B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0172" y="578592"/>
            <a:ext cx="178778" cy="3692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104" name="text-100 initial">
            <a:extLst xmlns:a="http://schemas.openxmlformats.org/drawingml/2006/main">
              <a:ext uri="{FF2B5EF4-FFF2-40B4-BE49-F238E27FC236}">
                <a16:creationId xmlns:a16="http://schemas.microsoft.com/office/drawing/2014/main" id="{81D10DBD-4AA5-4CC2-800A-63A8672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0995" y="575253"/>
            <a:ext cx="655209" cy="37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3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initial</a:t>
            </a:r>
          </a:p>
        </p:txBody>
      </p:sp>
      <p:sp>
        <p:nvSpPr>
          <p:cNvPr id="105" name="text-100 workspace">
            <a:extLst xmlns:a="http://schemas.openxmlformats.org/drawingml/2006/main">
              <a:ext uri="{FF2B5EF4-FFF2-40B4-BE49-F238E27FC236}">
                <a16:creationId xmlns:a16="http://schemas.microsoft.com/office/drawing/2014/main" id="{E48420E8-E53C-4ED1-A542-86C258E4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7793" y="578072"/>
            <a:ext cx="1189061" cy="369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106" name="text-100 state.">
            <a:extLst xmlns:a="http://schemas.openxmlformats.org/drawingml/2006/main">
              <a:ext uri="{FF2B5EF4-FFF2-40B4-BE49-F238E27FC236}">
                <a16:creationId xmlns:a16="http://schemas.microsoft.com/office/drawing/2014/main" id="{91803F3A-2E89-4A32-9DE2-2C1CA0F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7092" y="577256"/>
            <a:ext cx="648667" cy="371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state.</a:t>
            </a:r>
          </a:p>
        </p:txBody>
      </p:sp>
      <p:sp>
        <p:nvSpPr>
          <p:cNvPr id="107" name="text-101 One">
            <a:extLst xmlns:a="http://schemas.openxmlformats.org/drawingml/2006/main">
              <a:ext uri="{FF2B5EF4-FFF2-40B4-BE49-F238E27FC236}">
                <a16:creationId xmlns:a16="http://schemas.microsoft.com/office/drawing/2014/main" id="{F0EB3445-265B-49DE-98F6-89E0F4B2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8595" y="578457"/>
            <a:ext cx="481750" cy="369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108" name="text-101 Verifier">
            <a:extLst xmlns:a="http://schemas.openxmlformats.org/drawingml/2006/main">
              <a:ext uri="{FF2B5EF4-FFF2-40B4-BE49-F238E27FC236}">
                <a16:creationId xmlns:a16="http://schemas.microsoft.com/office/drawing/2014/main" id="{457A51F1-BB6E-4E49-AA29-CBB02CF8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0336" y="578688"/>
            <a:ext cx="816330" cy="369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09" name="text-101 pass">
            <a:extLst xmlns:a="http://schemas.openxmlformats.org/drawingml/2006/main">
              <a:ext uri="{FF2B5EF4-FFF2-40B4-BE49-F238E27FC236}">
                <a16:creationId xmlns:a16="http://schemas.microsoft.com/office/drawing/2014/main" id="{B5355C99-36A6-463C-BAF3-3DD7D4F5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36901" y="577017"/>
            <a:ext cx="526939" cy="37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9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10" name="text-101 per">
            <a:extLst xmlns:a="http://schemas.openxmlformats.org/drawingml/2006/main">
              <a:ext uri="{FF2B5EF4-FFF2-40B4-BE49-F238E27FC236}">
                <a16:creationId xmlns:a16="http://schemas.microsoft.com/office/drawing/2014/main" id="{43D53B73-650A-4708-A5CA-03F4711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5781" y="578864"/>
            <a:ext cx="398955" cy="368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</a:t>
            </a:r>
          </a:p>
        </p:txBody>
      </p:sp>
      <p:sp>
        <p:nvSpPr>
          <p:cNvPr id="111" name="text-101 trajectory.">
            <a:extLst xmlns:a="http://schemas.openxmlformats.org/drawingml/2006/main">
              <a:ext uri="{FF2B5EF4-FFF2-40B4-BE49-F238E27FC236}">
                <a16:creationId xmlns:a16="http://schemas.microsoft.com/office/drawing/2014/main" id="{21E563B4-7D77-447D-8787-A5D74535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5004" y="578611"/>
            <a:ext cx="1144330" cy="369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trajectory.</a:t>
            </a:r>
          </a:p>
        </p:txBody>
      </p:sp>
      <p:sp>
        <p:nvSpPr>
          <p:cNvPr id="112" name="text-102 Verifier">
            <a:extLst xmlns:a="http://schemas.openxmlformats.org/drawingml/2006/main">
              <a:ext uri="{FF2B5EF4-FFF2-40B4-BE49-F238E27FC236}">
                <a16:creationId xmlns:a16="http://schemas.microsoft.com/office/drawing/2014/main" id="{68597980-AB1F-4A84-8A62-62F8455C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58459" y="163191"/>
            <a:ext cx="1090451" cy="476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9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113" name="text-103 -">
            <a:extLst xmlns:a="http://schemas.openxmlformats.org/drawingml/2006/main">
              <a:ext uri="{FF2B5EF4-FFF2-40B4-BE49-F238E27FC236}">
                <a16:creationId xmlns:a16="http://schemas.microsoft.com/office/drawing/2014/main" id="{662E0B83-0A13-45BB-96BF-94B8B6AE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4395" y="164246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4" name="text-104 to">
            <a:extLst xmlns:a="http://schemas.openxmlformats.org/drawingml/2006/main">
              <a:ext uri="{FF2B5EF4-FFF2-40B4-BE49-F238E27FC236}">
                <a16:creationId xmlns:a16="http://schemas.microsoft.com/office/drawing/2014/main" id="{601A0CBF-BE3F-4595-A195-21D1707C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87968" y="164093"/>
            <a:ext cx="353849" cy="474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115" name="text-105 -">
            <a:extLst xmlns:a="http://schemas.openxmlformats.org/drawingml/2006/main">
              <a:ext uri="{FF2B5EF4-FFF2-40B4-BE49-F238E27FC236}">
                <a16:creationId xmlns:a16="http://schemas.microsoft.com/office/drawing/2014/main" id="{7109FF7A-DC04-44AF-84BB-7CFA3440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0891" y="164246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16" name="text-106 Turn">
            <a:extLst xmlns:a="http://schemas.openxmlformats.org/drawingml/2006/main">
              <a:ext uri="{FF2B5EF4-FFF2-40B4-BE49-F238E27FC236}">
                <a16:creationId xmlns:a16="http://schemas.microsoft.com/office/drawing/2014/main" id="{9B4597E7-F93A-48DA-A749-EEA13704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4464" y="164121"/>
            <a:ext cx="694335" cy="474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117" name="text-106 Credit">
            <a:extLst xmlns:a="http://schemas.openxmlformats.org/drawingml/2006/main">
              <a:ext uri="{FF2B5EF4-FFF2-40B4-BE49-F238E27FC236}">
                <a16:creationId xmlns:a16="http://schemas.microsoft.com/office/drawing/2014/main" id="{F88642B1-88DA-432B-BD88-F5B9FB38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5785" y="163591"/>
            <a:ext cx="904228" cy="475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5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Credit</a:t>
            </a:r>
          </a:p>
        </p:txBody>
      </p:sp>
      <p:sp>
        <p:nvSpPr>
          <p:cNvPr id="118" name="text-106 Assignment">
            <a:extLst xmlns:a="http://schemas.openxmlformats.org/drawingml/2006/main">
              <a:ext uri="{FF2B5EF4-FFF2-40B4-BE49-F238E27FC236}">
                <a16:creationId xmlns:a16="http://schemas.microsoft.com/office/drawing/2014/main" id="{FD99AC09-C858-4819-9879-7FE43B6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16788" y="163899"/>
            <a:ext cx="1708607" cy="475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3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Assignment</a:t>
            </a:r>
          </a:p>
        </p:txBody>
      </p:sp>
      <p:sp>
        <p:nvSpPr>
          <p:cNvPr id="119" name="path-107">
            <a:extLst xmlns:a="http://schemas.openxmlformats.org/drawingml/2006/main">
              <a:ext uri="{FF2B5EF4-FFF2-40B4-BE49-F238E27FC236}">
                <a16:creationId xmlns:a16="http://schemas.microsoft.com/office/drawing/2014/main" id="{9983F0BA-6C89-48A7-A638-EFA1E43D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3911" y="1121822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ath-108">
            <a:extLst xmlns:a="http://schemas.openxmlformats.org/drawingml/2006/main">
              <a:ext uri="{FF2B5EF4-FFF2-40B4-BE49-F238E27FC236}">
                <a16:creationId xmlns:a16="http://schemas.microsoft.com/office/drawing/2014/main" id="{BAC191ED-1C5E-43C7-8CC2-9F5EAD77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293" y="1217880"/>
            <a:ext cx="88603" cy="141300"/>
          </a:xfrm>
          <a:custGeom xmlns:a="http://schemas.openxmlformats.org/drawingml/2006/main">
            <a:pathLst>
              <a:path w="88603" h="141300">
                <a:moveTo>
                  <a:pt x="43189" y="141300"/>
                </a:moveTo>
                <a:cubicBezTo>
                  <a:pt x="28624" y="141300"/>
                  <a:pt x="17785" y="135569"/>
                  <a:pt x="10671" y="124105"/>
                </a:cubicBezTo>
                <a:cubicBezTo>
                  <a:pt x="3557" y="112642"/>
                  <a:pt x="0" y="95245"/>
                  <a:pt x="0" y="71914"/>
                </a:cubicBezTo>
                <a:cubicBezTo>
                  <a:pt x="0" y="59507"/>
                  <a:pt x="1096" y="48786"/>
                  <a:pt x="3287" y="39750"/>
                </a:cubicBezTo>
                <a:cubicBezTo>
                  <a:pt x="5479" y="30714"/>
                  <a:pt x="8547" y="23247"/>
                  <a:pt x="12491" y="17346"/>
                </a:cubicBezTo>
                <a:cubicBezTo>
                  <a:pt x="16436" y="11446"/>
                  <a:pt x="21173" y="7080"/>
                  <a:pt x="26702" y="4248"/>
                </a:cubicBezTo>
                <a:cubicBezTo>
                  <a:pt x="32232" y="1416"/>
                  <a:pt x="38267" y="0"/>
                  <a:pt x="44807" y="0"/>
                </a:cubicBezTo>
                <a:cubicBezTo>
                  <a:pt x="59575" y="0"/>
                  <a:pt x="70566" y="5698"/>
                  <a:pt x="77781" y="17094"/>
                </a:cubicBezTo>
                <a:cubicBezTo>
                  <a:pt x="84996" y="28489"/>
                  <a:pt x="88603" y="45718"/>
                  <a:pt x="88603" y="68779"/>
                </a:cubicBezTo>
                <a:cubicBezTo>
                  <a:pt x="88603" y="92649"/>
                  <a:pt x="84743" y="110704"/>
                  <a:pt x="77022" y="122942"/>
                </a:cubicBezTo>
                <a:cubicBezTo>
                  <a:pt x="69301" y="135181"/>
                  <a:pt x="58024" y="141300"/>
                  <a:pt x="43189" y="141300"/>
                </a:cubicBezTo>
                <a:moveTo>
                  <a:pt x="19723" y="68880"/>
                </a:moveTo>
                <a:cubicBezTo>
                  <a:pt x="19723" y="90862"/>
                  <a:pt x="21763" y="106995"/>
                  <a:pt x="25843" y="117278"/>
                </a:cubicBezTo>
                <a:cubicBezTo>
                  <a:pt x="29922" y="127561"/>
                  <a:pt x="36244" y="132703"/>
                  <a:pt x="44807" y="132703"/>
                </a:cubicBezTo>
                <a:cubicBezTo>
                  <a:pt x="52966" y="132703"/>
                  <a:pt x="59018" y="127865"/>
                  <a:pt x="62963" y="118188"/>
                </a:cubicBezTo>
                <a:cubicBezTo>
                  <a:pt x="66908" y="108512"/>
                  <a:pt x="68880" y="93526"/>
                  <a:pt x="68880" y="73229"/>
                </a:cubicBezTo>
                <a:cubicBezTo>
                  <a:pt x="68880" y="57720"/>
                  <a:pt x="67869" y="45161"/>
                  <a:pt x="65846" y="35553"/>
                </a:cubicBezTo>
                <a:cubicBezTo>
                  <a:pt x="63823" y="25944"/>
                  <a:pt x="61008" y="19049"/>
                  <a:pt x="57400" y="14868"/>
                </a:cubicBezTo>
                <a:cubicBezTo>
                  <a:pt x="53793" y="10688"/>
                  <a:pt x="49426" y="8597"/>
                  <a:pt x="44302" y="8597"/>
                </a:cubicBezTo>
                <a:cubicBezTo>
                  <a:pt x="39649" y="8597"/>
                  <a:pt x="35755" y="9980"/>
                  <a:pt x="32619" y="12744"/>
                </a:cubicBezTo>
                <a:cubicBezTo>
                  <a:pt x="29484" y="15509"/>
                  <a:pt x="26955" y="19487"/>
                  <a:pt x="25033" y="24679"/>
                </a:cubicBezTo>
                <a:cubicBezTo>
                  <a:pt x="23112" y="29872"/>
                  <a:pt x="21746" y="36193"/>
                  <a:pt x="20937" y="43644"/>
                </a:cubicBezTo>
                <a:cubicBezTo>
                  <a:pt x="20128" y="51095"/>
                  <a:pt x="19723" y="59507"/>
                  <a:pt x="19723" y="688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9">
            <a:extLst xmlns:a="http://schemas.openxmlformats.org/drawingml/2006/main">
              <a:ext uri="{FF2B5EF4-FFF2-40B4-BE49-F238E27FC236}">
                <a16:creationId xmlns:a16="http://schemas.microsoft.com/office/drawing/2014/main" id="{C76F557E-3962-4A4E-B7CC-551BF6A2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1049649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2" name="path-110">
            <a:extLst xmlns:a="http://schemas.openxmlformats.org/drawingml/2006/main">
              <a:ext uri="{FF2B5EF4-FFF2-40B4-BE49-F238E27FC236}">
                <a16:creationId xmlns:a16="http://schemas.microsoft.com/office/drawing/2014/main" id="{1E384E31-FEF6-40FB-9313-FEF9E14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400" y="1121822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11">
            <a:extLst xmlns:a="http://schemas.openxmlformats.org/drawingml/2006/main">
              <a:ext uri="{FF2B5EF4-FFF2-40B4-BE49-F238E27FC236}">
                <a16:creationId xmlns:a16="http://schemas.microsoft.com/office/drawing/2014/main" id="{C92B4D9B-E100-4DB8-ACE5-E1E1C928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9740" y="1217880"/>
            <a:ext cx="80512" cy="139682"/>
          </a:xfrm>
          <a:custGeom xmlns:a="http://schemas.openxmlformats.org/drawingml/2006/main">
            <a:pathLst>
              <a:path w="80512" h="139682">
                <a:moveTo>
                  <a:pt x="52292" y="113283"/>
                </a:moveTo>
                <a:cubicBezTo>
                  <a:pt x="52292" y="117194"/>
                  <a:pt x="52511" y="120144"/>
                  <a:pt x="52950" y="122133"/>
                </a:cubicBezTo>
                <a:cubicBezTo>
                  <a:pt x="53388" y="124122"/>
                  <a:pt x="54163" y="125741"/>
                  <a:pt x="55276" y="126988"/>
                </a:cubicBezTo>
                <a:cubicBezTo>
                  <a:pt x="56389" y="128236"/>
                  <a:pt x="57990" y="129213"/>
                  <a:pt x="60080" y="129921"/>
                </a:cubicBezTo>
                <a:cubicBezTo>
                  <a:pt x="62171" y="130629"/>
                  <a:pt x="64800" y="131169"/>
                  <a:pt x="67970" y="131540"/>
                </a:cubicBezTo>
                <a:cubicBezTo>
                  <a:pt x="71139" y="131910"/>
                  <a:pt x="75320" y="132163"/>
                  <a:pt x="80512" y="132298"/>
                </a:cubicBezTo>
                <a:lnTo>
                  <a:pt x="80512" y="139682"/>
                </a:lnTo>
                <a:lnTo>
                  <a:pt x="5765" y="139682"/>
                </a:lnTo>
                <a:lnTo>
                  <a:pt x="5765" y="132298"/>
                </a:lnTo>
                <a:cubicBezTo>
                  <a:pt x="13250" y="131961"/>
                  <a:pt x="18594" y="131506"/>
                  <a:pt x="21797" y="130933"/>
                </a:cubicBezTo>
                <a:cubicBezTo>
                  <a:pt x="25000" y="130360"/>
                  <a:pt x="27444" y="129500"/>
                  <a:pt x="29130" y="128354"/>
                </a:cubicBezTo>
                <a:cubicBezTo>
                  <a:pt x="30816" y="127207"/>
                  <a:pt x="32046" y="125589"/>
                  <a:pt x="32822" y="123499"/>
                </a:cubicBezTo>
                <a:cubicBezTo>
                  <a:pt x="33597" y="121408"/>
                  <a:pt x="33985" y="118003"/>
                  <a:pt x="33985" y="113283"/>
                </a:cubicBezTo>
                <a:lnTo>
                  <a:pt x="33985" y="31254"/>
                </a:lnTo>
                <a:cubicBezTo>
                  <a:pt x="33985" y="28557"/>
                  <a:pt x="33513" y="26584"/>
                  <a:pt x="32569" y="25337"/>
                </a:cubicBezTo>
                <a:cubicBezTo>
                  <a:pt x="31625" y="24089"/>
                  <a:pt x="30242" y="23466"/>
                  <a:pt x="28422" y="23466"/>
                </a:cubicBezTo>
                <a:cubicBezTo>
                  <a:pt x="26264" y="23466"/>
                  <a:pt x="23196" y="24578"/>
                  <a:pt x="19218" y="26804"/>
                </a:cubicBezTo>
                <a:cubicBezTo>
                  <a:pt x="15239" y="29029"/>
                  <a:pt x="10317" y="32097"/>
                  <a:pt x="4450" y="36008"/>
                </a:cubicBezTo>
                <a:lnTo>
                  <a:pt x="0" y="28220"/>
                </a:lnTo>
                <a:lnTo>
                  <a:pt x="47336" y="0"/>
                </a:lnTo>
                <a:lnTo>
                  <a:pt x="52899" y="0"/>
                </a:lnTo>
                <a:cubicBezTo>
                  <a:pt x="52494" y="6473"/>
                  <a:pt x="52292" y="15442"/>
                  <a:pt x="52292" y="26905"/>
                </a:cubicBezTo>
                <a:lnTo>
                  <a:pt x="52292" y="113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112">
            <a:extLst xmlns:a="http://schemas.openxmlformats.org/drawingml/2006/main">
              <a:ext uri="{FF2B5EF4-FFF2-40B4-BE49-F238E27FC236}">
                <a16:creationId xmlns:a16="http://schemas.microsoft.com/office/drawing/2014/main" id="{7F2B7E7A-99D9-4748-B562-0EAE0637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6151" y="1049649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5" name="path-113">
            <a:extLst xmlns:a="http://schemas.openxmlformats.org/drawingml/2006/main">
              <a:ext uri="{FF2B5EF4-FFF2-40B4-BE49-F238E27FC236}">
                <a16:creationId xmlns:a16="http://schemas.microsoft.com/office/drawing/2014/main" id="{DFF5179D-8538-407E-B0F4-21253213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704" y="1144419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14">
            <a:extLst xmlns:a="http://schemas.openxmlformats.org/drawingml/2006/main">
              <a:ext uri="{FF2B5EF4-FFF2-40B4-BE49-F238E27FC236}">
                <a16:creationId xmlns:a16="http://schemas.microsoft.com/office/drawing/2014/main" id="{B49CE6EC-524B-44FC-AAAB-47FFE334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3089" y="1235958"/>
            <a:ext cx="84962" cy="139682"/>
          </a:xfrm>
          <a:custGeom xmlns:a="http://schemas.openxmlformats.org/drawingml/2006/main">
            <a:pathLst>
              <a:path w="84962" h="139682">
                <a:moveTo>
                  <a:pt x="57956" y="123499"/>
                </a:moveTo>
                <a:cubicBezTo>
                  <a:pt x="61260" y="123499"/>
                  <a:pt x="63924" y="123296"/>
                  <a:pt x="65947" y="122892"/>
                </a:cubicBezTo>
                <a:cubicBezTo>
                  <a:pt x="67970" y="122487"/>
                  <a:pt x="69588" y="121813"/>
                  <a:pt x="70802" y="120869"/>
                </a:cubicBezTo>
                <a:cubicBezTo>
                  <a:pt x="72016" y="119925"/>
                  <a:pt x="72976" y="118694"/>
                  <a:pt x="73684" y="117177"/>
                </a:cubicBezTo>
                <a:cubicBezTo>
                  <a:pt x="74392" y="115660"/>
                  <a:pt x="75286" y="113317"/>
                  <a:pt x="76365" y="110147"/>
                </a:cubicBezTo>
                <a:lnTo>
                  <a:pt x="84962" y="110147"/>
                </a:lnTo>
                <a:lnTo>
                  <a:pt x="83243" y="139682"/>
                </a:lnTo>
                <a:lnTo>
                  <a:pt x="0" y="139682"/>
                </a:lnTo>
                <a:lnTo>
                  <a:pt x="0" y="134827"/>
                </a:lnTo>
                <a:cubicBezTo>
                  <a:pt x="2900" y="127747"/>
                  <a:pt x="6810" y="120498"/>
                  <a:pt x="11733" y="113081"/>
                </a:cubicBezTo>
                <a:cubicBezTo>
                  <a:pt x="16655" y="105663"/>
                  <a:pt x="23634" y="96931"/>
                  <a:pt x="32670" y="86884"/>
                </a:cubicBezTo>
                <a:cubicBezTo>
                  <a:pt x="40492" y="78253"/>
                  <a:pt x="46122" y="71712"/>
                  <a:pt x="49561" y="67262"/>
                </a:cubicBezTo>
                <a:cubicBezTo>
                  <a:pt x="53337" y="62407"/>
                  <a:pt x="56153" y="58209"/>
                  <a:pt x="58007" y="54669"/>
                </a:cubicBezTo>
                <a:cubicBezTo>
                  <a:pt x="59861" y="51129"/>
                  <a:pt x="61193" y="47791"/>
                  <a:pt x="62002" y="44656"/>
                </a:cubicBezTo>
                <a:cubicBezTo>
                  <a:pt x="62811" y="41520"/>
                  <a:pt x="63216" y="38368"/>
                  <a:pt x="63216" y="35199"/>
                </a:cubicBezTo>
                <a:cubicBezTo>
                  <a:pt x="63216" y="30141"/>
                  <a:pt x="62407" y="25674"/>
                  <a:pt x="60788" y="21797"/>
                </a:cubicBezTo>
                <a:cubicBezTo>
                  <a:pt x="59170" y="17920"/>
                  <a:pt x="56692" y="14868"/>
                  <a:pt x="53354" y="12643"/>
                </a:cubicBezTo>
                <a:cubicBezTo>
                  <a:pt x="50016" y="10418"/>
                  <a:pt x="45819" y="9305"/>
                  <a:pt x="40762" y="9305"/>
                </a:cubicBezTo>
                <a:cubicBezTo>
                  <a:pt x="28152" y="9305"/>
                  <a:pt x="19656" y="16318"/>
                  <a:pt x="15273" y="30344"/>
                </a:cubicBezTo>
                <a:lnTo>
                  <a:pt x="3034" y="30344"/>
                </a:lnTo>
                <a:lnTo>
                  <a:pt x="3034" y="10924"/>
                </a:lnTo>
                <a:cubicBezTo>
                  <a:pt x="11193" y="7080"/>
                  <a:pt x="18830" y="4299"/>
                  <a:pt x="25944" y="2579"/>
                </a:cubicBezTo>
                <a:cubicBezTo>
                  <a:pt x="33058" y="860"/>
                  <a:pt x="39447" y="0"/>
                  <a:pt x="45111" y="0"/>
                </a:cubicBezTo>
                <a:cubicBezTo>
                  <a:pt x="57653" y="0"/>
                  <a:pt x="67127" y="2748"/>
                  <a:pt x="73533" y="8243"/>
                </a:cubicBezTo>
                <a:cubicBezTo>
                  <a:pt x="79939" y="13739"/>
                  <a:pt x="83142" y="21713"/>
                  <a:pt x="83142" y="32164"/>
                </a:cubicBezTo>
                <a:cubicBezTo>
                  <a:pt x="83142" y="35738"/>
                  <a:pt x="82788" y="39025"/>
                  <a:pt x="82080" y="42026"/>
                </a:cubicBezTo>
                <a:cubicBezTo>
                  <a:pt x="81371" y="45027"/>
                  <a:pt x="80259" y="47993"/>
                  <a:pt x="78742" y="50927"/>
                </a:cubicBezTo>
                <a:cubicBezTo>
                  <a:pt x="77225" y="53860"/>
                  <a:pt x="75185" y="57012"/>
                  <a:pt x="72622" y="60384"/>
                </a:cubicBezTo>
                <a:cubicBezTo>
                  <a:pt x="70060" y="63755"/>
                  <a:pt x="67228" y="67177"/>
                  <a:pt x="64126" y="70650"/>
                </a:cubicBezTo>
                <a:cubicBezTo>
                  <a:pt x="61024" y="74123"/>
                  <a:pt x="55664" y="79905"/>
                  <a:pt x="48044" y="87997"/>
                </a:cubicBezTo>
                <a:cubicBezTo>
                  <a:pt x="35232" y="101550"/>
                  <a:pt x="25826" y="113384"/>
                  <a:pt x="19824" y="123499"/>
                </a:cubicBezTo>
                <a:lnTo>
                  <a:pt x="57956" y="123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ath-115">
            <a:extLst xmlns:a="http://schemas.openxmlformats.org/drawingml/2006/main">
              <a:ext uri="{FF2B5EF4-FFF2-40B4-BE49-F238E27FC236}">
                <a16:creationId xmlns:a16="http://schemas.microsoft.com/office/drawing/2014/main" id="{2EE1F735-713F-4BB9-B921-4B1EB480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798" y="1052741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28" name="path-116">
            <a:extLst xmlns:a="http://schemas.openxmlformats.org/drawingml/2006/main">
              <a:ext uri="{FF2B5EF4-FFF2-40B4-BE49-F238E27FC236}">
                <a16:creationId xmlns:a16="http://schemas.microsoft.com/office/drawing/2014/main" id="{7687EEEB-44FB-46ED-BFB2-AD840A8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3941" y="1099224"/>
            <a:ext cx="97247" cy="179340"/>
          </a:xfrm>
          <a:custGeom xmlns:a="http://schemas.openxmlformats.org/drawingml/2006/main">
            <a:pathLst>
              <a:path w="97247" h="179340">
                <a:moveTo>
                  <a:pt x="85036" y="149180"/>
                </a:moveTo>
                <a:cubicBezTo>
                  <a:pt x="76503" y="159479"/>
                  <a:pt x="68288" y="167080"/>
                  <a:pt x="60393" y="171984"/>
                </a:cubicBezTo>
                <a:cubicBezTo>
                  <a:pt x="52498" y="176888"/>
                  <a:pt x="44234" y="179340"/>
                  <a:pt x="35603" y="179340"/>
                </a:cubicBezTo>
                <a:cubicBezTo>
                  <a:pt x="15104" y="179340"/>
                  <a:pt x="4855" y="168993"/>
                  <a:pt x="4855" y="148298"/>
                </a:cubicBezTo>
                <a:cubicBezTo>
                  <a:pt x="4855" y="141726"/>
                  <a:pt x="5689" y="134812"/>
                  <a:pt x="7356" y="127554"/>
                </a:cubicBezTo>
                <a:lnTo>
                  <a:pt x="24716" y="51198"/>
                </a:lnTo>
                <a:lnTo>
                  <a:pt x="0" y="51198"/>
                </a:lnTo>
                <a:lnTo>
                  <a:pt x="2207" y="41047"/>
                </a:lnTo>
                <a:cubicBezTo>
                  <a:pt x="7994" y="40949"/>
                  <a:pt x="12383" y="40507"/>
                  <a:pt x="15374" y="39723"/>
                </a:cubicBezTo>
                <a:cubicBezTo>
                  <a:pt x="18366" y="38938"/>
                  <a:pt x="20867" y="37859"/>
                  <a:pt x="22877" y="36486"/>
                </a:cubicBezTo>
                <a:cubicBezTo>
                  <a:pt x="24888" y="35113"/>
                  <a:pt x="26727" y="33151"/>
                  <a:pt x="28394" y="30601"/>
                </a:cubicBezTo>
                <a:cubicBezTo>
                  <a:pt x="30062" y="28051"/>
                  <a:pt x="31680" y="24790"/>
                  <a:pt x="33249" y="20818"/>
                </a:cubicBezTo>
                <a:cubicBezTo>
                  <a:pt x="34819" y="16845"/>
                  <a:pt x="37172" y="9906"/>
                  <a:pt x="40311" y="0"/>
                </a:cubicBezTo>
                <a:lnTo>
                  <a:pt x="60614" y="0"/>
                </a:lnTo>
                <a:lnTo>
                  <a:pt x="52522" y="36339"/>
                </a:lnTo>
                <a:lnTo>
                  <a:pt x="97247" y="36339"/>
                </a:lnTo>
                <a:lnTo>
                  <a:pt x="94010" y="51198"/>
                </a:lnTo>
                <a:lnTo>
                  <a:pt x="49285" y="51198"/>
                </a:lnTo>
                <a:lnTo>
                  <a:pt x="36192" y="108281"/>
                </a:lnTo>
                <a:cubicBezTo>
                  <a:pt x="33642" y="119364"/>
                  <a:pt x="32023" y="127333"/>
                  <a:pt x="31337" y="132188"/>
                </a:cubicBezTo>
                <a:cubicBezTo>
                  <a:pt x="30650" y="137043"/>
                  <a:pt x="30307" y="140942"/>
                  <a:pt x="30307" y="143884"/>
                </a:cubicBezTo>
                <a:cubicBezTo>
                  <a:pt x="30307" y="156046"/>
                  <a:pt x="35358" y="162127"/>
                  <a:pt x="45460" y="162127"/>
                </a:cubicBezTo>
                <a:cubicBezTo>
                  <a:pt x="49776" y="162127"/>
                  <a:pt x="54361" y="160484"/>
                  <a:pt x="59216" y="157198"/>
                </a:cubicBezTo>
                <a:cubicBezTo>
                  <a:pt x="64071" y="153913"/>
                  <a:pt x="69833" y="148298"/>
                  <a:pt x="76503" y="140353"/>
                </a:cubicBezTo>
                <a:lnTo>
                  <a:pt x="85036" y="1491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17">
            <a:extLst xmlns:a="http://schemas.openxmlformats.org/drawingml/2006/main">
              <a:ext uri="{FF2B5EF4-FFF2-40B4-BE49-F238E27FC236}">
                <a16:creationId xmlns:a16="http://schemas.microsoft.com/office/drawing/2014/main" id="{F72C70E0-0C43-4E69-BB4E-EAC228A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370" y="1191853"/>
            <a:ext cx="128657" cy="143112"/>
          </a:xfrm>
          <a:custGeom xmlns:a="http://schemas.openxmlformats.org/drawingml/2006/main">
            <a:pathLst>
              <a:path w="128657" h="143112">
                <a:moveTo>
                  <a:pt x="14234" y="143112"/>
                </a:moveTo>
                <a:lnTo>
                  <a:pt x="15668" y="136381"/>
                </a:lnTo>
                <a:cubicBezTo>
                  <a:pt x="17507" y="135939"/>
                  <a:pt x="19089" y="135553"/>
                  <a:pt x="20413" y="135222"/>
                </a:cubicBezTo>
                <a:cubicBezTo>
                  <a:pt x="21737" y="134891"/>
                  <a:pt x="22877" y="134450"/>
                  <a:pt x="23834" y="133898"/>
                </a:cubicBezTo>
                <a:cubicBezTo>
                  <a:pt x="24790" y="133346"/>
                  <a:pt x="25617" y="132592"/>
                  <a:pt x="26316" y="131636"/>
                </a:cubicBezTo>
                <a:cubicBezTo>
                  <a:pt x="27015" y="130680"/>
                  <a:pt x="27695" y="129374"/>
                  <a:pt x="28358" y="127719"/>
                </a:cubicBezTo>
                <a:cubicBezTo>
                  <a:pt x="29020" y="126064"/>
                  <a:pt x="29682" y="123912"/>
                  <a:pt x="30344" y="121264"/>
                </a:cubicBezTo>
                <a:cubicBezTo>
                  <a:pt x="31006" y="118616"/>
                  <a:pt x="31778" y="115343"/>
                  <a:pt x="32661" y="111444"/>
                </a:cubicBezTo>
                <a:lnTo>
                  <a:pt x="54950" y="11696"/>
                </a:lnTo>
                <a:lnTo>
                  <a:pt x="39723" y="11696"/>
                </a:lnTo>
                <a:cubicBezTo>
                  <a:pt x="37295" y="11696"/>
                  <a:pt x="35235" y="11770"/>
                  <a:pt x="33543" y="11917"/>
                </a:cubicBezTo>
                <a:cubicBezTo>
                  <a:pt x="31852" y="12064"/>
                  <a:pt x="30307" y="12450"/>
                  <a:pt x="28909" y="13075"/>
                </a:cubicBezTo>
                <a:cubicBezTo>
                  <a:pt x="27512" y="13701"/>
                  <a:pt x="26206" y="14565"/>
                  <a:pt x="24992" y="15668"/>
                </a:cubicBezTo>
                <a:cubicBezTo>
                  <a:pt x="23778" y="16772"/>
                  <a:pt x="22528" y="18280"/>
                  <a:pt x="21241" y="20192"/>
                </a:cubicBezTo>
                <a:cubicBezTo>
                  <a:pt x="19953" y="22105"/>
                  <a:pt x="18556" y="24459"/>
                  <a:pt x="17048" y="27254"/>
                </a:cubicBezTo>
                <a:cubicBezTo>
                  <a:pt x="15540" y="30049"/>
                  <a:pt x="13793" y="33396"/>
                  <a:pt x="11806" y="37295"/>
                </a:cubicBezTo>
                <a:lnTo>
                  <a:pt x="0" y="37295"/>
                </a:lnTo>
                <a:lnTo>
                  <a:pt x="8276" y="0"/>
                </a:lnTo>
                <a:lnTo>
                  <a:pt x="128657" y="0"/>
                </a:lnTo>
                <a:lnTo>
                  <a:pt x="119719" y="38950"/>
                </a:lnTo>
                <a:lnTo>
                  <a:pt x="108134" y="38950"/>
                </a:lnTo>
                <a:lnTo>
                  <a:pt x="108134" y="32661"/>
                </a:lnTo>
                <a:cubicBezTo>
                  <a:pt x="108134" y="31484"/>
                  <a:pt x="108078" y="30141"/>
                  <a:pt x="107968" y="28633"/>
                </a:cubicBezTo>
                <a:cubicBezTo>
                  <a:pt x="107858" y="27125"/>
                  <a:pt x="107692" y="25617"/>
                  <a:pt x="107472" y="24109"/>
                </a:cubicBezTo>
                <a:cubicBezTo>
                  <a:pt x="107251" y="22601"/>
                  <a:pt x="106993" y="21204"/>
                  <a:pt x="106699" y="19916"/>
                </a:cubicBezTo>
                <a:cubicBezTo>
                  <a:pt x="106405" y="18629"/>
                  <a:pt x="106074" y="17581"/>
                  <a:pt x="105706" y="16772"/>
                </a:cubicBezTo>
                <a:cubicBezTo>
                  <a:pt x="105191" y="15742"/>
                  <a:pt x="104658" y="14896"/>
                  <a:pt x="104106" y="14234"/>
                </a:cubicBezTo>
                <a:cubicBezTo>
                  <a:pt x="103555" y="13572"/>
                  <a:pt x="102856" y="13057"/>
                  <a:pt x="102010" y="12689"/>
                </a:cubicBezTo>
                <a:cubicBezTo>
                  <a:pt x="101164" y="12321"/>
                  <a:pt x="100152" y="12064"/>
                  <a:pt x="98975" y="11917"/>
                </a:cubicBezTo>
                <a:cubicBezTo>
                  <a:pt x="97798" y="11770"/>
                  <a:pt x="96290" y="11696"/>
                  <a:pt x="94451" y="11696"/>
                </a:cubicBezTo>
                <a:lnTo>
                  <a:pt x="76687" y="11696"/>
                </a:lnTo>
                <a:lnTo>
                  <a:pt x="53956" y="112327"/>
                </a:lnTo>
                <a:cubicBezTo>
                  <a:pt x="53147" y="115710"/>
                  <a:pt x="52577" y="118598"/>
                  <a:pt x="52246" y="120988"/>
                </a:cubicBezTo>
                <a:cubicBezTo>
                  <a:pt x="51915" y="123379"/>
                  <a:pt x="51750" y="125531"/>
                  <a:pt x="51750" y="127443"/>
                </a:cubicBezTo>
                <a:cubicBezTo>
                  <a:pt x="51823" y="128914"/>
                  <a:pt x="52044" y="130183"/>
                  <a:pt x="52412" y="131250"/>
                </a:cubicBezTo>
                <a:cubicBezTo>
                  <a:pt x="52780" y="132317"/>
                  <a:pt x="53442" y="133218"/>
                  <a:pt x="54398" y="133953"/>
                </a:cubicBezTo>
                <a:cubicBezTo>
                  <a:pt x="55354" y="134689"/>
                  <a:pt x="56641" y="135241"/>
                  <a:pt x="58260" y="135608"/>
                </a:cubicBezTo>
                <a:cubicBezTo>
                  <a:pt x="59878" y="135976"/>
                  <a:pt x="61975" y="136234"/>
                  <a:pt x="64549" y="136381"/>
                </a:cubicBezTo>
                <a:lnTo>
                  <a:pt x="63004" y="143112"/>
                </a:lnTo>
                <a:lnTo>
                  <a:pt x="14234" y="143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18">
            <a:extLst xmlns:a="http://schemas.openxmlformats.org/drawingml/2006/main">
              <a:ext uri="{FF2B5EF4-FFF2-40B4-BE49-F238E27FC236}">
                <a16:creationId xmlns:a16="http://schemas.microsoft.com/office/drawing/2014/main" id="{A206E5AB-9378-4E0B-A464-24DE439E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431" y="1283428"/>
            <a:ext cx="98663" cy="96732"/>
          </a:xfrm>
          <a:custGeom xmlns:a="http://schemas.openxmlformats.org/drawingml/2006/main">
            <a:pathLst>
              <a:path w="98663" h="96732">
                <a:moveTo>
                  <a:pt x="27493" y="35493"/>
                </a:moveTo>
                <a:cubicBezTo>
                  <a:pt x="29087" y="28627"/>
                  <a:pt x="29884" y="23509"/>
                  <a:pt x="29884" y="20137"/>
                </a:cubicBezTo>
                <a:cubicBezTo>
                  <a:pt x="29884" y="15785"/>
                  <a:pt x="27892" y="13609"/>
                  <a:pt x="23907" y="13609"/>
                </a:cubicBezTo>
                <a:cubicBezTo>
                  <a:pt x="21394" y="13609"/>
                  <a:pt x="18850" y="14589"/>
                  <a:pt x="16275" y="16551"/>
                </a:cubicBezTo>
                <a:cubicBezTo>
                  <a:pt x="13701" y="18513"/>
                  <a:pt x="10605" y="21394"/>
                  <a:pt x="6988" y="25194"/>
                </a:cubicBezTo>
                <a:lnTo>
                  <a:pt x="0" y="18574"/>
                </a:lnTo>
                <a:cubicBezTo>
                  <a:pt x="6437" y="12137"/>
                  <a:pt x="12045" y="7433"/>
                  <a:pt x="16827" y="4460"/>
                </a:cubicBezTo>
                <a:cubicBezTo>
                  <a:pt x="21608" y="1487"/>
                  <a:pt x="26635" y="0"/>
                  <a:pt x="31907" y="0"/>
                </a:cubicBezTo>
                <a:cubicBezTo>
                  <a:pt x="36811" y="0"/>
                  <a:pt x="40627" y="1594"/>
                  <a:pt x="43355" y="4781"/>
                </a:cubicBezTo>
                <a:cubicBezTo>
                  <a:pt x="46082" y="7969"/>
                  <a:pt x="47446" y="12229"/>
                  <a:pt x="47446" y="17563"/>
                </a:cubicBezTo>
                <a:cubicBezTo>
                  <a:pt x="47446" y="19953"/>
                  <a:pt x="47232" y="22007"/>
                  <a:pt x="46803" y="23723"/>
                </a:cubicBezTo>
                <a:lnTo>
                  <a:pt x="47998" y="24183"/>
                </a:lnTo>
                <a:cubicBezTo>
                  <a:pt x="54128" y="15907"/>
                  <a:pt x="60212" y="9808"/>
                  <a:pt x="66250" y="5885"/>
                </a:cubicBezTo>
                <a:cubicBezTo>
                  <a:pt x="72288" y="1962"/>
                  <a:pt x="78587" y="0"/>
                  <a:pt x="85146" y="0"/>
                </a:cubicBezTo>
                <a:cubicBezTo>
                  <a:pt x="89927" y="0"/>
                  <a:pt x="94433" y="460"/>
                  <a:pt x="98663" y="1379"/>
                </a:cubicBezTo>
                <a:lnTo>
                  <a:pt x="93697" y="24643"/>
                </a:lnTo>
                <a:lnTo>
                  <a:pt x="82388" y="24643"/>
                </a:lnTo>
                <a:cubicBezTo>
                  <a:pt x="82204" y="17716"/>
                  <a:pt x="79445" y="14252"/>
                  <a:pt x="74112" y="14252"/>
                </a:cubicBezTo>
                <a:cubicBezTo>
                  <a:pt x="71599" y="14252"/>
                  <a:pt x="68932" y="15172"/>
                  <a:pt x="66112" y="17011"/>
                </a:cubicBezTo>
                <a:cubicBezTo>
                  <a:pt x="63293" y="18850"/>
                  <a:pt x="60182" y="21639"/>
                  <a:pt x="56779" y="25378"/>
                </a:cubicBezTo>
                <a:cubicBezTo>
                  <a:pt x="53377" y="29118"/>
                  <a:pt x="50465" y="33071"/>
                  <a:pt x="48044" y="37240"/>
                </a:cubicBezTo>
                <a:cubicBezTo>
                  <a:pt x="45623" y="41408"/>
                  <a:pt x="43891" y="45945"/>
                  <a:pt x="42849" y="50849"/>
                </a:cubicBezTo>
                <a:lnTo>
                  <a:pt x="33102" y="96732"/>
                </a:lnTo>
                <a:lnTo>
                  <a:pt x="13149" y="96732"/>
                </a:lnTo>
                <a:lnTo>
                  <a:pt x="27493" y="35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19">
            <a:extLst xmlns:a="http://schemas.openxmlformats.org/drawingml/2006/main">
              <a:ext uri="{FF2B5EF4-FFF2-40B4-BE49-F238E27FC236}">
                <a16:creationId xmlns:a16="http://schemas.microsoft.com/office/drawing/2014/main" id="{7EB5FD8F-87FF-4954-9E39-D3EE0C2F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5299" y="1318369"/>
            <a:ext cx="109605" cy="15907"/>
          </a:xfrm>
          <a:custGeom xmlns:a="http://schemas.openxmlformats.org/drawingml/2006/main">
            <a:pathLst>
              <a:path w="109605" h="15907">
                <a:moveTo>
                  <a:pt x="0" y="15907"/>
                </a:moveTo>
                <a:lnTo>
                  <a:pt x="0" y="0"/>
                </a:lnTo>
                <a:lnTo>
                  <a:pt x="109605" y="0"/>
                </a:lnTo>
                <a:lnTo>
                  <a:pt x="109605" y="15907"/>
                </a:lnTo>
                <a:lnTo>
                  <a:pt x="0" y="159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ath-120">
            <a:extLst xmlns:a="http://schemas.openxmlformats.org/drawingml/2006/main">
              <a:ext uri="{FF2B5EF4-FFF2-40B4-BE49-F238E27FC236}">
                <a16:creationId xmlns:a16="http://schemas.microsoft.com/office/drawing/2014/main" id="{310AD689-FF1B-45F8-B86A-90E42D95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852" y="1267153"/>
            <a:ext cx="81192" cy="113007"/>
          </a:xfrm>
          <a:custGeom xmlns:a="http://schemas.openxmlformats.org/drawingml/2006/main">
            <a:pathLst>
              <a:path w="81192" h="113007">
                <a:moveTo>
                  <a:pt x="52504" y="89100"/>
                </a:moveTo>
                <a:cubicBezTo>
                  <a:pt x="52504" y="92962"/>
                  <a:pt x="52841" y="95720"/>
                  <a:pt x="53515" y="97375"/>
                </a:cubicBezTo>
                <a:cubicBezTo>
                  <a:pt x="54189" y="99031"/>
                  <a:pt x="55262" y="100333"/>
                  <a:pt x="56733" y="101283"/>
                </a:cubicBezTo>
                <a:cubicBezTo>
                  <a:pt x="58205" y="102233"/>
                  <a:pt x="60718" y="102969"/>
                  <a:pt x="64273" y="103490"/>
                </a:cubicBezTo>
                <a:cubicBezTo>
                  <a:pt x="67829" y="104011"/>
                  <a:pt x="73468" y="104333"/>
                  <a:pt x="81192" y="104456"/>
                </a:cubicBezTo>
                <a:lnTo>
                  <a:pt x="81192" y="113007"/>
                </a:lnTo>
                <a:lnTo>
                  <a:pt x="4965" y="113007"/>
                </a:lnTo>
                <a:lnTo>
                  <a:pt x="4965" y="104456"/>
                </a:lnTo>
                <a:cubicBezTo>
                  <a:pt x="12444" y="104272"/>
                  <a:pt x="17915" y="103935"/>
                  <a:pt x="21378" y="103444"/>
                </a:cubicBezTo>
                <a:cubicBezTo>
                  <a:pt x="24842" y="102954"/>
                  <a:pt x="27386" y="102233"/>
                  <a:pt x="29010" y="101283"/>
                </a:cubicBezTo>
                <a:cubicBezTo>
                  <a:pt x="30635" y="100333"/>
                  <a:pt x="31830" y="99031"/>
                  <a:pt x="32596" y="97375"/>
                </a:cubicBezTo>
                <a:cubicBezTo>
                  <a:pt x="33363" y="95720"/>
                  <a:pt x="33746" y="92962"/>
                  <a:pt x="33746" y="89100"/>
                </a:cubicBezTo>
                <a:lnTo>
                  <a:pt x="33746" y="28137"/>
                </a:lnTo>
                <a:cubicBezTo>
                  <a:pt x="33746" y="25930"/>
                  <a:pt x="33301" y="24336"/>
                  <a:pt x="32413" y="23355"/>
                </a:cubicBezTo>
                <a:cubicBezTo>
                  <a:pt x="31524" y="22375"/>
                  <a:pt x="30252" y="21884"/>
                  <a:pt x="28597" y="21884"/>
                </a:cubicBezTo>
                <a:cubicBezTo>
                  <a:pt x="26758" y="21884"/>
                  <a:pt x="23876" y="22880"/>
                  <a:pt x="19953" y="24873"/>
                </a:cubicBezTo>
                <a:cubicBezTo>
                  <a:pt x="16030" y="26865"/>
                  <a:pt x="11003" y="29792"/>
                  <a:pt x="4873" y="33654"/>
                </a:cubicBezTo>
                <a:lnTo>
                  <a:pt x="0" y="24367"/>
                </a:lnTo>
                <a:lnTo>
                  <a:pt x="46987" y="0"/>
                </a:lnTo>
                <a:lnTo>
                  <a:pt x="53055" y="0"/>
                </a:lnTo>
                <a:cubicBezTo>
                  <a:pt x="52933" y="1287"/>
                  <a:pt x="52810" y="4414"/>
                  <a:pt x="52688" y="9379"/>
                </a:cubicBezTo>
                <a:cubicBezTo>
                  <a:pt x="52565" y="14344"/>
                  <a:pt x="52504" y="19340"/>
                  <a:pt x="52504" y="24367"/>
                </a:cubicBezTo>
                <a:lnTo>
                  <a:pt x="52504" y="89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ath-121">
            <a:extLst xmlns:a="http://schemas.openxmlformats.org/drawingml/2006/main">
              <a:ext uri="{FF2B5EF4-FFF2-40B4-BE49-F238E27FC236}">
                <a16:creationId xmlns:a16="http://schemas.microsoft.com/office/drawing/2014/main" id="{4518DA57-5FDD-495A-BBC1-5857819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54774" y="104736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34" name="path-122">
            <a:extLst xmlns:a="http://schemas.openxmlformats.org/drawingml/2006/main">
              <a:ext uri="{FF2B5EF4-FFF2-40B4-BE49-F238E27FC236}">
                <a16:creationId xmlns:a16="http://schemas.microsoft.com/office/drawing/2014/main" id="{A34A7CF2-2CE5-4A75-9A55-B386C3A8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7032" y="1135380"/>
            <a:ext cx="111958" cy="179340"/>
          </a:xfrm>
          <a:custGeom xmlns:a="http://schemas.openxmlformats.org/drawingml/2006/main">
            <a:pathLst>
              <a:path w="111958" h="179340">
                <a:moveTo>
                  <a:pt x="14860" y="43695"/>
                </a:moveTo>
                <a:cubicBezTo>
                  <a:pt x="20031" y="42910"/>
                  <a:pt x="24470" y="41537"/>
                  <a:pt x="28177" y="39575"/>
                </a:cubicBezTo>
                <a:cubicBezTo>
                  <a:pt x="31884" y="37614"/>
                  <a:pt x="35121" y="35088"/>
                  <a:pt x="37887" y="31999"/>
                </a:cubicBezTo>
                <a:cubicBezTo>
                  <a:pt x="40653" y="28909"/>
                  <a:pt x="43319" y="25035"/>
                  <a:pt x="45883" y="20376"/>
                </a:cubicBezTo>
                <a:cubicBezTo>
                  <a:pt x="48447" y="15717"/>
                  <a:pt x="51785" y="8925"/>
                  <a:pt x="55897" y="0"/>
                </a:cubicBezTo>
                <a:lnTo>
                  <a:pt x="76788" y="0"/>
                </a:lnTo>
                <a:lnTo>
                  <a:pt x="64439" y="36339"/>
                </a:lnTo>
                <a:lnTo>
                  <a:pt x="111958" y="36339"/>
                </a:lnTo>
                <a:lnTo>
                  <a:pt x="106909" y="51198"/>
                </a:lnTo>
                <a:lnTo>
                  <a:pt x="59389" y="51198"/>
                </a:lnTo>
                <a:lnTo>
                  <a:pt x="37140" y="116667"/>
                </a:lnTo>
                <a:cubicBezTo>
                  <a:pt x="33906" y="126180"/>
                  <a:pt x="31724" y="133757"/>
                  <a:pt x="30592" y="139397"/>
                </a:cubicBezTo>
                <a:cubicBezTo>
                  <a:pt x="29460" y="145036"/>
                  <a:pt x="29431" y="149450"/>
                  <a:pt x="30506" y="152638"/>
                </a:cubicBezTo>
                <a:cubicBezTo>
                  <a:pt x="31580" y="155825"/>
                  <a:pt x="33257" y="158106"/>
                  <a:pt x="35537" y="159479"/>
                </a:cubicBezTo>
                <a:cubicBezTo>
                  <a:pt x="37816" y="160852"/>
                  <a:pt x="41114" y="161538"/>
                  <a:pt x="45430" y="161538"/>
                </a:cubicBezTo>
                <a:cubicBezTo>
                  <a:pt x="49353" y="161538"/>
                  <a:pt x="53306" y="160729"/>
                  <a:pt x="57289" y="159111"/>
                </a:cubicBezTo>
                <a:cubicBezTo>
                  <a:pt x="61271" y="157493"/>
                  <a:pt x="65447" y="155163"/>
                  <a:pt x="69815" y="152123"/>
                </a:cubicBezTo>
                <a:lnTo>
                  <a:pt x="73735" y="160067"/>
                </a:lnTo>
                <a:cubicBezTo>
                  <a:pt x="64472" y="166835"/>
                  <a:pt x="56209" y="171739"/>
                  <a:pt x="48948" y="174779"/>
                </a:cubicBezTo>
                <a:cubicBezTo>
                  <a:pt x="41686" y="177820"/>
                  <a:pt x="34721" y="179340"/>
                  <a:pt x="28051" y="179340"/>
                </a:cubicBezTo>
                <a:cubicBezTo>
                  <a:pt x="15399" y="179340"/>
                  <a:pt x="7258" y="175588"/>
                  <a:pt x="3629" y="168085"/>
                </a:cubicBezTo>
                <a:cubicBezTo>
                  <a:pt x="0" y="160582"/>
                  <a:pt x="902" y="148837"/>
                  <a:pt x="6335" y="132850"/>
                </a:cubicBezTo>
                <a:lnTo>
                  <a:pt x="34084" y="51198"/>
                </a:lnTo>
                <a:lnTo>
                  <a:pt x="12310" y="51198"/>
                </a:lnTo>
                <a:lnTo>
                  <a:pt x="14860" y="436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ath-123">
            <a:extLst xmlns:a="http://schemas.openxmlformats.org/drawingml/2006/main">
              <a:ext uri="{FF2B5EF4-FFF2-40B4-BE49-F238E27FC236}">
                <a16:creationId xmlns:a16="http://schemas.microsoft.com/office/drawing/2014/main" id="{4F742C24-5D3A-41B4-9707-307A773D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35" y="1231439"/>
            <a:ext cx="83546" cy="141300"/>
          </a:xfrm>
          <a:custGeom xmlns:a="http://schemas.openxmlformats.org/drawingml/2006/main">
            <a:pathLst>
              <a:path w="83546" h="141300">
                <a:moveTo>
                  <a:pt x="1517" y="30242"/>
                </a:moveTo>
                <a:lnTo>
                  <a:pt x="1517" y="11025"/>
                </a:lnTo>
                <a:cubicBezTo>
                  <a:pt x="9339" y="7316"/>
                  <a:pt x="16655" y="4552"/>
                  <a:pt x="23466" y="2731"/>
                </a:cubicBezTo>
                <a:cubicBezTo>
                  <a:pt x="30276" y="910"/>
                  <a:pt x="36851" y="0"/>
                  <a:pt x="43189" y="0"/>
                </a:cubicBezTo>
                <a:cubicBezTo>
                  <a:pt x="50809" y="0"/>
                  <a:pt x="57484" y="1180"/>
                  <a:pt x="63216" y="3540"/>
                </a:cubicBezTo>
                <a:cubicBezTo>
                  <a:pt x="68947" y="5900"/>
                  <a:pt x="73330" y="9289"/>
                  <a:pt x="76365" y="13705"/>
                </a:cubicBezTo>
                <a:cubicBezTo>
                  <a:pt x="79399" y="18122"/>
                  <a:pt x="80916" y="23398"/>
                  <a:pt x="80916" y="29534"/>
                </a:cubicBezTo>
                <a:cubicBezTo>
                  <a:pt x="80916" y="35266"/>
                  <a:pt x="79770" y="40306"/>
                  <a:pt x="77477" y="44656"/>
                </a:cubicBezTo>
                <a:cubicBezTo>
                  <a:pt x="75185" y="49005"/>
                  <a:pt x="71965" y="52798"/>
                  <a:pt x="67818" y="56035"/>
                </a:cubicBezTo>
                <a:cubicBezTo>
                  <a:pt x="63671" y="59271"/>
                  <a:pt x="58293" y="62440"/>
                  <a:pt x="51685" y="65542"/>
                </a:cubicBezTo>
                <a:lnTo>
                  <a:pt x="51685" y="66453"/>
                </a:lnTo>
                <a:cubicBezTo>
                  <a:pt x="55799" y="67194"/>
                  <a:pt x="59760" y="68459"/>
                  <a:pt x="63570" y="70245"/>
                </a:cubicBezTo>
                <a:cubicBezTo>
                  <a:pt x="67380" y="72032"/>
                  <a:pt x="70768" y="74342"/>
                  <a:pt x="73735" y="77174"/>
                </a:cubicBezTo>
                <a:cubicBezTo>
                  <a:pt x="76702" y="80006"/>
                  <a:pt x="79079" y="83394"/>
                  <a:pt x="80866" y="87339"/>
                </a:cubicBezTo>
                <a:cubicBezTo>
                  <a:pt x="82653" y="91284"/>
                  <a:pt x="83546" y="95785"/>
                  <a:pt x="83546" y="100842"/>
                </a:cubicBezTo>
                <a:cubicBezTo>
                  <a:pt x="83546" y="108664"/>
                  <a:pt x="81843" y="115609"/>
                  <a:pt x="78438" y="121678"/>
                </a:cubicBezTo>
                <a:cubicBezTo>
                  <a:pt x="75033" y="127747"/>
                  <a:pt x="69824" y="132534"/>
                  <a:pt x="62811" y="136041"/>
                </a:cubicBezTo>
                <a:cubicBezTo>
                  <a:pt x="55799" y="139547"/>
                  <a:pt x="47269" y="141300"/>
                  <a:pt x="37222" y="141300"/>
                </a:cubicBezTo>
                <a:cubicBezTo>
                  <a:pt x="31423" y="141300"/>
                  <a:pt x="25168" y="140643"/>
                  <a:pt x="18459" y="139328"/>
                </a:cubicBezTo>
                <a:cubicBezTo>
                  <a:pt x="11750" y="138013"/>
                  <a:pt x="5597" y="136277"/>
                  <a:pt x="0" y="134119"/>
                </a:cubicBezTo>
                <a:lnTo>
                  <a:pt x="0" y="112676"/>
                </a:lnTo>
                <a:lnTo>
                  <a:pt x="12137" y="112676"/>
                </a:lnTo>
                <a:cubicBezTo>
                  <a:pt x="14498" y="119689"/>
                  <a:pt x="17616" y="124780"/>
                  <a:pt x="21493" y="127949"/>
                </a:cubicBezTo>
                <a:cubicBezTo>
                  <a:pt x="25371" y="131118"/>
                  <a:pt x="30647" y="132703"/>
                  <a:pt x="37323" y="132703"/>
                </a:cubicBezTo>
                <a:cubicBezTo>
                  <a:pt x="46089" y="132703"/>
                  <a:pt x="52714" y="130309"/>
                  <a:pt x="57198" y="125521"/>
                </a:cubicBezTo>
                <a:cubicBezTo>
                  <a:pt x="61682" y="120734"/>
                  <a:pt x="63924" y="113654"/>
                  <a:pt x="63924" y="104281"/>
                </a:cubicBezTo>
                <a:cubicBezTo>
                  <a:pt x="63924" y="94436"/>
                  <a:pt x="60957" y="86918"/>
                  <a:pt x="55023" y="81725"/>
                </a:cubicBezTo>
                <a:cubicBezTo>
                  <a:pt x="49089" y="76533"/>
                  <a:pt x="40391" y="73937"/>
                  <a:pt x="28928" y="73937"/>
                </a:cubicBezTo>
                <a:lnTo>
                  <a:pt x="19825" y="73937"/>
                </a:lnTo>
                <a:lnTo>
                  <a:pt x="19825" y="65036"/>
                </a:lnTo>
                <a:cubicBezTo>
                  <a:pt x="28928" y="64497"/>
                  <a:pt x="36598" y="62744"/>
                  <a:pt x="42835" y="59777"/>
                </a:cubicBezTo>
                <a:cubicBezTo>
                  <a:pt x="49072" y="56810"/>
                  <a:pt x="53708" y="53000"/>
                  <a:pt x="56743" y="48348"/>
                </a:cubicBezTo>
                <a:cubicBezTo>
                  <a:pt x="59777" y="43695"/>
                  <a:pt x="61294" y="38469"/>
                  <a:pt x="61294" y="32670"/>
                </a:cubicBezTo>
                <a:cubicBezTo>
                  <a:pt x="61294" y="25185"/>
                  <a:pt x="59305" y="19420"/>
                  <a:pt x="55327" y="15374"/>
                </a:cubicBezTo>
                <a:cubicBezTo>
                  <a:pt x="51348" y="11328"/>
                  <a:pt x="45549" y="9305"/>
                  <a:pt x="37930" y="9305"/>
                </a:cubicBezTo>
                <a:cubicBezTo>
                  <a:pt x="31591" y="9305"/>
                  <a:pt x="26433" y="11025"/>
                  <a:pt x="22454" y="14464"/>
                </a:cubicBezTo>
                <a:cubicBezTo>
                  <a:pt x="18476" y="17903"/>
                  <a:pt x="15543" y="23162"/>
                  <a:pt x="13655" y="30242"/>
                </a:cubicBezTo>
                <a:lnTo>
                  <a:pt x="1517" y="30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24">
            <a:extLst xmlns:a="http://schemas.openxmlformats.org/drawingml/2006/main">
              <a:ext uri="{FF2B5EF4-FFF2-40B4-BE49-F238E27FC236}">
                <a16:creationId xmlns:a16="http://schemas.microsoft.com/office/drawing/2014/main" id="{612A2AFB-B825-44E1-A1E8-92B1F811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128" y="1046096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42433"/>
            </a:solidFill>
            <a:prstDash val="solid"/>
          </a:ln>
        </p:spPr>
      </p:sp>
      <p:sp>
        <p:nvSpPr>
          <p:cNvPr id="137" name="text-125 …">
            <a:extLst xmlns:a="http://schemas.openxmlformats.org/drawingml/2006/main">
              <a:ext uri="{FF2B5EF4-FFF2-40B4-BE49-F238E27FC236}">
                <a16:creationId xmlns:a16="http://schemas.microsoft.com/office/drawing/2014/main" id="{7E5B5FEF-F027-4BC3-B63E-6EDFCDE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7850" y="1003425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138" name="text-126 Turn">
            <a:extLst xmlns:a="http://schemas.openxmlformats.org/drawingml/2006/main">
              <a:ext uri="{FF2B5EF4-FFF2-40B4-BE49-F238E27FC236}">
                <a16:creationId xmlns:a16="http://schemas.microsoft.com/office/drawing/2014/main" id="{5523BDFA-6AE4-4B3D-92ED-7783FECE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87439" y="2762797"/>
            <a:ext cx="537233" cy="3674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6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139" name="text-127 -">
            <a:extLst xmlns:a="http://schemas.openxmlformats.org/drawingml/2006/main">
              <a:ext uri="{FF2B5EF4-FFF2-40B4-BE49-F238E27FC236}">
                <a16:creationId xmlns:a16="http://schemas.microsoft.com/office/drawing/2014/main" id="{A8A93CC3-7FC8-4CCE-9AD0-87D25239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337" y="2761511"/>
            <a:ext cx="128192" cy="369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140" name="text-128 level">
            <a:extLst xmlns:a="http://schemas.openxmlformats.org/drawingml/2006/main">
              <a:ext uri="{FF2B5EF4-FFF2-40B4-BE49-F238E27FC236}">
                <a16:creationId xmlns:a16="http://schemas.microsoft.com/office/drawing/2014/main" id="{73335C9D-E8E8-450B-9BB1-3D54101B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7371" y="2760457"/>
            <a:ext cx="559816" cy="370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85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141" name="text-129 trace">
            <a:extLst xmlns:a="http://schemas.openxmlformats.org/drawingml/2006/main">
              <a:ext uri="{FF2B5EF4-FFF2-40B4-BE49-F238E27FC236}">
                <a16:creationId xmlns:a16="http://schemas.microsoft.com/office/drawing/2014/main" id="{2E649427-3ED6-4B71-A4F9-1B9FE5BB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2032" y="3082953"/>
            <a:ext cx="605770" cy="36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142" name="text-130 cost">
            <a:extLst xmlns:a="http://schemas.openxmlformats.org/drawingml/2006/main">
              <a:ext uri="{FF2B5EF4-FFF2-40B4-BE49-F238E27FC236}">
                <a16:creationId xmlns:a16="http://schemas.microsoft.com/office/drawing/2014/main" id="{AAD7F7A0-BC91-4D46-8CD5-9A66701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9137" y="3082909"/>
            <a:ext cx="483941" cy="368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3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81CB616-C9AC-436E-9D68-AA3AF3D7A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9c1a30ab94085"/>
          <a:stretch xmlns:a="http://schemas.openxmlformats.org/drawingml/2006/main"/>
        </p:blipFill>
        <p:spPr>
          <a:xfrm xmlns:a="http://schemas.openxmlformats.org/drawingml/2006/main">
            <a:off x="11085392" y="2276454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44" name="path-132">
            <a:extLst xmlns:a="http://schemas.openxmlformats.org/drawingml/2006/main">
              <a:ext uri="{FF2B5EF4-FFF2-40B4-BE49-F238E27FC236}">
                <a16:creationId xmlns:a16="http://schemas.microsoft.com/office/drawing/2014/main" id="{75311491-5081-4BA2-8E52-CA44E3B9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987" y="2282370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45" name="path-133">
            <a:extLst xmlns:a="http://schemas.openxmlformats.org/drawingml/2006/main">
              <a:ext uri="{FF2B5EF4-FFF2-40B4-BE49-F238E27FC236}">
                <a16:creationId xmlns:a16="http://schemas.microsoft.com/office/drawing/2014/main" id="{4B398585-CCEE-49F3-922C-5FF4ABB3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798" y="2336343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ath-134">
            <a:extLst xmlns:a="http://schemas.openxmlformats.org/drawingml/2006/main">
              <a:ext uri="{FF2B5EF4-FFF2-40B4-BE49-F238E27FC236}">
                <a16:creationId xmlns:a16="http://schemas.microsoft.com/office/drawing/2014/main" id="{28BC049D-FCB3-4D52-B63D-DE0AE542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190" y="2441988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35">
            <a:extLst xmlns:a="http://schemas.openxmlformats.org/drawingml/2006/main">
              <a:ext uri="{FF2B5EF4-FFF2-40B4-BE49-F238E27FC236}">
                <a16:creationId xmlns:a16="http://schemas.microsoft.com/office/drawing/2014/main" id="{67519878-4E74-4867-9C79-AC567378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211" y="2518650"/>
            <a:ext cx="90755" cy="128455"/>
          </a:xfrm>
          <a:custGeom xmlns:a="http://schemas.openxmlformats.org/drawingml/2006/main">
            <a:pathLst>
              <a:path w="90755" h="128455">
                <a:moveTo>
                  <a:pt x="44228" y="128455"/>
                </a:moveTo>
                <a:cubicBezTo>
                  <a:pt x="29148" y="128455"/>
                  <a:pt x="18007" y="123229"/>
                  <a:pt x="10804" y="112777"/>
                </a:cubicBezTo>
                <a:cubicBezTo>
                  <a:pt x="3601" y="102325"/>
                  <a:pt x="0" y="86525"/>
                  <a:pt x="0" y="65377"/>
                </a:cubicBezTo>
                <a:cubicBezTo>
                  <a:pt x="0" y="44167"/>
                  <a:pt x="4015" y="27968"/>
                  <a:pt x="12045" y="16781"/>
                </a:cubicBezTo>
                <a:cubicBezTo>
                  <a:pt x="20076" y="5594"/>
                  <a:pt x="31355" y="0"/>
                  <a:pt x="45883" y="0"/>
                </a:cubicBezTo>
                <a:cubicBezTo>
                  <a:pt x="60963" y="0"/>
                  <a:pt x="72212" y="5134"/>
                  <a:pt x="79629" y="15402"/>
                </a:cubicBezTo>
                <a:cubicBezTo>
                  <a:pt x="87046" y="25669"/>
                  <a:pt x="90755" y="41378"/>
                  <a:pt x="90755" y="62526"/>
                </a:cubicBezTo>
                <a:cubicBezTo>
                  <a:pt x="90755" y="84227"/>
                  <a:pt x="86816" y="100640"/>
                  <a:pt x="78939" y="111766"/>
                </a:cubicBezTo>
                <a:cubicBezTo>
                  <a:pt x="71062" y="122892"/>
                  <a:pt x="59492" y="128455"/>
                  <a:pt x="44228" y="128455"/>
                </a:cubicBezTo>
                <a:moveTo>
                  <a:pt x="27953" y="62710"/>
                </a:moveTo>
                <a:cubicBezTo>
                  <a:pt x="27953" y="76196"/>
                  <a:pt x="28551" y="86924"/>
                  <a:pt x="29746" y="94893"/>
                </a:cubicBezTo>
                <a:cubicBezTo>
                  <a:pt x="30941" y="102862"/>
                  <a:pt x="32826" y="108731"/>
                  <a:pt x="35401" y="112501"/>
                </a:cubicBezTo>
                <a:cubicBezTo>
                  <a:pt x="37976" y="116271"/>
                  <a:pt x="41408" y="118156"/>
                  <a:pt x="45699" y="118156"/>
                </a:cubicBezTo>
                <a:cubicBezTo>
                  <a:pt x="48029" y="118156"/>
                  <a:pt x="50067" y="117589"/>
                  <a:pt x="51814" y="116455"/>
                </a:cubicBezTo>
                <a:cubicBezTo>
                  <a:pt x="53561" y="115321"/>
                  <a:pt x="55124" y="113543"/>
                  <a:pt x="56504" y="111122"/>
                </a:cubicBezTo>
                <a:cubicBezTo>
                  <a:pt x="57883" y="108701"/>
                  <a:pt x="59063" y="105482"/>
                  <a:pt x="60044" y="101467"/>
                </a:cubicBezTo>
                <a:cubicBezTo>
                  <a:pt x="61024" y="97452"/>
                  <a:pt x="61729" y="92456"/>
                  <a:pt x="62158" y="86479"/>
                </a:cubicBezTo>
                <a:cubicBezTo>
                  <a:pt x="62588" y="80503"/>
                  <a:pt x="62802" y="73836"/>
                  <a:pt x="62802" y="66480"/>
                </a:cubicBezTo>
                <a:cubicBezTo>
                  <a:pt x="62802" y="55507"/>
                  <a:pt x="62388" y="46282"/>
                  <a:pt x="61561" y="38803"/>
                </a:cubicBezTo>
                <a:cubicBezTo>
                  <a:pt x="60733" y="31324"/>
                  <a:pt x="59553" y="25562"/>
                  <a:pt x="58021" y="21516"/>
                </a:cubicBezTo>
                <a:cubicBezTo>
                  <a:pt x="56488" y="17471"/>
                  <a:pt x="54680" y="14589"/>
                  <a:pt x="52596" y="12873"/>
                </a:cubicBezTo>
                <a:cubicBezTo>
                  <a:pt x="50511" y="11157"/>
                  <a:pt x="48090" y="10298"/>
                  <a:pt x="45332" y="10298"/>
                </a:cubicBezTo>
                <a:cubicBezTo>
                  <a:pt x="40979" y="10298"/>
                  <a:pt x="37546" y="12214"/>
                  <a:pt x="35033" y="16045"/>
                </a:cubicBezTo>
                <a:cubicBezTo>
                  <a:pt x="32520" y="19877"/>
                  <a:pt x="30711" y="25578"/>
                  <a:pt x="29608" y="33148"/>
                </a:cubicBezTo>
                <a:cubicBezTo>
                  <a:pt x="28505" y="40719"/>
                  <a:pt x="27953" y="50573"/>
                  <a:pt x="27953" y="62710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36">
            <a:extLst xmlns:a="http://schemas.openxmlformats.org/drawingml/2006/main">
              <a:ext uri="{FF2B5EF4-FFF2-40B4-BE49-F238E27FC236}">
                <a16:creationId xmlns:a16="http://schemas.microsoft.com/office/drawing/2014/main" id="{535EAFF4-E965-4D97-AE2E-655C6EE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231" y="2275195"/>
            <a:ext cx="640565" cy="395016"/>
          </a:xfrm>
          <a:custGeom xmlns:a="http://schemas.openxmlformats.org/drawingml/2006/main">
            <a:pathLst>
              <a:path w="640565" h="395016">
                <a:moveTo>
                  <a:pt x="0" y="65839"/>
                </a:moveTo>
                <a:cubicBezTo>
                  <a:pt x="0" y="29477"/>
                  <a:pt x="29475" y="0"/>
                  <a:pt x="65837" y="0"/>
                </a:cubicBezTo>
                <a:lnTo>
                  <a:pt x="574728" y="0"/>
                </a:lnTo>
                <a:cubicBezTo>
                  <a:pt x="611087" y="0"/>
                  <a:pt x="640565" y="29477"/>
                  <a:pt x="640565" y="65839"/>
                </a:cubicBezTo>
                <a:lnTo>
                  <a:pt x="640565" y="329180"/>
                </a:lnTo>
                <a:cubicBezTo>
                  <a:pt x="640565" y="365539"/>
                  <a:pt x="611087" y="395016"/>
                  <a:pt x="574728" y="395016"/>
                </a:cubicBezTo>
                <a:lnTo>
                  <a:pt x="65837" y="395016"/>
                </a:lnTo>
                <a:cubicBezTo>
                  <a:pt x="29475" y="395016"/>
                  <a:pt x="0" y="365539"/>
                  <a:pt x="0" y="329180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37">
            <a:extLst xmlns:a="http://schemas.openxmlformats.org/drawingml/2006/main">
              <a:ext uri="{FF2B5EF4-FFF2-40B4-BE49-F238E27FC236}">
                <a16:creationId xmlns:a16="http://schemas.microsoft.com/office/drawing/2014/main" id="{6A28FC57-5C42-444F-ADC2-80633EBF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231" y="227519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150" name="path-138">
            <a:extLst xmlns:a="http://schemas.openxmlformats.org/drawingml/2006/main">
              <a:ext uri="{FF2B5EF4-FFF2-40B4-BE49-F238E27FC236}">
                <a16:creationId xmlns:a16="http://schemas.microsoft.com/office/drawing/2014/main" id="{26DECBF4-C540-4B4B-A320-85C466A3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609" y="2327305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39">
            <a:extLst xmlns:a="http://schemas.openxmlformats.org/drawingml/2006/main">
              <a:ext uri="{FF2B5EF4-FFF2-40B4-BE49-F238E27FC236}">
                <a16:creationId xmlns:a16="http://schemas.microsoft.com/office/drawing/2014/main" id="{CBFC86C7-A9C0-4103-853C-5B399A9F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4" y="2428429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40">
            <a:extLst xmlns:a="http://schemas.openxmlformats.org/drawingml/2006/main">
              <a:ext uri="{FF2B5EF4-FFF2-40B4-BE49-F238E27FC236}">
                <a16:creationId xmlns:a16="http://schemas.microsoft.com/office/drawing/2014/main" id="{5C2A2450-0E4E-4768-B1BB-BA991016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162" y="2505091"/>
            <a:ext cx="84870" cy="126983"/>
          </a:xfrm>
          <a:custGeom xmlns:a="http://schemas.openxmlformats.org/drawingml/2006/main">
            <a:pathLst>
              <a:path w="84870" h="126983">
                <a:moveTo>
                  <a:pt x="59216" y="101329"/>
                </a:moveTo>
                <a:cubicBezTo>
                  <a:pt x="59216" y="104885"/>
                  <a:pt x="59415" y="107567"/>
                  <a:pt x="59814" y="109375"/>
                </a:cubicBezTo>
                <a:cubicBezTo>
                  <a:pt x="60212" y="111183"/>
                  <a:pt x="60917" y="112655"/>
                  <a:pt x="61929" y="113789"/>
                </a:cubicBezTo>
                <a:cubicBezTo>
                  <a:pt x="62940" y="114923"/>
                  <a:pt x="64396" y="115811"/>
                  <a:pt x="66296" y="116455"/>
                </a:cubicBezTo>
                <a:cubicBezTo>
                  <a:pt x="68197" y="117099"/>
                  <a:pt x="70587" y="117589"/>
                  <a:pt x="73468" y="117926"/>
                </a:cubicBezTo>
                <a:cubicBezTo>
                  <a:pt x="76349" y="118264"/>
                  <a:pt x="80150" y="118493"/>
                  <a:pt x="84870" y="118616"/>
                </a:cubicBezTo>
                <a:lnTo>
                  <a:pt x="84870" y="126983"/>
                </a:lnTo>
                <a:lnTo>
                  <a:pt x="5517" y="126983"/>
                </a:lnTo>
                <a:lnTo>
                  <a:pt x="5517" y="118616"/>
                </a:lnTo>
                <a:cubicBezTo>
                  <a:pt x="12321" y="118309"/>
                  <a:pt x="17179" y="117896"/>
                  <a:pt x="20091" y="117375"/>
                </a:cubicBezTo>
                <a:cubicBezTo>
                  <a:pt x="23003" y="116854"/>
                  <a:pt x="25225" y="116072"/>
                  <a:pt x="26758" y="115030"/>
                </a:cubicBezTo>
                <a:cubicBezTo>
                  <a:pt x="28290" y="113988"/>
                  <a:pt x="29409" y="112517"/>
                  <a:pt x="30114" y="110616"/>
                </a:cubicBezTo>
                <a:cubicBezTo>
                  <a:pt x="30819" y="108716"/>
                  <a:pt x="31171" y="105620"/>
                  <a:pt x="31171" y="101329"/>
                </a:cubicBezTo>
                <a:lnTo>
                  <a:pt x="31171" y="34849"/>
                </a:lnTo>
                <a:cubicBezTo>
                  <a:pt x="31171" y="32336"/>
                  <a:pt x="30696" y="30528"/>
                  <a:pt x="29746" y="29424"/>
                </a:cubicBezTo>
                <a:cubicBezTo>
                  <a:pt x="28796" y="28321"/>
                  <a:pt x="27493" y="27769"/>
                  <a:pt x="25838" y="27769"/>
                </a:cubicBezTo>
                <a:cubicBezTo>
                  <a:pt x="24306" y="27769"/>
                  <a:pt x="22145" y="28474"/>
                  <a:pt x="19356" y="29884"/>
                </a:cubicBezTo>
                <a:cubicBezTo>
                  <a:pt x="16566" y="31294"/>
                  <a:pt x="11984" y="34175"/>
                  <a:pt x="5609" y="38527"/>
                </a:cubicBezTo>
                <a:lnTo>
                  <a:pt x="0" y="28780"/>
                </a:lnTo>
                <a:lnTo>
                  <a:pt x="47998" y="0"/>
                </a:lnTo>
                <a:lnTo>
                  <a:pt x="59768" y="0"/>
                </a:lnTo>
                <a:cubicBezTo>
                  <a:pt x="59400" y="5885"/>
                  <a:pt x="59216" y="14038"/>
                  <a:pt x="59216" y="24459"/>
                </a:cubicBezTo>
                <a:lnTo>
                  <a:pt x="59216" y="10132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D6C115E-9975-488B-872A-739E7A1F90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efb8738494f90"/>
          <a:stretch xmlns:a="http://schemas.openxmlformats.org/drawingml/2006/main"/>
        </p:blipFill>
        <p:spPr>
          <a:xfrm xmlns:a="http://schemas.openxmlformats.org/drawingml/2006/main">
            <a:off x="12618917" y="2276454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54" name="path-142">
            <a:extLst xmlns:a="http://schemas.openxmlformats.org/drawingml/2006/main">
              <a:ext uri="{FF2B5EF4-FFF2-40B4-BE49-F238E27FC236}">
                <a16:creationId xmlns:a16="http://schemas.microsoft.com/office/drawing/2014/main" id="{20B4568D-AA70-4181-9E9A-405B0322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434" y="2282118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55" name="path-143">
            <a:extLst xmlns:a="http://schemas.openxmlformats.org/drawingml/2006/main">
              <a:ext uri="{FF2B5EF4-FFF2-40B4-BE49-F238E27FC236}">
                <a16:creationId xmlns:a16="http://schemas.microsoft.com/office/drawing/2014/main" id="{C86DC8C4-939A-4816-A61D-92345A4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615" y="2331824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44">
            <a:extLst xmlns:a="http://schemas.openxmlformats.org/drawingml/2006/main">
              <a:ext uri="{FF2B5EF4-FFF2-40B4-BE49-F238E27FC236}">
                <a16:creationId xmlns:a16="http://schemas.microsoft.com/office/drawing/2014/main" id="{0F2F66B9-55B9-4B98-9635-869DBF6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1009" y="2432949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45">
            <a:extLst xmlns:a="http://schemas.openxmlformats.org/drawingml/2006/main">
              <a:ext uri="{FF2B5EF4-FFF2-40B4-BE49-F238E27FC236}">
                <a16:creationId xmlns:a16="http://schemas.microsoft.com/office/drawing/2014/main" id="{45032EED-5B3B-4A94-AB58-6F069E7C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7570" y="2509610"/>
            <a:ext cx="86341" cy="126983"/>
          </a:xfrm>
          <a:custGeom xmlns:a="http://schemas.openxmlformats.org/drawingml/2006/main">
            <a:pathLst>
              <a:path w="86341" h="126983">
                <a:moveTo>
                  <a:pt x="59400" y="104456"/>
                </a:moveTo>
                <a:cubicBezTo>
                  <a:pt x="63384" y="104456"/>
                  <a:pt x="66358" y="104164"/>
                  <a:pt x="68319" y="103582"/>
                </a:cubicBezTo>
                <a:cubicBezTo>
                  <a:pt x="70281" y="103000"/>
                  <a:pt x="71829" y="101988"/>
                  <a:pt x="72963" y="100548"/>
                </a:cubicBezTo>
                <a:cubicBezTo>
                  <a:pt x="74097" y="99107"/>
                  <a:pt x="75032" y="96946"/>
                  <a:pt x="75767" y="94065"/>
                </a:cubicBezTo>
                <a:lnTo>
                  <a:pt x="86341" y="94065"/>
                </a:lnTo>
                <a:lnTo>
                  <a:pt x="84227" y="126983"/>
                </a:lnTo>
                <a:lnTo>
                  <a:pt x="0" y="126983"/>
                </a:lnTo>
                <a:lnTo>
                  <a:pt x="0" y="120915"/>
                </a:lnTo>
                <a:cubicBezTo>
                  <a:pt x="4720" y="110065"/>
                  <a:pt x="14375" y="96088"/>
                  <a:pt x="28964" y="78985"/>
                </a:cubicBezTo>
                <a:cubicBezTo>
                  <a:pt x="35585" y="71200"/>
                  <a:pt x="40627" y="64794"/>
                  <a:pt x="44090" y="59768"/>
                </a:cubicBezTo>
                <a:cubicBezTo>
                  <a:pt x="47554" y="54741"/>
                  <a:pt x="50144" y="49990"/>
                  <a:pt x="51860" y="45515"/>
                </a:cubicBezTo>
                <a:cubicBezTo>
                  <a:pt x="53576" y="41041"/>
                  <a:pt x="54435" y="36412"/>
                  <a:pt x="54435" y="31631"/>
                </a:cubicBezTo>
                <a:cubicBezTo>
                  <a:pt x="54435" y="24888"/>
                  <a:pt x="52933" y="19601"/>
                  <a:pt x="49929" y="15769"/>
                </a:cubicBezTo>
                <a:cubicBezTo>
                  <a:pt x="46925" y="11938"/>
                  <a:pt x="42818" y="10023"/>
                  <a:pt x="37608" y="10023"/>
                </a:cubicBezTo>
                <a:cubicBezTo>
                  <a:pt x="27616" y="10023"/>
                  <a:pt x="21210" y="17225"/>
                  <a:pt x="18390" y="31631"/>
                </a:cubicBezTo>
                <a:lnTo>
                  <a:pt x="1839" y="31631"/>
                </a:lnTo>
                <a:lnTo>
                  <a:pt x="1839" y="9931"/>
                </a:lnTo>
                <a:cubicBezTo>
                  <a:pt x="11831" y="5885"/>
                  <a:pt x="19892" y="3218"/>
                  <a:pt x="26022" y="1931"/>
                </a:cubicBezTo>
                <a:cubicBezTo>
                  <a:pt x="32152" y="644"/>
                  <a:pt x="38619" y="0"/>
                  <a:pt x="45423" y="0"/>
                </a:cubicBezTo>
                <a:cubicBezTo>
                  <a:pt x="54435" y="0"/>
                  <a:pt x="61791" y="1211"/>
                  <a:pt x="67492" y="3632"/>
                </a:cubicBezTo>
                <a:cubicBezTo>
                  <a:pt x="73192" y="6053"/>
                  <a:pt x="77315" y="9333"/>
                  <a:pt x="79859" y="13471"/>
                </a:cubicBezTo>
                <a:cubicBezTo>
                  <a:pt x="82403" y="17608"/>
                  <a:pt x="83675" y="22436"/>
                  <a:pt x="83675" y="27953"/>
                </a:cubicBezTo>
                <a:cubicBezTo>
                  <a:pt x="83675" y="32796"/>
                  <a:pt x="82771" y="37301"/>
                  <a:pt x="80962" y="41470"/>
                </a:cubicBezTo>
                <a:cubicBezTo>
                  <a:pt x="79154" y="45638"/>
                  <a:pt x="76028" y="50389"/>
                  <a:pt x="71583" y="55722"/>
                </a:cubicBezTo>
                <a:cubicBezTo>
                  <a:pt x="67139" y="61055"/>
                  <a:pt x="59645" y="68687"/>
                  <a:pt x="49101" y="78618"/>
                </a:cubicBezTo>
                <a:cubicBezTo>
                  <a:pt x="45853" y="81683"/>
                  <a:pt x="41975" y="85713"/>
                  <a:pt x="37470" y="90709"/>
                </a:cubicBezTo>
                <a:cubicBezTo>
                  <a:pt x="32964" y="95705"/>
                  <a:pt x="29393" y="99981"/>
                  <a:pt x="26758" y="103536"/>
                </a:cubicBezTo>
                <a:lnTo>
                  <a:pt x="26758" y="104456"/>
                </a:lnTo>
                <a:lnTo>
                  <a:pt x="59400" y="104456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46">
            <a:extLst xmlns:a="http://schemas.openxmlformats.org/drawingml/2006/main">
              <a:ext uri="{FF2B5EF4-FFF2-40B4-BE49-F238E27FC236}">
                <a16:creationId xmlns:a16="http://schemas.microsoft.com/office/drawing/2014/main" id="{BC02DB85-2264-4C40-B1E3-7EE7E20D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78" y="2274945"/>
            <a:ext cx="640564" cy="395015"/>
          </a:xfrm>
          <a:custGeom xmlns:a="http://schemas.openxmlformats.org/drawingml/2006/main">
            <a:pathLst>
              <a:path w="640564" h="395015">
                <a:moveTo>
                  <a:pt x="0" y="65837"/>
                </a:moveTo>
                <a:cubicBezTo>
                  <a:pt x="0" y="29477"/>
                  <a:pt x="29474" y="0"/>
                  <a:pt x="65837" y="0"/>
                </a:cubicBezTo>
                <a:lnTo>
                  <a:pt x="574727" y="0"/>
                </a:lnTo>
                <a:cubicBezTo>
                  <a:pt x="611087" y="0"/>
                  <a:pt x="640564" y="29477"/>
                  <a:pt x="640564" y="65837"/>
                </a:cubicBezTo>
                <a:lnTo>
                  <a:pt x="640564" y="329177"/>
                </a:lnTo>
                <a:cubicBezTo>
                  <a:pt x="640564" y="365539"/>
                  <a:pt x="611087" y="395015"/>
                  <a:pt x="574727" y="395015"/>
                </a:cubicBezTo>
                <a:lnTo>
                  <a:pt x="65837" y="395015"/>
                </a:lnTo>
                <a:cubicBezTo>
                  <a:pt x="29474" y="395015"/>
                  <a:pt x="0" y="365539"/>
                  <a:pt x="0" y="329177"/>
                </a:cubicBezTo>
                <a:lnTo>
                  <a:pt x="0" y="65837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47">
            <a:extLst xmlns:a="http://schemas.openxmlformats.org/drawingml/2006/main">
              <a:ext uri="{FF2B5EF4-FFF2-40B4-BE49-F238E27FC236}">
                <a16:creationId xmlns:a16="http://schemas.microsoft.com/office/drawing/2014/main" id="{989010C0-237B-4859-9CB8-CAF62D4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4678" y="227494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160" name="path-148">
            <a:extLst xmlns:a="http://schemas.openxmlformats.org/drawingml/2006/main">
              <a:ext uri="{FF2B5EF4-FFF2-40B4-BE49-F238E27FC236}">
                <a16:creationId xmlns:a16="http://schemas.microsoft.com/office/drawing/2014/main" id="{28D36B5B-41D4-42E4-A277-3DA65C46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3057" y="2322785"/>
            <a:ext cx="220681" cy="200820"/>
          </a:xfrm>
          <a:custGeom xmlns:a="http://schemas.openxmlformats.org/drawingml/2006/main">
            <a:pathLst>
              <a:path w="220681" h="200820">
                <a:moveTo>
                  <a:pt x="171984" y="161097"/>
                </a:moveTo>
                <a:cubicBezTo>
                  <a:pt x="171297" y="164236"/>
                  <a:pt x="170807" y="166957"/>
                  <a:pt x="170513" y="169262"/>
                </a:cubicBezTo>
                <a:cubicBezTo>
                  <a:pt x="170219" y="171567"/>
                  <a:pt x="170071" y="174583"/>
                  <a:pt x="170071" y="178310"/>
                </a:cubicBezTo>
                <a:cubicBezTo>
                  <a:pt x="170071" y="182430"/>
                  <a:pt x="171028" y="185445"/>
                  <a:pt x="172940" y="187358"/>
                </a:cubicBezTo>
                <a:cubicBezTo>
                  <a:pt x="174853" y="189271"/>
                  <a:pt x="177967" y="190521"/>
                  <a:pt x="182282" y="191110"/>
                </a:cubicBezTo>
                <a:lnTo>
                  <a:pt x="180223" y="200820"/>
                </a:lnTo>
                <a:lnTo>
                  <a:pt x="106221" y="200820"/>
                </a:lnTo>
                <a:lnTo>
                  <a:pt x="108281" y="191110"/>
                </a:lnTo>
                <a:cubicBezTo>
                  <a:pt x="113871" y="189540"/>
                  <a:pt x="117991" y="186794"/>
                  <a:pt x="120639" y="182871"/>
                </a:cubicBezTo>
                <a:cubicBezTo>
                  <a:pt x="123287" y="178948"/>
                  <a:pt x="125788" y="171690"/>
                  <a:pt x="128142" y="161097"/>
                </a:cubicBezTo>
                <a:lnTo>
                  <a:pt x="140500" y="104897"/>
                </a:lnTo>
                <a:lnTo>
                  <a:pt x="78121" y="104897"/>
                </a:lnTo>
                <a:lnTo>
                  <a:pt x="65763" y="161097"/>
                </a:lnTo>
                <a:cubicBezTo>
                  <a:pt x="65076" y="164334"/>
                  <a:pt x="64586" y="167080"/>
                  <a:pt x="64292" y="169336"/>
                </a:cubicBezTo>
                <a:cubicBezTo>
                  <a:pt x="63997" y="171592"/>
                  <a:pt x="63850" y="174583"/>
                  <a:pt x="63850" y="178310"/>
                </a:cubicBezTo>
                <a:cubicBezTo>
                  <a:pt x="63850" y="182430"/>
                  <a:pt x="64807" y="185445"/>
                  <a:pt x="66719" y="187358"/>
                </a:cubicBezTo>
                <a:cubicBezTo>
                  <a:pt x="68632" y="189271"/>
                  <a:pt x="71746" y="190521"/>
                  <a:pt x="76061" y="191110"/>
                </a:cubicBezTo>
                <a:lnTo>
                  <a:pt x="74002" y="200820"/>
                </a:lnTo>
                <a:lnTo>
                  <a:pt x="0" y="200820"/>
                </a:lnTo>
                <a:lnTo>
                  <a:pt x="2060" y="191110"/>
                </a:lnTo>
                <a:cubicBezTo>
                  <a:pt x="7650" y="189540"/>
                  <a:pt x="11770" y="186794"/>
                  <a:pt x="14418" y="182871"/>
                </a:cubicBezTo>
                <a:cubicBezTo>
                  <a:pt x="17066" y="178948"/>
                  <a:pt x="19567" y="171690"/>
                  <a:pt x="21921" y="161097"/>
                </a:cubicBezTo>
                <a:lnTo>
                  <a:pt x="48697" y="39723"/>
                </a:lnTo>
                <a:cubicBezTo>
                  <a:pt x="49972" y="33936"/>
                  <a:pt x="50609" y="28198"/>
                  <a:pt x="50609" y="22509"/>
                </a:cubicBezTo>
                <a:cubicBezTo>
                  <a:pt x="50609" y="18390"/>
                  <a:pt x="49653" y="15374"/>
                  <a:pt x="47741" y="13462"/>
                </a:cubicBezTo>
                <a:cubicBezTo>
                  <a:pt x="45828" y="11549"/>
                  <a:pt x="42714" y="10298"/>
                  <a:pt x="38398" y="9710"/>
                </a:cubicBezTo>
                <a:lnTo>
                  <a:pt x="40458" y="0"/>
                </a:lnTo>
                <a:lnTo>
                  <a:pt x="114460" y="0"/>
                </a:lnTo>
                <a:lnTo>
                  <a:pt x="112400" y="9710"/>
                </a:lnTo>
                <a:cubicBezTo>
                  <a:pt x="106810" y="11279"/>
                  <a:pt x="102690" y="14026"/>
                  <a:pt x="100042" y="17949"/>
                </a:cubicBezTo>
                <a:cubicBezTo>
                  <a:pt x="97394" y="21872"/>
                  <a:pt x="94893" y="29130"/>
                  <a:pt x="92539" y="39723"/>
                </a:cubicBezTo>
                <a:lnTo>
                  <a:pt x="82240" y="86360"/>
                </a:lnTo>
                <a:lnTo>
                  <a:pt x="144620" y="86360"/>
                </a:lnTo>
                <a:lnTo>
                  <a:pt x="154918" y="39723"/>
                </a:lnTo>
                <a:cubicBezTo>
                  <a:pt x="156193" y="33936"/>
                  <a:pt x="156831" y="28198"/>
                  <a:pt x="156831" y="22509"/>
                </a:cubicBezTo>
                <a:cubicBezTo>
                  <a:pt x="156831" y="18390"/>
                  <a:pt x="155874" y="15374"/>
                  <a:pt x="153962" y="13462"/>
                </a:cubicBezTo>
                <a:cubicBezTo>
                  <a:pt x="152049" y="11549"/>
                  <a:pt x="148935" y="10298"/>
                  <a:pt x="144620" y="9710"/>
                </a:cubicBezTo>
                <a:lnTo>
                  <a:pt x="146679" y="0"/>
                </a:lnTo>
                <a:lnTo>
                  <a:pt x="220681" y="0"/>
                </a:lnTo>
                <a:lnTo>
                  <a:pt x="218621" y="9710"/>
                </a:lnTo>
                <a:cubicBezTo>
                  <a:pt x="213031" y="11279"/>
                  <a:pt x="208911" y="14026"/>
                  <a:pt x="206263" y="17949"/>
                </a:cubicBezTo>
                <a:cubicBezTo>
                  <a:pt x="203615" y="21872"/>
                  <a:pt x="201114" y="29130"/>
                  <a:pt x="198760" y="39723"/>
                </a:cubicBezTo>
                <a:lnTo>
                  <a:pt x="171984" y="1610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49">
            <a:extLst xmlns:a="http://schemas.openxmlformats.org/drawingml/2006/main">
              <a:ext uri="{FF2B5EF4-FFF2-40B4-BE49-F238E27FC236}">
                <a16:creationId xmlns:a16="http://schemas.microsoft.com/office/drawing/2014/main" id="{8CBDA1F3-5B02-49D3-B216-8742F783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452" y="2428429"/>
            <a:ext cx="118395" cy="160214"/>
          </a:xfrm>
          <a:custGeom xmlns:a="http://schemas.openxmlformats.org/drawingml/2006/main">
            <a:pathLst>
              <a:path w="118395" h="160214">
                <a:moveTo>
                  <a:pt x="51308" y="57046"/>
                </a:moveTo>
                <a:cubicBezTo>
                  <a:pt x="45571" y="50793"/>
                  <a:pt x="41451" y="45460"/>
                  <a:pt x="38950" y="41047"/>
                </a:cubicBezTo>
                <a:cubicBezTo>
                  <a:pt x="36449" y="36633"/>
                  <a:pt x="35199" y="31594"/>
                  <a:pt x="35199" y="25930"/>
                </a:cubicBezTo>
                <a:cubicBezTo>
                  <a:pt x="35199" y="20928"/>
                  <a:pt x="36688" y="16459"/>
                  <a:pt x="39667" y="12524"/>
                </a:cubicBezTo>
                <a:cubicBezTo>
                  <a:pt x="42647" y="8588"/>
                  <a:pt x="46858" y="5517"/>
                  <a:pt x="52301" y="3310"/>
                </a:cubicBezTo>
                <a:cubicBezTo>
                  <a:pt x="57745" y="1103"/>
                  <a:pt x="63961" y="0"/>
                  <a:pt x="70949" y="0"/>
                </a:cubicBezTo>
                <a:cubicBezTo>
                  <a:pt x="86397" y="0"/>
                  <a:pt x="102212" y="4892"/>
                  <a:pt x="118395" y="14675"/>
                </a:cubicBezTo>
                <a:lnTo>
                  <a:pt x="113540" y="35309"/>
                </a:lnTo>
                <a:lnTo>
                  <a:pt x="98534" y="35309"/>
                </a:lnTo>
                <a:cubicBezTo>
                  <a:pt x="95518" y="27291"/>
                  <a:pt x="91766" y="21314"/>
                  <a:pt x="87279" y="17379"/>
                </a:cubicBezTo>
                <a:cubicBezTo>
                  <a:pt x="82792" y="13443"/>
                  <a:pt x="77643" y="11475"/>
                  <a:pt x="71832" y="11475"/>
                </a:cubicBezTo>
                <a:cubicBezTo>
                  <a:pt x="68154" y="11475"/>
                  <a:pt x="65230" y="12358"/>
                  <a:pt x="63060" y="14124"/>
                </a:cubicBezTo>
                <a:cubicBezTo>
                  <a:pt x="60890" y="15889"/>
                  <a:pt x="59805" y="18353"/>
                  <a:pt x="59805" y="21516"/>
                </a:cubicBezTo>
                <a:cubicBezTo>
                  <a:pt x="59805" y="24017"/>
                  <a:pt x="60356" y="26500"/>
                  <a:pt x="61460" y="28964"/>
                </a:cubicBezTo>
                <a:cubicBezTo>
                  <a:pt x="62563" y="31429"/>
                  <a:pt x="64384" y="34261"/>
                  <a:pt x="66921" y="37461"/>
                </a:cubicBezTo>
                <a:cubicBezTo>
                  <a:pt x="69459" y="40660"/>
                  <a:pt x="73928" y="45681"/>
                  <a:pt x="80328" y="52522"/>
                </a:cubicBezTo>
                <a:cubicBezTo>
                  <a:pt x="86286" y="58922"/>
                  <a:pt x="90976" y="64586"/>
                  <a:pt x="94396" y="69514"/>
                </a:cubicBezTo>
                <a:cubicBezTo>
                  <a:pt x="97817" y="74443"/>
                  <a:pt x="100465" y="79721"/>
                  <a:pt x="102341" y="85348"/>
                </a:cubicBezTo>
                <a:cubicBezTo>
                  <a:pt x="104217" y="90976"/>
                  <a:pt x="105154" y="97136"/>
                  <a:pt x="105154" y="103830"/>
                </a:cubicBezTo>
                <a:cubicBezTo>
                  <a:pt x="105154" y="114497"/>
                  <a:pt x="102543" y="124188"/>
                  <a:pt x="97320" y="132905"/>
                </a:cubicBezTo>
                <a:cubicBezTo>
                  <a:pt x="92098" y="141622"/>
                  <a:pt x="84852" y="148353"/>
                  <a:pt x="75583" y="153097"/>
                </a:cubicBezTo>
                <a:cubicBezTo>
                  <a:pt x="66315" y="157842"/>
                  <a:pt x="55979" y="160214"/>
                  <a:pt x="44578" y="160214"/>
                </a:cubicBezTo>
                <a:cubicBezTo>
                  <a:pt x="35456" y="160214"/>
                  <a:pt x="27548" y="158633"/>
                  <a:pt x="20854" y="155470"/>
                </a:cubicBezTo>
                <a:cubicBezTo>
                  <a:pt x="14160" y="152307"/>
                  <a:pt x="9011" y="147691"/>
                  <a:pt x="5407" y="141622"/>
                </a:cubicBezTo>
                <a:cubicBezTo>
                  <a:pt x="1802" y="135553"/>
                  <a:pt x="0" y="128363"/>
                  <a:pt x="0" y="120050"/>
                </a:cubicBezTo>
                <a:cubicBezTo>
                  <a:pt x="0" y="107177"/>
                  <a:pt x="4487" y="95132"/>
                  <a:pt x="13462" y="83914"/>
                </a:cubicBezTo>
                <a:cubicBezTo>
                  <a:pt x="22436" y="72696"/>
                  <a:pt x="35051" y="63740"/>
                  <a:pt x="51308" y="57046"/>
                </a:cubicBezTo>
                <a:moveTo>
                  <a:pt x="61349" y="67197"/>
                </a:moveTo>
                <a:cubicBezTo>
                  <a:pt x="51639" y="73376"/>
                  <a:pt x="44081" y="81744"/>
                  <a:pt x="38674" y="92300"/>
                </a:cubicBezTo>
                <a:cubicBezTo>
                  <a:pt x="33268" y="102856"/>
                  <a:pt x="30564" y="114018"/>
                  <a:pt x="30564" y="125788"/>
                </a:cubicBezTo>
                <a:cubicBezTo>
                  <a:pt x="30564" y="133512"/>
                  <a:pt x="31888" y="139268"/>
                  <a:pt x="34537" y="143056"/>
                </a:cubicBezTo>
                <a:cubicBezTo>
                  <a:pt x="37185" y="146845"/>
                  <a:pt x="41267" y="148739"/>
                  <a:pt x="46784" y="148739"/>
                </a:cubicBezTo>
                <a:cubicBezTo>
                  <a:pt x="51492" y="148739"/>
                  <a:pt x="55924" y="146900"/>
                  <a:pt x="60080" y="143222"/>
                </a:cubicBezTo>
                <a:cubicBezTo>
                  <a:pt x="64237" y="139544"/>
                  <a:pt x="67547" y="134340"/>
                  <a:pt x="70011" y="127609"/>
                </a:cubicBezTo>
                <a:cubicBezTo>
                  <a:pt x="72475" y="120878"/>
                  <a:pt x="73707" y="113283"/>
                  <a:pt x="73707" y="104823"/>
                </a:cubicBezTo>
                <a:cubicBezTo>
                  <a:pt x="73707" y="97100"/>
                  <a:pt x="72659" y="90019"/>
                  <a:pt x="70563" y="83583"/>
                </a:cubicBezTo>
                <a:cubicBezTo>
                  <a:pt x="68466" y="77146"/>
                  <a:pt x="65395" y="71685"/>
                  <a:pt x="61349" y="6719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50">
            <a:extLst xmlns:a="http://schemas.openxmlformats.org/drawingml/2006/main">
              <a:ext uri="{FF2B5EF4-FFF2-40B4-BE49-F238E27FC236}">
                <a16:creationId xmlns:a16="http://schemas.microsoft.com/office/drawing/2014/main" id="{6C1D3E0E-37D6-4F76-B507-DFD53D6E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1759" y="2505091"/>
            <a:ext cx="84502" cy="128455"/>
          </a:xfrm>
          <a:custGeom xmlns:a="http://schemas.openxmlformats.org/drawingml/2006/main">
            <a:pathLst>
              <a:path w="84502" h="128455">
                <a:moveTo>
                  <a:pt x="1747" y="31723"/>
                </a:moveTo>
                <a:lnTo>
                  <a:pt x="1747" y="9931"/>
                </a:lnTo>
                <a:cubicBezTo>
                  <a:pt x="17256" y="3310"/>
                  <a:pt x="31324" y="0"/>
                  <a:pt x="43952" y="0"/>
                </a:cubicBezTo>
                <a:cubicBezTo>
                  <a:pt x="55538" y="0"/>
                  <a:pt x="64794" y="2360"/>
                  <a:pt x="71721" y="7080"/>
                </a:cubicBezTo>
                <a:cubicBezTo>
                  <a:pt x="78648" y="11800"/>
                  <a:pt x="82112" y="18390"/>
                  <a:pt x="82112" y="26850"/>
                </a:cubicBezTo>
                <a:cubicBezTo>
                  <a:pt x="82112" y="33960"/>
                  <a:pt x="80073" y="40090"/>
                  <a:pt x="75997" y="45240"/>
                </a:cubicBezTo>
                <a:cubicBezTo>
                  <a:pt x="71921" y="50389"/>
                  <a:pt x="65101" y="55170"/>
                  <a:pt x="55538" y="59584"/>
                </a:cubicBezTo>
                <a:lnTo>
                  <a:pt x="55538" y="60411"/>
                </a:lnTo>
                <a:cubicBezTo>
                  <a:pt x="64488" y="62066"/>
                  <a:pt x="71553" y="65653"/>
                  <a:pt x="76733" y="71170"/>
                </a:cubicBezTo>
                <a:cubicBezTo>
                  <a:pt x="81912" y="76687"/>
                  <a:pt x="84502" y="83522"/>
                  <a:pt x="84502" y="91675"/>
                </a:cubicBezTo>
                <a:cubicBezTo>
                  <a:pt x="84502" y="98785"/>
                  <a:pt x="82771" y="105115"/>
                  <a:pt x="79307" y="110662"/>
                </a:cubicBezTo>
                <a:cubicBezTo>
                  <a:pt x="75844" y="116210"/>
                  <a:pt x="70587" y="120562"/>
                  <a:pt x="63538" y="123719"/>
                </a:cubicBezTo>
                <a:cubicBezTo>
                  <a:pt x="56488" y="126876"/>
                  <a:pt x="47937" y="128455"/>
                  <a:pt x="37884" y="128455"/>
                </a:cubicBezTo>
                <a:cubicBezTo>
                  <a:pt x="30957" y="128455"/>
                  <a:pt x="24152" y="127826"/>
                  <a:pt x="17471" y="126570"/>
                </a:cubicBezTo>
                <a:cubicBezTo>
                  <a:pt x="10789" y="125313"/>
                  <a:pt x="4965" y="123551"/>
                  <a:pt x="0" y="121283"/>
                </a:cubicBezTo>
                <a:lnTo>
                  <a:pt x="0" y="98203"/>
                </a:lnTo>
                <a:lnTo>
                  <a:pt x="16551" y="98203"/>
                </a:lnTo>
                <a:cubicBezTo>
                  <a:pt x="18329" y="105191"/>
                  <a:pt x="20842" y="110264"/>
                  <a:pt x="24091" y="113421"/>
                </a:cubicBezTo>
                <a:cubicBezTo>
                  <a:pt x="27340" y="116578"/>
                  <a:pt x="31600" y="118156"/>
                  <a:pt x="36872" y="118156"/>
                </a:cubicBezTo>
                <a:cubicBezTo>
                  <a:pt x="49868" y="118156"/>
                  <a:pt x="56366" y="110126"/>
                  <a:pt x="56366" y="94065"/>
                </a:cubicBezTo>
                <a:cubicBezTo>
                  <a:pt x="56366" y="85422"/>
                  <a:pt x="54082" y="78985"/>
                  <a:pt x="49515" y="74756"/>
                </a:cubicBezTo>
                <a:cubicBezTo>
                  <a:pt x="44948" y="70526"/>
                  <a:pt x="38006" y="68411"/>
                  <a:pt x="28689" y="68411"/>
                </a:cubicBezTo>
                <a:lnTo>
                  <a:pt x="21424" y="68411"/>
                </a:lnTo>
                <a:lnTo>
                  <a:pt x="21424" y="57929"/>
                </a:lnTo>
                <a:cubicBezTo>
                  <a:pt x="32091" y="57500"/>
                  <a:pt x="40182" y="55002"/>
                  <a:pt x="45699" y="50435"/>
                </a:cubicBezTo>
                <a:cubicBezTo>
                  <a:pt x="51216" y="45868"/>
                  <a:pt x="53975" y="39263"/>
                  <a:pt x="53975" y="30619"/>
                </a:cubicBezTo>
                <a:cubicBezTo>
                  <a:pt x="53975" y="23815"/>
                  <a:pt x="52596" y="18681"/>
                  <a:pt x="49837" y="15218"/>
                </a:cubicBezTo>
                <a:cubicBezTo>
                  <a:pt x="47079" y="11754"/>
                  <a:pt x="43063" y="10023"/>
                  <a:pt x="37792" y="10023"/>
                </a:cubicBezTo>
                <a:cubicBezTo>
                  <a:pt x="32642" y="10023"/>
                  <a:pt x="28413" y="11862"/>
                  <a:pt x="25102" y="15540"/>
                </a:cubicBezTo>
                <a:cubicBezTo>
                  <a:pt x="21792" y="19218"/>
                  <a:pt x="19524" y="24612"/>
                  <a:pt x="18298" y="31723"/>
                </a:cubicBezTo>
                <a:lnTo>
                  <a:pt x="1747" y="31723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text-151 …">
            <a:extLst xmlns:a="http://schemas.openxmlformats.org/drawingml/2006/main">
              <a:ext uri="{FF2B5EF4-FFF2-40B4-BE49-F238E27FC236}">
                <a16:creationId xmlns:a16="http://schemas.microsoft.com/office/drawing/2014/main" id="{812B170A-CF7B-469C-BBB2-AB24D10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0547" y="2214664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CEAE7A5-062C-485E-A882-745E191D8C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15c0d88d14e3f"/>
          <a:stretch xmlns:a="http://schemas.openxmlformats.org/drawingml/2006/main"/>
        </p:blipFill>
        <p:spPr>
          <a:xfrm xmlns:a="http://schemas.openxmlformats.org/drawingml/2006/main">
            <a:off x="14342942" y="2266929"/>
            <a:ext cx="647700" cy="409575"/>
          </a:xfrm>
          <a:prstGeom xmlns:a="http://schemas.openxmlformats.org/drawingml/2006/main" prst="rect">
            <a:avLst/>
          </a:prstGeom>
        </p:spPr>
      </p:pic>
      <p:sp>
        <p:nvSpPr>
          <p:cNvPr id="165" name="path-153">
            <a:extLst xmlns:a="http://schemas.openxmlformats.org/drawingml/2006/main">
              <a:ext uri="{FF2B5EF4-FFF2-40B4-BE49-F238E27FC236}">
                <a16:creationId xmlns:a16="http://schemas.microsoft.com/office/drawing/2014/main" id="{59A23D6E-57E5-4201-AA45-333BAA65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8471" y="2275944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8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FB6611">
                <a:alpha val="60000"/>
              </a:srgbClr>
            </a:solidFill>
            <a:prstDash val="dash"/>
          </a:ln>
        </p:spPr>
      </p:sp>
      <p:sp>
        <p:nvSpPr>
          <p:cNvPr id="166" name="path-154">
            <a:extLst xmlns:a="http://schemas.openxmlformats.org/drawingml/2006/main">
              <a:ext uri="{FF2B5EF4-FFF2-40B4-BE49-F238E27FC236}">
                <a16:creationId xmlns:a16="http://schemas.microsoft.com/office/drawing/2014/main" id="{A2A74114-5DAF-43D0-9C67-6964A5A5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868" y="2319763"/>
            <a:ext cx="179303" cy="163166"/>
          </a:xfrm>
          <a:custGeom xmlns:a="http://schemas.openxmlformats.org/drawingml/2006/main">
            <a:pathLst>
              <a:path w="179303" h="163166">
                <a:moveTo>
                  <a:pt x="139737" y="130891"/>
                </a:moveTo>
                <a:cubicBezTo>
                  <a:pt x="139179" y="133441"/>
                  <a:pt x="138781" y="135653"/>
                  <a:pt x="138542" y="137526"/>
                </a:cubicBezTo>
                <a:cubicBezTo>
                  <a:pt x="138303" y="139398"/>
                  <a:pt x="138183" y="141849"/>
                  <a:pt x="138183" y="144877"/>
                </a:cubicBezTo>
                <a:cubicBezTo>
                  <a:pt x="138183" y="148224"/>
                  <a:pt x="138960" y="150674"/>
                  <a:pt x="140514" y="152228"/>
                </a:cubicBezTo>
                <a:cubicBezTo>
                  <a:pt x="142068" y="153782"/>
                  <a:pt x="144598" y="154798"/>
                  <a:pt x="148104" y="155277"/>
                </a:cubicBezTo>
                <a:lnTo>
                  <a:pt x="146431" y="163166"/>
                </a:lnTo>
                <a:lnTo>
                  <a:pt x="86305" y="163166"/>
                </a:lnTo>
                <a:lnTo>
                  <a:pt x="87978" y="155277"/>
                </a:lnTo>
                <a:cubicBezTo>
                  <a:pt x="92520" y="154002"/>
                  <a:pt x="95867" y="151770"/>
                  <a:pt x="98019" y="148583"/>
                </a:cubicBezTo>
                <a:cubicBezTo>
                  <a:pt x="100171" y="145395"/>
                  <a:pt x="102203" y="139498"/>
                  <a:pt x="104115" y="130891"/>
                </a:cubicBezTo>
                <a:lnTo>
                  <a:pt x="114156" y="85229"/>
                </a:lnTo>
                <a:lnTo>
                  <a:pt x="63473" y="85229"/>
                </a:lnTo>
                <a:lnTo>
                  <a:pt x="53432" y="130891"/>
                </a:lnTo>
                <a:cubicBezTo>
                  <a:pt x="52875" y="133521"/>
                  <a:pt x="52476" y="135752"/>
                  <a:pt x="52237" y="137585"/>
                </a:cubicBezTo>
                <a:cubicBezTo>
                  <a:pt x="51998" y="139418"/>
                  <a:pt x="51878" y="141849"/>
                  <a:pt x="51878" y="144877"/>
                </a:cubicBezTo>
                <a:cubicBezTo>
                  <a:pt x="51878" y="148224"/>
                  <a:pt x="52655" y="150674"/>
                  <a:pt x="54209" y="152228"/>
                </a:cubicBezTo>
                <a:cubicBezTo>
                  <a:pt x="55763" y="153782"/>
                  <a:pt x="58293" y="154798"/>
                  <a:pt x="61800" y="155277"/>
                </a:cubicBezTo>
                <a:lnTo>
                  <a:pt x="60126" y="163166"/>
                </a:lnTo>
                <a:lnTo>
                  <a:pt x="0" y="163166"/>
                </a:lnTo>
                <a:lnTo>
                  <a:pt x="1673" y="155277"/>
                </a:lnTo>
                <a:cubicBezTo>
                  <a:pt x="6216" y="154002"/>
                  <a:pt x="9563" y="151770"/>
                  <a:pt x="11714" y="148583"/>
                </a:cubicBezTo>
                <a:cubicBezTo>
                  <a:pt x="13866" y="145395"/>
                  <a:pt x="15898" y="139498"/>
                  <a:pt x="17811" y="130891"/>
                </a:cubicBezTo>
                <a:lnTo>
                  <a:pt x="39566" y="32275"/>
                </a:lnTo>
                <a:cubicBezTo>
                  <a:pt x="40602" y="27573"/>
                  <a:pt x="41120" y="22911"/>
                  <a:pt x="41120" y="18289"/>
                </a:cubicBezTo>
                <a:cubicBezTo>
                  <a:pt x="41120" y="14942"/>
                  <a:pt x="40343" y="12491"/>
                  <a:pt x="38789" y="10937"/>
                </a:cubicBezTo>
                <a:cubicBezTo>
                  <a:pt x="37235" y="9384"/>
                  <a:pt x="34705" y="8367"/>
                  <a:pt x="31199" y="7889"/>
                </a:cubicBezTo>
                <a:lnTo>
                  <a:pt x="32872" y="0"/>
                </a:lnTo>
                <a:lnTo>
                  <a:pt x="92999" y="0"/>
                </a:lnTo>
                <a:lnTo>
                  <a:pt x="91325" y="7889"/>
                </a:lnTo>
                <a:cubicBezTo>
                  <a:pt x="86783" y="9164"/>
                  <a:pt x="83436" y="11396"/>
                  <a:pt x="81284" y="14583"/>
                </a:cubicBezTo>
                <a:cubicBezTo>
                  <a:pt x="79132" y="17771"/>
                  <a:pt x="77100" y="23668"/>
                  <a:pt x="75188" y="32275"/>
                </a:cubicBezTo>
                <a:lnTo>
                  <a:pt x="66820" y="70167"/>
                </a:lnTo>
                <a:lnTo>
                  <a:pt x="117503" y="70167"/>
                </a:lnTo>
                <a:lnTo>
                  <a:pt x="125871" y="32275"/>
                </a:lnTo>
                <a:cubicBezTo>
                  <a:pt x="126907" y="27573"/>
                  <a:pt x="127425" y="22911"/>
                  <a:pt x="127425" y="18289"/>
                </a:cubicBezTo>
                <a:cubicBezTo>
                  <a:pt x="127425" y="14942"/>
                  <a:pt x="126648" y="12491"/>
                  <a:pt x="125094" y="10937"/>
                </a:cubicBezTo>
                <a:cubicBezTo>
                  <a:pt x="123540" y="9384"/>
                  <a:pt x="121010" y="8367"/>
                  <a:pt x="117503" y="7889"/>
                </a:cubicBezTo>
                <a:lnTo>
                  <a:pt x="119177" y="0"/>
                </a:lnTo>
                <a:lnTo>
                  <a:pt x="179303" y="0"/>
                </a:lnTo>
                <a:lnTo>
                  <a:pt x="177630" y="7889"/>
                </a:lnTo>
                <a:cubicBezTo>
                  <a:pt x="173087" y="9164"/>
                  <a:pt x="169740" y="11396"/>
                  <a:pt x="167589" y="14583"/>
                </a:cubicBezTo>
                <a:cubicBezTo>
                  <a:pt x="165437" y="17771"/>
                  <a:pt x="163405" y="23668"/>
                  <a:pt x="161492" y="32275"/>
                </a:cubicBezTo>
                <a:lnTo>
                  <a:pt x="139737" y="13089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55">
            <a:extLst xmlns:a="http://schemas.openxmlformats.org/drawingml/2006/main">
              <a:ext uri="{FF2B5EF4-FFF2-40B4-BE49-F238E27FC236}">
                <a16:creationId xmlns:a16="http://schemas.microsoft.com/office/drawing/2014/main" id="{7425689A-6F37-448C-9F9E-F87B67B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8352" y="2413807"/>
            <a:ext cx="88796" cy="120161"/>
          </a:xfrm>
          <a:custGeom xmlns:a="http://schemas.openxmlformats.org/drawingml/2006/main">
            <a:pathLst>
              <a:path w="88796" h="120161">
                <a:moveTo>
                  <a:pt x="38481" y="42785"/>
                </a:moveTo>
                <a:cubicBezTo>
                  <a:pt x="34178" y="38095"/>
                  <a:pt x="31088" y="34095"/>
                  <a:pt x="29213" y="30785"/>
                </a:cubicBezTo>
                <a:cubicBezTo>
                  <a:pt x="27337" y="27475"/>
                  <a:pt x="26399" y="23696"/>
                  <a:pt x="26399" y="19448"/>
                </a:cubicBezTo>
                <a:cubicBezTo>
                  <a:pt x="26399" y="15696"/>
                  <a:pt x="27516" y="12344"/>
                  <a:pt x="29751" y="9393"/>
                </a:cubicBezTo>
                <a:cubicBezTo>
                  <a:pt x="31985" y="6441"/>
                  <a:pt x="35143" y="4138"/>
                  <a:pt x="39226" y="2483"/>
                </a:cubicBezTo>
                <a:cubicBezTo>
                  <a:pt x="43309" y="828"/>
                  <a:pt x="47971" y="0"/>
                  <a:pt x="53212" y="0"/>
                </a:cubicBezTo>
                <a:cubicBezTo>
                  <a:pt x="64797" y="0"/>
                  <a:pt x="76659" y="3669"/>
                  <a:pt x="88796" y="11006"/>
                </a:cubicBezTo>
                <a:lnTo>
                  <a:pt x="85155" y="26482"/>
                </a:lnTo>
                <a:lnTo>
                  <a:pt x="73901" y="26482"/>
                </a:lnTo>
                <a:cubicBezTo>
                  <a:pt x="71639" y="20468"/>
                  <a:pt x="68825" y="15986"/>
                  <a:pt x="65459" y="13034"/>
                </a:cubicBezTo>
                <a:cubicBezTo>
                  <a:pt x="62094" y="10082"/>
                  <a:pt x="58232" y="8607"/>
                  <a:pt x="53874" y="8607"/>
                </a:cubicBezTo>
                <a:cubicBezTo>
                  <a:pt x="51115" y="8607"/>
                  <a:pt x="48922" y="9269"/>
                  <a:pt x="47295" y="10593"/>
                </a:cubicBezTo>
                <a:cubicBezTo>
                  <a:pt x="45667" y="11917"/>
                  <a:pt x="44853" y="13765"/>
                  <a:pt x="44853" y="16137"/>
                </a:cubicBezTo>
                <a:cubicBezTo>
                  <a:pt x="44853" y="18013"/>
                  <a:pt x="45267" y="19875"/>
                  <a:pt x="46095" y="21723"/>
                </a:cubicBezTo>
                <a:cubicBezTo>
                  <a:pt x="46922" y="23571"/>
                  <a:pt x="48288" y="25696"/>
                  <a:pt x="50191" y="28095"/>
                </a:cubicBezTo>
                <a:cubicBezTo>
                  <a:pt x="52094" y="30495"/>
                  <a:pt x="55446" y="34261"/>
                  <a:pt x="60246" y="39392"/>
                </a:cubicBezTo>
                <a:cubicBezTo>
                  <a:pt x="64715" y="44191"/>
                  <a:pt x="68232" y="48439"/>
                  <a:pt x="70797" y="52136"/>
                </a:cubicBezTo>
                <a:cubicBezTo>
                  <a:pt x="73363" y="55832"/>
                  <a:pt x="75349" y="59791"/>
                  <a:pt x="76756" y="64011"/>
                </a:cubicBezTo>
                <a:cubicBezTo>
                  <a:pt x="78162" y="68232"/>
                  <a:pt x="78866" y="72852"/>
                  <a:pt x="78866" y="77873"/>
                </a:cubicBezTo>
                <a:cubicBezTo>
                  <a:pt x="78866" y="85872"/>
                  <a:pt x="76907" y="93141"/>
                  <a:pt x="72990" y="99679"/>
                </a:cubicBezTo>
                <a:cubicBezTo>
                  <a:pt x="69073" y="106216"/>
                  <a:pt x="63639" y="111265"/>
                  <a:pt x="56687" y="114823"/>
                </a:cubicBezTo>
                <a:cubicBezTo>
                  <a:pt x="49736" y="118382"/>
                  <a:pt x="41985" y="120161"/>
                  <a:pt x="33433" y="120161"/>
                </a:cubicBezTo>
                <a:cubicBezTo>
                  <a:pt x="26592" y="120161"/>
                  <a:pt x="20661" y="118975"/>
                  <a:pt x="15641" y="116602"/>
                </a:cubicBezTo>
                <a:cubicBezTo>
                  <a:pt x="10620" y="114230"/>
                  <a:pt x="6758" y="110768"/>
                  <a:pt x="4055" y="106216"/>
                </a:cubicBezTo>
                <a:cubicBezTo>
                  <a:pt x="1352" y="101665"/>
                  <a:pt x="0" y="96272"/>
                  <a:pt x="0" y="90038"/>
                </a:cubicBezTo>
                <a:cubicBezTo>
                  <a:pt x="0" y="80383"/>
                  <a:pt x="3365" y="71349"/>
                  <a:pt x="10096" y="62935"/>
                </a:cubicBezTo>
                <a:cubicBezTo>
                  <a:pt x="16827" y="54522"/>
                  <a:pt x="26289" y="47805"/>
                  <a:pt x="38481" y="42785"/>
                </a:cubicBezTo>
                <a:moveTo>
                  <a:pt x="46012" y="50398"/>
                </a:moveTo>
                <a:cubicBezTo>
                  <a:pt x="38730" y="55032"/>
                  <a:pt x="33061" y="61308"/>
                  <a:pt x="29006" y="69225"/>
                </a:cubicBezTo>
                <a:cubicBezTo>
                  <a:pt x="24951" y="77142"/>
                  <a:pt x="22923" y="85514"/>
                  <a:pt x="22923" y="94341"/>
                </a:cubicBezTo>
                <a:cubicBezTo>
                  <a:pt x="22923" y="100134"/>
                  <a:pt x="23916" y="104451"/>
                  <a:pt x="25902" y="107292"/>
                </a:cubicBezTo>
                <a:cubicBezTo>
                  <a:pt x="27889" y="110134"/>
                  <a:pt x="30950" y="111554"/>
                  <a:pt x="35088" y="111554"/>
                </a:cubicBezTo>
                <a:cubicBezTo>
                  <a:pt x="38619" y="111554"/>
                  <a:pt x="41943" y="110175"/>
                  <a:pt x="45060" y="107416"/>
                </a:cubicBezTo>
                <a:cubicBezTo>
                  <a:pt x="48177" y="104658"/>
                  <a:pt x="50660" y="100755"/>
                  <a:pt x="52508" y="95707"/>
                </a:cubicBezTo>
                <a:cubicBezTo>
                  <a:pt x="54356" y="90658"/>
                  <a:pt x="55281" y="84962"/>
                  <a:pt x="55281" y="78618"/>
                </a:cubicBezTo>
                <a:cubicBezTo>
                  <a:pt x="55281" y="72825"/>
                  <a:pt x="54494" y="67515"/>
                  <a:pt x="52922" y="62687"/>
                </a:cubicBezTo>
                <a:cubicBezTo>
                  <a:pt x="51350" y="57860"/>
                  <a:pt x="49046" y="53763"/>
                  <a:pt x="46012" y="50398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56">
            <a:extLst xmlns:a="http://schemas.openxmlformats.org/drawingml/2006/main">
              <a:ext uri="{FF2B5EF4-FFF2-40B4-BE49-F238E27FC236}">
                <a16:creationId xmlns:a16="http://schemas.microsoft.com/office/drawing/2014/main" id="{063DF939-1F08-40DA-99DC-F9F3DB6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800" y="2468390"/>
            <a:ext cx="86580" cy="100410"/>
          </a:xfrm>
          <a:custGeom xmlns:a="http://schemas.openxmlformats.org/drawingml/2006/main">
            <a:pathLst>
              <a:path w="86580" h="100410">
                <a:moveTo>
                  <a:pt x="86580" y="0"/>
                </a:moveTo>
                <a:lnTo>
                  <a:pt x="80769" y="26629"/>
                </a:lnTo>
                <a:lnTo>
                  <a:pt x="71353" y="26629"/>
                </a:lnTo>
                <a:cubicBezTo>
                  <a:pt x="71304" y="21185"/>
                  <a:pt x="70986" y="17372"/>
                  <a:pt x="70397" y="15190"/>
                </a:cubicBezTo>
                <a:cubicBezTo>
                  <a:pt x="69809" y="13008"/>
                  <a:pt x="68865" y="11365"/>
                  <a:pt x="67565" y="10262"/>
                </a:cubicBezTo>
                <a:cubicBezTo>
                  <a:pt x="66266" y="9158"/>
                  <a:pt x="64439" y="8607"/>
                  <a:pt x="62085" y="8607"/>
                </a:cubicBezTo>
                <a:lnTo>
                  <a:pt x="55538" y="8607"/>
                </a:lnTo>
                <a:lnTo>
                  <a:pt x="39723" y="80549"/>
                </a:lnTo>
                <a:cubicBezTo>
                  <a:pt x="39379" y="82167"/>
                  <a:pt x="39134" y="83540"/>
                  <a:pt x="38987" y="84668"/>
                </a:cubicBezTo>
                <a:cubicBezTo>
                  <a:pt x="38840" y="85796"/>
                  <a:pt x="38766" y="87292"/>
                  <a:pt x="38766" y="89155"/>
                </a:cubicBezTo>
                <a:cubicBezTo>
                  <a:pt x="38766" y="91411"/>
                  <a:pt x="39342" y="93005"/>
                  <a:pt x="40495" y="93936"/>
                </a:cubicBezTo>
                <a:cubicBezTo>
                  <a:pt x="41647" y="94868"/>
                  <a:pt x="43450" y="95408"/>
                  <a:pt x="45902" y="95555"/>
                </a:cubicBezTo>
                <a:lnTo>
                  <a:pt x="44872" y="100410"/>
                </a:lnTo>
                <a:lnTo>
                  <a:pt x="5811" y="100410"/>
                </a:lnTo>
                <a:lnTo>
                  <a:pt x="6841" y="95555"/>
                </a:lnTo>
                <a:cubicBezTo>
                  <a:pt x="8999" y="95261"/>
                  <a:pt x="10715" y="94623"/>
                  <a:pt x="11990" y="93642"/>
                </a:cubicBezTo>
                <a:cubicBezTo>
                  <a:pt x="13265" y="92661"/>
                  <a:pt x="14332" y="91203"/>
                  <a:pt x="15190" y="89265"/>
                </a:cubicBezTo>
                <a:cubicBezTo>
                  <a:pt x="16048" y="87328"/>
                  <a:pt x="16919" y="84423"/>
                  <a:pt x="17802" y="80549"/>
                </a:cubicBezTo>
                <a:lnTo>
                  <a:pt x="33617" y="8607"/>
                </a:lnTo>
                <a:lnTo>
                  <a:pt x="27732" y="8607"/>
                </a:lnTo>
                <a:cubicBezTo>
                  <a:pt x="25035" y="8607"/>
                  <a:pt x="22853" y="9011"/>
                  <a:pt x="21185" y="9820"/>
                </a:cubicBezTo>
                <a:cubicBezTo>
                  <a:pt x="19518" y="10629"/>
                  <a:pt x="17654" y="12321"/>
                  <a:pt x="15595" y="14896"/>
                </a:cubicBezTo>
                <a:cubicBezTo>
                  <a:pt x="13535" y="17471"/>
                  <a:pt x="11549" y="20867"/>
                  <a:pt x="9636" y="25084"/>
                </a:cubicBezTo>
                <a:lnTo>
                  <a:pt x="0" y="25084"/>
                </a:lnTo>
                <a:lnTo>
                  <a:pt x="5517" y="0"/>
                </a:lnTo>
                <a:lnTo>
                  <a:pt x="86580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57">
            <a:extLst xmlns:a="http://schemas.openxmlformats.org/drawingml/2006/main">
              <a:ext uri="{FF2B5EF4-FFF2-40B4-BE49-F238E27FC236}">
                <a16:creationId xmlns:a16="http://schemas.microsoft.com/office/drawing/2014/main" id="{8E4758C8-F46D-4017-B348-2E6BAE01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7146" y="2539847"/>
            <a:ext cx="76503" cy="74149"/>
          </a:xfrm>
          <a:custGeom xmlns:a="http://schemas.openxmlformats.org/drawingml/2006/main">
            <a:pathLst>
              <a:path w="76503" h="74149">
                <a:moveTo>
                  <a:pt x="38251" y="17654"/>
                </a:moveTo>
                <a:cubicBezTo>
                  <a:pt x="42371" y="11868"/>
                  <a:pt x="46686" y="7479"/>
                  <a:pt x="51198" y="4487"/>
                </a:cubicBezTo>
                <a:cubicBezTo>
                  <a:pt x="55710" y="1496"/>
                  <a:pt x="60712" y="0"/>
                  <a:pt x="66204" y="0"/>
                </a:cubicBezTo>
                <a:cubicBezTo>
                  <a:pt x="69441" y="0"/>
                  <a:pt x="72874" y="466"/>
                  <a:pt x="76503" y="1398"/>
                </a:cubicBezTo>
                <a:lnTo>
                  <a:pt x="72163" y="21185"/>
                </a:lnTo>
                <a:lnTo>
                  <a:pt x="58995" y="21185"/>
                </a:lnTo>
                <a:cubicBezTo>
                  <a:pt x="58995" y="17900"/>
                  <a:pt x="58640" y="15619"/>
                  <a:pt x="57929" y="14344"/>
                </a:cubicBezTo>
                <a:cubicBezTo>
                  <a:pt x="57218" y="13069"/>
                  <a:pt x="56004" y="12432"/>
                  <a:pt x="54287" y="12432"/>
                </a:cubicBezTo>
                <a:cubicBezTo>
                  <a:pt x="52963" y="12432"/>
                  <a:pt x="51517" y="12898"/>
                  <a:pt x="49947" y="13829"/>
                </a:cubicBezTo>
                <a:cubicBezTo>
                  <a:pt x="48378" y="14761"/>
                  <a:pt x="46502" y="16576"/>
                  <a:pt x="44320" y="19273"/>
                </a:cubicBezTo>
                <a:cubicBezTo>
                  <a:pt x="42138" y="21970"/>
                  <a:pt x="40495" y="24545"/>
                  <a:pt x="39392" y="26997"/>
                </a:cubicBezTo>
                <a:cubicBezTo>
                  <a:pt x="38288" y="29449"/>
                  <a:pt x="37320" y="32587"/>
                  <a:pt x="36486" y="36412"/>
                </a:cubicBezTo>
                <a:lnTo>
                  <a:pt x="28174" y="74149"/>
                </a:lnTo>
                <a:lnTo>
                  <a:pt x="7062" y="74149"/>
                </a:lnTo>
                <a:lnTo>
                  <a:pt x="18905" y="23024"/>
                </a:lnTo>
                <a:cubicBezTo>
                  <a:pt x="19641" y="19837"/>
                  <a:pt x="20008" y="17409"/>
                  <a:pt x="20008" y="15742"/>
                </a:cubicBezTo>
                <a:cubicBezTo>
                  <a:pt x="20008" y="14124"/>
                  <a:pt x="19739" y="12873"/>
                  <a:pt x="19199" y="11990"/>
                </a:cubicBezTo>
                <a:cubicBezTo>
                  <a:pt x="18660" y="11108"/>
                  <a:pt x="17728" y="10666"/>
                  <a:pt x="16404" y="10666"/>
                </a:cubicBezTo>
                <a:cubicBezTo>
                  <a:pt x="14884" y="10666"/>
                  <a:pt x="13241" y="11353"/>
                  <a:pt x="11475" y="12726"/>
                </a:cubicBezTo>
                <a:cubicBezTo>
                  <a:pt x="9710" y="14099"/>
                  <a:pt x="7650" y="16134"/>
                  <a:pt x="5296" y="18831"/>
                </a:cubicBezTo>
                <a:lnTo>
                  <a:pt x="0" y="13535"/>
                </a:lnTo>
                <a:cubicBezTo>
                  <a:pt x="4904" y="8533"/>
                  <a:pt x="9256" y="5027"/>
                  <a:pt x="13057" y="3016"/>
                </a:cubicBezTo>
                <a:cubicBezTo>
                  <a:pt x="16858" y="1005"/>
                  <a:pt x="20867" y="0"/>
                  <a:pt x="25084" y="0"/>
                </a:cubicBezTo>
                <a:cubicBezTo>
                  <a:pt x="29154" y="0"/>
                  <a:pt x="32403" y="1140"/>
                  <a:pt x="34831" y="3421"/>
                </a:cubicBezTo>
                <a:cubicBezTo>
                  <a:pt x="37258" y="5701"/>
                  <a:pt x="38472" y="8705"/>
                  <a:pt x="38472" y="12432"/>
                </a:cubicBezTo>
                <a:cubicBezTo>
                  <a:pt x="38472" y="13756"/>
                  <a:pt x="38202" y="15423"/>
                  <a:pt x="37663" y="17434"/>
                </a:cubicBezTo>
                <a:lnTo>
                  <a:pt x="38251" y="17654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58">
            <a:extLst xmlns:a="http://schemas.openxmlformats.org/drawingml/2006/main">
              <a:ext uri="{FF2B5EF4-FFF2-40B4-BE49-F238E27FC236}">
                <a16:creationId xmlns:a16="http://schemas.microsoft.com/office/drawing/2014/main" id="{54C8232B-B360-4C11-9C41-6E63BCF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5564" y="2564563"/>
            <a:ext cx="87684" cy="12726"/>
          </a:xfrm>
          <a:custGeom xmlns:a="http://schemas.openxmlformats.org/drawingml/2006/main">
            <a:pathLst>
              <a:path w="87684" h="12726">
                <a:moveTo>
                  <a:pt x="0" y="12726"/>
                </a:moveTo>
                <a:lnTo>
                  <a:pt x="0" y="0"/>
                </a:lnTo>
                <a:lnTo>
                  <a:pt x="87684" y="0"/>
                </a:lnTo>
                <a:lnTo>
                  <a:pt x="87684" y="12726"/>
                </a:lnTo>
                <a:lnTo>
                  <a:pt x="0" y="12726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59">
            <a:extLst xmlns:a="http://schemas.openxmlformats.org/drawingml/2006/main">
              <a:ext uri="{FF2B5EF4-FFF2-40B4-BE49-F238E27FC236}">
                <a16:creationId xmlns:a16="http://schemas.microsoft.com/office/drawing/2014/main" id="{96F68EAB-BE82-484F-B6D8-3BA6CF1E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5832" y="2512409"/>
            <a:ext cx="67896" cy="101587"/>
          </a:xfrm>
          <a:custGeom xmlns:a="http://schemas.openxmlformats.org/drawingml/2006/main">
            <a:pathLst>
              <a:path w="67896" h="101587">
                <a:moveTo>
                  <a:pt x="47373" y="81063"/>
                </a:moveTo>
                <a:cubicBezTo>
                  <a:pt x="47373" y="83908"/>
                  <a:pt x="47532" y="86053"/>
                  <a:pt x="47851" y="87500"/>
                </a:cubicBezTo>
                <a:cubicBezTo>
                  <a:pt x="48170" y="88947"/>
                  <a:pt x="48734" y="90124"/>
                  <a:pt x="49543" y="91031"/>
                </a:cubicBezTo>
                <a:cubicBezTo>
                  <a:pt x="50352" y="91938"/>
                  <a:pt x="51517" y="92649"/>
                  <a:pt x="53037" y="93164"/>
                </a:cubicBezTo>
                <a:cubicBezTo>
                  <a:pt x="54557" y="93679"/>
                  <a:pt x="56470" y="94071"/>
                  <a:pt x="58775" y="94341"/>
                </a:cubicBezTo>
                <a:cubicBezTo>
                  <a:pt x="61080" y="94611"/>
                  <a:pt x="64120" y="94795"/>
                  <a:pt x="67896" y="94893"/>
                </a:cubicBezTo>
                <a:lnTo>
                  <a:pt x="67896" y="101587"/>
                </a:lnTo>
                <a:lnTo>
                  <a:pt x="4414" y="101587"/>
                </a:lnTo>
                <a:lnTo>
                  <a:pt x="4414" y="94893"/>
                </a:lnTo>
                <a:cubicBezTo>
                  <a:pt x="9857" y="94648"/>
                  <a:pt x="13744" y="94317"/>
                  <a:pt x="16073" y="93900"/>
                </a:cubicBezTo>
                <a:cubicBezTo>
                  <a:pt x="18402" y="93483"/>
                  <a:pt x="20180" y="92858"/>
                  <a:pt x="21406" y="92024"/>
                </a:cubicBezTo>
                <a:cubicBezTo>
                  <a:pt x="22632" y="91190"/>
                  <a:pt x="23527" y="90013"/>
                  <a:pt x="24091" y="88493"/>
                </a:cubicBezTo>
                <a:cubicBezTo>
                  <a:pt x="24655" y="86973"/>
                  <a:pt x="24937" y="84496"/>
                  <a:pt x="24937" y="81063"/>
                </a:cubicBezTo>
                <a:lnTo>
                  <a:pt x="24937" y="27879"/>
                </a:lnTo>
                <a:cubicBezTo>
                  <a:pt x="24937" y="25869"/>
                  <a:pt x="24557" y="24422"/>
                  <a:pt x="23797" y="23539"/>
                </a:cubicBezTo>
                <a:cubicBezTo>
                  <a:pt x="23037" y="22657"/>
                  <a:pt x="21995" y="22215"/>
                  <a:pt x="20670" y="22215"/>
                </a:cubicBezTo>
                <a:cubicBezTo>
                  <a:pt x="19444" y="22215"/>
                  <a:pt x="17716" y="22779"/>
                  <a:pt x="15484" y="23907"/>
                </a:cubicBezTo>
                <a:cubicBezTo>
                  <a:pt x="13253" y="25035"/>
                  <a:pt x="9587" y="27340"/>
                  <a:pt x="4487" y="30822"/>
                </a:cubicBezTo>
                <a:lnTo>
                  <a:pt x="0" y="23024"/>
                </a:lnTo>
                <a:lnTo>
                  <a:pt x="38398" y="0"/>
                </a:lnTo>
                <a:lnTo>
                  <a:pt x="47814" y="0"/>
                </a:lnTo>
                <a:cubicBezTo>
                  <a:pt x="47520" y="4708"/>
                  <a:pt x="47373" y="11230"/>
                  <a:pt x="47373" y="19567"/>
                </a:cubicBezTo>
                <a:lnTo>
                  <a:pt x="47373" y="81063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text-160 Progress">
            <a:extLst xmlns:a="http://schemas.openxmlformats.org/drawingml/2006/main">
              <a:ext uri="{FF2B5EF4-FFF2-40B4-BE49-F238E27FC236}">
                <a16:creationId xmlns:a16="http://schemas.microsoft.com/office/drawing/2014/main" id="{A23E04E1-59FD-43EB-A012-068283D9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9470" y="2111406"/>
            <a:ext cx="986420" cy="36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1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173" name="text-161 Shaping">
            <a:extLst xmlns:a="http://schemas.openxmlformats.org/drawingml/2006/main">
              <a:ext uri="{FF2B5EF4-FFF2-40B4-BE49-F238E27FC236}">
                <a16:creationId xmlns:a16="http://schemas.microsoft.com/office/drawing/2014/main" id="{2FE6D064-171B-4135-957C-10F3CD37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7717" y="2431769"/>
            <a:ext cx="930014" cy="369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2075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174" name="text-162 Trajectory">
            <a:extLst xmlns:a="http://schemas.openxmlformats.org/drawingml/2006/main">
              <a:ext uri="{FF2B5EF4-FFF2-40B4-BE49-F238E27FC236}">
                <a16:creationId xmlns:a16="http://schemas.microsoft.com/office/drawing/2014/main" id="{080E996E-1A65-4C25-8158-8FCA3BE6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8026" y="578522"/>
            <a:ext cx="1118410" cy="369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175" name="path-163">
            <a:extLst xmlns:a="http://schemas.openxmlformats.org/drawingml/2006/main">
              <a:ext uri="{FF2B5EF4-FFF2-40B4-BE49-F238E27FC236}">
                <a16:creationId xmlns:a16="http://schemas.microsoft.com/office/drawing/2014/main" id="{A2DFE301-1DAA-4DFC-BACF-51151178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0247" y="717079"/>
            <a:ext cx="134347" cy="125255"/>
          </a:xfrm>
          <a:custGeom xmlns:a="http://schemas.openxmlformats.org/drawingml/2006/main">
            <a:pathLst>
              <a:path w="134347" h="125255">
                <a:moveTo>
                  <a:pt x="69190" y="23558"/>
                </a:moveTo>
                <a:lnTo>
                  <a:pt x="70861" y="23944"/>
                </a:lnTo>
                <a:cubicBezTo>
                  <a:pt x="77535" y="18194"/>
                  <a:pt x="83450" y="13667"/>
                  <a:pt x="88607" y="10363"/>
                </a:cubicBezTo>
                <a:cubicBezTo>
                  <a:pt x="93763" y="7059"/>
                  <a:pt x="98986" y="4506"/>
                  <a:pt x="104276" y="2703"/>
                </a:cubicBezTo>
                <a:cubicBezTo>
                  <a:pt x="109565" y="901"/>
                  <a:pt x="115171" y="0"/>
                  <a:pt x="121093" y="0"/>
                </a:cubicBezTo>
                <a:cubicBezTo>
                  <a:pt x="126070" y="0"/>
                  <a:pt x="130488" y="257"/>
                  <a:pt x="134347" y="772"/>
                </a:cubicBezTo>
                <a:lnTo>
                  <a:pt x="124285" y="30380"/>
                </a:lnTo>
                <a:lnTo>
                  <a:pt x="109738" y="30380"/>
                </a:lnTo>
                <a:cubicBezTo>
                  <a:pt x="109254" y="25746"/>
                  <a:pt x="108210" y="22378"/>
                  <a:pt x="106607" y="20275"/>
                </a:cubicBezTo>
                <a:cubicBezTo>
                  <a:pt x="105005" y="18172"/>
                  <a:pt x="102187" y="17121"/>
                  <a:pt x="98153" y="17121"/>
                </a:cubicBezTo>
                <a:cubicBezTo>
                  <a:pt x="95063" y="17121"/>
                  <a:pt x="91689" y="18022"/>
                  <a:pt x="88030" y="19825"/>
                </a:cubicBezTo>
                <a:cubicBezTo>
                  <a:pt x="84371" y="21627"/>
                  <a:pt x="80542" y="24244"/>
                  <a:pt x="76543" y="27677"/>
                </a:cubicBezTo>
                <a:cubicBezTo>
                  <a:pt x="72545" y="31110"/>
                  <a:pt x="69499" y="34328"/>
                  <a:pt x="67405" y="37332"/>
                </a:cubicBezTo>
                <a:cubicBezTo>
                  <a:pt x="65311" y="40336"/>
                  <a:pt x="63565" y="43897"/>
                  <a:pt x="62165" y="48016"/>
                </a:cubicBezTo>
                <a:lnTo>
                  <a:pt x="46853" y="93072"/>
                </a:lnTo>
                <a:cubicBezTo>
                  <a:pt x="44199" y="100882"/>
                  <a:pt x="42841" y="106267"/>
                  <a:pt x="42779" y="109228"/>
                </a:cubicBezTo>
                <a:cubicBezTo>
                  <a:pt x="42716" y="112189"/>
                  <a:pt x="43546" y="114356"/>
                  <a:pt x="45268" y="115729"/>
                </a:cubicBezTo>
                <a:cubicBezTo>
                  <a:pt x="46990" y="117102"/>
                  <a:pt x="49908" y="118175"/>
                  <a:pt x="54022" y="118947"/>
                </a:cubicBezTo>
                <a:lnTo>
                  <a:pt x="51878" y="125255"/>
                </a:lnTo>
                <a:lnTo>
                  <a:pt x="0" y="125255"/>
                </a:lnTo>
                <a:lnTo>
                  <a:pt x="2144" y="118947"/>
                </a:lnTo>
                <a:cubicBezTo>
                  <a:pt x="5755" y="117917"/>
                  <a:pt x="8400" y="117016"/>
                  <a:pt x="10078" y="116244"/>
                </a:cubicBezTo>
                <a:cubicBezTo>
                  <a:pt x="11757" y="115471"/>
                  <a:pt x="13344" y="114399"/>
                  <a:pt x="14841" y="113025"/>
                </a:cubicBezTo>
                <a:cubicBezTo>
                  <a:pt x="16337" y="111652"/>
                  <a:pt x="17824" y="109550"/>
                  <a:pt x="19302" y="106718"/>
                </a:cubicBezTo>
                <a:cubicBezTo>
                  <a:pt x="20779" y="103886"/>
                  <a:pt x="22538" y="99466"/>
                  <a:pt x="24580" y="93458"/>
                </a:cubicBezTo>
                <a:lnTo>
                  <a:pt x="43654" y="37332"/>
                </a:lnTo>
                <a:cubicBezTo>
                  <a:pt x="45521" y="31839"/>
                  <a:pt x="46937" y="27420"/>
                  <a:pt x="47903" y="24073"/>
                </a:cubicBezTo>
                <a:cubicBezTo>
                  <a:pt x="48869" y="20726"/>
                  <a:pt x="49179" y="18044"/>
                  <a:pt x="48835" y="16027"/>
                </a:cubicBezTo>
                <a:cubicBezTo>
                  <a:pt x="48490" y="14010"/>
                  <a:pt x="47435" y="12508"/>
                  <a:pt x="45667" y="11521"/>
                </a:cubicBezTo>
                <a:cubicBezTo>
                  <a:pt x="43900" y="10534"/>
                  <a:pt x="41202" y="9698"/>
                  <a:pt x="37574" y="9011"/>
                </a:cubicBezTo>
                <a:lnTo>
                  <a:pt x="39849" y="2317"/>
                </a:lnTo>
                <a:lnTo>
                  <a:pt x="70409" y="1030"/>
                </a:lnTo>
                <a:lnTo>
                  <a:pt x="78262" y="1030"/>
                </a:lnTo>
                <a:lnTo>
                  <a:pt x="69190" y="235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text-164 has">
            <a:extLst xmlns:a="http://schemas.openxmlformats.org/drawingml/2006/main">
              <a:ext uri="{FF2B5EF4-FFF2-40B4-BE49-F238E27FC236}">
                <a16:creationId xmlns:a16="http://schemas.microsoft.com/office/drawing/2014/main" id="{1A415A6C-0362-45F4-94C8-8DD866FC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3608" y="577207"/>
            <a:ext cx="423399" cy="3711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8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has</a:t>
            </a:r>
          </a:p>
        </p:txBody>
      </p:sp>
      <p:sp>
        <p:nvSpPr>
          <p:cNvPr id="177" name="path-165">
            <a:extLst xmlns:a="http://schemas.openxmlformats.org/drawingml/2006/main">
              <a:ext uri="{FF2B5EF4-FFF2-40B4-BE49-F238E27FC236}">
                <a16:creationId xmlns:a16="http://schemas.microsoft.com/office/drawing/2014/main" id="{8F6DA661-416C-48E3-B9DA-C32BE214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7746" y="666616"/>
            <a:ext cx="158839" cy="175717"/>
          </a:xfrm>
          <a:custGeom xmlns:a="http://schemas.openxmlformats.org/drawingml/2006/main">
            <a:pathLst>
              <a:path w="158839" h="175717">
                <a:moveTo>
                  <a:pt x="19552" y="0"/>
                </a:moveTo>
                <a:lnTo>
                  <a:pt x="158839" y="0"/>
                </a:lnTo>
                <a:lnTo>
                  <a:pt x="143615" y="44798"/>
                </a:lnTo>
                <a:lnTo>
                  <a:pt x="130999" y="44798"/>
                </a:lnTo>
                <a:cubicBezTo>
                  <a:pt x="131619" y="37418"/>
                  <a:pt x="131736" y="31582"/>
                  <a:pt x="131349" y="27291"/>
                </a:cubicBezTo>
                <a:cubicBezTo>
                  <a:pt x="130962" y="23000"/>
                  <a:pt x="130118" y="19739"/>
                  <a:pt x="128817" y="17507"/>
                </a:cubicBezTo>
                <a:cubicBezTo>
                  <a:pt x="127515" y="15276"/>
                  <a:pt x="125845" y="13688"/>
                  <a:pt x="123806" y="12744"/>
                </a:cubicBezTo>
                <a:cubicBezTo>
                  <a:pt x="121766" y="11800"/>
                  <a:pt x="118387" y="11328"/>
                  <a:pt x="113667" y="11328"/>
                </a:cubicBezTo>
                <a:lnTo>
                  <a:pt x="97318" y="11328"/>
                </a:lnTo>
                <a:lnTo>
                  <a:pt x="52520" y="143148"/>
                </a:lnTo>
                <a:cubicBezTo>
                  <a:pt x="50799" y="148212"/>
                  <a:pt x="49707" y="152245"/>
                  <a:pt x="49244" y="155249"/>
                </a:cubicBezTo>
                <a:cubicBezTo>
                  <a:pt x="48781" y="158253"/>
                  <a:pt x="48830" y="160634"/>
                  <a:pt x="49391" y="162394"/>
                </a:cubicBezTo>
                <a:cubicBezTo>
                  <a:pt x="49951" y="164153"/>
                  <a:pt x="51051" y="165526"/>
                  <a:pt x="52689" y="166513"/>
                </a:cubicBezTo>
                <a:cubicBezTo>
                  <a:pt x="54328" y="167500"/>
                  <a:pt x="57089" y="168465"/>
                  <a:pt x="60974" y="169409"/>
                </a:cubicBezTo>
                <a:lnTo>
                  <a:pt x="58830" y="175717"/>
                </a:lnTo>
                <a:lnTo>
                  <a:pt x="0" y="175717"/>
                </a:lnTo>
                <a:lnTo>
                  <a:pt x="2144" y="169409"/>
                </a:lnTo>
                <a:cubicBezTo>
                  <a:pt x="4922" y="168809"/>
                  <a:pt x="7415" y="168165"/>
                  <a:pt x="9623" y="167478"/>
                </a:cubicBezTo>
                <a:cubicBezTo>
                  <a:pt x="11830" y="166792"/>
                  <a:pt x="13723" y="165955"/>
                  <a:pt x="15303" y="164968"/>
                </a:cubicBezTo>
                <a:cubicBezTo>
                  <a:pt x="16883" y="163981"/>
                  <a:pt x="18343" y="162715"/>
                  <a:pt x="19683" y="161171"/>
                </a:cubicBezTo>
                <a:cubicBezTo>
                  <a:pt x="21023" y="159626"/>
                  <a:pt x="22382" y="157523"/>
                  <a:pt x="23758" y="154863"/>
                </a:cubicBezTo>
                <a:cubicBezTo>
                  <a:pt x="25134" y="152202"/>
                  <a:pt x="26697" y="148298"/>
                  <a:pt x="28447" y="143148"/>
                </a:cubicBezTo>
                <a:lnTo>
                  <a:pt x="73245" y="11328"/>
                </a:lnTo>
                <a:lnTo>
                  <a:pt x="57025" y="11328"/>
                </a:lnTo>
                <a:cubicBezTo>
                  <a:pt x="52992" y="11328"/>
                  <a:pt x="49535" y="11714"/>
                  <a:pt x="46655" y="12487"/>
                </a:cubicBezTo>
                <a:cubicBezTo>
                  <a:pt x="43775" y="13259"/>
                  <a:pt x="40803" y="14868"/>
                  <a:pt x="37741" y="17314"/>
                </a:cubicBezTo>
                <a:cubicBezTo>
                  <a:pt x="34678" y="19760"/>
                  <a:pt x="31459" y="23236"/>
                  <a:pt x="28083" y="27741"/>
                </a:cubicBezTo>
                <a:cubicBezTo>
                  <a:pt x="24706" y="32247"/>
                  <a:pt x="21036" y="37933"/>
                  <a:pt x="17072" y="44798"/>
                </a:cubicBezTo>
                <a:lnTo>
                  <a:pt x="4328" y="44798"/>
                </a:lnTo>
                <a:lnTo>
                  <a:pt x="195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66">
            <a:extLst xmlns:a="http://schemas.openxmlformats.org/drawingml/2006/main">
              <a:ext uri="{FF2B5EF4-FFF2-40B4-BE49-F238E27FC236}">
                <a16:creationId xmlns:a16="http://schemas.microsoft.com/office/drawing/2014/main" id="{A76E8C79-8246-477E-BF19-274883E1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3515" y="820566"/>
            <a:ext cx="86366" cy="80521"/>
          </a:xfrm>
          <a:custGeom xmlns:a="http://schemas.openxmlformats.org/drawingml/2006/main">
            <a:pathLst>
              <a:path w="86366" h="80521">
                <a:moveTo>
                  <a:pt x="44479" y="15144"/>
                </a:moveTo>
                <a:lnTo>
                  <a:pt x="45553" y="15392"/>
                </a:lnTo>
                <a:cubicBezTo>
                  <a:pt x="49844" y="11696"/>
                  <a:pt x="53647" y="8786"/>
                  <a:pt x="56961" y="6662"/>
                </a:cubicBezTo>
                <a:cubicBezTo>
                  <a:pt x="60276" y="4538"/>
                  <a:pt x="63634" y="2896"/>
                  <a:pt x="67034" y="1738"/>
                </a:cubicBezTo>
                <a:cubicBezTo>
                  <a:pt x="70435" y="579"/>
                  <a:pt x="74039" y="0"/>
                  <a:pt x="77845" y="0"/>
                </a:cubicBezTo>
                <a:cubicBezTo>
                  <a:pt x="81045" y="0"/>
                  <a:pt x="83885" y="166"/>
                  <a:pt x="86366" y="497"/>
                </a:cubicBezTo>
                <a:lnTo>
                  <a:pt x="79897" y="19530"/>
                </a:lnTo>
                <a:lnTo>
                  <a:pt x="70546" y="19530"/>
                </a:lnTo>
                <a:cubicBezTo>
                  <a:pt x="70234" y="16551"/>
                  <a:pt x="69563" y="14386"/>
                  <a:pt x="68533" y="13034"/>
                </a:cubicBezTo>
                <a:cubicBezTo>
                  <a:pt x="67503" y="11682"/>
                  <a:pt x="65691" y="11006"/>
                  <a:pt x="63098" y="11006"/>
                </a:cubicBezTo>
                <a:cubicBezTo>
                  <a:pt x="61112" y="11006"/>
                  <a:pt x="58943" y="11586"/>
                  <a:pt x="56591" y="12744"/>
                </a:cubicBezTo>
                <a:cubicBezTo>
                  <a:pt x="54238" y="13903"/>
                  <a:pt x="51777" y="15586"/>
                  <a:pt x="49206" y="17792"/>
                </a:cubicBezTo>
                <a:cubicBezTo>
                  <a:pt x="46636" y="19999"/>
                  <a:pt x="44678" y="22068"/>
                  <a:pt x="43332" y="23999"/>
                </a:cubicBezTo>
                <a:cubicBezTo>
                  <a:pt x="41986" y="25930"/>
                  <a:pt x="40863" y="28220"/>
                  <a:pt x="39963" y="30868"/>
                </a:cubicBezTo>
                <a:lnTo>
                  <a:pt x="30120" y="59832"/>
                </a:lnTo>
                <a:cubicBezTo>
                  <a:pt x="28414" y="64853"/>
                  <a:pt x="27540" y="68315"/>
                  <a:pt x="27500" y="70218"/>
                </a:cubicBezTo>
                <a:cubicBezTo>
                  <a:pt x="27460" y="72121"/>
                  <a:pt x="27994" y="73514"/>
                  <a:pt x="29101" y="74397"/>
                </a:cubicBezTo>
                <a:cubicBezTo>
                  <a:pt x="30208" y="75280"/>
                  <a:pt x="32084" y="75969"/>
                  <a:pt x="34728" y="76466"/>
                </a:cubicBezTo>
                <a:lnTo>
                  <a:pt x="33350" y="80521"/>
                </a:lnTo>
                <a:lnTo>
                  <a:pt x="0" y="80521"/>
                </a:lnTo>
                <a:lnTo>
                  <a:pt x="1378" y="76466"/>
                </a:lnTo>
                <a:cubicBezTo>
                  <a:pt x="3700" y="75804"/>
                  <a:pt x="5400" y="75225"/>
                  <a:pt x="6479" y="74728"/>
                </a:cubicBezTo>
                <a:cubicBezTo>
                  <a:pt x="7558" y="74232"/>
                  <a:pt x="8578" y="73542"/>
                  <a:pt x="9540" y="72659"/>
                </a:cubicBezTo>
                <a:cubicBezTo>
                  <a:pt x="10502" y="71776"/>
                  <a:pt x="11458" y="70425"/>
                  <a:pt x="12408" y="68604"/>
                </a:cubicBezTo>
                <a:cubicBezTo>
                  <a:pt x="13358" y="66784"/>
                  <a:pt x="14489" y="63942"/>
                  <a:pt x="15801" y="60080"/>
                </a:cubicBezTo>
                <a:lnTo>
                  <a:pt x="28063" y="23999"/>
                </a:lnTo>
                <a:cubicBezTo>
                  <a:pt x="29263" y="20468"/>
                  <a:pt x="30174" y="17627"/>
                  <a:pt x="30795" y="15475"/>
                </a:cubicBezTo>
                <a:cubicBezTo>
                  <a:pt x="31416" y="13324"/>
                  <a:pt x="31615" y="11600"/>
                  <a:pt x="31394" y="10303"/>
                </a:cubicBezTo>
                <a:cubicBezTo>
                  <a:pt x="31172" y="9007"/>
                  <a:pt x="30494" y="8041"/>
                  <a:pt x="29358" y="7407"/>
                </a:cubicBezTo>
                <a:cubicBezTo>
                  <a:pt x="28222" y="6772"/>
                  <a:pt x="26487" y="6234"/>
                  <a:pt x="24155" y="5793"/>
                </a:cubicBezTo>
                <a:lnTo>
                  <a:pt x="25617" y="1490"/>
                </a:lnTo>
                <a:lnTo>
                  <a:pt x="45263" y="662"/>
                </a:lnTo>
                <a:lnTo>
                  <a:pt x="50311" y="662"/>
                </a:lnTo>
                <a:lnTo>
                  <a:pt x="44479" y="151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text-167 agent">
            <a:extLst xmlns:a="http://schemas.openxmlformats.org/drawingml/2006/main">
              <a:ext uri="{FF2B5EF4-FFF2-40B4-BE49-F238E27FC236}">
                <a16:creationId xmlns:a16="http://schemas.microsoft.com/office/drawing/2014/main" id="{4C2B2F50-54AB-4D7D-8CDE-7F3F6F51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4888" y="577928"/>
            <a:ext cx="667559" cy="370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80" name="text-167 turns.">
            <a:extLst xmlns:a="http://schemas.openxmlformats.org/drawingml/2006/main">
              <a:ext uri="{FF2B5EF4-FFF2-40B4-BE49-F238E27FC236}">
                <a16:creationId xmlns:a16="http://schemas.microsoft.com/office/drawing/2014/main" id="{3AC6EA84-0C70-40C5-BA28-3413BC7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4658" y="577344"/>
            <a:ext cx="669610" cy="37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turns.</a:t>
            </a:r>
          </a:p>
        </p:txBody>
      </p:sp>
      <p:sp>
        <p:nvSpPr>
          <p:cNvPr id="181" name="path-168">
            <a:extLst xmlns:a="http://schemas.openxmlformats.org/drawingml/2006/main">
              <a:ext uri="{FF2B5EF4-FFF2-40B4-BE49-F238E27FC236}">
                <a16:creationId xmlns:a16="http://schemas.microsoft.com/office/drawing/2014/main" id="{EDF4996B-7194-48D1-AD1A-CBF41BF0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26" y="2925305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9"/>
                </a:moveTo>
                <a:cubicBezTo>
                  <a:pt x="0" y="29476"/>
                  <a:pt x="29474" y="0"/>
                  <a:pt x="65837" y="0"/>
                </a:cubicBezTo>
                <a:lnTo>
                  <a:pt x="574728" y="0"/>
                </a:lnTo>
                <a:cubicBezTo>
                  <a:pt x="611087" y="0"/>
                  <a:pt x="640565" y="29476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87" y="395015"/>
                  <a:pt x="574728" y="395015"/>
                </a:cubicBezTo>
                <a:lnTo>
                  <a:pt x="65837" y="395015"/>
                </a:lnTo>
                <a:cubicBezTo>
                  <a:pt x="29474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69">
            <a:extLst xmlns:a="http://schemas.openxmlformats.org/drawingml/2006/main">
              <a:ext uri="{FF2B5EF4-FFF2-40B4-BE49-F238E27FC236}">
                <a16:creationId xmlns:a16="http://schemas.microsoft.com/office/drawing/2014/main" id="{616DE861-E364-4496-A91B-97E407A2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26" y="292530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3" name="path-170">
            <a:extLst xmlns:a="http://schemas.openxmlformats.org/drawingml/2006/main">
              <a:ext uri="{FF2B5EF4-FFF2-40B4-BE49-F238E27FC236}">
                <a16:creationId xmlns:a16="http://schemas.microsoft.com/office/drawing/2014/main" id="{0932E929-EA47-43EF-A3F0-816C562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260" y="3011922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71">
            <a:extLst xmlns:a="http://schemas.openxmlformats.org/drawingml/2006/main">
              <a:ext uri="{FF2B5EF4-FFF2-40B4-BE49-F238E27FC236}">
                <a16:creationId xmlns:a16="http://schemas.microsoft.com/office/drawing/2014/main" id="{347E334F-D382-4CFA-BBF9-1126D0AF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63" y="2925305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7" y="0"/>
                  <a:pt x="65839" y="0"/>
                </a:cubicBezTo>
                <a:lnTo>
                  <a:pt x="574729" y="0"/>
                </a:lnTo>
                <a:cubicBezTo>
                  <a:pt x="611089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89" y="395015"/>
                  <a:pt x="574729" y="395015"/>
                </a:cubicBezTo>
                <a:lnTo>
                  <a:pt x="65839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path-172">
            <a:extLst xmlns:a="http://schemas.openxmlformats.org/drawingml/2006/main">
              <a:ext uri="{FF2B5EF4-FFF2-40B4-BE49-F238E27FC236}">
                <a16:creationId xmlns:a16="http://schemas.microsoft.com/office/drawing/2014/main" id="{9EA84C31-6019-45B3-B944-E2EEBC04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63" y="292530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6" name="path-173">
            <a:extLst xmlns:a="http://schemas.openxmlformats.org/drawingml/2006/main">
              <a:ext uri="{FF2B5EF4-FFF2-40B4-BE49-F238E27FC236}">
                <a16:creationId xmlns:a16="http://schemas.microsoft.com/office/drawing/2014/main" id="{2DD6DDD9-6E9B-44F2-8B4A-F879200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200" y="3011922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ath-174">
            <a:extLst xmlns:a="http://schemas.openxmlformats.org/drawingml/2006/main">
              <a:ext uri="{FF2B5EF4-FFF2-40B4-BE49-F238E27FC236}">
                <a16:creationId xmlns:a16="http://schemas.microsoft.com/office/drawing/2014/main" id="{2443F3B5-B8D5-43DD-84E2-F1956728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2925305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9"/>
                </a:moveTo>
                <a:cubicBezTo>
                  <a:pt x="0" y="29476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5" y="29476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90" y="395015"/>
                  <a:pt x="574728" y="395015"/>
                </a:cubicBezTo>
                <a:lnTo>
                  <a:pt x="65837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path-175">
            <a:extLst xmlns:a="http://schemas.openxmlformats.org/drawingml/2006/main">
              <a:ext uri="{FF2B5EF4-FFF2-40B4-BE49-F238E27FC236}">
                <a16:creationId xmlns:a16="http://schemas.microsoft.com/office/drawing/2014/main" id="{F1B8E6D5-6003-438E-B2CF-926CEA1F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292530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89" name="path-176">
            <a:extLst xmlns:a="http://schemas.openxmlformats.org/drawingml/2006/main">
              <a:ext uri="{FF2B5EF4-FFF2-40B4-BE49-F238E27FC236}">
                <a16:creationId xmlns:a16="http://schemas.microsoft.com/office/drawing/2014/main" id="{502C0756-F8A4-46FF-BAFE-C93FA3AB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735" y="2925305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6" y="0"/>
                  <a:pt x="65839" y="0"/>
                </a:cubicBezTo>
                <a:lnTo>
                  <a:pt x="574728" y="0"/>
                </a:lnTo>
                <a:cubicBezTo>
                  <a:pt x="611089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89" y="395015"/>
                  <a:pt x="574728" y="395015"/>
                </a:cubicBezTo>
                <a:lnTo>
                  <a:pt x="65839" y="395015"/>
                </a:lnTo>
                <a:cubicBezTo>
                  <a:pt x="29476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77">
            <a:extLst xmlns:a="http://schemas.openxmlformats.org/drawingml/2006/main">
              <a:ext uri="{FF2B5EF4-FFF2-40B4-BE49-F238E27FC236}">
                <a16:creationId xmlns:a16="http://schemas.microsoft.com/office/drawing/2014/main" id="{55C75A7C-7854-443E-A5E0-EF4FCB52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735" y="2925305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8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8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91" name="path-178">
            <a:extLst xmlns:a="http://schemas.openxmlformats.org/drawingml/2006/main">
              <a:ext uri="{FF2B5EF4-FFF2-40B4-BE49-F238E27FC236}">
                <a16:creationId xmlns:a16="http://schemas.microsoft.com/office/drawing/2014/main" id="{388CCDE7-BBE0-46BE-8DB2-DCC14D6A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472" y="3011922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79">
            <a:extLst xmlns:a="http://schemas.openxmlformats.org/drawingml/2006/main">
              <a:ext uri="{FF2B5EF4-FFF2-40B4-BE49-F238E27FC236}">
                <a16:creationId xmlns:a16="http://schemas.microsoft.com/office/drawing/2014/main" id="{CC7EBAF5-8238-4330-B6F6-9CCA6ADD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43" y="2925305"/>
            <a:ext cx="640567" cy="395015"/>
          </a:xfrm>
          <a:custGeom xmlns:a="http://schemas.openxmlformats.org/drawingml/2006/main">
            <a:pathLst>
              <a:path w="640567" h="395015">
                <a:moveTo>
                  <a:pt x="0" y="65839"/>
                </a:moveTo>
                <a:cubicBezTo>
                  <a:pt x="0" y="29476"/>
                  <a:pt x="29477" y="0"/>
                  <a:pt x="65837" y="0"/>
                </a:cubicBezTo>
                <a:lnTo>
                  <a:pt x="574729" y="0"/>
                </a:lnTo>
                <a:cubicBezTo>
                  <a:pt x="611090" y="0"/>
                  <a:pt x="640567" y="29476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5"/>
                  <a:pt x="574729" y="395015"/>
                </a:cubicBezTo>
                <a:lnTo>
                  <a:pt x="65837" y="395015"/>
                </a:lnTo>
                <a:cubicBezTo>
                  <a:pt x="29477" y="395015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ath-180">
            <a:extLst xmlns:a="http://schemas.openxmlformats.org/drawingml/2006/main">
              <a:ext uri="{FF2B5EF4-FFF2-40B4-BE49-F238E27FC236}">
                <a16:creationId xmlns:a16="http://schemas.microsoft.com/office/drawing/2014/main" id="{6CB7A496-0405-4C2D-9F38-56ED2ED2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43" y="2925305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8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8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8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194" name="path-181">
            <a:extLst xmlns:a="http://schemas.openxmlformats.org/drawingml/2006/main">
              <a:ext uri="{FF2B5EF4-FFF2-40B4-BE49-F238E27FC236}">
                <a16:creationId xmlns:a16="http://schemas.microsoft.com/office/drawing/2014/main" id="{602E8EFC-66D9-472B-99E3-CD036C05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2579" y="3011922"/>
            <a:ext cx="128878" cy="205527"/>
          </a:xfrm>
          <a:custGeom xmlns:a="http://schemas.openxmlformats.org/drawingml/2006/main">
            <a:pathLst>
              <a:path w="128878" h="205527">
                <a:moveTo>
                  <a:pt x="62820" y="205527"/>
                </a:moveTo>
                <a:cubicBezTo>
                  <a:pt x="41635" y="205527"/>
                  <a:pt x="25869" y="197191"/>
                  <a:pt x="15521" y="180517"/>
                </a:cubicBezTo>
                <a:cubicBezTo>
                  <a:pt x="5174" y="163843"/>
                  <a:pt x="0" y="138539"/>
                  <a:pt x="0" y="104603"/>
                </a:cubicBezTo>
                <a:cubicBezTo>
                  <a:pt x="0" y="86556"/>
                  <a:pt x="1594" y="70961"/>
                  <a:pt x="4781" y="57818"/>
                </a:cubicBezTo>
                <a:cubicBezTo>
                  <a:pt x="7969" y="44676"/>
                  <a:pt x="12432" y="33813"/>
                  <a:pt x="18169" y="25231"/>
                </a:cubicBezTo>
                <a:cubicBezTo>
                  <a:pt x="23907" y="16649"/>
                  <a:pt x="30797" y="10298"/>
                  <a:pt x="38840" y="6179"/>
                </a:cubicBezTo>
                <a:cubicBezTo>
                  <a:pt x="46882" y="2060"/>
                  <a:pt x="55661" y="0"/>
                  <a:pt x="65174" y="0"/>
                </a:cubicBezTo>
                <a:cubicBezTo>
                  <a:pt x="86654" y="0"/>
                  <a:pt x="102641" y="8288"/>
                  <a:pt x="113136" y="24863"/>
                </a:cubicBezTo>
                <a:cubicBezTo>
                  <a:pt x="123630" y="41439"/>
                  <a:pt x="128878" y="66499"/>
                  <a:pt x="128878" y="100042"/>
                </a:cubicBezTo>
                <a:cubicBezTo>
                  <a:pt x="128878" y="134762"/>
                  <a:pt x="123263" y="161023"/>
                  <a:pt x="112032" y="178825"/>
                </a:cubicBezTo>
                <a:cubicBezTo>
                  <a:pt x="100802" y="196627"/>
                  <a:pt x="84398" y="205527"/>
                  <a:pt x="62820" y="205527"/>
                </a:cubicBezTo>
                <a:moveTo>
                  <a:pt x="28689" y="100189"/>
                </a:moveTo>
                <a:cubicBezTo>
                  <a:pt x="28689" y="132163"/>
                  <a:pt x="31655" y="155629"/>
                  <a:pt x="37589" y="170586"/>
                </a:cubicBezTo>
                <a:cubicBezTo>
                  <a:pt x="43523" y="185544"/>
                  <a:pt x="52718" y="193022"/>
                  <a:pt x="65174" y="193022"/>
                </a:cubicBezTo>
                <a:cubicBezTo>
                  <a:pt x="77042" y="193022"/>
                  <a:pt x="85845" y="185985"/>
                  <a:pt x="91583" y="171910"/>
                </a:cubicBezTo>
                <a:cubicBezTo>
                  <a:pt x="97320" y="157836"/>
                  <a:pt x="100189" y="136037"/>
                  <a:pt x="100189" y="106515"/>
                </a:cubicBezTo>
                <a:cubicBezTo>
                  <a:pt x="100189" y="83957"/>
                  <a:pt x="98718" y="65689"/>
                  <a:pt x="95776" y="51713"/>
                </a:cubicBezTo>
                <a:cubicBezTo>
                  <a:pt x="92833" y="37736"/>
                  <a:pt x="88738" y="27708"/>
                  <a:pt x="83491" y="21627"/>
                </a:cubicBezTo>
                <a:cubicBezTo>
                  <a:pt x="78244" y="15546"/>
                  <a:pt x="71893" y="12505"/>
                  <a:pt x="64439" y="12505"/>
                </a:cubicBezTo>
                <a:cubicBezTo>
                  <a:pt x="57671" y="12505"/>
                  <a:pt x="52007" y="14516"/>
                  <a:pt x="47446" y="18537"/>
                </a:cubicBezTo>
                <a:cubicBezTo>
                  <a:pt x="42886" y="22558"/>
                  <a:pt x="39208" y="28345"/>
                  <a:pt x="36412" y="35897"/>
                </a:cubicBezTo>
                <a:cubicBezTo>
                  <a:pt x="33617" y="43450"/>
                  <a:pt x="31631" y="52645"/>
                  <a:pt x="30454" y="63483"/>
                </a:cubicBezTo>
                <a:cubicBezTo>
                  <a:pt x="29277" y="74320"/>
                  <a:pt x="28689" y="86556"/>
                  <a:pt x="28689" y="10018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ath-182">
            <a:extLst xmlns:a="http://schemas.openxmlformats.org/drawingml/2006/main">
              <a:ext uri="{FF2B5EF4-FFF2-40B4-BE49-F238E27FC236}">
                <a16:creationId xmlns:a16="http://schemas.microsoft.com/office/drawing/2014/main" id="{F52B1356-B2B0-46D0-8C30-0AD6D13F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7017" y="3040310"/>
            <a:ext cx="140514" cy="145502"/>
          </a:xfrm>
          <a:custGeom xmlns:a="http://schemas.openxmlformats.org/drawingml/2006/main">
            <a:pathLst>
              <a:path w="140514" h="145502">
                <a:moveTo>
                  <a:pt x="140514" y="5885"/>
                </a:moveTo>
                <a:lnTo>
                  <a:pt x="130064" y="36633"/>
                </a:lnTo>
                <a:lnTo>
                  <a:pt x="111380" y="36633"/>
                </a:lnTo>
                <a:cubicBezTo>
                  <a:pt x="111879" y="30258"/>
                  <a:pt x="111528" y="25231"/>
                  <a:pt x="110326" y="21553"/>
                </a:cubicBezTo>
                <a:cubicBezTo>
                  <a:pt x="109124" y="17875"/>
                  <a:pt x="107154" y="15301"/>
                  <a:pt x="104418" y="13829"/>
                </a:cubicBezTo>
                <a:cubicBezTo>
                  <a:pt x="101681" y="12358"/>
                  <a:pt x="97910" y="11623"/>
                  <a:pt x="93104" y="11623"/>
                </a:cubicBezTo>
                <a:cubicBezTo>
                  <a:pt x="86238" y="11623"/>
                  <a:pt x="79407" y="13829"/>
                  <a:pt x="72611" y="18243"/>
                </a:cubicBezTo>
                <a:cubicBezTo>
                  <a:pt x="65815" y="22657"/>
                  <a:pt x="59339" y="29375"/>
                  <a:pt x="53182" y="38398"/>
                </a:cubicBezTo>
                <a:cubicBezTo>
                  <a:pt x="47026" y="47422"/>
                  <a:pt x="41732" y="58456"/>
                  <a:pt x="37299" y="71501"/>
                </a:cubicBezTo>
                <a:cubicBezTo>
                  <a:pt x="34465" y="79837"/>
                  <a:pt x="32462" y="87463"/>
                  <a:pt x="31289" y="94378"/>
                </a:cubicBezTo>
                <a:cubicBezTo>
                  <a:pt x="30116" y="101293"/>
                  <a:pt x="30119" y="107202"/>
                  <a:pt x="31297" y="112106"/>
                </a:cubicBezTo>
                <a:cubicBezTo>
                  <a:pt x="32474" y="117010"/>
                  <a:pt x="34950" y="120835"/>
                  <a:pt x="38725" y="123581"/>
                </a:cubicBezTo>
                <a:cubicBezTo>
                  <a:pt x="42500" y="126328"/>
                  <a:pt x="47869" y="127701"/>
                  <a:pt x="54832" y="127701"/>
                </a:cubicBezTo>
                <a:cubicBezTo>
                  <a:pt x="61600" y="127701"/>
                  <a:pt x="68352" y="126377"/>
                  <a:pt x="75087" y="123728"/>
                </a:cubicBezTo>
                <a:cubicBezTo>
                  <a:pt x="81823" y="121080"/>
                  <a:pt x="89463" y="116421"/>
                  <a:pt x="98007" y="109752"/>
                </a:cubicBezTo>
                <a:lnTo>
                  <a:pt x="103093" y="119462"/>
                </a:lnTo>
                <a:cubicBezTo>
                  <a:pt x="96224" y="124954"/>
                  <a:pt x="90369" y="129196"/>
                  <a:pt x="85527" y="132188"/>
                </a:cubicBezTo>
                <a:cubicBezTo>
                  <a:pt x="80685" y="135179"/>
                  <a:pt x="75740" y="137680"/>
                  <a:pt x="70692" y="139691"/>
                </a:cubicBezTo>
                <a:cubicBezTo>
                  <a:pt x="65645" y="141702"/>
                  <a:pt x="60829" y="143173"/>
                  <a:pt x="56246" y="144105"/>
                </a:cubicBezTo>
                <a:cubicBezTo>
                  <a:pt x="51663" y="145036"/>
                  <a:pt x="46870" y="145502"/>
                  <a:pt x="41868" y="145502"/>
                </a:cubicBezTo>
                <a:cubicBezTo>
                  <a:pt x="23331" y="145502"/>
                  <a:pt x="11250" y="139348"/>
                  <a:pt x="5625" y="127039"/>
                </a:cubicBezTo>
                <a:cubicBezTo>
                  <a:pt x="0" y="114730"/>
                  <a:pt x="1137" y="96952"/>
                  <a:pt x="9037" y="73707"/>
                </a:cubicBezTo>
                <a:cubicBezTo>
                  <a:pt x="13970" y="59192"/>
                  <a:pt x="21091" y="46318"/>
                  <a:pt x="30400" y="35088"/>
                </a:cubicBezTo>
                <a:cubicBezTo>
                  <a:pt x="39709" y="23858"/>
                  <a:pt x="50350" y="15202"/>
                  <a:pt x="62323" y="9121"/>
                </a:cubicBezTo>
                <a:cubicBezTo>
                  <a:pt x="74296" y="3040"/>
                  <a:pt x="86755" y="0"/>
                  <a:pt x="99702" y="0"/>
                </a:cubicBezTo>
                <a:cubicBezTo>
                  <a:pt x="107744" y="0"/>
                  <a:pt x="115016" y="466"/>
                  <a:pt x="121516" y="1398"/>
                </a:cubicBezTo>
                <a:cubicBezTo>
                  <a:pt x="128016" y="2329"/>
                  <a:pt x="134348" y="3825"/>
                  <a:pt x="140514" y="5885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ath-183">
            <a:extLst xmlns:a="http://schemas.openxmlformats.org/drawingml/2006/main">
              <a:ext uri="{FF2B5EF4-FFF2-40B4-BE49-F238E27FC236}">
                <a16:creationId xmlns:a16="http://schemas.microsoft.com/office/drawing/2014/main" id="{50AEA2BF-6755-4120-890B-E0477B93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1874" y="3102530"/>
            <a:ext cx="84962" cy="139682"/>
          </a:xfrm>
          <a:custGeom xmlns:a="http://schemas.openxmlformats.org/drawingml/2006/main">
            <a:pathLst>
              <a:path w="84962" h="139682">
                <a:moveTo>
                  <a:pt x="57956" y="123499"/>
                </a:moveTo>
                <a:cubicBezTo>
                  <a:pt x="61260" y="123499"/>
                  <a:pt x="63924" y="123296"/>
                  <a:pt x="65947" y="122892"/>
                </a:cubicBezTo>
                <a:cubicBezTo>
                  <a:pt x="67970" y="122487"/>
                  <a:pt x="69588" y="121813"/>
                  <a:pt x="70802" y="120869"/>
                </a:cubicBezTo>
                <a:cubicBezTo>
                  <a:pt x="72016" y="119925"/>
                  <a:pt x="72976" y="118694"/>
                  <a:pt x="73684" y="117177"/>
                </a:cubicBezTo>
                <a:cubicBezTo>
                  <a:pt x="74392" y="115660"/>
                  <a:pt x="75286" y="113317"/>
                  <a:pt x="76365" y="110147"/>
                </a:cubicBezTo>
                <a:lnTo>
                  <a:pt x="84962" y="110147"/>
                </a:lnTo>
                <a:lnTo>
                  <a:pt x="83243" y="139682"/>
                </a:lnTo>
                <a:lnTo>
                  <a:pt x="0" y="139682"/>
                </a:lnTo>
                <a:lnTo>
                  <a:pt x="0" y="134827"/>
                </a:lnTo>
                <a:cubicBezTo>
                  <a:pt x="2900" y="127747"/>
                  <a:pt x="6810" y="120498"/>
                  <a:pt x="11733" y="113081"/>
                </a:cubicBezTo>
                <a:cubicBezTo>
                  <a:pt x="16655" y="105663"/>
                  <a:pt x="23634" y="96931"/>
                  <a:pt x="32670" y="86884"/>
                </a:cubicBezTo>
                <a:cubicBezTo>
                  <a:pt x="40492" y="78253"/>
                  <a:pt x="46122" y="71712"/>
                  <a:pt x="49561" y="67262"/>
                </a:cubicBezTo>
                <a:cubicBezTo>
                  <a:pt x="53337" y="62407"/>
                  <a:pt x="56153" y="58209"/>
                  <a:pt x="58007" y="54669"/>
                </a:cubicBezTo>
                <a:cubicBezTo>
                  <a:pt x="59861" y="51129"/>
                  <a:pt x="61193" y="47791"/>
                  <a:pt x="62002" y="44656"/>
                </a:cubicBezTo>
                <a:cubicBezTo>
                  <a:pt x="62811" y="41520"/>
                  <a:pt x="63216" y="38368"/>
                  <a:pt x="63216" y="35199"/>
                </a:cubicBezTo>
                <a:cubicBezTo>
                  <a:pt x="63216" y="30141"/>
                  <a:pt x="62407" y="25674"/>
                  <a:pt x="60788" y="21797"/>
                </a:cubicBezTo>
                <a:cubicBezTo>
                  <a:pt x="59170" y="17920"/>
                  <a:pt x="56692" y="14868"/>
                  <a:pt x="53354" y="12643"/>
                </a:cubicBezTo>
                <a:cubicBezTo>
                  <a:pt x="50016" y="10418"/>
                  <a:pt x="45819" y="9305"/>
                  <a:pt x="40762" y="9305"/>
                </a:cubicBezTo>
                <a:cubicBezTo>
                  <a:pt x="28152" y="9305"/>
                  <a:pt x="19656" y="16318"/>
                  <a:pt x="15273" y="30344"/>
                </a:cubicBezTo>
                <a:lnTo>
                  <a:pt x="3034" y="30344"/>
                </a:lnTo>
                <a:lnTo>
                  <a:pt x="3034" y="10924"/>
                </a:lnTo>
                <a:cubicBezTo>
                  <a:pt x="11193" y="7080"/>
                  <a:pt x="18830" y="4299"/>
                  <a:pt x="25944" y="2579"/>
                </a:cubicBezTo>
                <a:cubicBezTo>
                  <a:pt x="33058" y="860"/>
                  <a:pt x="39447" y="0"/>
                  <a:pt x="45111" y="0"/>
                </a:cubicBezTo>
                <a:cubicBezTo>
                  <a:pt x="57653" y="0"/>
                  <a:pt x="67127" y="2748"/>
                  <a:pt x="73533" y="8243"/>
                </a:cubicBezTo>
                <a:cubicBezTo>
                  <a:pt x="79939" y="13739"/>
                  <a:pt x="83142" y="21713"/>
                  <a:pt x="83142" y="32164"/>
                </a:cubicBezTo>
                <a:cubicBezTo>
                  <a:pt x="83142" y="35738"/>
                  <a:pt x="82788" y="39025"/>
                  <a:pt x="82080" y="42026"/>
                </a:cubicBezTo>
                <a:cubicBezTo>
                  <a:pt x="81371" y="45027"/>
                  <a:pt x="80259" y="47993"/>
                  <a:pt x="78742" y="50927"/>
                </a:cubicBezTo>
                <a:cubicBezTo>
                  <a:pt x="77225" y="53860"/>
                  <a:pt x="75185" y="57012"/>
                  <a:pt x="72622" y="60384"/>
                </a:cubicBezTo>
                <a:cubicBezTo>
                  <a:pt x="70060" y="63755"/>
                  <a:pt x="67228" y="67177"/>
                  <a:pt x="64126" y="70650"/>
                </a:cubicBezTo>
                <a:cubicBezTo>
                  <a:pt x="61024" y="74123"/>
                  <a:pt x="55664" y="79905"/>
                  <a:pt x="48044" y="87997"/>
                </a:cubicBezTo>
                <a:cubicBezTo>
                  <a:pt x="35232" y="101550"/>
                  <a:pt x="25826" y="113384"/>
                  <a:pt x="19824" y="123499"/>
                </a:cubicBezTo>
                <a:lnTo>
                  <a:pt x="57956" y="123499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text-184 …">
            <a:extLst xmlns:a="http://schemas.openxmlformats.org/drawingml/2006/main">
              <a:ext uri="{FF2B5EF4-FFF2-40B4-BE49-F238E27FC236}">
                <a16:creationId xmlns:a16="http://schemas.microsoft.com/office/drawing/2014/main" id="{31A08CC6-D8F4-467C-941C-C4259A84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13763" y="2888076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198" name="path-185">
            <a:extLst xmlns:a="http://schemas.openxmlformats.org/drawingml/2006/main">
              <a:ext uri="{FF2B5EF4-FFF2-40B4-BE49-F238E27FC236}">
                <a16:creationId xmlns:a16="http://schemas.microsoft.com/office/drawing/2014/main" id="{786AED6D-7964-4A9A-A761-7227AAF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291" y="3486566"/>
            <a:ext cx="208259" cy="172272"/>
          </a:xfrm>
          <a:custGeom xmlns:a="http://schemas.openxmlformats.org/drawingml/2006/main">
            <a:pathLst>
              <a:path w="208259" h="172272">
                <a:moveTo>
                  <a:pt x="145503" y="140720"/>
                </a:moveTo>
                <a:cubicBezTo>
                  <a:pt x="143845" y="145600"/>
                  <a:pt x="142730" y="149260"/>
                  <a:pt x="142158" y="151700"/>
                </a:cubicBezTo>
                <a:cubicBezTo>
                  <a:pt x="141586" y="154140"/>
                  <a:pt x="141351" y="156096"/>
                  <a:pt x="141451" y="157569"/>
                </a:cubicBezTo>
                <a:cubicBezTo>
                  <a:pt x="141551" y="159041"/>
                  <a:pt x="141873" y="160240"/>
                  <a:pt x="142417" y="161166"/>
                </a:cubicBezTo>
                <a:cubicBezTo>
                  <a:pt x="142961" y="162091"/>
                  <a:pt x="143898" y="162932"/>
                  <a:pt x="145228" y="163690"/>
                </a:cubicBezTo>
                <a:cubicBezTo>
                  <a:pt x="146558" y="164447"/>
                  <a:pt x="148754" y="165246"/>
                  <a:pt x="151815" y="166088"/>
                </a:cubicBezTo>
                <a:lnTo>
                  <a:pt x="149714" y="172272"/>
                </a:lnTo>
                <a:lnTo>
                  <a:pt x="95776" y="172272"/>
                </a:lnTo>
                <a:lnTo>
                  <a:pt x="97877" y="166088"/>
                </a:lnTo>
                <a:cubicBezTo>
                  <a:pt x="102998" y="164910"/>
                  <a:pt x="106745" y="163606"/>
                  <a:pt x="109119" y="162175"/>
                </a:cubicBezTo>
                <a:cubicBezTo>
                  <a:pt x="111493" y="160745"/>
                  <a:pt x="113545" y="158557"/>
                  <a:pt x="115276" y="155612"/>
                </a:cubicBezTo>
                <a:cubicBezTo>
                  <a:pt x="117006" y="152668"/>
                  <a:pt x="119058" y="147704"/>
                  <a:pt x="121431" y="140720"/>
                </a:cubicBezTo>
                <a:lnTo>
                  <a:pt x="139402" y="87840"/>
                </a:lnTo>
                <a:lnTo>
                  <a:pt x="67828" y="87840"/>
                </a:lnTo>
                <a:lnTo>
                  <a:pt x="49857" y="140720"/>
                </a:lnTo>
                <a:cubicBezTo>
                  <a:pt x="47941" y="146357"/>
                  <a:pt x="46733" y="150480"/>
                  <a:pt x="46233" y="153088"/>
                </a:cubicBezTo>
                <a:cubicBezTo>
                  <a:pt x="45733" y="155697"/>
                  <a:pt x="45676" y="157758"/>
                  <a:pt x="46062" y="159272"/>
                </a:cubicBezTo>
                <a:cubicBezTo>
                  <a:pt x="46448" y="160787"/>
                  <a:pt x="47350" y="162049"/>
                  <a:pt x="48766" y="163059"/>
                </a:cubicBezTo>
                <a:cubicBezTo>
                  <a:pt x="50182" y="164068"/>
                  <a:pt x="52693" y="165078"/>
                  <a:pt x="56297" y="166088"/>
                </a:cubicBezTo>
                <a:lnTo>
                  <a:pt x="54196" y="172272"/>
                </a:lnTo>
                <a:lnTo>
                  <a:pt x="0" y="172272"/>
                </a:lnTo>
                <a:lnTo>
                  <a:pt x="2102" y="166088"/>
                </a:lnTo>
                <a:cubicBezTo>
                  <a:pt x="7880" y="164741"/>
                  <a:pt x="11949" y="163248"/>
                  <a:pt x="14309" y="161607"/>
                </a:cubicBezTo>
                <a:cubicBezTo>
                  <a:pt x="16669" y="159967"/>
                  <a:pt x="18642" y="157632"/>
                  <a:pt x="20229" y="154603"/>
                </a:cubicBezTo>
                <a:cubicBezTo>
                  <a:pt x="21817" y="151574"/>
                  <a:pt x="23668" y="146946"/>
                  <a:pt x="25784" y="140720"/>
                </a:cubicBezTo>
                <a:lnTo>
                  <a:pt x="62884" y="31552"/>
                </a:lnTo>
                <a:cubicBezTo>
                  <a:pt x="64857" y="25746"/>
                  <a:pt x="66080" y="21518"/>
                  <a:pt x="66551" y="18868"/>
                </a:cubicBezTo>
                <a:cubicBezTo>
                  <a:pt x="67023" y="16218"/>
                  <a:pt x="67015" y="14156"/>
                  <a:pt x="66529" y="12684"/>
                </a:cubicBezTo>
                <a:cubicBezTo>
                  <a:pt x="66042" y="11211"/>
                  <a:pt x="65134" y="10033"/>
                  <a:pt x="63803" y="9150"/>
                </a:cubicBezTo>
                <a:cubicBezTo>
                  <a:pt x="62473" y="8267"/>
                  <a:pt x="60020" y="7278"/>
                  <a:pt x="56444" y="6184"/>
                </a:cubicBezTo>
                <a:lnTo>
                  <a:pt x="58545" y="0"/>
                </a:lnTo>
                <a:lnTo>
                  <a:pt x="112741" y="0"/>
                </a:lnTo>
                <a:lnTo>
                  <a:pt x="110639" y="6184"/>
                </a:lnTo>
                <a:cubicBezTo>
                  <a:pt x="106549" y="7110"/>
                  <a:pt x="103509" y="8035"/>
                  <a:pt x="101521" y="8961"/>
                </a:cubicBezTo>
                <a:cubicBezTo>
                  <a:pt x="99533" y="9886"/>
                  <a:pt x="97810" y="11043"/>
                  <a:pt x="96351" y="12431"/>
                </a:cubicBezTo>
                <a:cubicBezTo>
                  <a:pt x="94893" y="13820"/>
                  <a:pt x="93455" y="15902"/>
                  <a:pt x="92040" y="18679"/>
                </a:cubicBezTo>
                <a:cubicBezTo>
                  <a:pt x="90624" y="21455"/>
                  <a:pt x="88930" y="25746"/>
                  <a:pt x="86957" y="31552"/>
                </a:cubicBezTo>
                <a:lnTo>
                  <a:pt x="71774" y="76229"/>
                </a:lnTo>
                <a:lnTo>
                  <a:pt x="143348" y="76229"/>
                </a:lnTo>
                <a:lnTo>
                  <a:pt x="158531" y="31552"/>
                </a:lnTo>
                <a:cubicBezTo>
                  <a:pt x="161019" y="24232"/>
                  <a:pt x="162355" y="19225"/>
                  <a:pt x="162541" y="16533"/>
                </a:cubicBezTo>
                <a:cubicBezTo>
                  <a:pt x="162726" y="13841"/>
                  <a:pt x="162204" y="11779"/>
                  <a:pt x="160974" y="10349"/>
                </a:cubicBezTo>
                <a:cubicBezTo>
                  <a:pt x="159743" y="8919"/>
                  <a:pt x="156825" y="7530"/>
                  <a:pt x="152219" y="6184"/>
                </a:cubicBezTo>
                <a:lnTo>
                  <a:pt x="154321" y="0"/>
                </a:lnTo>
                <a:lnTo>
                  <a:pt x="208259" y="0"/>
                </a:lnTo>
                <a:lnTo>
                  <a:pt x="206157" y="6184"/>
                </a:lnTo>
                <a:cubicBezTo>
                  <a:pt x="200951" y="7362"/>
                  <a:pt x="197154" y="8687"/>
                  <a:pt x="194765" y="10160"/>
                </a:cubicBezTo>
                <a:cubicBezTo>
                  <a:pt x="192377" y="11632"/>
                  <a:pt x="190339" y="13841"/>
                  <a:pt x="188652" y="16785"/>
                </a:cubicBezTo>
                <a:cubicBezTo>
                  <a:pt x="186964" y="19730"/>
                  <a:pt x="184948" y="24652"/>
                  <a:pt x="182604" y="31552"/>
                </a:cubicBezTo>
                <a:lnTo>
                  <a:pt x="145503" y="1407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86">
            <a:extLst xmlns:a="http://schemas.openxmlformats.org/drawingml/2006/main">
              <a:ext uri="{FF2B5EF4-FFF2-40B4-BE49-F238E27FC236}">
                <a16:creationId xmlns:a16="http://schemas.microsoft.com/office/drawing/2014/main" id="{C390AA20-F259-4375-BC73-BCF40431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291" y="3486566"/>
            <a:ext cx="208259" cy="172272"/>
          </a:xfrm>
          <a:custGeom xmlns:a="http://schemas.openxmlformats.org/drawingml/2006/main">
            <a:pathLst>
              <a:path w="208259" h="172272">
                <a:moveTo>
                  <a:pt x="145503" y="140720"/>
                </a:moveTo>
                <a:cubicBezTo>
                  <a:pt x="143845" y="145600"/>
                  <a:pt x="142730" y="149260"/>
                  <a:pt x="142158" y="151700"/>
                </a:cubicBezTo>
                <a:cubicBezTo>
                  <a:pt x="141586" y="154140"/>
                  <a:pt x="141351" y="156096"/>
                  <a:pt x="141451" y="157569"/>
                </a:cubicBezTo>
                <a:cubicBezTo>
                  <a:pt x="141551" y="159041"/>
                  <a:pt x="141873" y="160240"/>
                  <a:pt x="142417" y="161166"/>
                </a:cubicBezTo>
                <a:cubicBezTo>
                  <a:pt x="142961" y="162091"/>
                  <a:pt x="143898" y="162932"/>
                  <a:pt x="145228" y="163690"/>
                </a:cubicBezTo>
                <a:cubicBezTo>
                  <a:pt x="146558" y="164447"/>
                  <a:pt x="148754" y="165246"/>
                  <a:pt x="151815" y="166088"/>
                </a:cubicBezTo>
                <a:lnTo>
                  <a:pt x="149714" y="172272"/>
                </a:lnTo>
                <a:lnTo>
                  <a:pt x="95776" y="172272"/>
                </a:lnTo>
                <a:lnTo>
                  <a:pt x="97877" y="166088"/>
                </a:lnTo>
                <a:cubicBezTo>
                  <a:pt x="102998" y="164910"/>
                  <a:pt x="106745" y="163606"/>
                  <a:pt x="109119" y="162175"/>
                </a:cubicBezTo>
                <a:cubicBezTo>
                  <a:pt x="111493" y="160745"/>
                  <a:pt x="113545" y="158557"/>
                  <a:pt x="115276" y="155612"/>
                </a:cubicBezTo>
                <a:cubicBezTo>
                  <a:pt x="117006" y="152668"/>
                  <a:pt x="119058" y="147704"/>
                  <a:pt x="121431" y="140720"/>
                </a:cubicBezTo>
                <a:lnTo>
                  <a:pt x="139402" y="87840"/>
                </a:lnTo>
                <a:lnTo>
                  <a:pt x="67828" y="87840"/>
                </a:lnTo>
                <a:lnTo>
                  <a:pt x="49857" y="140720"/>
                </a:lnTo>
                <a:cubicBezTo>
                  <a:pt x="47941" y="146357"/>
                  <a:pt x="46733" y="150480"/>
                  <a:pt x="46233" y="153088"/>
                </a:cubicBezTo>
                <a:cubicBezTo>
                  <a:pt x="45733" y="155697"/>
                  <a:pt x="45676" y="157758"/>
                  <a:pt x="46062" y="159272"/>
                </a:cubicBezTo>
                <a:cubicBezTo>
                  <a:pt x="46448" y="160787"/>
                  <a:pt x="47350" y="162049"/>
                  <a:pt x="48766" y="163059"/>
                </a:cubicBezTo>
                <a:cubicBezTo>
                  <a:pt x="50182" y="164068"/>
                  <a:pt x="52693" y="165078"/>
                  <a:pt x="56297" y="166088"/>
                </a:cubicBezTo>
                <a:lnTo>
                  <a:pt x="54196" y="172272"/>
                </a:lnTo>
                <a:lnTo>
                  <a:pt x="0" y="172272"/>
                </a:lnTo>
                <a:lnTo>
                  <a:pt x="2102" y="166088"/>
                </a:lnTo>
                <a:cubicBezTo>
                  <a:pt x="7880" y="164741"/>
                  <a:pt x="11949" y="163248"/>
                  <a:pt x="14309" y="161607"/>
                </a:cubicBezTo>
                <a:cubicBezTo>
                  <a:pt x="16669" y="159967"/>
                  <a:pt x="18642" y="157632"/>
                  <a:pt x="20229" y="154603"/>
                </a:cubicBezTo>
                <a:cubicBezTo>
                  <a:pt x="21817" y="151574"/>
                  <a:pt x="23668" y="146946"/>
                  <a:pt x="25784" y="140720"/>
                </a:cubicBezTo>
                <a:lnTo>
                  <a:pt x="62884" y="31552"/>
                </a:lnTo>
                <a:cubicBezTo>
                  <a:pt x="64857" y="25746"/>
                  <a:pt x="66080" y="21518"/>
                  <a:pt x="66551" y="18868"/>
                </a:cubicBezTo>
                <a:cubicBezTo>
                  <a:pt x="67023" y="16218"/>
                  <a:pt x="67015" y="14156"/>
                  <a:pt x="66529" y="12684"/>
                </a:cubicBezTo>
                <a:cubicBezTo>
                  <a:pt x="66042" y="11211"/>
                  <a:pt x="65134" y="10033"/>
                  <a:pt x="63803" y="9150"/>
                </a:cubicBezTo>
                <a:cubicBezTo>
                  <a:pt x="62473" y="8267"/>
                  <a:pt x="60020" y="7278"/>
                  <a:pt x="56444" y="6184"/>
                </a:cubicBezTo>
                <a:lnTo>
                  <a:pt x="58545" y="0"/>
                </a:lnTo>
                <a:lnTo>
                  <a:pt x="112741" y="0"/>
                </a:lnTo>
                <a:lnTo>
                  <a:pt x="110639" y="6184"/>
                </a:lnTo>
                <a:cubicBezTo>
                  <a:pt x="106549" y="7110"/>
                  <a:pt x="103509" y="8035"/>
                  <a:pt x="101521" y="8961"/>
                </a:cubicBezTo>
                <a:cubicBezTo>
                  <a:pt x="99533" y="9886"/>
                  <a:pt x="97810" y="11043"/>
                  <a:pt x="96351" y="12431"/>
                </a:cubicBezTo>
                <a:cubicBezTo>
                  <a:pt x="94893" y="13820"/>
                  <a:pt x="93455" y="15902"/>
                  <a:pt x="92040" y="18679"/>
                </a:cubicBezTo>
                <a:cubicBezTo>
                  <a:pt x="90624" y="21455"/>
                  <a:pt x="88930" y="25746"/>
                  <a:pt x="86957" y="31552"/>
                </a:cubicBezTo>
                <a:lnTo>
                  <a:pt x="71774" y="76229"/>
                </a:lnTo>
                <a:lnTo>
                  <a:pt x="143348" y="76229"/>
                </a:lnTo>
                <a:lnTo>
                  <a:pt x="158531" y="31552"/>
                </a:lnTo>
                <a:cubicBezTo>
                  <a:pt x="161019" y="24232"/>
                  <a:pt x="162355" y="19225"/>
                  <a:pt x="162541" y="16533"/>
                </a:cubicBezTo>
                <a:cubicBezTo>
                  <a:pt x="162726" y="13841"/>
                  <a:pt x="162204" y="11779"/>
                  <a:pt x="160974" y="10349"/>
                </a:cubicBezTo>
                <a:cubicBezTo>
                  <a:pt x="159743" y="8919"/>
                  <a:pt x="156825" y="7530"/>
                  <a:pt x="152219" y="6184"/>
                </a:cubicBezTo>
                <a:lnTo>
                  <a:pt x="154321" y="0"/>
                </a:lnTo>
                <a:lnTo>
                  <a:pt x="208259" y="0"/>
                </a:lnTo>
                <a:lnTo>
                  <a:pt x="206157" y="6184"/>
                </a:lnTo>
                <a:cubicBezTo>
                  <a:pt x="200951" y="7362"/>
                  <a:pt x="197154" y="8687"/>
                  <a:pt x="194765" y="10160"/>
                </a:cubicBezTo>
                <a:cubicBezTo>
                  <a:pt x="192377" y="11632"/>
                  <a:pt x="190339" y="13841"/>
                  <a:pt x="188652" y="16785"/>
                </a:cubicBezTo>
                <a:cubicBezTo>
                  <a:pt x="186964" y="19730"/>
                  <a:pt x="184948" y="24652"/>
                  <a:pt x="182604" y="31552"/>
                </a:cubicBezTo>
                <a:lnTo>
                  <a:pt x="145503" y="1407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path-187">
            <a:extLst xmlns:a="http://schemas.openxmlformats.org/drawingml/2006/main">
              <a:ext uri="{FF2B5EF4-FFF2-40B4-BE49-F238E27FC236}">
                <a16:creationId xmlns:a16="http://schemas.microsoft.com/office/drawing/2014/main" id="{8062B033-79E7-44CB-B9A0-8585613D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680" y="3550426"/>
            <a:ext cx="164003" cy="69161"/>
          </a:xfrm>
          <a:custGeom xmlns:a="http://schemas.openxmlformats.org/drawingml/2006/main">
            <a:pathLst>
              <a:path w="164003" h="69161">
                <a:moveTo>
                  <a:pt x="0" y="16785"/>
                </a:moveTo>
                <a:lnTo>
                  <a:pt x="0" y="0"/>
                </a:lnTo>
                <a:lnTo>
                  <a:pt x="158596" y="0"/>
                </a:lnTo>
                <a:lnTo>
                  <a:pt x="158596" y="16785"/>
                </a:lnTo>
                <a:lnTo>
                  <a:pt x="0" y="16785"/>
                </a:lnTo>
                <a:moveTo>
                  <a:pt x="0" y="69161"/>
                </a:moveTo>
                <a:lnTo>
                  <a:pt x="0" y="52376"/>
                </a:lnTo>
                <a:lnTo>
                  <a:pt x="158596" y="52376"/>
                </a:lnTo>
                <a:lnTo>
                  <a:pt x="158596" y="69161"/>
                </a:lnTo>
                <a:lnTo>
                  <a:pt x="0" y="69161"/>
                </a:lnTo>
                <a:moveTo>
                  <a:pt x="164003" y="34581"/>
                </a:moveTo>
                <a:lnTo>
                  <a:pt x="164003" y="3458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path-188">
            <a:extLst xmlns:a="http://schemas.openxmlformats.org/drawingml/2006/main">
              <a:ext uri="{FF2B5EF4-FFF2-40B4-BE49-F238E27FC236}">
                <a16:creationId xmlns:a16="http://schemas.microsoft.com/office/drawing/2014/main" id="{64A63838-2EDA-40A1-A0FD-391D88A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5680" y="3550426"/>
            <a:ext cx="164003" cy="69161"/>
          </a:xfrm>
          <a:custGeom xmlns:a="http://schemas.openxmlformats.org/drawingml/2006/main">
            <a:pathLst>
              <a:path w="164003" h="69161">
                <a:moveTo>
                  <a:pt x="0" y="16785"/>
                </a:moveTo>
                <a:lnTo>
                  <a:pt x="0" y="0"/>
                </a:lnTo>
                <a:lnTo>
                  <a:pt x="158596" y="0"/>
                </a:lnTo>
                <a:lnTo>
                  <a:pt x="158596" y="16785"/>
                </a:lnTo>
                <a:lnTo>
                  <a:pt x="0" y="16785"/>
                </a:lnTo>
                <a:moveTo>
                  <a:pt x="0" y="69161"/>
                </a:moveTo>
                <a:lnTo>
                  <a:pt x="0" y="52376"/>
                </a:lnTo>
                <a:lnTo>
                  <a:pt x="158596" y="52376"/>
                </a:lnTo>
                <a:lnTo>
                  <a:pt x="158596" y="69161"/>
                </a:lnTo>
                <a:lnTo>
                  <a:pt x="0" y="69161"/>
                </a:lnTo>
                <a:moveTo>
                  <a:pt x="164003" y="34581"/>
                </a:moveTo>
                <a:lnTo>
                  <a:pt x="164003" y="3458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189">
            <a:extLst xmlns:a="http://schemas.openxmlformats.org/drawingml/2006/main">
              <a:ext uri="{FF2B5EF4-FFF2-40B4-BE49-F238E27FC236}">
                <a16:creationId xmlns:a16="http://schemas.microsoft.com/office/drawing/2014/main" id="{90575281-8DA0-4D73-A748-68E9AB2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621" y="3484547"/>
            <a:ext cx="112768" cy="176310"/>
          </a:xfrm>
          <a:custGeom xmlns:a="http://schemas.openxmlformats.org/drawingml/2006/main">
            <a:pathLst>
              <a:path w="112768" h="176310">
                <a:moveTo>
                  <a:pt x="54968" y="176310"/>
                </a:moveTo>
                <a:cubicBezTo>
                  <a:pt x="36431" y="176310"/>
                  <a:pt x="22635" y="169159"/>
                  <a:pt x="13581" y="154855"/>
                </a:cubicBezTo>
                <a:cubicBezTo>
                  <a:pt x="4527" y="140552"/>
                  <a:pt x="0" y="118844"/>
                  <a:pt x="0" y="89733"/>
                </a:cubicBezTo>
                <a:cubicBezTo>
                  <a:pt x="0" y="74251"/>
                  <a:pt x="1395" y="60874"/>
                  <a:pt x="4184" y="49599"/>
                </a:cubicBezTo>
                <a:cubicBezTo>
                  <a:pt x="6973" y="38325"/>
                  <a:pt x="10878" y="29006"/>
                  <a:pt x="15898" y="21644"/>
                </a:cubicBezTo>
                <a:cubicBezTo>
                  <a:pt x="20919" y="14282"/>
                  <a:pt x="26948" y="8834"/>
                  <a:pt x="33985" y="5301"/>
                </a:cubicBezTo>
                <a:cubicBezTo>
                  <a:pt x="41022" y="1767"/>
                  <a:pt x="48703" y="0"/>
                  <a:pt x="57028" y="0"/>
                </a:cubicBezTo>
                <a:cubicBezTo>
                  <a:pt x="75822" y="0"/>
                  <a:pt x="89811" y="7110"/>
                  <a:pt x="98994" y="21329"/>
                </a:cubicBezTo>
                <a:cubicBezTo>
                  <a:pt x="108177" y="35548"/>
                  <a:pt x="112768" y="57045"/>
                  <a:pt x="112768" y="85820"/>
                </a:cubicBezTo>
                <a:cubicBezTo>
                  <a:pt x="112768" y="115605"/>
                  <a:pt x="107855" y="138133"/>
                  <a:pt x="98028" y="153404"/>
                </a:cubicBezTo>
                <a:cubicBezTo>
                  <a:pt x="88202" y="168675"/>
                  <a:pt x="73848" y="176310"/>
                  <a:pt x="54968" y="176310"/>
                </a:cubicBezTo>
                <a:moveTo>
                  <a:pt x="25102" y="85947"/>
                </a:moveTo>
                <a:cubicBezTo>
                  <a:pt x="25102" y="113375"/>
                  <a:pt x="27699" y="133505"/>
                  <a:pt x="32891" y="146336"/>
                </a:cubicBezTo>
                <a:cubicBezTo>
                  <a:pt x="38083" y="159167"/>
                  <a:pt x="46128" y="165583"/>
                  <a:pt x="57028" y="165583"/>
                </a:cubicBezTo>
                <a:cubicBezTo>
                  <a:pt x="67412" y="165583"/>
                  <a:pt x="75114" y="159546"/>
                  <a:pt x="80135" y="147472"/>
                </a:cubicBezTo>
                <a:cubicBezTo>
                  <a:pt x="85155" y="135398"/>
                  <a:pt x="87665" y="116699"/>
                  <a:pt x="87665" y="91373"/>
                </a:cubicBezTo>
                <a:cubicBezTo>
                  <a:pt x="87665" y="72022"/>
                  <a:pt x="86378" y="56351"/>
                  <a:pt x="83804" y="44362"/>
                </a:cubicBezTo>
                <a:cubicBezTo>
                  <a:pt x="81229" y="32372"/>
                  <a:pt x="77646" y="23769"/>
                  <a:pt x="73055" y="18552"/>
                </a:cubicBezTo>
                <a:cubicBezTo>
                  <a:pt x="68463" y="13336"/>
                  <a:pt x="62906" y="10728"/>
                  <a:pt x="56384" y="10728"/>
                </a:cubicBezTo>
                <a:cubicBezTo>
                  <a:pt x="50462" y="10728"/>
                  <a:pt x="45506" y="12452"/>
                  <a:pt x="41516" y="15902"/>
                </a:cubicBezTo>
                <a:cubicBezTo>
                  <a:pt x="37525" y="19352"/>
                  <a:pt x="34307" y="24316"/>
                  <a:pt x="31861" y="30794"/>
                </a:cubicBezTo>
                <a:cubicBezTo>
                  <a:pt x="29415" y="37273"/>
                  <a:pt x="27677" y="45161"/>
                  <a:pt x="26647" y="54458"/>
                </a:cubicBezTo>
                <a:cubicBezTo>
                  <a:pt x="25617" y="63755"/>
                  <a:pt x="25102" y="74251"/>
                  <a:pt x="25102" y="8594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path-190">
            <a:extLst xmlns:a="http://schemas.openxmlformats.org/drawingml/2006/main">
              <a:ext uri="{FF2B5EF4-FFF2-40B4-BE49-F238E27FC236}">
                <a16:creationId xmlns:a16="http://schemas.microsoft.com/office/drawing/2014/main" id="{C55F5065-9786-42A1-B58D-FA09C20F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2621" y="3484547"/>
            <a:ext cx="112768" cy="176310"/>
          </a:xfrm>
          <a:custGeom xmlns:a="http://schemas.openxmlformats.org/drawingml/2006/main">
            <a:pathLst>
              <a:path w="112768" h="176310">
                <a:moveTo>
                  <a:pt x="54968" y="176310"/>
                </a:moveTo>
                <a:cubicBezTo>
                  <a:pt x="36431" y="176310"/>
                  <a:pt x="22635" y="169159"/>
                  <a:pt x="13581" y="154855"/>
                </a:cubicBezTo>
                <a:cubicBezTo>
                  <a:pt x="4527" y="140552"/>
                  <a:pt x="0" y="118844"/>
                  <a:pt x="0" y="89733"/>
                </a:cubicBezTo>
                <a:cubicBezTo>
                  <a:pt x="0" y="74251"/>
                  <a:pt x="1395" y="60874"/>
                  <a:pt x="4184" y="49599"/>
                </a:cubicBezTo>
                <a:cubicBezTo>
                  <a:pt x="6973" y="38325"/>
                  <a:pt x="10878" y="29006"/>
                  <a:pt x="15898" y="21644"/>
                </a:cubicBezTo>
                <a:cubicBezTo>
                  <a:pt x="20919" y="14282"/>
                  <a:pt x="26948" y="8834"/>
                  <a:pt x="33985" y="5301"/>
                </a:cubicBezTo>
                <a:cubicBezTo>
                  <a:pt x="41022" y="1767"/>
                  <a:pt x="48703" y="0"/>
                  <a:pt x="57028" y="0"/>
                </a:cubicBezTo>
                <a:cubicBezTo>
                  <a:pt x="75822" y="0"/>
                  <a:pt x="89811" y="7110"/>
                  <a:pt x="98994" y="21329"/>
                </a:cubicBezTo>
                <a:cubicBezTo>
                  <a:pt x="108177" y="35548"/>
                  <a:pt x="112768" y="57045"/>
                  <a:pt x="112768" y="85820"/>
                </a:cubicBezTo>
                <a:cubicBezTo>
                  <a:pt x="112768" y="115605"/>
                  <a:pt x="107855" y="138133"/>
                  <a:pt x="98028" y="153404"/>
                </a:cubicBezTo>
                <a:cubicBezTo>
                  <a:pt x="88202" y="168675"/>
                  <a:pt x="73848" y="176310"/>
                  <a:pt x="54968" y="176310"/>
                </a:cubicBezTo>
                <a:moveTo>
                  <a:pt x="25102" y="85947"/>
                </a:moveTo>
                <a:cubicBezTo>
                  <a:pt x="25102" y="113375"/>
                  <a:pt x="27699" y="133505"/>
                  <a:pt x="32891" y="146336"/>
                </a:cubicBezTo>
                <a:cubicBezTo>
                  <a:pt x="38083" y="159167"/>
                  <a:pt x="46128" y="165583"/>
                  <a:pt x="57028" y="165583"/>
                </a:cubicBezTo>
                <a:cubicBezTo>
                  <a:pt x="67412" y="165583"/>
                  <a:pt x="75114" y="159546"/>
                  <a:pt x="80135" y="147472"/>
                </a:cubicBezTo>
                <a:cubicBezTo>
                  <a:pt x="85155" y="135398"/>
                  <a:pt x="87665" y="116699"/>
                  <a:pt x="87665" y="91373"/>
                </a:cubicBezTo>
                <a:cubicBezTo>
                  <a:pt x="87665" y="72022"/>
                  <a:pt x="86378" y="56351"/>
                  <a:pt x="83804" y="44362"/>
                </a:cubicBezTo>
                <a:cubicBezTo>
                  <a:pt x="81229" y="32372"/>
                  <a:pt x="77646" y="23769"/>
                  <a:pt x="73055" y="18552"/>
                </a:cubicBezTo>
                <a:cubicBezTo>
                  <a:pt x="68463" y="13336"/>
                  <a:pt x="62906" y="10728"/>
                  <a:pt x="56384" y="10728"/>
                </a:cubicBezTo>
                <a:cubicBezTo>
                  <a:pt x="50462" y="10728"/>
                  <a:pt x="45506" y="12452"/>
                  <a:pt x="41516" y="15902"/>
                </a:cubicBezTo>
                <a:cubicBezTo>
                  <a:pt x="37525" y="19352"/>
                  <a:pt x="34307" y="24316"/>
                  <a:pt x="31861" y="30794"/>
                </a:cubicBezTo>
                <a:cubicBezTo>
                  <a:pt x="29415" y="37273"/>
                  <a:pt x="27677" y="45161"/>
                  <a:pt x="26647" y="54458"/>
                </a:cubicBezTo>
                <a:cubicBezTo>
                  <a:pt x="25617" y="63755"/>
                  <a:pt x="25102" y="74251"/>
                  <a:pt x="25102" y="85947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path-191">
            <a:extLst xmlns:a="http://schemas.openxmlformats.org/drawingml/2006/main">
              <a:ext uri="{FF2B5EF4-FFF2-40B4-BE49-F238E27FC236}">
                <a16:creationId xmlns:a16="http://schemas.microsoft.com/office/drawing/2014/main" id="{C20029DD-5189-4901-A765-E0126BE6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1490" y="3546286"/>
            <a:ext cx="25746" cy="116244"/>
          </a:xfrm>
          <a:custGeom xmlns:a="http://schemas.openxmlformats.org/drawingml/2006/main">
            <a:pathLst>
              <a:path w="25746" h="116244">
                <a:moveTo>
                  <a:pt x="25746" y="0"/>
                </a:moveTo>
                <a:lnTo>
                  <a:pt x="25746" y="30123"/>
                </a:lnTo>
                <a:lnTo>
                  <a:pt x="0" y="30123"/>
                </a:lnTo>
                <a:lnTo>
                  <a:pt x="0" y="0"/>
                </a:lnTo>
                <a:lnTo>
                  <a:pt x="25746" y="0"/>
                </a:lnTo>
                <a:moveTo>
                  <a:pt x="25746" y="86378"/>
                </a:moveTo>
                <a:lnTo>
                  <a:pt x="25746" y="116244"/>
                </a:lnTo>
                <a:lnTo>
                  <a:pt x="0" y="116244"/>
                </a:lnTo>
                <a:lnTo>
                  <a:pt x="0" y="86378"/>
                </a:lnTo>
                <a:lnTo>
                  <a:pt x="25746" y="8637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text-192 Progress">
            <a:extLst xmlns:a="http://schemas.openxmlformats.org/drawingml/2006/main">
              <a:ext uri="{FF2B5EF4-FFF2-40B4-BE49-F238E27FC236}">
                <a16:creationId xmlns:a16="http://schemas.microsoft.com/office/drawing/2014/main" id="{DC160E45-69BE-46FB-82C5-61B7F91D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9071" y="3399432"/>
            <a:ext cx="964156" cy="368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2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206" name="text-194 shaping">
            <a:extLst xmlns:a="http://schemas.openxmlformats.org/drawingml/2006/main">
              <a:ext uri="{FF2B5EF4-FFF2-40B4-BE49-F238E27FC236}">
                <a16:creationId xmlns:a16="http://schemas.microsoft.com/office/drawing/2014/main" id="{7204D7BD-78F3-4ADD-8BEF-417F6F6E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5952" y="3397085"/>
            <a:ext cx="894213" cy="371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90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207" name="text-194 disabled">
            <a:extLst xmlns:a="http://schemas.openxmlformats.org/drawingml/2006/main">
              <a:ext uri="{FF2B5EF4-FFF2-40B4-BE49-F238E27FC236}">
                <a16:creationId xmlns:a16="http://schemas.microsoft.com/office/drawing/2014/main" id="{575B0B62-F06A-48CA-99F0-9A7D7E5F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2136" y="3397658"/>
            <a:ext cx="943384" cy="370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6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disabled</a:t>
            </a:r>
          </a:p>
        </p:txBody>
      </p:sp>
      <p:sp>
        <p:nvSpPr>
          <p:cNvPr id="208" name="text-195 .">
            <a:extLst xmlns:a="http://schemas.openxmlformats.org/drawingml/2006/main">
              <a:ext uri="{FF2B5EF4-FFF2-40B4-BE49-F238E27FC236}">
                <a16:creationId xmlns:a16="http://schemas.microsoft.com/office/drawing/2014/main" id="{665A2327-A3C2-4A8F-AC1C-2895EC5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9062" y="3398993"/>
            <a:ext cx="113990" cy="368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5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209" name="path-196">
            <a:extLst xmlns:a="http://schemas.openxmlformats.org/drawingml/2006/main">
              <a:ext uri="{FF2B5EF4-FFF2-40B4-BE49-F238E27FC236}">
                <a16:creationId xmlns:a16="http://schemas.microsoft.com/office/drawing/2014/main" id="{ACFA913A-27EC-469F-8EF8-B68481E5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119" y="221002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01482" y="174559"/>
                </a:moveTo>
                <a:cubicBezTo>
                  <a:pt x="208249" y="148960"/>
                  <a:pt x="222446" y="136160"/>
                  <a:pt x="244073" y="136160"/>
                </a:cubicBezTo>
                <a:cubicBezTo>
                  <a:pt x="257461" y="136160"/>
                  <a:pt x="267539" y="139654"/>
                  <a:pt x="274306" y="146642"/>
                </a:cubicBezTo>
                <a:cubicBezTo>
                  <a:pt x="281074" y="153631"/>
                  <a:pt x="284458" y="163819"/>
                  <a:pt x="284458" y="177207"/>
                </a:cubicBezTo>
                <a:cubicBezTo>
                  <a:pt x="284458" y="184857"/>
                  <a:pt x="282839" y="192029"/>
                  <a:pt x="279603" y="198723"/>
                </a:cubicBezTo>
                <a:cubicBezTo>
                  <a:pt x="276366" y="205417"/>
                  <a:pt x="271511" y="211339"/>
                  <a:pt x="265038" y="216488"/>
                </a:cubicBezTo>
                <a:cubicBezTo>
                  <a:pt x="258564" y="221637"/>
                  <a:pt x="250510" y="225830"/>
                  <a:pt x="240873" y="229067"/>
                </a:cubicBezTo>
                <a:cubicBezTo>
                  <a:pt x="231237" y="232303"/>
                  <a:pt x="219945" y="234290"/>
                  <a:pt x="206999" y="235025"/>
                </a:cubicBezTo>
                <a:lnTo>
                  <a:pt x="206999" y="254886"/>
                </a:lnTo>
                <a:lnTo>
                  <a:pt x="227301" y="254886"/>
                </a:lnTo>
                <a:cubicBezTo>
                  <a:pt x="247898" y="254886"/>
                  <a:pt x="263419" y="259410"/>
                  <a:pt x="273865" y="268458"/>
                </a:cubicBezTo>
                <a:cubicBezTo>
                  <a:pt x="284311" y="277506"/>
                  <a:pt x="289533" y="290857"/>
                  <a:pt x="289533" y="308512"/>
                </a:cubicBezTo>
                <a:cubicBezTo>
                  <a:pt x="289533" y="342203"/>
                  <a:pt x="274012" y="359048"/>
                  <a:pt x="242970" y="359048"/>
                </a:cubicBezTo>
                <a:cubicBezTo>
                  <a:pt x="231347" y="359048"/>
                  <a:pt x="222115" y="356142"/>
                  <a:pt x="215274" y="350331"/>
                </a:cubicBezTo>
                <a:cubicBezTo>
                  <a:pt x="208433" y="344520"/>
                  <a:pt x="202732" y="335141"/>
                  <a:pt x="198171" y="322194"/>
                </a:cubicBezTo>
                <a:lnTo>
                  <a:pt x="169924" y="322194"/>
                </a:lnTo>
                <a:lnTo>
                  <a:pt x="169924" y="364344"/>
                </a:lnTo>
                <a:cubicBezTo>
                  <a:pt x="181547" y="368611"/>
                  <a:pt x="193390" y="372031"/>
                  <a:pt x="205454" y="374606"/>
                </a:cubicBezTo>
                <a:cubicBezTo>
                  <a:pt x="217518" y="377180"/>
                  <a:pt x="230317" y="378468"/>
                  <a:pt x="243852" y="378468"/>
                </a:cubicBezTo>
                <a:cubicBezTo>
                  <a:pt x="258270" y="378468"/>
                  <a:pt x="270996" y="376555"/>
                  <a:pt x="282030" y="372730"/>
                </a:cubicBezTo>
                <a:cubicBezTo>
                  <a:pt x="293064" y="368905"/>
                  <a:pt x="302333" y="363645"/>
                  <a:pt x="309836" y="356951"/>
                </a:cubicBezTo>
                <a:cubicBezTo>
                  <a:pt x="317339" y="350257"/>
                  <a:pt x="323003" y="342350"/>
                  <a:pt x="326828" y="333228"/>
                </a:cubicBezTo>
                <a:cubicBezTo>
                  <a:pt x="330654" y="324107"/>
                  <a:pt x="332566" y="314176"/>
                  <a:pt x="332566" y="303436"/>
                </a:cubicBezTo>
                <a:cubicBezTo>
                  <a:pt x="332566" y="293873"/>
                  <a:pt x="330911" y="285377"/>
                  <a:pt x="327601" y="277948"/>
                </a:cubicBezTo>
                <a:cubicBezTo>
                  <a:pt x="324291" y="270518"/>
                  <a:pt x="319877" y="264118"/>
                  <a:pt x="314360" y="258748"/>
                </a:cubicBezTo>
                <a:cubicBezTo>
                  <a:pt x="308843" y="253378"/>
                  <a:pt x="302480" y="249002"/>
                  <a:pt x="295271" y="245618"/>
                </a:cubicBezTo>
                <a:cubicBezTo>
                  <a:pt x="288062" y="242234"/>
                  <a:pt x="280559" y="239807"/>
                  <a:pt x="272762" y="238335"/>
                </a:cubicBezTo>
                <a:lnTo>
                  <a:pt x="272762" y="237894"/>
                </a:lnTo>
                <a:cubicBezTo>
                  <a:pt x="291740" y="229949"/>
                  <a:pt x="305643" y="220571"/>
                  <a:pt x="314470" y="209757"/>
                </a:cubicBezTo>
                <a:cubicBezTo>
                  <a:pt x="323298" y="198944"/>
                  <a:pt x="327711" y="186181"/>
                  <a:pt x="327711" y="171469"/>
                </a:cubicBezTo>
                <a:cubicBezTo>
                  <a:pt x="327711" y="162789"/>
                  <a:pt x="326019" y="154992"/>
                  <a:pt x="322635" y="148077"/>
                </a:cubicBezTo>
                <a:cubicBezTo>
                  <a:pt x="319252" y="141162"/>
                  <a:pt x="314360" y="135314"/>
                  <a:pt x="307960" y="130533"/>
                </a:cubicBezTo>
                <a:cubicBezTo>
                  <a:pt x="301560" y="125751"/>
                  <a:pt x="293800" y="122073"/>
                  <a:pt x="284678" y="119499"/>
                </a:cubicBezTo>
                <a:cubicBezTo>
                  <a:pt x="275557" y="116924"/>
                  <a:pt x="265258" y="115637"/>
                  <a:pt x="253783" y="115637"/>
                </a:cubicBezTo>
                <a:cubicBezTo>
                  <a:pt x="241425" y="115637"/>
                  <a:pt x="228736" y="117329"/>
                  <a:pt x="215716" y="120712"/>
                </a:cubicBezTo>
                <a:cubicBezTo>
                  <a:pt x="202695" y="124096"/>
                  <a:pt x="188388" y="129393"/>
                  <a:pt x="172793" y="136601"/>
                </a:cubicBezTo>
                <a:lnTo>
                  <a:pt x="172793" y="174559"/>
                </a:lnTo>
                <a:lnTo>
                  <a:pt x="201482" y="174559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text-197 Shaped">
            <a:extLst xmlns:a="http://schemas.openxmlformats.org/drawingml/2006/main">
              <a:ext uri="{FF2B5EF4-FFF2-40B4-BE49-F238E27FC236}">
                <a16:creationId xmlns:a16="http://schemas.microsoft.com/office/drawing/2014/main" id="{F2931DB4-3D24-43F8-AD0B-7B452B3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22" y="3992152"/>
            <a:ext cx="1101468" cy="474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Shaped</a:t>
            </a:r>
          </a:p>
        </p:txBody>
      </p:sp>
      <p:sp>
        <p:nvSpPr>
          <p:cNvPr id="211" name="text-198 Advantage">
            <a:extLst xmlns:a="http://schemas.openxmlformats.org/drawingml/2006/main">
              <a:ext uri="{FF2B5EF4-FFF2-40B4-BE49-F238E27FC236}">
                <a16:creationId xmlns:a16="http://schemas.microsoft.com/office/drawing/2014/main" id="{E2321D06-5A35-464B-89E7-89E498B4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338" y="3992153"/>
            <a:ext cx="1597876" cy="474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212" name="text-199 and">
            <a:extLst xmlns:a="http://schemas.openxmlformats.org/drawingml/2006/main">
              <a:ext uri="{FF2B5EF4-FFF2-40B4-BE49-F238E27FC236}">
                <a16:creationId xmlns:a16="http://schemas.microsoft.com/office/drawing/2014/main" id="{B515649A-FAC0-4EFB-805F-33B021DF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0133" y="3992279"/>
            <a:ext cx="597775" cy="474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13" name="text-200 Policy">
            <a:extLst xmlns:a="http://schemas.openxmlformats.org/drawingml/2006/main">
              <a:ext uri="{FF2B5EF4-FFF2-40B4-BE49-F238E27FC236}">
                <a16:creationId xmlns:a16="http://schemas.microsoft.com/office/drawing/2014/main" id="{0241B106-392F-4986-8508-28C6AC8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4509" y="3992816"/>
            <a:ext cx="878947" cy="47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66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214" name="text-201 Update">
            <a:extLst xmlns:a="http://schemas.openxmlformats.org/drawingml/2006/main">
              <a:ext uri="{FF2B5EF4-FFF2-40B4-BE49-F238E27FC236}">
                <a16:creationId xmlns:a16="http://schemas.microsoft.com/office/drawing/2014/main" id="{D6D4680C-A5FC-4A6E-9B75-E348D3E8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605" y="3992390"/>
            <a:ext cx="1100028" cy="47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215" name="text-202 Update">
            <a:extLst xmlns:a="http://schemas.openxmlformats.org/drawingml/2006/main">
              <a:ext uri="{FF2B5EF4-FFF2-40B4-BE49-F238E27FC236}">
                <a16:creationId xmlns:a16="http://schemas.microsoft.com/office/drawing/2014/main" id="{CF83E6B0-04B0-419C-BCD2-F78F5A52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97494" y="4548294"/>
            <a:ext cx="1100027" cy="47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Update</a:t>
            </a:r>
          </a:p>
        </p:txBody>
      </p:sp>
      <p:sp>
        <p:nvSpPr>
          <p:cNvPr id="216" name="text-203 Policy">
            <a:extLst xmlns:a="http://schemas.openxmlformats.org/drawingml/2006/main">
              <a:ext uri="{FF2B5EF4-FFF2-40B4-BE49-F238E27FC236}">
                <a16:creationId xmlns:a16="http://schemas.microsoft.com/office/drawing/2014/main" id="{600612AC-96F0-4A53-9140-222CA57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4952" y="4548719"/>
            <a:ext cx="878946" cy="47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666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Policy</a:t>
            </a:r>
          </a:p>
        </p:txBody>
      </p:sp>
      <p:sp>
        <p:nvSpPr>
          <p:cNvPr id="217" name="path-204">
            <a:extLst xmlns:a="http://schemas.openxmlformats.org/drawingml/2006/main">
              <a:ext uri="{FF2B5EF4-FFF2-40B4-BE49-F238E27FC236}">
                <a16:creationId xmlns:a16="http://schemas.microsoft.com/office/drawing/2014/main" id="{1696BBB7-B341-406C-9AF9-D8764973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5959" y="4723306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path-205">
            <a:extLst xmlns:a="http://schemas.openxmlformats.org/drawingml/2006/main">
              <a:ext uri="{FF2B5EF4-FFF2-40B4-BE49-F238E27FC236}">
                <a16:creationId xmlns:a16="http://schemas.microsoft.com/office/drawing/2014/main" id="{970E0BE4-CF66-4142-8B31-3EFF7DC8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0645" y="4777825"/>
            <a:ext cx="115637" cy="156463"/>
          </a:xfrm>
          <a:custGeom xmlns:a="http://schemas.openxmlformats.org/drawingml/2006/main">
            <a:pathLst>
              <a:path w="115637" h="156463">
                <a:moveTo>
                  <a:pt x="115637" y="46564"/>
                </a:moveTo>
                <a:cubicBezTo>
                  <a:pt x="115637" y="57451"/>
                  <a:pt x="113853" y="70268"/>
                  <a:pt x="110285" y="85017"/>
                </a:cubicBezTo>
                <a:cubicBezTo>
                  <a:pt x="106718" y="99766"/>
                  <a:pt x="101679" y="112566"/>
                  <a:pt x="95169" y="123416"/>
                </a:cubicBezTo>
                <a:cubicBezTo>
                  <a:pt x="88659" y="134266"/>
                  <a:pt x="80806" y="142486"/>
                  <a:pt x="71611" y="148077"/>
                </a:cubicBezTo>
                <a:cubicBezTo>
                  <a:pt x="62416" y="153667"/>
                  <a:pt x="52044" y="156463"/>
                  <a:pt x="40495" y="156463"/>
                </a:cubicBezTo>
                <a:cubicBezTo>
                  <a:pt x="27033" y="156463"/>
                  <a:pt x="16919" y="152601"/>
                  <a:pt x="10151" y="144877"/>
                </a:cubicBezTo>
                <a:cubicBezTo>
                  <a:pt x="3384" y="137153"/>
                  <a:pt x="0" y="125862"/>
                  <a:pt x="0" y="111003"/>
                </a:cubicBezTo>
                <a:cubicBezTo>
                  <a:pt x="0" y="100116"/>
                  <a:pt x="1747" y="87243"/>
                  <a:pt x="5241" y="72383"/>
                </a:cubicBezTo>
                <a:cubicBezTo>
                  <a:pt x="8735" y="57524"/>
                  <a:pt x="13719" y="44614"/>
                  <a:pt x="20192" y="33654"/>
                </a:cubicBezTo>
                <a:cubicBezTo>
                  <a:pt x="26666" y="22693"/>
                  <a:pt x="34500" y="14344"/>
                  <a:pt x="43695" y="8607"/>
                </a:cubicBezTo>
                <a:cubicBezTo>
                  <a:pt x="52890" y="2869"/>
                  <a:pt x="63409" y="0"/>
                  <a:pt x="75252" y="0"/>
                </a:cubicBezTo>
                <a:cubicBezTo>
                  <a:pt x="88787" y="0"/>
                  <a:pt x="98902" y="3880"/>
                  <a:pt x="105596" y="11641"/>
                </a:cubicBezTo>
                <a:cubicBezTo>
                  <a:pt x="112290" y="19402"/>
                  <a:pt x="115637" y="31042"/>
                  <a:pt x="115637" y="46564"/>
                </a:cubicBezTo>
                <a:moveTo>
                  <a:pt x="37295" y="70728"/>
                </a:moveTo>
                <a:lnTo>
                  <a:pt x="81542" y="70728"/>
                </a:lnTo>
                <a:cubicBezTo>
                  <a:pt x="83160" y="63299"/>
                  <a:pt x="84429" y="56458"/>
                  <a:pt x="85348" y="50205"/>
                </a:cubicBezTo>
                <a:cubicBezTo>
                  <a:pt x="86268" y="43952"/>
                  <a:pt x="86728" y="38141"/>
                  <a:pt x="86728" y="32771"/>
                </a:cubicBezTo>
                <a:cubicBezTo>
                  <a:pt x="86728" y="25121"/>
                  <a:pt x="85826" y="19659"/>
                  <a:pt x="84024" y="16386"/>
                </a:cubicBezTo>
                <a:cubicBezTo>
                  <a:pt x="82222" y="13112"/>
                  <a:pt x="79224" y="11475"/>
                  <a:pt x="75032" y="11475"/>
                </a:cubicBezTo>
                <a:cubicBezTo>
                  <a:pt x="67528" y="11475"/>
                  <a:pt x="60522" y="16478"/>
                  <a:pt x="54012" y="26482"/>
                </a:cubicBezTo>
                <a:cubicBezTo>
                  <a:pt x="47502" y="36486"/>
                  <a:pt x="41929" y="51235"/>
                  <a:pt x="37295" y="70728"/>
                </a:cubicBezTo>
                <a:moveTo>
                  <a:pt x="78562" y="84631"/>
                </a:moveTo>
                <a:lnTo>
                  <a:pt x="34316" y="84631"/>
                </a:lnTo>
                <a:cubicBezTo>
                  <a:pt x="32403" y="92502"/>
                  <a:pt x="31024" y="99968"/>
                  <a:pt x="30178" y="107030"/>
                </a:cubicBezTo>
                <a:cubicBezTo>
                  <a:pt x="29332" y="114092"/>
                  <a:pt x="28909" y="120345"/>
                  <a:pt x="28909" y="125788"/>
                </a:cubicBezTo>
                <a:cubicBezTo>
                  <a:pt x="28909" y="132261"/>
                  <a:pt x="29884" y="137080"/>
                  <a:pt x="31833" y="140243"/>
                </a:cubicBezTo>
                <a:cubicBezTo>
                  <a:pt x="33783" y="143406"/>
                  <a:pt x="36854" y="144987"/>
                  <a:pt x="41047" y="144987"/>
                </a:cubicBezTo>
                <a:cubicBezTo>
                  <a:pt x="48403" y="144987"/>
                  <a:pt x="55336" y="139801"/>
                  <a:pt x="61846" y="129429"/>
                </a:cubicBezTo>
                <a:cubicBezTo>
                  <a:pt x="68356" y="119057"/>
                  <a:pt x="73928" y="104125"/>
                  <a:pt x="78562" y="8463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206">
            <a:extLst xmlns:a="http://schemas.openxmlformats.org/drawingml/2006/main">
              <a:ext uri="{FF2B5EF4-FFF2-40B4-BE49-F238E27FC236}">
                <a16:creationId xmlns:a16="http://schemas.microsoft.com/office/drawing/2014/main" id="{46E52A73-F344-44F5-B05F-4A2C87E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1641523"/>
            <a:ext cx="640567" cy="395016"/>
          </a:xfrm>
          <a:custGeom xmlns:a="http://schemas.openxmlformats.org/drawingml/2006/main">
            <a:pathLst>
              <a:path w="640567" h="395016">
                <a:moveTo>
                  <a:pt x="0" y="65839"/>
                </a:moveTo>
                <a:cubicBezTo>
                  <a:pt x="0" y="29477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7" y="29477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6"/>
                  <a:pt x="574728" y="395016"/>
                </a:cubicBezTo>
                <a:lnTo>
                  <a:pt x="65837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ath-207">
            <a:extLst xmlns:a="http://schemas.openxmlformats.org/drawingml/2006/main">
              <a:ext uri="{FF2B5EF4-FFF2-40B4-BE49-F238E27FC236}">
                <a16:creationId xmlns:a16="http://schemas.microsoft.com/office/drawing/2014/main" id="{7B05B535-14A8-47C9-8861-4F23B56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0505" y="164152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21" name="path-208">
            <a:extLst xmlns:a="http://schemas.openxmlformats.org/drawingml/2006/main">
              <a:ext uri="{FF2B5EF4-FFF2-40B4-BE49-F238E27FC236}">
                <a16:creationId xmlns:a16="http://schemas.microsoft.com/office/drawing/2014/main" id="{97910CA2-11D4-463F-A3E3-65C4AC5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179" y="1773004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path-209">
            <a:extLst xmlns:a="http://schemas.openxmlformats.org/drawingml/2006/main">
              <a:ext uri="{FF2B5EF4-FFF2-40B4-BE49-F238E27FC236}">
                <a16:creationId xmlns:a16="http://schemas.microsoft.com/office/drawing/2014/main" id="{0691D1A3-1B00-4C81-88B0-846B2D5D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2801" y="1735990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10">
            <a:extLst xmlns:a="http://schemas.openxmlformats.org/drawingml/2006/main">
              <a:ext uri="{FF2B5EF4-FFF2-40B4-BE49-F238E27FC236}">
                <a16:creationId xmlns:a16="http://schemas.microsoft.com/office/drawing/2014/main" id="{9B31AA6C-F197-45E0-AE90-26AF6193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191" y="175750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path-211">
            <a:extLst xmlns:a="http://schemas.openxmlformats.org/drawingml/2006/main">
              <a:ext uri="{FF2B5EF4-FFF2-40B4-BE49-F238E27FC236}">
                <a16:creationId xmlns:a16="http://schemas.microsoft.com/office/drawing/2014/main" id="{1A76F196-18C1-4072-B9F1-1A71D4A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304" y="1757506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12">
            <a:extLst xmlns:a="http://schemas.openxmlformats.org/drawingml/2006/main">
              <a:ext uri="{FF2B5EF4-FFF2-40B4-BE49-F238E27FC236}">
                <a16:creationId xmlns:a16="http://schemas.microsoft.com/office/drawing/2014/main" id="{0160B47D-585D-4153-B989-3FD78EC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1081" y="1722289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13">
            <a:extLst xmlns:a="http://schemas.openxmlformats.org/drawingml/2006/main">
              <a:ext uri="{FF2B5EF4-FFF2-40B4-BE49-F238E27FC236}">
                <a16:creationId xmlns:a16="http://schemas.microsoft.com/office/drawing/2014/main" id="{25DDA687-B79B-4AA1-BFA1-4A9C20DB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44" y="1641523"/>
            <a:ext cx="640564" cy="395016"/>
          </a:xfrm>
          <a:custGeom xmlns:a="http://schemas.openxmlformats.org/drawingml/2006/main">
            <a:pathLst>
              <a:path w="640564" h="395016">
                <a:moveTo>
                  <a:pt x="0" y="65839"/>
                </a:moveTo>
                <a:cubicBezTo>
                  <a:pt x="0" y="29477"/>
                  <a:pt x="29476" y="0"/>
                  <a:pt x="65837" y="0"/>
                </a:cubicBezTo>
                <a:lnTo>
                  <a:pt x="574727" y="0"/>
                </a:lnTo>
                <a:cubicBezTo>
                  <a:pt x="611089" y="0"/>
                  <a:pt x="640564" y="29477"/>
                  <a:pt x="640564" y="65839"/>
                </a:cubicBezTo>
                <a:lnTo>
                  <a:pt x="640564" y="329179"/>
                </a:lnTo>
                <a:cubicBezTo>
                  <a:pt x="640564" y="365539"/>
                  <a:pt x="611089" y="395016"/>
                  <a:pt x="574727" y="395016"/>
                </a:cubicBezTo>
                <a:lnTo>
                  <a:pt x="65837" y="395016"/>
                </a:lnTo>
                <a:cubicBezTo>
                  <a:pt x="29476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14">
            <a:extLst xmlns:a="http://schemas.openxmlformats.org/drawingml/2006/main">
              <a:ext uri="{FF2B5EF4-FFF2-40B4-BE49-F238E27FC236}">
                <a16:creationId xmlns:a16="http://schemas.microsoft.com/office/drawing/2014/main" id="{8D06D6B8-BDA9-424A-8621-EABC7275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444" y="164152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28" name="path-215">
            <a:extLst xmlns:a="http://schemas.openxmlformats.org/drawingml/2006/main">
              <a:ext uri="{FF2B5EF4-FFF2-40B4-BE49-F238E27FC236}">
                <a16:creationId xmlns:a16="http://schemas.microsoft.com/office/drawing/2014/main" id="{58C70CC2-1737-4671-BEC6-86001764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1641523"/>
            <a:ext cx="640565" cy="395016"/>
          </a:xfrm>
          <a:custGeom xmlns:a="http://schemas.openxmlformats.org/drawingml/2006/main">
            <a:pathLst>
              <a:path w="640565" h="395016">
                <a:moveTo>
                  <a:pt x="0" y="65839"/>
                </a:moveTo>
                <a:cubicBezTo>
                  <a:pt x="0" y="29477"/>
                  <a:pt x="29477" y="0"/>
                  <a:pt x="65837" y="0"/>
                </a:cubicBezTo>
                <a:lnTo>
                  <a:pt x="574728" y="0"/>
                </a:lnTo>
                <a:cubicBezTo>
                  <a:pt x="611090" y="0"/>
                  <a:pt x="640565" y="29477"/>
                  <a:pt x="640565" y="65839"/>
                </a:cubicBezTo>
                <a:lnTo>
                  <a:pt x="640565" y="329179"/>
                </a:lnTo>
                <a:cubicBezTo>
                  <a:pt x="640565" y="365539"/>
                  <a:pt x="611090" y="395016"/>
                  <a:pt x="574728" y="395016"/>
                </a:cubicBezTo>
                <a:lnTo>
                  <a:pt x="65837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16">
            <a:extLst xmlns:a="http://schemas.openxmlformats.org/drawingml/2006/main">
              <a:ext uri="{FF2B5EF4-FFF2-40B4-BE49-F238E27FC236}">
                <a16:creationId xmlns:a16="http://schemas.microsoft.com/office/drawing/2014/main" id="{A6340344-502C-4A0A-9314-6F2ABC54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7229" y="164152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0" name="path-217">
            <a:extLst xmlns:a="http://schemas.openxmlformats.org/drawingml/2006/main">
              <a:ext uri="{FF2B5EF4-FFF2-40B4-BE49-F238E27FC236}">
                <a16:creationId xmlns:a16="http://schemas.microsoft.com/office/drawing/2014/main" id="{F3E1F532-C681-414C-86D7-7F2E903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557" y="1641523"/>
            <a:ext cx="640566" cy="395016"/>
          </a:xfrm>
          <a:custGeom xmlns:a="http://schemas.openxmlformats.org/drawingml/2006/main">
            <a:pathLst>
              <a:path w="640566" h="395016">
                <a:moveTo>
                  <a:pt x="0" y="65839"/>
                </a:moveTo>
                <a:cubicBezTo>
                  <a:pt x="0" y="29477"/>
                  <a:pt x="29476" y="0"/>
                  <a:pt x="65837" y="0"/>
                </a:cubicBezTo>
                <a:lnTo>
                  <a:pt x="574729" y="0"/>
                </a:lnTo>
                <a:cubicBezTo>
                  <a:pt x="611089" y="0"/>
                  <a:pt x="640566" y="29477"/>
                  <a:pt x="640566" y="65839"/>
                </a:cubicBezTo>
                <a:lnTo>
                  <a:pt x="640566" y="329179"/>
                </a:lnTo>
                <a:cubicBezTo>
                  <a:pt x="640566" y="365539"/>
                  <a:pt x="611089" y="395016"/>
                  <a:pt x="574729" y="395016"/>
                </a:cubicBezTo>
                <a:lnTo>
                  <a:pt x="65837" y="395016"/>
                </a:lnTo>
                <a:cubicBezTo>
                  <a:pt x="29476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18">
            <a:extLst xmlns:a="http://schemas.openxmlformats.org/drawingml/2006/main">
              <a:ext uri="{FF2B5EF4-FFF2-40B4-BE49-F238E27FC236}">
                <a16:creationId xmlns:a16="http://schemas.microsoft.com/office/drawing/2014/main" id="{878969BB-F027-4BCF-8A04-DC2390E2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0557" y="1641523"/>
            <a:ext cx="640566" cy="395015"/>
          </a:xfrm>
          <a:custGeom xmlns:a="http://schemas.openxmlformats.org/drawingml/2006/main">
            <a:pathLst>
              <a:path w="640566" h="395015">
                <a:moveTo>
                  <a:pt x="0" y="65837"/>
                </a:moveTo>
                <a:cubicBezTo>
                  <a:pt x="0" y="29476"/>
                  <a:pt x="29476" y="0"/>
                  <a:pt x="65838" y="0"/>
                </a:cubicBezTo>
                <a:lnTo>
                  <a:pt x="574728" y="0"/>
                </a:lnTo>
                <a:cubicBezTo>
                  <a:pt x="611089" y="0"/>
                  <a:pt x="640566" y="29476"/>
                  <a:pt x="640566" y="65837"/>
                </a:cubicBezTo>
                <a:lnTo>
                  <a:pt x="640566" y="329178"/>
                </a:lnTo>
                <a:cubicBezTo>
                  <a:pt x="640566" y="365539"/>
                  <a:pt x="611089" y="395015"/>
                  <a:pt x="574728" y="395015"/>
                </a:cubicBezTo>
                <a:lnTo>
                  <a:pt x="65838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2" name="path-219">
            <a:extLst xmlns:a="http://schemas.openxmlformats.org/drawingml/2006/main">
              <a:ext uri="{FF2B5EF4-FFF2-40B4-BE49-F238E27FC236}">
                <a16:creationId xmlns:a16="http://schemas.microsoft.com/office/drawing/2014/main" id="{F0DDE3D0-B7BD-4A40-93D1-A935FD7A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25" y="1641523"/>
            <a:ext cx="640567" cy="395016"/>
          </a:xfrm>
          <a:custGeom xmlns:a="http://schemas.openxmlformats.org/drawingml/2006/main">
            <a:pathLst>
              <a:path w="640567" h="395016">
                <a:moveTo>
                  <a:pt x="0" y="65839"/>
                </a:moveTo>
                <a:cubicBezTo>
                  <a:pt x="0" y="29477"/>
                  <a:pt x="29477" y="0"/>
                  <a:pt x="65839" y="0"/>
                </a:cubicBezTo>
                <a:lnTo>
                  <a:pt x="574727" y="0"/>
                </a:lnTo>
                <a:cubicBezTo>
                  <a:pt x="611090" y="0"/>
                  <a:pt x="640567" y="29477"/>
                  <a:pt x="640567" y="65839"/>
                </a:cubicBezTo>
                <a:lnTo>
                  <a:pt x="640567" y="329179"/>
                </a:lnTo>
                <a:cubicBezTo>
                  <a:pt x="640567" y="365539"/>
                  <a:pt x="611090" y="395016"/>
                  <a:pt x="574727" y="395016"/>
                </a:cubicBezTo>
                <a:lnTo>
                  <a:pt x="65839" y="395016"/>
                </a:lnTo>
                <a:cubicBezTo>
                  <a:pt x="29477" y="395016"/>
                  <a:pt x="0" y="365539"/>
                  <a:pt x="0" y="329179"/>
                </a:cubicBezTo>
                <a:lnTo>
                  <a:pt x="0" y="65839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20">
            <a:extLst xmlns:a="http://schemas.openxmlformats.org/drawingml/2006/main">
              <a:ext uri="{FF2B5EF4-FFF2-40B4-BE49-F238E27FC236}">
                <a16:creationId xmlns:a16="http://schemas.microsoft.com/office/drawing/2014/main" id="{0488F45B-FF60-4B1E-9148-66BE1DD8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1825" y="1641523"/>
            <a:ext cx="640565" cy="395015"/>
          </a:xfrm>
          <a:custGeom xmlns:a="http://schemas.openxmlformats.org/drawingml/2006/main">
            <a:pathLst>
              <a:path w="640565" h="395015">
                <a:moveTo>
                  <a:pt x="0" y="65837"/>
                </a:moveTo>
                <a:cubicBezTo>
                  <a:pt x="0" y="29476"/>
                  <a:pt x="29476" y="0"/>
                  <a:pt x="65837" y="0"/>
                </a:cubicBezTo>
                <a:lnTo>
                  <a:pt x="574729" y="0"/>
                </a:lnTo>
                <a:cubicBezTo>
                  <a:pt x="611088" y="0"/>
                  <a:pt x="640565" y="29476"/>
                  <a:pt x="640565" y="65837"/>
                </a:cubicBezTo>
                <a:lnTo>
                  <a:pt x="640565" y="329178"/>
                </a:lnTo>
                <a:cubicBezTo>
                  <a:pt x="640565" y="365539"/>
                  <a:pt x="611088" y="395015"/>
                  <a:pt x="574729" y="395015"/>
                </a:cubicBezTo>
                <a:lnTo>
                  <a:pt x="65837" y="395015"/>
                </a:lnTo>
                <a:cubicBezTo>
                  <a:pt x="29476" y="395015"/>
                  <a:pt x="0" y="365539"/>
                  <a:pt x="0" y="329178"/>
                </a:cubicBezTo>
                <a:lnTo>
                  <a:pt x="0" y="65837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34" name="text-221 …">
            <a:extLst xmlns:a="http://schemas.openxmlformats.org/drawingml/2006/main">
              <a:ext uri="{FF2B5EF4-FFF2-40B4-BE49-F238E27FC236}">
                <a16:creationId xmlns:a16="http://schemas.microsoft.com/office/drawing/2014/main" id="{F3018B18-A473-4146-85DB-E609682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32691" y="1604525"/>
            <a:ext cx="234906" cy="36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2077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…</a:t>
            </a:r>
          </a:p>
        </p:txBody>
      </p:sp>
      <p:sp>
        <p:nvSpPr>
          <p:cNvPr id="235" name="path-222">
            <a:extLst xmlns:a="http://schemas.openxmlformats.org/drawingml/2006/main">
              <a:ext uri="{FF2B5EF4-FFF2-40B4-BE49-F238E27FC236}">
                <a16:creationId xmlns:a16="http://schemas.microsoft.com/office/drawing/2014/main" id="{A340A95E-77BB-495A-9574-9B4A2130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7050" y="1773004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23">
            <a:extLst xmlns:a="http://schemas.openxmlformats.org/drawingml/2006/main">
              <a:ext uri="{FF2B5EF4-FFF2-40B4-BE49-F238E27FC236}">
                <a16:creationId xmlns:a16="http://schemas.microsoft.com/office/drawing/2014/main" id="{93BE0371-E6E1-4854-ABFA-0BA478C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672" y="1740510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24">
            <a:extLst xmlns:a="http://schemas.openxmlformats.org/drawingml/2006/main">
              <a:ext uri="{FF2B5EF4-FFF2-40B4-BE49-F238E27FC236}">
                <a16:creationId xmlns:a16="http://schemas.microsoft.com/office/drawing/2014/main" id="{4BB168FB-FAAD-4AC5-A9CD-E87ACB0E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5063" y="176202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25">
            <a:extLst xmlns:a="http://schemas.openxmlformats.org/drawingml/2006/main">
              <a:ext uri="{FF2B5EF4-FFF2-40B4-BE49-F238E27FC236}">
                <a16:creationId xmlns:a16="http://schemas.microsoft.com/office/drawing/2014/main" id="{F0C3E10C-2511-43AF-AC16-2B41A8E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6175" y="1762026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26">
            <a:extLst xmlns:a="http://schemas.openxmlformats.org/drawingml/2006/main">
              <a:ext uri="{FF2B5EF4-FFF2-40B4-BE49-F238E27FC236}">
                <a16:creationId xmlns:a16="http://schemas.microsoft.com/office/drawing/2014/main" id="{AD3B6244-1630-42D0-8ACF-38B1EF92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1953" y="1726809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27">
            <a:extLst xmlns:a="http://schemas.openxmlformats.org/drawingml/2006/main">
              <a:ext uri="{FF2B5EF4-FFF2-40B4-BE49-F238E27FC236}">
                <a16:creationId xmlns:a16="http://schemas.microsoft.com/office/drawing/2014/main" id="{CC603510-AB24-4A3B-94C2-BF0EB93E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915" y="1768485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28">
            <a:extLst xmlns:a="http://schemas.openxmlformats.org/drawingml/2006/main">
              <a:ext uri="{FF2B5EF4-FFF2-40B4-BE49-F238E27FC236}">
                <a16:creationId xmlns:a16="http://schemas.microsoft.com/office/drawing/2014/main" id="{C5DA89BB-8233-455B-8AF7-B86DF2E3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4534" y="1735990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29">
            <a:extLst xmlns:a="http://schemas.openxmlformats.org/drawingml/2006/main">
              <a:ext uri="{FF2B5EF4-FFF2-40B4-BE49-F238E27FC236}">
                <a16:creationId xmlns:a16="http://schemas.microsoft.com/office/drawing/2014/main" id="{551A1ECE-A03A-420F-B510-05FEA589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924" y="175750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30">
            <a:extLst xmlns:a="http://schemas.openxmlformats.org/drawingml/2006/main">
              <a:ext uri="{FF2B5EF4-FFF2-40B4-BE49-F238E27FC236}">
                <a16:creationId xmlns:a16="http://schemas.microsoft.com/office/drawing/2014/main" id="{B67E4432-21AD-4533-B3D1-450E001B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037" y="1757506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31">
            <a:extLst xmlns:a="http://schemas.openxmlformats.org/drawingml/2006/main">
              <a:ext uri="{FF2B5EF4-FFF2-40B4-BE49-F238E27FC236}">
                <a16:creationId xmlns:a16="http://schemas.microsoft.com/office/drawing/2014/main" id="{4971C69C-558F-4AA8-A8B1-A135D86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2815" y="1722289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32">
            <a:extLst xmlns:a="http://schemas.openxmlformats.org/drawingml/2006/main">
              <a:ext uri="{FF2B5EF4-FFF2-40B4-BE49-F238E27FC236}">
                <a16:creationId xmlns:a16="http://schemas.microsoft.com/office/drawing/2014/main" id="{47137BD7-8B96-439C-9CA6-1C244E81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563" y="1777523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33">
            <a:extLst xmlns:a="http://schemas.openxmlformats.org/drawingml/2006/main">
              <a:ext uri="{FF2B5EF4-FFF2-40B4-BE49-F238E27FC236}">
                <a16:creationId xmlns:a16="http://schemas.microsoft.com/office/drawing/2014/main" id="{DA8B282D-71A2-44C4-BEBA-493D3AB2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186" y="1745029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34">
            <a:extLst xmlns:a="http://schemas.openxmlformats.org/drawingml/2006/main">
              <a:ext uri="{FF2B5EF4-FFF2-40B4-BE49-F238E27FC236}">
                <a16:creationId xmlns:a16="http://schemas.microsoft.com/office/drawing/2014/main" id="{9A360EF8-55B7-4CAE-9E05-FF429299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576" y="176654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35">
            <a:extLst xmlns:a="http://schemas.openxmlformats.org/drawingml/2006/main">
              <a:ext uri="{FF2B5EF4-FFF2-40B4-BE49-F238E27FC236}">
                <a16:creationId xmlns:a16="http://schemas.microsoft.com/office/drawing/2014/main" id="{28C82478-0BE6-431E-AC17-054DCD6E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6689" y="1766546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36">
            <a:extLst xmlns:a="http://schemas.openxmlformats.org/drawingml/2006/main">
              <a:ext uri="{FF2B5EF4-FFF2-40B4-BE49-F238E27FC236}">
                <a16:creationId xmlns:a16="http://schemas.microsoft.com/office/drawing/2014/main" id="{E3A045D1-8F32-4FA7-98C5-B6778D03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2467" y="1731329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37">
            <a:extLst xmlns:a="http://schemas.openxmlformats.org/drawingml/2006/main">
              <a:ext uri="{FF2B5EF4-FFF2-40B4-BE49-F238E27FC236}">
                <a16:creationId xmlns:a16="http://schemas.microsoft.com/office/drawing/2014/main" id="{0F22F9E7-3FF6-4D5E-8020-D1A6F5B4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5231" y="1777523"/>
            <a:ext cx="161686" cy="176618"/>
          </a:xfrm>
          <a:custGeom xmlns:a="http://schemas.openxmlformats.org/drawingml/2006/main">
            <a:pathLst>
              <a:path w="161686" h="176618">
                <a:moveTo>
                  <a:pt x="109421" y="122165"/>
                </a:moveTo>
                <a:lnTo>
                  <a:pt x="59087" y="122165"/>
                </a:lnTo>
                <a:lnTo>
                  <a:pt x="57285" y="125384"/>
                </a:lnTo>
                <a:cubicBezTo>
                  <a:pt x="52479" y="134051"/>
                  <a:pt x="49282" y="140617"/>
                  <a:pt x="47695" y="145079"/>
                </a:cubicBezTo>
                <a:cubicBezTo>
                  <a:pt x="46107" y="149542"/>
                  <a:pt x="45313" y="153661"/>
                  <a:pt x="45313" y="157437"/>
                </a:cubicBezTo>
                <a:cubicBezTo>
                  <a:pt x="45313" y="163617"/>
                  <a:pt x="48961" y="167178"/>
                  <a:pt x="56255" y="168122"/>
                </a:cubicBezTo>
                <a:lnTo>
                  <a:pt x="54324" y="176618"/>
                </a:lnTo>
                <a:lnTo>
                  <a:pt x="0" y="176618"/>
                </a:lnTo>
                <a:lnTo>
                  <a:pt x="1931" y="168122"/>
                </a:lnTo>
                <a:cubicBezTo>
                  <a:pt x="4935" y="167436"/>
                  <a:pt x="7574" y="166277"/>
                  <a:pt x="9848" y="164646"/>
                </a:cubicBezTo>
                <a:cubicBezTo>
                  <a:pt x="12122" y="163016"/>
                  <a:pt x="14289" y="160806"/>
                  <a:pt x="16349" y="158017"/>
                </a:cubicBezTo>
                <a:cubicBezTo>
                  <a:pt x="18408" y="155228"/>
                  <a:pt x="21326" y="150443"/>
                  <a:pt x="25102" y="143663"/>
                </a:cubicBezTo>
                <a:lnTo>
                  <a:pt x="105044" y="0"/>
                </a:lnTo>
                <a:lnTo>
                  <a:pt x="142119" y="0"/>
                </a:lnTo>
                <a:lnTo>
                  <a:pt x="147654" y="137613"/>
                </a:lnTo>
                <a:cubicBezTo>
                  <a:pt x="147826" y="142505"/>
                  <a:pt x="148169" y="146903"/>
                  <a:pt x="148684" y="150808"/>
                </a:cubicBezTo>
                <a:cubicBezTo>
                  <a:pt x="149199" y="154713"/>
                  <a:pt x="150014" y="157909"/>
                  <a:pt x="151130" y="160398"/>
                </a:cubicBezTo>
                <a:cubicBezTo>
                  <a:pt x="152245" y="162887"/>
                  <a:pt x="153640" y="164711"/>
                  <a:pt x="155313" y="165869"/>
                </a:cubicBezTo>
                <a:cubicBezTo>
                  <a:pt x="156987" y="167028"/>
                  <a:pt x="159111" y="167779"/>
                  <a:pt x="161686" y="168122"/>
                </a:cubicBezTo>
                <a:lnTo>
                  <a:pt x="159755" y="176618"/>
                </a:lnTo>
                <a:lnTo>
                  <a:pt x="93201" y="176618"/>
                </a:lnTo>
                <a:lnTo>
                  <a:pt x="95132" y="168122"/>
                </a:lnTo>
                <a:cubicBezTo>
                  <a:pt x="98908" y="167865"/>
                  <a:pt x="101890" y="166899"/>
                  <a:pt x="104079" y="165226"/>
                </a:cubicBezTo>
                <a:cubicBezTo>
                  <a:pt x="106267" y="163552"/>
                  <a:pt x="107790" y="161278"/>
                  <a:pt x="108649" y="158403"/>
                </a:cubicBezTo>
                <a:cubicBezTo>
                  <a:pt x="109507" y="155528"/>
                  <a:pt x="109936" y="151516"/>
                  <a:pt x="109936" y="146367"/>
                </a:cubicBezTo>
                <a:cubicBezTo>
                  <a:pt x="109936" y="142676"/>
                  <a:pt x="109850" y="138814"/>
                  <a:pt x="109678" y="134781"/>
                </a:cubicBezTo>
                <a:lnTo>
                  <a:pt x="109421" y="122165"/>
                </a:lnTo>
                <a:moveTo>
                  <a:pt x="67069" y="107104"/>
                </a:moveTo>
                <a:lnTo>
                  <a:pt x="109035" y="107104"/>
                </a:lnTo>
                <a:lnTo>
                  <a:pt x="108520" y="76208"/>
                </a:lnTo>
                <a:cubicBezTo>
                  <a:pt x="108348" y="65223"/>
                  <a:pt x="108262" y="56127"/>
                  <a:pt x="108262" y="48918"/>
                </a:cubicBezTo>
                <a:cubicBezTo>
                  <a:pt x="108262" y="43425"/>
                  <a:pt x="108305" y="37804"/>
                  <a:pt x="108391" y="32054"/>
                </a:cubicBezTo>
                <a:lnTo>
                  <a:pt x="106846" y="32054"/>
                </a:lnTo>
                <a:lnTo>
                  <a:pt x="67069" y="107104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38">
            <a:extLst xmlns:a="http://schemas.openxmlformats.org/drawingml/2006/main">
              <a:ext uri="{FF2B5EF4-FFF2-40B4-BE49-F238E27FC236}">
                <a16:creationId xmlns:a16="http://schemas.microsoft.com/office/drawing/2014/main" id="{6E0FFEF4-A396-4023-B207-32B6F8F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1853" y="1740510"/>
            <a:ext cx="65469" cy="115674"/>
          </a:xfrm>
          <a:custGeom xmlns:a="http://schemas.openxmlformats.org/drawingml/2006/main">
            <a:pathLst>
              <a:path w="65469" h="115674">
                <a:moveTo>
                  <a:pt x="58664" y="97467"/>
                </a:moveTo>
                <a:cubicBezTo>
                  <a:pt x="52473" y="104272"/>
                  <a:pt x="46787" y="109007"/>
                  <a:pt x="41608" y="111674"/>
                </a:cubicBezTo>
                <a:cubicBezTo>
                  <a:pt x="36428" y="114340"/>
                  <a:pt x="30313" y="115674"/>
                  <a:pt x="23263" y="115674"/>
                </a:cubicBezTo>
                <a:cubicBezTo>
                  <a:pt x="16275" y="115674"/>
                  <a:pt x="10911" y="113881"/>
                  <a:pt x="7172" y="110294"/>
                </a:cubicBezTo>
                <a:cubicBezTo>
                  <a:pt x="3433" y="106708"/>
                  <a:pt x="1563" y="101758"/>
                  <a:pt x="1563" y="95444"/>
                </a:cubicBezTo>
                <a:cubicBezTo>
                  <a:pt x="1563" y="92563"/>
                  <a:pt x="1778" y="89820"/>
                  <a:pt x="2207" y="87215"/>
                </a:cubicBezTo>
                <a:cubicBezTo>
                  <a:pt x="2636" y="84610"/>
                  <a:pt x="3525" y="80334"/>
                  <a:pt x="4873" y="74388"/>
                </a:cubicBezTo>
                <a:lnTo>
                  <a:pt x="14344" y="34481"/>
                </a:lnTo>
                <a:lnTo>
                  <a:pt x="0" y="34481"/>
                </a:lnTo>
                <a:lnTo>
                  <a:pt x="1747" y="27033"/>
                </a:lnTo>
                <a:cubicBezTo>
                  <a:pt x="6038" y="27033"/>
                  <a:pt x="9287" y="26635"/>
                  <a:pt x="11494" y="25838"/>
                </a:cubicBezTo>
                <a:cubicBezTo>
                  <a:pt x="13701" y="25041"/>
                  <a:pt x="15555" y="23846"/>
                  <a:pt x="17057" y="22252"/>
                </a:cubicBezTo>
                <a:cubicBezTo>
                  <a:pt x="18559" y="20658"/>
                  <a:pt x="20015" y="18237"/>
                  <a:pt x="21424" y="14988"/>
                </a:cubicBezTo>
                <a:cubicBezTo>
                  <a:pt x="22834" y="11739"/>
                  <a:pt x="24489" y="6743"/>
                  <a:pt x="26390" y="0"/>
                </a:cubicBezTo>
                <a:lnTo>
                  <a:pt x="48458" y="0"/>
                </a:lnTo>
                <a:lnTo>
                  <a:pt x="43125" y="22988"/>
                </a:lnTo>
                <a:lnTo>
                  <a:pt x="65469" y="22988"/>
                </a:lnTo>
                <a:lnTo>
                  <a:pt x="62986" y="34481"/>
                </a:lnTo>
                <a:lnTo>
                  <a:pt x="40458" y="34481"/>
                </a:lnTo>
                <a:lnTo>
                  <a:pt x="31539" y="71262"/>
                </a:lnTo>
                <a:cubicBezTo>
                  <a:pt x="30006" y="77575"/>
                  <a:pt x="28949" y="82372"/>
                  <a:pt x="28367" y="85652"/>
                </a:cubicBezTo>
                <a:cubicBezTo>
                  <a:pt x="27784" y="88931"/>
                  <a:pt x="27493" y="91705"/>
                  <a:pt x="27493" y="93973"/>
                </a:cubicBezTo>
                <a:cubicBezTo>
                  <a:pt x="27493" y="96854"/>
                  <a:pt x="28014" y="98954"/>
                  <a:pt x="29056" y="100272"/>
                </a:cubicBezTo>
                <a:cubicBezTo>
                  <a:pt x="30098" y="101590"/>
                  <a:pt x="31631" y="102249"/>
                  <a:pt x="33654" y="102249"/>
                </a:cubicBezTo>
                <a:cubicBezTo>
                  <a:pt x="36412" y="102249"/>
                  <a:pt x="39247" y="101268"/>
                  <a:pt x="42159" y="99306"/>
                </a:cubicBezTo>
                <a:cubicBezTo>
                  <a:pt x="45071" y="97345"/>
                  <a:pt x="48213" y="94310"/>
                  <a:pt x="51584" y="90203"/>
                </a:cubicBezTo>
                <a:lnTo>
                  <a:pt x="58664" y="9746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39">
            <a:extLst xmlns:a="http://schemas.openxmlformats.org/drawingml/2006/main">
              <a:ext uri="{FF2B5EF4-FFF2-40B4-BE49-F238E27FC236}">
                <a16:creationId xmlns:a16="http://schemas.microsoft.com/office/drawing/2014/main" id="{E3BBFB27-88BF-4932-AE06-4E5E6DE0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3242" y="1762026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40">
            <a:extLst xmlns:a="http://schemas.openxmlformats.org/drawingml/2006/main">
              <a:ext uri="{FF2B5EF4-FFF2-40B4-BE49-F238E27FC236}">
                <a16:creationId xmlns:a16="http://schemas.microsoft.com/office/drawing/2014/main" id="{152E13C7-5EB3-424E-8E59-78CE2039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4354" y="1762026"/>
            <a:ext cx="105099" cy="94157"/>
          </a:xfrm>
          <a:custGeom xmlns:a="http://schemas.openxmlformats.org/drawingml/2006/main">
            <a:pathLst>
              <a:path w="105099" h="94157">
                <a:moveTo>
                  <a:pt x="81468" y="63997"/>
                </a:moveTo>
                <a:cubicBezTo>
                  <a:pt x="80549" y="67859"/>
                  <a:pt x="80089" y="71353"/>
                  <a:pt x="80089" y="74480"/>
                </a:cubicBezTo>
                <a:cubicBezTo>
                  <a:pt x="80089" y="76503"/>
                  <a:pt x="80426" y="78066"/>
                  <a:pt x="81100" y="79169"/>
                </a:cubicBezTo>
                <a:cubicBezTo>
                  <a:pt x="81775" y="80273"/>
                  <a:pt x="82939" y="80824"/>
                  <a:pt x="84594" y="80824"/>
                </a:cubicBezTo>
                <a:cubicBezTo>
                  <a:pt x="86495" y="80824"/>
                  <a:pt x="88548" y="79966"/>
                  <a:pt x="90755" y="78250"/>
                </a:cubicBezTo>
                <a:cubicBezTo>
                  <a:pt x="92962" y="76533"/>
                  <a:pt x="95536" y="73989"/>
                  <a:pt x="98479" y="70618"/>
                </a:cubicBezTo>
                <a:lnTo>
                  <a:pt x="105099" y="77238"/>
                </a:lnTo>
                <a:cubicBezTo>
                  <a:pt x="98663" y="83675"/>
                  <a:pt x="93115" y="88104"/>
                  <a:pt x="88456" y="90525"/>
                </a:cubicBezTo>
                <a:cubicBezTo>
                  <a:pt x="83797" y="92947"/>
                  <a:pt x="78893" y="94157"/>
                  <a:pt x="73744" y="94157"/>
                </a:cubicBezTo>
                <a:cubicBezTo>
                  <a:pt x="68595" y="94157"/>
                  <a:pt x="64519" y="92732"/>
                  <a:pt x="61515" y="89881"/>
                </a:cubicBezTo>
                <a:cubicBezTo>
                  <a:pt x="58511" y="87031"/>
                  <a:pt x="57009" y="83276"/>
                  <a:pt x="57009" y="78618"/>
                </a:cubicBezTo>
                <a:cubicBezTo>
                  <a:pt x="57009" y="77085"/>
                  <a:pt x="57193" y="75614"/>
                  <a:pt x="57561" y="74204"/>
                </a:cubicBezTo>
                <a:lnTo>
                  <a:pt x="56274" y="74020"/>
                </a:lnTo>
                <a:cubicBezTo>
                  <a:pt x="51799" y="79292"/>
                  <a:pt x="47952" y="83261"/>
                  <a:pt x="44734" y="85928"/>
                </a:cubicBezTo>
                <a:cubicBezTo>
                  <a:pt x="41516" y="88594"/>
                  <a:pt x="38098" y="90632"/>
                  <a:pt x="34481" y="92042"/>
                </a:cubicBezTo>
                <a:cubicBezTo>
                  <a:pt x="30865" y="93452"/>
                  <a:pt x="26850" y="94157"/>
                  <a:pt x="22436" y="94157"/>
                </a:cubicBezTo>
                <a:cubicBezTo>
                  <a:pt x="15080" y="94157"/>
                  <a:pt x="9502" y="91659"/>
                  <a:pt x="5701" y="86663"/>
                </a:cubicBezTo>
                <a:cubicBezTo>
                  <a:pt x="1900" y="81667"/>
                  <a:pt x="0" y="74388"/>
                  <a:pt x="0" y="64825"/>
                </a:cubicBezTo>
                <a:cubicBezTo>
                  <a:pt x="0" y="56549"/>
                  <a:pt x="1195" y="48335"/>
                  <a:pt x="3586" y="40182"/>
                </a:cubicBezTo>
                <a:cubicBezTo>
                  <a:pt x="5977" y="32029"/>
                  <a:pt x="9410" y="24995"/>
                  <a:pt x="13885" y="19080"/>
                </a:cubicBezTo>
                <a:cubicBezTo>
                  <a:pt x="18359" y="13164"/>
                  <a:pt x="23984" y="8505"/>
                  <a:pt x="30757" y="5103"/>
                </a:cubicBezTo>
                <a:cubicBezTo>
                  <a:pt x="37531" y="1701"/>
                  <a:pt x="45209" y="0"/>
                  <a:pt x="53791" y="0"/>
                </a:cubicBezTo>
                <a:cubicBezTo>
                  <a:pt x="62925" y="0"/>
                  <a:pt x="70710" y="2207"/>
                  <a:pt x="77146" y="6620"/>
                </a:cubicBezTo>
                <a:lnTo>
                  <a:pt x="86066" y="0"/>
                </a:lnTo>
                <a:lnTo>
                  <a:pt x="96364" y="1471"/>
                </a:lnTo>
                <a:lnTo>
                  <a:pt x="81468" y="63997"/>
                </a:lnTo>
                <a:moveTo>
                  <a:pt x="63262" y="35493"/>
                </a:moveTo>
                <a:cubicBezTo>
                  <a:pt x="64243" y="30957"/>
                  <a:pt x="64733" y="26420"/>
                  <a:pt x="64733" y="21884"/>
                </a:cubicBezTo>
                <a:cubicBezTo>
                  <a:pt x="64733" y="17838"/>
                  <a:pt x="63967" y="14773"/>
                  <a:pt x="62434" y="12689"/>
                </a:cubicBezTo>
                <a:cubicBezTo>
                  <a:pt x="60902" y="10605"/>
                  <a:pt x="58388" y="9563"/>
                  <a:pt x="54894" y="9563"/>
                </a:cubicBezTo>
                <a:cubicBezTo>
                  <a:pt x="49193" y="9563"/>
                  <a:pt x="44136" y="12429"/>
                  <a:pt x="39723" y="18160"/>
                </a:cubicBezTo>
                <a:cubicBezTo>
                  <a:pt x="35309" y="23892"/>
                  <a:pt x="31754" y="31600"/>
                  <a:pt x="29056" y="41286"/>
                </a:cubicBezTo>
                <a:cubicBezTo>
                  <a:pt x="26359" y="50971"/>
                  <a:pt x="25011" y="59645"/>
                  <a:pt x="25011" y="67308"/>
                </a:cubicBezTo>
                <a:cubicBezTo>
                  <a:pt x="25011" y="71783"/>
                  <a:pt x="25669" y="75123"/>
                  <a:pt x="26987" y="77330"/>
                </a:cubicBezTo>
                <a:cubicBezTo>
                  <a:pt x="28305" y="79537"/>
                  <a:pt x="30344" y="80640"/>
                  <a:pt x="33102" y="80640"/>
                </a:cubicBezTo>
                <a:cubicBezTo>
                  <a:pt x="37148" y="80640"/>
                  <a:pt x="41270" y="78664"/>
                  <a:pt x="45469" y="74710"/>
                </a:cubicBezTo>
                <a:cubicBezTo>
                  <a:pt x="49669" y="70756"/>
                  <a:pt x="53055" y="66112"/>
                  <a:pt x="55630" y="60779"/>
                </a:cubicBezTo>
                <a:cubicBezTo>
                  <a:pt x="58205" y="55446"/>
                  <a:pt x="60503" y="48151"/>
                  <a:pt x="62526" y="38895"/>
                </a:cubicBezTo>
                <a:lnTo>
                  <a:pt x="63262" y="3549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41">
            <a:extLst xmlns:a="http://schemas.openxmlformats.org/drawingml/2006/main">
              <a:ext uri="{FF2B5EF4-FFF2-40B4-BE49-F238E27FC236}">
                <a16:creationId xmlns:a16="http://schemas.microsoft.com/office/drawing/2014/main" id="{78F3630E-FAA0-4DB5-A4A7-37D102F4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0133" y="1726809"/>
            <a:ext cx="81560" cy="169005"/>
          </a:xfrm>
          <a:custGeom xmlns:a="http://schemas.openxmlformats.org/drawingml/2006/main">
            <a:pathLst>
              <a:path w="81560" h="169005">
                <a:moveTo>
                  <a:pt x="81560" y="0"/>
                </a:moveTo>
                <a:lnTo>
                  <a:pt x="76779" y="22528"/>
                </a:lnTo>
                <a:lnTo>
                  <a:pt x="52963" y="22528"/>
                </a:lnTo>
                <a:lnTo>
                  <a:pt x="58021" y="0"/>
                </a:lnTo>
                <a:lnTo>
                  <a:pt x="81560" y="0"/>
                </a:lnTo>
                <a:moveTo>
                  <a:pt x="55630" y="125053"/>
                </a:moveTo>
                <a:cubicBezTo>
                  <a:pt x="52320" y="140316"/>
                  <a:pt x="46910" y="151458"/>
                  <a:pt x="39401" y="158476"/>
                </a:cubicBezTo>
                <a:cubicBezTo>
                  <a:pt x="31891" y="165495"/>
                  <a:pt x="21670" y="169005"/>
                  <a:pt x="8735" y="169005"/>
                </a:cubicBezTo>
                <a:cubicBezTo>
                  <a:pt x="5854" y="169005"/>
                  <a:pt x="2942" y="168606"/>
                  <a:pt x="0" y="167809"/>
                </a:cubicBezTo>
                <a:lnTo>
                  <a:pt x="2483" y="157787"/>
                </a:lnTo>
                <a:cubicBezTo>
                  <a:pt x="4199" y="158277"/>
                  <a:pt x="6222" y="158522"/>
                  <a:pt x="8551" y="158522"/>
                </a:cubicBezTo>
                <a:cubicBezTo>
                  <a:pt x="11310" y="158522"/>
                  <a:pt x="13563" y="158139"/>
                  <a:pt x="15310" y="157373"/>
                </a:cubicBezTo>
                <a:cubicBezTo>
                  <a:pt x="17057" y="156607"/>
                  <a:pt x="18635" y="155289"/>
                  <a:pt x="20045" y="153419"/>
                </a:cubicBezTo>
                <a:cubicBezTo>
                  <a:pt x="21455" y="151550"/>
                  <a:pt x="22773" y="148806"/>
                  <a:pt x="23999" y="145190"/>
                </a:cubicBezTo>
                <a:cubicBezTo>
                  <a:pt x="25225" y="141573"/>
                  <a:pt x="26574" y="136485"/>
                  <a:pt x="28045" y="129926"/>
                </a:cubicBezTo>
                <a:lnTo>
                  <a:pt x="42941" y="63722"/>
                </a:lnTo>
                <a:cubicBezTo>
                  <a:pt x="44351" y="57469"/>
                  <a:pt x="45056" y="52871"/>
                  <a:pt x="45056" y="49929"/>
                </a:cubicBezTo>
                <a:cubicBezTo>
                  <a:pt x="45056" y="47538"/>
                  <a:pt x="44489" y="45837"/>
                  <a:pt x="43355" y="44826"/>
                </a:cubicBezTo>
                <a:cubicBezTo>
                  <a:pt x="42221" y="43814"/>
                  <a:pt x="39845" y="43125"/>
                  <a:pt x="36228" y="42757"/>
                </a:cubicBezTo>
                <a:lnTo>
                  <a:pt x="37608" y="36688"/>
                </a:lnTo>
                <a:lnTo>
                  <a:pt x="64549" y="35677"/>
                </a:lnTo>
                <a:lnTo>
                  <a:pt x="75032" y="35677"/>
                </a:lnTo>
                <a:lnTo>
                  <a:pt x="55630" y="125053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42">
            <a:extLst xmlns:a="http://schemas.openxmlformats.org/drawingml/2006/main">
              <a:ext uri="{FF2B5EF4-FFF2-40B4-BE49-F238E27FC236}">
                <a16:creationId xmlns:a16="http://schemas.microsoft.com/office/drawing/2014/main" id="{9BF8FF3D-FC11-4CAD-8E52-B7F801DD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8" y="239081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69893" y="166614"/>
                </a:moveTo>
                <a:cubicBezTo>
                  <a:pt x="269893" y="156021"/>
                  <a:pt x="270077" y="146348"/>
                  <a:pt x="270444" y="137595"/>
                </a:cubicBezTo>
                <a:cubicBezTo>
                  <a:pt x="270812" y="128841"/>
                  <a:pt x="271143" y="121522"/>
                  <a:pt x="271438" y="115637"/>
                </a:cubicBezTo>
                <a:lnTo>
                  <a:pt x="256431" y="115637"/>
                </a:lnTo>
                <a:lnTo>
                  <a:pt x="179414" y="160214"/>
                </a:lnTo>
                <a:lnTo>
                  <a:pt x="190006" y="177207"/>
                </a:lnTo>
                <a:cubicBezTo>
                  <a:pt x="197362" y="172352"/>
                  <a:pt x="203725" y="168453"/>
                  <a:pt x="209095" y="165511"/>
                </a:cubicBezTo>
                <a:cubicBezTo>
                  <a:pt x="214465" y="162568"/>
                  <a:pt x="218842" y="161097"/>
                  <a:pt x="222226" y="161097"/>
                </a:cubicBezTo>
                <a:cubicBezTo>
                  <a:pt x="227081" y="161097"/>
                  <a:pt x="229508" y="165216"/>
                  <a:pt x="229508" y="173455"/>
                </a:cubicBezTo>
                <a:lnTo>
                  <a:pt x="229508" y="327049"/>
                </a:lnTo>
                <a:cubicBezTo>
                  <a:pt x="229508" y="333522"/>
                  <a:pt x="229177" y="338708"/>
                  <a:pt x="228515" y="342607"/>
                </a:cubicBezTo>
                <a:cubicBezTo>
                  <a:pt x="227853" y="346506"/>
                  <a:pt x="226308" y="349669"/>
                  <a:pt x="223881" y="352096"/>
                </a:cubicBezTo>
                <a:cubicBezTo>
                  <a:pt x="221453" y="354524"/>
                  <a:pt x="217849" y="356326"/>
                  <a:pt x="213067" y="357503"/>
                </a:cubicBezTo>
                <a:cubicBezTo>
                  <a:pt x="208286" y="358680"/>
                  <a:pt x="201849" y="359710"/>
                  <a:pt x="193758" y="360593"/>
                </a:cubicBezTo>
                <a:lnTo>
                  <a:pt x="193758" y="375378"/>
                </a:lnTo>
                <a:lnTo>
                  <a:pt x="305864" y="375378"/>
                </a:lnTo>
                <a:lnTo>
                  <a:pt x="305864" y="360593"/>
                </a:lnTo>
                <a:cubicBezTo>
                  <a:pt x="300567" y="360151"/>
                  <a:pt x="296117" y="359600"/>
                  <a:pt x="292513" y="358937"/>
                </a:cubicBezTo>
                <a:cubicBezTo>
                  <a:pt x="288908" y="358275"/>
                  <a:pt x="285855" y="357503"/>
                  <a:pt x="283354" y="356620"/>
                </a:cubicBezTo>
                <a:cubicBezTo>
                  <a:pt x="280853" y="355738"/>
                  <a:pt x="278830" y="354634"/>
                  <a:pt x="277286" y="353310"/>
                </a:cubicBezTo>
                <a:cubicBezTo>
                  <a:pt x="275741" y="351986"/>
                  <a:pt x="274306" y="350441"/>
                  <a:pt x="272982" y="348676"/>
                </a:cubicBezTo>
                <a:cubicBezTo>
                  <a:pt x="272100" y="346616"/>
                  <a:pt x="271364" y="344005"/>
                  <a:pt x="270775" y="340842"/>
                </a:cubicBezTo>
                <a:cubicBezTo>
                  <a:pt x="270187" y="337679"/>
                  <a:pt x="269893" y="333081"/>
                  <a:pt x="269893" y="327049"/>
                </a:cubicBezTo>
                <a:lnTo>
                  <a:pt x="269893" y="166614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43">
            <a:extLst xmlns:a="http://schemas.openxmlformats.org/drawingml/2006/main">
              <a:ext uri="{FF2B5EF4-FFF2-40B4-BE49-F238E27FC236}">
                <a16:creationId xmlns:a16="http://schemas.microsoft.com/office/drawing/2014/main" id="{2D13B423-1BFF-49C8-9318-D84D727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2284824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7" name="path-244">
            <a:extLst xmlns:a="http://schemas.openxmlformats.org/drawingml/2006/main">
              <a:ext uri="{FF2B5EF4-FFF2-40B4-BE49-F238E27FC236}">
                <a16:creationId xmlns:a16="http://schemas.microsoft.com/office/drawing/2014/main" id="{8EC494D3-7F92-4CE6-9545-E9CC1F30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2284824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8" name="path-245">
            <a:extLst xmlns:a="http://schemas.openxmlformats.org/drawingml/2006/main">
              <a:ext uri="{FF2B5EF4-FFF2-40B4-BE49-F238E27FC236}">
                <a16:creationId xmlns:a16="http://schemas.microsoft.com/office/drawing/2014/main" id="{E0E2284D-9861-4881-9249-7C52E92F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2284824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59" name="path-246">
            <a:extLst xmlns:a="http://schemas.openxmlformats.org/drawingml/2006/main">
              <a:ext uri="{FF2B5EF4-FFF2-40B4-BE49-F238E27FC236}">
                <a16:creationId xmlns:a16="http://schemas.microsoft.com/office/drawing/2014/main" id="{28B5074B-5C39-40B2-8411-E4BB17F1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2812441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0" name="path-247">
            <a:extLst xmlns:a="http://schemas.openxmlformats.org/drawingml/2006/main">
              <a:ext uri="{FF2B5EF4-FFF2-40B4-BE49-F238E27FC236}">
                <a16:creationId xmlns:a16="http://schemas.microsoft.com/office/drawing/2014/main" id="{0A795291-8654-4EA1-BE18-2B2630EE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445" y="3340062"/>
            <a:ext cx="242644" cy="191"/>
          </a:xfrm>
          <a:custGeom xmlns:a="http://schemas.openxmlformats.org/drawingml/2006/main">
            <a:pathLst>
              <a:path w="242644" h="191">
                <a:moveTo>
                  <a:pt x="0" y="0"/>
                </a:moveTo>
                <a:lnTo>
                  <a:pt x="242644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1" name="path-248">
            <a:extLst xmlns:a="http://schemas.openxmlformats.org/drawingml/2006/main">
              <a:ext uri="{FF2B5EF4-FFF2-40B4-BE49-F238E27FC236}">
                <a16:creationId xmlns:a16="http://schemas.microsoft.com/office/drawing/2014/main" id="{4A733AE2-7051-4ECA-8380-C14436B5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2812441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2" name="path-249">
            <a:extLst xmlns:a="http://schemas.openxmlformats.org/drawingml/2006/main">
              <a:ext uri="{FF2B5EF4-FFF2-40B4-BE49-F238E27FC236}">
                <a16:creationId xmlns:a16="http://schemas.microsoft.com/office/drawing/2014/main" id="{2DDCC3EA-7C94-411D-B368-815B9A3E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4674" y="3340062"/>
            <a:ext cx="268348" cy="191"/>
          </a:xfrm>
          <a:custGeom xmlns:a="http://schemas.openxmlformats.org/drawingml/2006/main">
            <a:pathLst>
              <a:path w="268348" h="191">
                <a:moveTo>
                  <a:pt x="0" y="0"/>
                </a:moveTo>
                <a:lnTo>
                  <a:pt x="268348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3" name="path-250">
            <a:extLst xmlns:a="http://schemas.openxmlformats.org/drawingml/2006/main">
              <a:ext uri="{FF2B5EF4-FFF2-40B4-BE49-F238E27FC236}">
                <a16:creationId xmlns:a16="http://schemas.microsoft.com/office/drawing/2014/main" id="{1A3DD015-A507-45B1-8D22-69FB604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3340062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4" name="path-251">
            <a:extLst xmlns:a="http://schemas.openxmlformats.org/drawingml/2006/main">
              <a:ext uri="{FF2B5EF4-FFF2-40B4-BE49-F238E27FC236}">
                <a16:creationId xmlns:a16="http://schemas.microsoft.com/office/drawing/2014/main" id="{A0D604FE-ACD4-4503-A078-5824301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589" y="2812441"/>
            <a:ext cx="379450" cy="191"/>
          </a:xfrm>
          <a:custGeom xmlns:a="http://schemas.openxmlformats.org/drawingml/2006/main">
            <a:pathLst>
              <a:path w="379450" h="191">
                <a:moveTo>
                  <a:pt x="0" y="0"/>
                </a:moveTo>
                <a:lnTo>
                  <a:pt x="379450" y="2"/>
                </a:lnTo>
              </a:path>
            </a:pathLst>
          </a:custGeom>
          <a:noFill xmlns:a="http://schemas.openxmlformats.org/drawingml/2006/main"/>
          <a:ln xmlns:a="http://schemas.openxmlformats.org/drawingml/2006/main" w="42371">
            <a:solidFill>
              <a:srgbClr val="BFBFBF"/>
            </a:solidFill>
            <a:prstDash val="solid"/>
          </a:ln>
        </p:spPr>
      </p:sp>
      <p:sp>
        <p:nvSpPr>
          <p:cNvPr id="265" name="path-252">
            <a:extLst xmlns:a="http://schemas.openxmlformats.org/drawingml/2006/main">
              <a:ext uri="{FF2B5EF4-FFF2-40B4-BE49-F238E27FC236}">
                <a16:creationId xmlns:a16="http://schemas.microsoft.com/office/drawing/2014/main" id="{7E69D9AA-1D2C-48BD-A5B3-A743B376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974" y="202924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05895" y="342055"/>
                </a:moveTo>
                <a:cubicBezTo>
                  <a:pt x="211486" y="332787"/>
                  <a:pt x="218511" y="323077"/>
                  <a:pt x="226970" y="312926"/>
                </a:cubicBezTo>
                <a:cubicBezTo>
                  <a:pt x="235430" y="302774"/>
                  <a:pt x="245324" y="291740"/>
                  <a:pt x="256652" y="279823"/>
                </a:cubicBezTo>
                <a:lnTo>
                  <a:pt x="286665" y="248266"/>
                </a:lnTo>
                <a:cubicBezTo>
                  <a:pt x="293432" y="241057"/>
                  <a:pt x="299170" y="234473"/>
                  <a:pt x="303878" y="228515"/>
                </a:cubicBezTo>
                <a:cubicBezTo>
                  <a:pt x="308585" y="222557"/>
                  <a:pt x="312374" y="216782"/>
                  <a:pt x="315243" y="211192"/>
                </a:cubicBezTo>
                <a:cubicBezTo>
                  <a:pt x="318112" y="205601"/>
                  <a:pt x="320171" y="200010"/>
                  <a:pt x="321422" y="194420"/>
                </a:cubicBezTo>
                <a:cubicBezTo>
                  <a:pt x="322672" y="188829"/>
                  <a:pt x="323298" y="182797"/>
                  <a:pt x="323298" y="176324"/>
                </a:cubicBezTo>
                <a:cubicBezTo>
                  <a:pt x="323298" y="156316"/>
                  <a:pt x="317082" y="141199"/>
                  <a:pt x="304650" y="130974"/>
                </a:cubicBezTo>
                <a:cubicBezTo>
                  <a:pt x="292218" y="120749"/>
                  <a:pt x="273644" y="115637"/>
                  <a:pt x="248928" y="115637"/>
                </a:cubicBezTo>
                <a:cubicBezTo>
                  <a:pt x="237894" y="115637"/>
                  <a:pt x="225536" y="117255"/>
                  <a:pt x="211854" y="120492"/>
                </a:cubicBezTo>
                <a:cubicBezTo>
                  <a:pt x="198171" y="123728"/>
                  <a:pt x="183239" y="129098"/>
                  <a:pt x="167055" y="136601"/>
                </a:cubicBezTo>
                <a:lnTo>
                  <a:pt x="167055" y="174779"/>
                </a:lnTo>
                <a:lnTo>
                  <a:pt x="195744" y="174779"/>
                </a:lnTo>
                <a:cubicBezTo>
                  <a:pt x="203688" y="149033"/>
                  <a:pt x="218695" y="136160"/>
                  <a:pt x="240763" y="136160"/>
                </a:cubicBezTo>
                <a:cubicBezTo>
                  <a:pt x="247383" y="136160"/>
                  <a:pt x="253121" y="137300"/>
                  <a:pt x="257976" y="139581"/>
                </a:cubicBezTo>
                <a:cubicBezTo>
                  <a:pt x="262831" y="141861"/>
                  <a:pt x="266877" y="145024"/>
                  <a:pt x="270113" y="149070"/>
                </a:cubicBezTo>
                <a:cubicBezTo>
                  <a:pt x="273350" y="153116"/>
                  <a:pt x="275741" y="157934"/>
                  <a:pt x="277286" y="163525"/>
                </a:cubicBezTo>
                <a:cubicBezTo>
                  <a:pt x="278830" y="169115"/>
                  <a:pt x="279603" y="175221"/>
                  <a:pt x="279603" y="181841"/>
                </a:cubicBezTo>
                <a:cubicBezTo>
                  <a:pt x="279603" y="187432"/>
                  <a:pt x="278941" y="192985"/>
                  <a:pt x="277617" y="198502"/>
                </a:cubicBezTo>
                <a:cubicBezTo>
                  <a:pt x="276293" y="204019"/>
                  <a:pt x="273644" y="210272"/>
                  <a:pt x="269672" y="217260"/>
                </a:cubicBezTo>
                <a:cubicBezTo>
                  <a:pt x="265700" y="224249"/>
                  <a:pt x="259999" y="232414"/>
                  <a:pt x="252569" y="241756"/>
                </a:cubicBezTo>
                <a:cubicBezTo>
                  <a:pt x="245140" y="251098"/>
                  <a:pt x="235393" y="262390"/>
                  <a:pt x="223329" y="275630"/>
                </a:cubicBezTo>
                <a:cubicBezTo>
                  <a:pt x="214502" y="285193"/>
                  <a:pt x="206815" y="293947"/>
                  <a:pt x="200268" y="301891"/>
                </a:cubicBezTo>
                <a:cubicBezTo>
                  <a:pt x="193721" y="309836"/>
                  <a:pt x="188020" y="317302"/>
                  <a:pt x="183165" y="324291"/>
                </a:cubicBezTo>
                <a:cubicBezTo>
                  <a:pt x="178310" y="331279"/>
                  <a:pt x="174154" y="338046"/>
                  <a:pt x="170697" y="344593"/>
                </a:cubicBezTo>
                <a:cubicBezTo>
                  <a:pt x="167239" y="351140"/>
                  <a:pt x="164113" y="357797"/>
                  <a:pt x="161318" y="364565"/>
                </a:cubicBezTo>
                <a:lnTo>
                  <a:pt x="161318" y="375378"/>
                </a:lnTo>
                <a:lnTo>
                  <a:pt x="323298" y="375378"/>
                </a:lnTo>
                <a:lnTo>
                  <a:pt x="326608" y="317560"/>
                </a:lnTo>
                <a:lnTo>
                  <a:pt x="304981" y="317560"/>
                </a:lnTo>
                <a:cubicBezTo>
                  <a:pt x="304687" y="318443"/>
                  <a:pt x="304393" y="319178"/>
                  <a:pt x="304098" y="319767"/>
                </a:cubicBezTo>
                <a:cubicBezTo>
                  <a:pt x="302480" y="324916"/>
                  <a:pt x="301046" y="328962"/>
                  <a:pt x="299795" y="331904"/>
                </a:cubicBezTo>
                <a:cubicBezTo>
                  <a:pt x="298545" y="334846"/>
                  <a:pt x="297110" y="336906"/>
                  <a:pt x="295492" y="338083"/>
                </a:cubicBezTo>
                <a:cubicBezTo>
                  <a:pt x="293432" y="339701"/>
                  <a:pt x="290563" y="340768"/>
                  <a:pt x="286885" y="341283"/>
                </a:cubicBezTo>
                <a:cubicBezTo>
                  <a:pt x="283207" y="341798"/>
                  <a:pt x="278499" y="342055"/>
                  <a:pt x="272762" y="342055"/>
                </a:cubicBezTo>
                <a:lnTo>
                  <a:pt x="205895" y="342055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path-253">
            <a:extLst xmlns:a="http://schemas.openxmlformats.org/drawingml/2006/main">
              <a:ext uri="{FF2B5EF4-FFF2-40B4-BE49-F238E27FC236}">
                <a16:creationId xmlns:a16="http://schemas.microsoft.com/office/drawing/2014/main" id="{C6ACB82D-D37B-4E25-A13C-36C72FF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224" y="1504409"/>
            <a:ext cx="976679" cy="603312"/>
          </a:xfrm>
          <a:custGeom xmlns:a="http://schemas.openxmlformats.org/drawingml/2006/main">
            <a:pathLst>
              <a:path w="976679" h="603312">
                <a:moveTo>
                  <a:pt x="0" y="100554"/>
                </a:moveTo>
                <a:cubicBezTo>
                  <a:pt x="0" y="45021"/>
                  <a:pt x="45018" y="0"/>
                  <a:pt x="100551" y="0"/>
                </a:cubicBezTo>
                <a:lnTo>
                  <a:pt x="876125" y="0"/>
                </a:lnTo>
                <a:cubicBezTo>
                  <a:pt x="931658" y="0"/>
                  <a:pt x="976679" y="45021"/>
                  <a:pt x="976679" y="100554"/>
                </a:cubicBezTo>
                <a:lnTo>
                  <a:pt x="976679" y="502758"/>
                </a:lnTo>
                <a:cubicBezTo>
                  <a:pt x="976679" y="558292"/>
                  <a:pt x="931658" y="603312"/>
                  <a:pt x="876125" y="603312"/>
                </a:cubicBezTo>
                <a:lnTo>
                  <a:pt x="100551" y="603312"/>
                </a:lnTo>
                <a:cubicBezTo>
                  <a:pt x="45018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54">
            <a:extLst xmlns:a="http://schemas.openxmlformats.org/drawingml/2006/main">
              <a:ext uri="{FF2B5EF4-FFF2-40B4-BE49-F238E27FC236}">
                <a16:creationId xmlns:a16="http://schemas.microsoft.com/office/drawing/2014/main" id="{3BD98CC9-BD66-4AF4-80CA-7E8C9778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224" y="1504409"/>
            <a:ext cx="976681" cy="603312"/>
          </a:xfrm>
          <a:custGeom xmlns:a="http://schemas.openxmlformats.org/drawingml/2006/main">
            <a:pathLst>
              <a:path w="976681" h="603312">
                <a:moveTo>
                  <a:pt x="0" y="100554"/>
                </a:moveTo>
                <a:cubicBezTo>
                  <a:pt x="0" y="45020"/>
                  <a:pt x="45019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1" y="45020"/>
                  <a:pt x="976681" y="100554"/>
                </a:cubicBezTo>
                <a:lnTo>
                  <a:pt x="976681" y="502758"/>
                </a:lnTo>
                <a:cubicBezTo>
                  <a:pt x="976681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268" name="path-255">
            <a:extLst xmlns:a="http://schemas.openxmlformats.org/drawingml/2006/main">
              <a:ext uri="{FF2B5EF4-FFF2-40B4-BE49-F238E27FC236}">
                <a16:creationId xmlns:a16="http://schemas.microsoft.com/office/drawing/2014/main" id="{EDBE9571-4F95-4FD0-9E47-50226A07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007" y="1653893"/>
            <a:ext cx="179340" cy="201849"/>
          </a:xfrm>
          <a:custGeom xmlns:a="http://schemas.openxmlformats.org/drawingml/2006/main">
            <a:pathLst>
              <a:path w="179340" h="201849">
                <a:moveTo>
                  <a:pt x="110340" y="64292"/>
                </a:moveTo>
                <a:cubicBezTo>
                  <a:pt x="117991" y="49972"/>
                  <a:pt x="122674" y="40336"/>
                  <a:pt x="124390" y="35382"/>
                </a:cubicBezTo>
                <a:cubicBezTo>
                  <a:pt x="126107" y="30429"/>
                  <a:pt x="126965" y="25942"/>
                  <a:pt x="126965" y="21921"/>
                </a:cubicBezTo>
                <a:cubicBezTo>
                  <a:pt x="126965" y="14859"/>
                  <a:pt x="122797" y="10789"/>
                  <a:pt x="114460" y="9710"/>
                </a:cubicBezTo>
                <a:lnTo>
                  <a:pt x="116667" y="0"/>
                </a:lnTo>
                <a:lnTo>
                  <a:pt x="179340" y="0"/>
                </a:lnTo>
                <a:lnTo>
                  <a:pt x="177133" y="9710"/>
                </a:lnTo>
                <a:cubicBezTo>
                  <a:pt x="173602" y="10495"/>
                  <a:pt x="170537" y="11843"/>
                  <a:pt x="167938" y="13756"/>
                </a:cubicBezTo>
                <a:cubicBezTo>
                  <a:pt x="165339" y="15668"/>
                  <a:pt x="162912" y="18169"/>
                  <a:pt x="160656" y="21259"/>
                </a:cubicBezTo>
                <a:cubicBezTo>
                  <a:pt x="158400" y="24348"/>
                  <a:pt x="155065" y="29816"/>
                  <a:pt x="150651" y="37663"/>
                </a:cubicBezTo>
                <a:lnTo>
                  <a:pt x="59290" y="201849"/>
                </a:lnTo>
                <a:lnTo>
                  <a:pt x="22362" y="201849"/>
                </a:lnTo>
                <a:lnTo>
                  <a:pt x="16036" y="44578"/>
                </a:lnTo>
                <a:cubicBezTo>
                  <a:pt x="15840" y="38987"/>
                  <a:pt x="15448" y="33960"/>
                  <a:pt x="14859" y="29498"/>
                </a:cubicBezTo>
                <a:cubicBezTo>
                  <a:pt x="14271" y="25035"/>
                  <a:pt x="13339" y="21382"/>
                  <a:pt x="12064" y="18537"/>
                </a:cubicBezTo>
                <a:cubicBezTo>
                  <a:pt x="10789" y="15693"/>
                  <a:pt x="9195" y="13609"/>
                  <a:pt x="7282" y="12285"/>
                </a:cubicBezTo>
                <a:cubicBezTo>
                  <a:pt x="5370" y="10960"/>
                  <a:pt x="2942" y="10102"/>
                  <a:pt x="0" y="9710"/>
                </a:cubicBezTo>
                <a:lnTo>
                  <a:pt x="2207" y="0"/>
                </a:lnTo>
                <a:lnTo>
                  <a:pt x="78268" y="0"/>
                </a:lnTo>
                <a:lnTo>
                  <a:pt x="76061" y="9710"/>
                </a:lnTo>
                <a:cubicBezTo>
                  <a:pt x="71746" y="10004"/>
                  <a:pt x="68387" y="11083"/>
                  <a:pt x="65984" y="12947"/>
                </a:cubicBezTo>
                <a:cubicBezTo>
                  <a:pt x="63581" y="14810"/>
                  <a:pt x="61864" y="17311"/>
                  <a:pt x="60834" y="20450"/>
                </a:cubicBezTo>
                <a:cubicBezTo>
                  <a:pt x="59805" y="23588"/>
                  <a:pt x="59290" y="28296"/>
                  <a:pt x="59290" y="34573"/>
                </a:cubicBezTo>
                <a:lnTo>
                  <a:pt x="59290" y="40900"/>
                </a:lnTo>
                <a:cubicBezTo>
                  <a:pt x="59290" y="43057"/>
                  <a:pt x="59339" y="45362"/>
                  <a:pt x="59437" y="47814"/>
                </a:cubicBezTo>
                <a:lnTo>
                  <a:pt x="60467" y="99454"/>
                </a:lnTo>
                <a:cubicBezTo>
                  <a:pt x="60859" y="119168"/>
                  <a:pt x="61055" y="137165"/>
                  <a:pt x="61055" y="153447"/>
                </a:cubicBezTo>
                <a:lnTo>
                  <a:pt x="62820" y="153447"/>
                </a:lnTo>
                <a:lnTo>
                  <a:pt x="110340" y="64292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path-256">
            <a:extLst xmlns:a="http://schemas.openxmlformats.org/drawingml/2006/main">
              <a:ext uri="{FF2B5EF4-FFF2-40B4-BE49-F238E27FC236}">
                <a16:creationId xmlns:a16="http://schemas.microsoft.com/office/drawing/2014/main" id="{BB5691A9-74E8-4F08-8FED-4C6D402F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53" y="1764502"/>
            <a:ext cx="60687" cy="155249"/>
          </a:xfrm>
          <a:custGeom xmlns:a="http://schemas.openxmlformats.org/drawingml/2006/main">
            <a:pathLst>
              <a:path w="60687" h="155249">
                <a:moveTo>
                  <a:pt x="57818" y="0"/>
                </a:moveTo>
                <a:lnTo>
                  <a:pt x="52081" y="27033"/>
                </a:lnTo>
                <a:lnTo>
                  <a:pt x="23503" y="27033"/>
                </a:lnTo>
                <a:lnTo>
                  <a:pt x="29571" y="0"/>
                </a:lnTo>
                <a:lnTo>
                  <a:pt x="57818" y="0"/>
                </a:lnTo>
                <a:moveTo>
                  <a:pt x="32550" y="118726"/>
                </a:moveTo>
                <a:cubicBezTo>
                  <a:pt x="31815" y="121816"/>
                  <a:pt x="31318" y="124207"/>
                  <a:pt x="31061" y="125898"/>
                </a:cubicBezTo>
                <a:cubicBezTo>
                  <a:pt x="30803" y="127590"/>
                  <a:pt x="30675" y="129503"/>
                  <a:pt x="30675" y="131636"/>
                </a:cubicBezTo>
                <a:cubicBezTo>
                  <a:pt x="30675" y="134505"/>
                  <a:pt x="31153" y="136491"/>
                  <a:pt x="32109" y="137595"/>
                </a:cubicBezTo>
                <a:cubicBezTo>
                  <a:pt x="33065" y="138698"/>
                  <a:pt x="34426" y="139250"/>
                  <a:pt x="36192" y="139250"/>
                </a:cubicBezTo>
                <a:cubicBezTo>
                  <a:pt x="38325" y="139250"/>
                  <a:pt x="40716" y="138238"/>
                  <a:pt x="43364" y="136215"/>
                </a:cubicBezTo>
                <a:cubicBezTo>
                  <a:pt x="46012" y="134192"/>
                  <a:pt x="49138" y="131121"/>
                  <a:pt x="52743" y="127002"/>
                </a:cubicBezTo>
                <a:lnTo>
                  <a:pt x="60687" y="134946"/>
                </a:lnTo>
                <a:cubicBezTo>
                  <a:pt x="53478" y="142302"/>
                  <a:pt x="47023" y="147525"/>
                  <a:pt x="41323" y="150615"/>
                </a:cubicBezTo>
                <a:cubicBezTo>
                  <a:pt x="35622" y="153704"/>
                  <a:pt x="29351" y="155249"/>
                  <a:pt x="22509" y="155249"/>
                </a:cubicBezTo>
                <a:cubicBezTo>
                  <a:pt x="14712" y="155249"/>
                  <a:pt x="9011" y="153336"/>
                  <a:pt x="5407" y="149511"/>
                </a:cubicBezTo>
                <a:cubicBezTo>
                  <a:pt x="1802" y="145686"/>
                  <a:pt x="0" y="139912"/>
                  <a:pt x="0" y="132188"/>
                </a:cubicBezTo>
                <a:cubicBezTo>
                  <a:pt x="0" y="127259"/>
                  <a:pt x="809" y="121485"/>
                  <a:pt x="2427" y="114864"/>
                </a:cubicBezTo>
                <a:lnTo>
                  <a:pt x="11696" y="76466"/>
                </a:lnTo>
                <a:cubicBezTo>
                  <a:pt x="13388" y="69478"/>
                  <a:pt x="14234" y="63961"/>
                  <a:pt x="14234" y="59915"/>
                </a:cubicBezTo>
                <a:cubicBezTo>
                  <a:pt x="14234" y="57046"/>
                  <a:pt x="13553" y="55005"/>
                  <a:pt x="12193" y="53791"/>
                </a:cubicBezTo>
                <a:cubicBezTo>
                  <a:pt x="10832" y="52577"/>
                  <a:pt x="7981" y="51750"/>
                  <a:pt x="3641" y="51308"/>
                </a:cubicBezTo>
                <a:lnTo>
                  <a:pt x="5296" y="44026"/>
                </a:lnTo>
                <a:lnTo>
                  <a:pt x="37626" y="42812"/>
                </a:lnTo>
                <a:lnTo>
                  <a:pt x="50205" y="42812"/>
                </a:lnTo>
                <a:lnTo>
                  <a:pt x="32550" y="118726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57">
            <a:extLst xmlns:a="http://schemas.openxmlformats.org/drawingml/2006/main">
              <a:ext uri="{FF2B5EF4-FFF2-40B4-BE49-F238E27FC236}">
                <a16:creationId xmlns:a16="http://schemas.microsoft.com/office/drawing/2014/main" id="{3FEF5A4A-44EB-4ACE-B95B-A2A00C0D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445" y="998930"/>
            <a:ext cx="1525018" cy="314722"/>
          </a:xfrm>
          <a:custGeom xmlns:a="http://schemas.openxmlformats.org/drawingml/2006/main">
            <a:pathLst>
              <a:path w="1525018" h="314722">
                <a:moveTo>
                  <a:pt x="0" y="52456"/>
                </a:moveTo>
                <a:cubicBezTo>
                  <a:pt x="0" y="23486"/>
                  <a:pt x="23483" y="0"/>
                  <a:pt x="52453" y="0"/>
                </a:cubicBezTo>
                <a:lnTo>
                  <a:pt x="1472563" y="0"/>
                </a:lnTo>
                <a:cubicBezTo>
                  <a:pt x="1501534" y="0"/>
                  <a:pt x="1525018" y="23486"/>
                  <a:pt x="1525018" y="52456"/>
                </a:cubicBezTo>
                <a:lnTo>
                  <a:pt x="1525018" y="262267"/>
                </a:lnTo>
                <a:cubicBezTo>
                  <a:pt x="1525018" y="291237"/>
                  <a:pt x="1501534" y="314722"/>
                  <a:pt x="1472563" y="314722"/>
                </a:cubicBezTo>
                <a:lnTo>
                  <a:pt x="52453" y="314722"/>
                </a:lnTo>
                <a:cubicBezTo>
                  <a:pt x="23483" y="314722"/>
                  <a:pt x="0" y="291237"/>
                  <a:pt x="0" y="262267"/>
                </a:cubicBezTo>
                <a:lnTo>
                  <a:pt x="0" y="52456"/>
                </a:lnTo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path-258">
            <a:extLst xmlns:a="http://schemas.openxmlformats.org/drawingml/2006/main">
              <a:ext uri="{FF2B5EF4-FFF2-40B4-BE49-F238E27FC236}">
                <a16:creationId xmlns:a16="http://schemas.microsoft.com/office/drawing/2014/main" id="{32D2FA94-A3F4-48BD-89A5-3B8CDBC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445" y="998930"/>
            <a:ext cx="1525020" cy="314721"/>
          </a:xfrm>
          <a:custGeom xmlns:a="http://schemas.openxmlformats.org/drawingml/2006/main">
            <a:pathLst>
              <a:path w="1525020" h="314721">
                <a:moveTo>
                  <a:pt x="0" y="52455"/>
                </a:moveTo>
                <a:cubicBezTo>
                  <a:pt x="0" y="23485"/>
                  <a:pt x="23485" y="0"/>
                  <a:pt x="52455" y="0"/>
                </a:cubicBezTo>
                <a:lnTo>
                  <a:pt x="1472566" y="0"/>
                </a:lnTo>
                <a:cubicBezTo>
                  <a:pt x="1501536" y="0"/>
                  <a:pt x="1525020" y="23485"/>
                  <a:pt x="1525020" y="52455"/>
                </a:cubicBezTo>
                <a:lnTo>
                  <a:pt x="1525020" y="262266"/>
                </a:lnTo>
                <a:cubicBezTo>
                  <a:pt x="1525020" y="291236"/>
                  <a:pt x="1501536" y="314721"/>
                  <a:pt x="1472566" y="314721"/>
                </a:cubicBezTo>
                <a:lnTo>
                  <a:pt x="52455" y="314721"/>
                </a:lnTo>
                <a:cubicBezTo>
                  <a:pt x="23485" y="314721"/>
                  <a:pt x="0" y="291236"/>
                  <a:pt x="0" y="262266"/>
                </a:cubicBezTo>
                <a:lnTo>
                  <a:pt x="0" y="52455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4007A"/>
            </a:solidFill>
            <a:prstDash val="solid"/>
          </a:ln>
        </p:spPr>
      </p:sp>
      <p:sp>
        <p:nvSpPr>
          <p:cNvPr id="272" name="text-259 Gate">
            <a:extLst xmlns:a="http://schemas.openxmlformats.org/drawingml/2006/main">
              <a:ext uri="{FF2B5EF4-FFF2-40B4-BE49-F238E27FC236}">
                <a16:creationId xmlns:a16="http://schemas.microsoft.com/office/drawing/2014/main" id="{F3FFB074-2B41-4157-99BA-8D060DF1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7971" y="982528"/>
            <a:ext cx="480353" cy="316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79" b="0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273" name="path-260">
            <a:extLst xmlns:a="http://schemas.openxmlformats.org/drawingml/2006/main">
              <a:ext uri="{FF2B5EF4-FFF2-40B4-BE49-F238E27FC236}">
                <a16:creationId xmlns:a16="http://schemas.microsoft.com/office/drawing/2014/main" id="{882ECBA2-EA37-42A3-A7D2-CFF2EF47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0037" y="1056037"/>
            <a:ext cx="127774" cy="154146"/>
          </a:xfrm>
          <a:custGeom xmlns:a="http://schemas.openxmlformats.org/drawingml/2006/main">
            <a:pathLst>
              <a:path w="127774" h="154146">
                <a:moveTo>
                  <a:pt x="75583" y="111444"/>
                </a:moveTo>
                <a:cubicBezTo>
                  <a:pt x="76172" y="108722"/>
                  <a:pt x="76540" y="106460"/>
                  <a:pt x="76687" y="104658"/>
                </a:cubicBezTo>
                <a:cubicBezTo>
                  <a:pt x="76834" y="102856"/>
                  <a:pt x="76907" y="101219"/>
                  <a:pt x="76907" y="99748"/>
                </a:cubicBezTo>
                <a:cubicBezTo>
                  <a:pt x="76907" y="96732"/>
                  <a:pt x="76208" y="94470"/>
                  <a:pt x="74811" y="92962"/>
                </a:cubicBezTo>
                <a:cubicBezTo>
                  <a:pt x="73413" y="91454"/>
                  <a:pt x="71022" y="90479"/>
                  <a:pt x="67639" y="90038"/>
                </a:cubicBezTo>
                <a:lnTo>
                  <a:pt x="69183" y="82755"/>
                </a:lnTo>
                <a:lnTo>
                  <a:pt x="123030" y="82755"/>
                </a:lnTo>
                <a:lnTo>
                  <a:pt x="121485" y="90038"/>
                </a:lnTo>
                <a:cubicBezTo>
                  <a:pt x="118616" y="90994"/>
                  <a:pt x="116483" y="92153"/>
                  <a:pt x="115085" y="93514"/>
                </a:cubicBezTo>
                <a:cubicBezTo>
                  <a:pt x="113687" y="94874"/>
                  <a:pt x="112437" y="96861"/>
                  <a:pt x="111334" y="99472"/>
                </a:cubicBezTo>
                <a:cubicBezTo>
                  <a:pt x="110230" y="102083"/>
                  <a:pt x="109016" y="106442"/>
                  <a:pt x="107692" y="112547"/>
                </a:cubicBezTo>
                <a:lnTo>
                  <a:pt x="99196" y="150615"/>
                </a:lnTo>
                <a:lnTo>
                  <a:pt x="83969" y="154146"/>
                </a:lnTo>
                <a:lnTo>
                  <a:pt x="78121" y="146311"/>
                </a:lnTo>
                <a:cubicBezTo>
                  <a:pt x="68485" y="151534"/>
                  <a:pt x="58444" y="154146"/>
                  <a:pt x="47998" y="154146"/>
                </a:cubicBezTo>
                <a:cubicBezTo>
                  <a:pt x="32550" y="154146"/>
                  <a:pt x="20689" y="149806"/>
                  <a:pt x="12413" y="141125"/>
                </a:cubicBezTo>
                <a:cubicBezTo>
                  <a:pt x="4138" y="132445"/>
                  <a:pt x="0" y="119903"/>
                  <a:pt x="0" y="103499"/>
                </a:cubicBezTo>
                <a:cubicBezTo>
                  <a:pt x="0" y="93348"/>
                  <a:pt x="1729" y="81744"/>
                  <a:pt x="5186" y="68687"/>
                </a:cubicBezTo>
                <a:cubicBezTo>
                  <a:pt x="8643" y="55630"/>
                  <a:pt x="13995" y="43860"/>
                  <a:pt x="21241" y="33378"/>
                </a:cubicBezTo>
                <a:cubicBezTo>
                  <a:pt x="28486" y="22896"/>
                  <a:pt x="37589" y="14712"/>
                  <a:pt x="48550" y="8827"/>
                </a:cubicBezTo>
                <a:cubicBezTo>
                  <a:pt x="59510" y="2942"/>
                  <a:pt x="71942" y="0"/>
                  <a:pt x="85845" y="0"/>
                </a:cubicBezTo>
                <a:cubicBezTo>
                  <a:pt x="101440" y="0"/>
                  <a:pt x="115416" y="2096"/>
                  <a:pt x="127774" y="6289"/>
                </a:cubicBezTo>
                <a:lnTo>
                  <a:pt x="121043" y="37847"/>
                </a:lnTo>
                <a:lnTo>
                  <a:pt x="106589" y="37847"/>
                </a:lnTo>
                <a:cubicBezTo>
                  <a:pt x="106589" y="31447"/>
                  <a:pt x="105908" y="26463"/>
                  <a:pt x="104548" y="22896"/>
                </a:cubicBezTo>
                <a:cubicBezTo>
                  <a:pt x="103187" y="19328"/>
                  <a:pt x="101109" y="16772"/>
                  <a:pt x="98313" y="15227"/>
                </a:cubicBezTo>
                <a:cubicBezTo>
                  <a:pt x="95518" y="13682"/>
                  <a:pt x="91766" y="12910"/>
                  <a:pt x="87059" y="12910"/>
                </a:cubicBezTo>
                <a:cubicBezTo>
                  <a:pt x="77275" y="12910"/>
                  <a:pt x="68485" y="17415"/>
                  <a:pt x="60687" y="26427"/>
                </a:cubicBezTo>
                <a:cubicBezTo>
                  <a:pt x="52890" y="35438"/>
                  <a:pt x="46269" y="48679"/>
                  <a:pt x="40826" y="66149"/>
                </a:cubicBezTo>
                <a:cubicBezTo>
                  <a:pt x="35383" y="83620"/>
                  <a:pt x="32661" y="99343"/>
                  <a:pt x="32661" y="113320"/>
                </a:cubicBezTo>
                <a:cubicBezTo>
                  <a:pt x="32661" y="131930"/>
                  <a:pt x="38803" y="141236"/>
                  <a:pt x="51088" y="141236"/>
                </a:cubicBezTo>
                <a:cubicBezTo>
                  <a:pt x="56972" y="141236"/>
                  <a:pt x="61827" y="139378"/>
                  <a:pt x="65653" y="135664"/>
                </a:cubicBezTo>
                <a:cubicBezTo>
                  <a:pt x="69478" y="131949"/>
                  <a:pt x="72273" y="126193"/>
                  <a:pt x="74038" y="118395"/>
                </a:cubicBezTo>
                <a:lnTo>
                  <a:pt x="75583" y="111444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path-261">
            <a:extLst xmlns:a="http://schemas.openxmlformats.org/drawingml/2006/main">
              <a:ext uri="{FF2B5EF4-FFF2-40B4-BE49-F238E27FC236}">
                <a16:creationId xmlns:a16="http://schemas.microsoft.com/office/drawing/2014/main" id="{A5809A5C-43D1-4C1D-BF2C-09371989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7695" y="1174715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62">
            <a:extLst xmlns:a="http://schemas.openxmlformats.org/drawingml/2006/main">
              <a:ext uri="{FF2B5EF4-FFF2-40B4-BE49-F238E27FC236}">
                <a16:creationId xmlns:a16="http://schemas.microsoft.com/office/drawing/2014/main" id="{D341B5D8-7EB5-40D2-8DBA-433EA769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6" y="1384984"/>
            <a:ext cx="1544378" cy="587189"/>
          </a:xfrm>
          <a:custGeom xmlns:a="http://schemas.openxmlformats.org/drawingml/2006/main">
            <a:pathLst>
              <a:path w="1544378" h="587189">
                <a:moveTo>
                  <a:pt x="0" y="97867"/>
                </a:moveTo>
                <a:cubicBezTo>
                  <a:pt x="0" y="43817"/>
                  <a:pt x="43817" y="0"/>
                  <a:pt x="97867" y="0"/>
                </a:cubicBezTo>
                <a:lnTo>
                  <a:pt x="1446513" y="0"/>
                </a:lnTo>
                <a:cubicBezTo>
                  <a:pt x="1500562" y="0"/>
                  <a:pt x="1544378" y="43817"/>
                  <a:pt x="1544378" y="97867"/>
                </a:cubicBezTo>
                <a:lnTo>
                  <a:pt x="1544378" y="489322"/>
                </a:lnTo>
                <a:cubicBezTo>
                  <a:pt x="1544378" y="543372"/>
                  <a:pt x="1500562" y="587189"/>
                  <a:pt x="1446513" y="587189"/>
                </a:cubicBezTo>
                <a:lnTo>
                  <a:pt x="97867" y="587189"/>
                </a:lnTo>
                <a:cubicBezTo>
                  <a:pt x="43817" y="587189"/>
                  <a:pt x="0" y="543372"/>
                  <a:pt x="0" y="489322"/>
                </a:cubicBezTo>
                <a:lnTo>
                  <a:pt x="0" y="97867"/>
                </a:lnTo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63">
            <a:extLst xmlns:a="http://schemas.openxmlformats.org/drawingml/2006/main">
              <a:ext uri="{FF2B5EF4-FFF2-40B4-BE49-F238E27FC236}">
                <a16:creationId xmlns:a16="http://schemas.microsoft.com/office/drawing/2014/main" id="{6FFF4C5C-C94A-4B4E-A700-A5650544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6" y="1384984"/>
            <a:ext cx="1544378" cy="587188"/>
          </a:xfrm>
          <a:custGeom xmlns:a="http://schemas.openxmlformats.org/drawingml/2006/main">
            <a:pathLst>
              <a:path w="1544378" h="587188">
                <a:moveTo>
                  <a:pt x="0" y="97866"/>
                </a:moveTo>
                <a:cubicBezTo>
                  <a:pt x="0" y="43816"/>
                  <a:pt x="43817" y="0"/>
                  <a:pt x="97866" y="0"/>
                </a:cubicBezTo>
                <a:lnTo>
                  <a:pt x="1446512" y="0"/>
                </a:lnTo>
                <a:cubicBezTo>
                  <a:pt x="1500561" y="0"/>
                  <a:pt x="1544378" y="43816"/>
                  <a:pt x="1544378" y="97866"/>
                </a:cubicBezTo>
                <a:lnTo>
                  <a:pt x="1544378" y="489322"/>
                </a:lnTo>
                <a:cubicBezTo>
                  <a:pt x="1544378" y="543372"/>
                  <a:pt x="1500561" y="587188"/>
                  <a:pt x="1446512" y="587188"/>
                </a:cubicBezTo>
                <a:lnTo>
                  <a:pt x="97866" y="587188"/>
                </a:lnTo>
                <a:cubicBezTo>
                  <a:pt x="43817" y="587188"/>
                  <a:pt x="0" y="543372"/>
                  <a:pt x="0" y="489322"/>
                </a:cubicBezTo>
                <a:lnTo>
                  <a:pt x="0" y="97866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79F5"/>
            </a:solidFill>
            <a:prstDash val="solid"/>
          </a:ln>
        </p:spPr>
      </p:sp>
      <p:sp>
        <p:nvSpPr>
          <p:cNvPr id="277" name="text-264 Process">
            <a:extLst xmlns:a="http://schemas.openxmlformats.org/drawingml/2006/main">
              <a:ext uri="{FF2B5EF4-FFF2-40B4-BE49-F238E27FC236}">
                <a16:creationId xmlns:a16="http://schemas.microsoft.com/office/drawing/2014/main" id="{42E981E5-0E7D-41D1-93D4-4801CDA7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0286" y="1357367"/>
            <a:ext cx="727673" cy="316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1" b="0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Process</a:t>
            </a:r>
          </a:p>
        </p:txBody>
      </p:sp>
      <p:sp>
        <p:nvSpPr>
          <p:cNvPr id="278" name="text-265 Score">
            <a:extLst xmlns:a="http://schemas.openxmlformats.org/drawingml/2006/main">
              <a:ext uri="{FF2B5EF4-FFF2-40B4-BE49-F238E27FC236}">
                <a16:creationId xmlns:a16="http://schemas.microsoft.com/office/drawing/2014/main" id="{60076347-F7EE-4B33-861F-52473E8E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8008" y="1358130"/>
            <a:ext cx="534817" cy="31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75" b="0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Score</a:t>
            </a:r>
          </a:p>
        </p:txBody>
      </p:sp>
      <p:sp>
        <p:nvSpPr>
          <p:cNvPr id="279" name="path-266">
            <a:extLst xmlns:a="http://schemas.openxmlformats.org/drawingml/2006/main">
              <a:ext uri="{FF2B5EF4-FFF2-40B4-BE49-F238E27FC236}">
                <a16:creationId xmlns:a16="http://schemas.microsoft.com/office/drawing/2014/main" id="{5E36457E-59D6-4E74-AB45-1008C746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4594" y="1715890"/>
            <a:ext cx="123250" cy="154146"/>
          </a:xfrm>
          <a:custGeom xmlns:a="http://schemas.openxmlformats.org/drawingml/2006/main">
            <a:pathLst>
              <a:path w="123250" h="154146">
                <a:moveTo>
                  <a:pt x="21296" y="115637"/>
                </a:moveTo>
                <a:cubicBezTo>
                  <a:pt x="21516" y="122110"/>
                  <a:pt x="22509" y="127204"/>
                  <a:pt x="24275" y="130919"/>
                </a:cubicBezTo>
                <a:cubicBezTo>
                  <a:pt x="26040" y="134634"/>
                  <a:pt x="28541" y="137282"/>
                  <a:pt x="31778" y="138863"/>
                </a:cubicBezTo>
                <a:cubicBezTo>
                  <a:pt x="35015" y="140445"/>
                  <a:pt x="39281" y="141236"/>
                  <a:pt x="44578" y="141236"/>
                </a:cubicBezTo>
                <a:cubicBezTo>
                  <a:pt x="52596" y="141236"/>
                  <a:pt x="58922" y="138937"/>
                  <a:pt x="63556" y="134340"/>
                </a:cubicBezTo>
                <a:cubicBezTo>
                  <a:pt x="68190" y="129742"/>
                  <a:pt x="70508" y="123324"/>
                  <a:pt x="70508" y="115085"/>
                </a:cubicBezTo>
                <a:cubicBezTo>
                  <a:pt x="70508" y="110819"/>
                  <a:pt x="69772" y="107049"/>
                  <a:pt x="68301" y="103775"/>
                </a:cubicBezTo>
                <a:cubicBezTo>
                  <a:pt x="66830" y="100502"/>
                  <a:pt x="64568" y="97320"/>
                  <a:pt x="61515" y="94231"/>
                </a:cubicBezTo>
                <a:cubicBezTo>
                  <a:pt x="58462" y="91141"/>
                  <a:pt x="53184" y="86838"/>
                  <a:pt x="45681" y="81321"/>
                </a:cubicBezTo>
                <a:cubicBezTo>
                  <a:pt x="38693" y="76172"/>
                  <a:pt x="33415" y="70471"/>
                  <a:pt x="29847" y="64218"/>
                </a:cubicBezTo>
                <a:cubicBezTo>
                  <a:pt x="26279" y="57966"/>
                  <a:pt x="24496" y="51419"/>
                  <a:pt x="24496" y="44578"/>
                </a:cubicBezTo>
                <a:cubicBezTo>
                  <a:pt x="24496" y="38766"/>
                  <a:pt x="25746" y="33065"/>
                  <a:pt x="28247" y="27475"/>
                </a:cubicBezTo>
                <a:cubicBezTo>
                  <a:pt x="30748" y="21884"/>
                  <a:pt x="34445" y="17011"/>
                  <a:pt x="39336" y="12855"/>
                </a:cubicBezTo>
                <a:cubicBezTo>
                  <a:pt x="44228" y="8699"/>
                  <a:pt x="50389" y="5517"/>
                  <a:pt x="57818" y="3310"/>
                </a:cubicBezTo>
                <a:cubicBezTo>
                  <a:pt x="65248" y="1103"/>
                  <a:pt x="73928" y="0"/>
                  <a:pt x="83859" y="0"/>
                </a:cubicBezTo>
                <a:cubicBezTo>
                  <a:pt x="91215" y="0"/>
                  <a:pt x="97982" y="386"/>
                  <a:pt x="104161" y="1159"/>
                </a:cubicBezTo>
                <a:cubicBezTo>
                  <a:pt x="110340" y="1931"/>
                  <a:pt x="116703" y="3310"/>
                  <a:pt x="123250" y="5296"/>
                </a:cubicBezTo>
                <a:lnTo>
                  <a:pt x="116520" y="36743"/>
                </a:lnTo>
                <a:lnTo>
                  <a:pt x="102065" y="36743"/>
                </a:lnTo>
                <a:cubicBezTo>
                  <a:pt x="101991" y="28505"/>
                  <a:pt x="100373" y="22473"/>
                  <a:pt x="97210" y="18648"/>
                </a:cubicBezTo>
                <a:cubicBezTo>
                  <a:pt x="94047" y="14822"/>
                  <a:pt x="88934" y="12910"/>
                  <a:pt x="81873" y="12910"/>
                </a:cubicBezTo>
                <a:cubicBezTo>
                  <a:pt x="74149" y="12910"/>
                  <a:pt x="68043" y="14988"/>
                  <a:pt x="63556" y="19144"/>
                </a:cubicBezTo>
                <a:cubicBezTo>
                  <a:pt x="59069" y="23300"/>
                  <a:pt x="56825" y="29020"/>
                  <a:pt x="56825" y="36302"/>
                </a:cubicBezTo>
                <a:cubicBezTo>
                  <a:pt x="56825" y="41451"/>
                  <a:pt x="58609" y="46325"/>
                  <a:pt x="62177" y="50922"/>
                </a:cubicBezTo>
                <a:cubicBezTo>
                  <a:pt x="65745" y="55520"/>
                  <a:pt x="71133" y="60430"/>
                  <a:pt x="78342" y="65653"/>
                </a:cubicBezTo>
                <a:cubicBezTo>
                  <a:pt x="84889" y="70508"/>
                  <a:pt x="89927" y="74866"/>
                  <a:pt x="93458" y="78728"/>
                </a:cubicBezTo>
                <a:cubicBezTo>
                  <a:pt x="96989" y="82590"/>
                  <a:pt x="99637" y="86691"/>
                  <a:pt x="101403" y="91031"/>
                </a:cubicBezTo>
                <a:cubicBezTo>
                  <a:pt x="103168" y="95371"/>
                  <a:pt x="104051" y="100336"/>
                  <a:pt x="104051" y="105927"/>
                </a:cubicBezTo>
                <a:cubicBezTo>
                  <a:pt x="104051" y="112621"/>
                  <a:pt x="102580" y="119076"/>
                  <a:pt x="99637" y="125292"/>
                </a:cubicBezTo>
                <a:cubicBezTo>
                  <a:pt x="96695" y="131507"/>
                  <a:pt x="92557" y="136785"/>
                  <a:pt x="87224" y="141125"/>
                </a:cubicBezTo>
                <a:cubicBezTo>
                  <a:pt x="81891" y="145466"/>
                  <a:pt x="75877" y="148721"/>
                  <a:pt x="69183" y="150891"/>
                </a:cubicBezTo>
                <a:cubicBezTo>
                  <a:pt x="62489" y="153061"/>
                  <a:pt x="53625" y="154146"/>
                  <a:pt x="42591" y="154146"/>
                </a:cubicBezTo>
                <a:cubicBezTo>
                  <a:pt x="35824" y="154146"/>
                  <a:pt x="28744" y="153557"/>
                  <a:pt x="21351" y="152380"/>
                </a:cubicBezTo>
                <a:cubicBezTo>
                  <a:pt x="13958" y="151203"/>
                  <a:pt x="6841" y="149548"/>
                  <a:pt x="0" y="147415"/>
                </a:cubicBezTo>
                <a:lnTo>
                  <a:pt x="6841" y="115637"/>
                </a:lnTo>
                <a:lnTo>
                  <a:pt x="21296" y="115637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67">
            <a:extLst xmlns:a="http://schemas.openxmlformats.org/drawingml/2006/main">
              <a:ext uri="{FF2B5EF4-FFF2-40B4-BE49-F238E27FC236}">
                <a16:creationId xmlns:a16="http://schemas.microsoft.com/office/drawing/2014/main" id="{5059261C-6698-40EE-934D-FD5927BB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8975" y="1799926"/>
            <a:ext cx="103941" cy="113540"/>
          </a:xfrm>
          <a:custGeom xmlns:a="http://schemas.openxmlformats.org/drawingml/2006/main">
            <a:pathLst>
              <a:path w="103941" h="113540">
                <a:moveTo>
                  <a:pt x="70342" y="78535"/>
                </a:moveTo>
                <a:lnTo>
                  <a:pt x="37985" y="78535"/>
                </a:lnTo>
                <a:lnTo>
                  <a:pt x="36826" y="80604"/>
                </a:lnTo>
                <a:cubicBezTo>
                  <a:pt x="33737" y="86176"/>
                  <a:pt x="31682" y="90396"/>
                  <a:pt x="30661" y="93265"/>
                </a:cubicBezTo>
                <a:cubicBezTo>
                  <a:pt x="29640" y="96134"/>
                  <a:pt x="29130" y="98782"/>
                  <a:pt x="29130" y="101210"/>
                </a:cubicBezTo>
                <a:cubicBezTo>
                  <a:pt x="29130" y="105182"/>
                  <a:pt x="31475" y="107472"/>
                  <a:pt x="36164" y="108078"/>
                </a:cubicBezTo>
                <a:lnTo>
                  <a:pt x="34923" y="113540"/>
                </a:lnTo>
                <a:lnTo>
                  <a:pt x="0" y="113540"/>
                </a:lnTo>
                <a:lnTo>
                  <a:pt x="1241" y="108078"/>
                </a:lnTo>
                <a:cubicBezTo>
                  <a:pt x="3172" y="107637"/>
                  <a:pt x="4869" y="106892"/>
                  <a:pt x="6331" y="105844"/>
                </a:cubicBezTo>
                <a:cubicBezTo>
                  <a:pt x="7793" y="104796"/>
                  <a:pt x="9186" y="103375"/>
                  <a:pt x="10510" y="101582"/>
                </a:cubicBezTo>
                <a:cubicBezTo>
                  <a:pt x="11834" y="99789"/>
                  <a:pt x="13710" y="96713"/>
                  <a:pt x="16137" y="92355"/>
                </a:cubicBezTo>
                <a:lnTo>
                  <a:pt x="67528" y="0"/>
                </a:lnTo>
                <a:lnTo>
                  <a:pt x="91362" y="0"/>
                </a:lnTo>
                <a:lnTo>
                  <a:pt x="94920" y="88465"/>
                </a:lnTo>
                <a:cubicBezTo>
                  <a:pt x="95031" y="91610"/>
                  <a:pt x="95251" y="94438"/>
                  <a:pt x="95582" y="96948"/>
                </a:cubicBezTo>
                <a:cubicBezTo>
                  <a:pt x="95913" y="99458"/>
                  <a:pt x="96438" y="101513"/>
                  <a:pt x="97155" y="103113"/>
                </a:cubicBezTo>
                <a:cubicBezTo>
                  <a:pt x="97872" y="104713"/>
                  <a:pt x="98769" y="105885"/>
                  <a:pt x="99844" y="106630"/>
                </a:cubicBezTo>
                <a:cubicBezTo>
                  <a:pt x="100920" y="107375"/>
                  <a:pt x="102286" y="107858"/>
                  <a:pt x="103941" y="108078"/>
                </a:cubicBezTo>
                <a:lnTo>
                  <a:pt x="102699" y="113540"/>
                </a:lnTo>
                <a:lnTo>
                  <a:pt x="59915" y="113540"/>
                </a:lnTo>
                <a:lnTo>
                  <a:pt x="61156" y="108078"/>
                </a:lnTo>
                <a:cubicBezTo>
                  <a:pt x="63584" y="107913"/>
                  <a:pt x="65501" y="107292"/>
                  <a:pt x="66908" y="106216"/>
                </a:cubicBezTo>
                <a:cubicBezTo>
                  <a:pt x="68315" y="105141"/>
                  <a:pt x="69294" y="103679"/>
                  <a:pt x="69846" y="101830"/>
                </a:cubicBezTo>
                <a:cubicBezTo>
                  <a:pt x="70397" y="99982"/>
                  <a:pt x="70673" y="97403"/>
                  <a:pt x="70673" y="94093"/>
                </a:cubicBezTo>
                <a:cubicBezTo>
                  <a:pt x="70673" y="91721"/>
                  <a:pt x="70618" y="89238"/>
                  <a:pt x="70508" y="86645"/>
                </a:cubicBezTo>
                <a:lnTo>
                  <a:pt x="70342" y="78535"/>
                </a:lnTo>
                <a:moveTo>
                  <a:pt x="43116" y="68852"/>
                </a:moveTo>
                <a:lnTo>
                  <a:pt x="70094" y="68852"/>
                </a:lnTo>
                <a:lnTo>
                  <a:pt x="69763" y="48991"/>
                </a:lnTo>
                <a:cubicBezTo>
                  <a:pt x="69652" y="41929"/>
                  <a:pt x="69597" y="36081"/>
                  <a:pt x="69597" y="31447"/>
                </a:cubicBezTo>
                <a:cubicBezTo>
                  <a:pt x="69597" y="27916"/>
                  <a:pt x="69625" y="24302"/>
                  <a:pt x="69680" y="20606"/>
                </a:cubicBezTo>
                <a:lnTo>
                  <a:pt x="68687" y="20606"/>
                </a:lnTo>
                <a:lnTo>
                  <a:pt x="43116" y="68852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68">
            <a:extLst xmlns:a="http://schemas.openxmlformats.org/drawingml/2006/main">
              <a:ext uri="{FF2B5EF4-FFF2-40B4-BE49-F238E27FC236}">
                <a16:creationId xmlns:a16="http://schemas.microsoft.com/office/drawing/2014/main" id="{EEAEA6B6-C773-43FB-99A0-54237A2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0317" y="1894267"/>
            <a:ext cx="24744" cy="42040"/>
          </a:xfrm>
          <a:custGeom xmlns:a="http://schemas.openxmlformats.org/drawingml/2006/main">
            <a:pathLst>
              <a:path w="24744" h="42040">
                <a:moveTo>
                  <a:pt x="23585" y="0"/>
                </a:moveTo>
                <a:cubicBezTo>
                  <a:pt x="24358" y="3862"/>
                  <a:pt x="24744" y="7669"/>
                  <a:pt x="24744" y="11420"/>
                </a:cubicBezTo>
                <a:cubicBezTo>
                  <a:pt x="24744" y="15282"/>
                  <a:pt x="24082" y="18813"/>
                  <a:pt x="22758" y="22013"/>
                </a:cubicBezTo>
                <a:cubicBezTo>
                  <a:pt x="21434" y="25213"/>
                  <a:pt x="19323" y="28399"/>
                  <a:pt x="16427" y="31571"/>
                </a:cubicBezTo>
                <a:cubicBezTo>
                  <a:pt x="13530" y="34743"/>
                  <a:pt x="9544" y="38233"/>
                  <a:pt x="4469" y="42040"/>
                </a:cubicBezTo>
                <a:lnTo>
                  <a:pt x="0" y="36992"/>
                </a:lnTo>
                <a:cubicBezTo>
                  <a:pt x="2814" y="34343"/>
                  <a:pt x="4855" y="31957"/>
                  <a:pt x="6124" y="29833"/>
                </a:cubicBezTo>
                <a:cubicBezTo>
                  <a:pt x="7393" y="27709"/>
                  <a:pt x="8303" y="25296"/>
                  <a:pt x="8855" y="22592"/>
                </a:cubicBezTo>
                <a:cubicBezTo>
                  <a:pt x="9407" y="19889"/>
                  <a:pt x="9682" y="16496"/>
                  <a:pt x="9682" y="12413"/>
                </a:cubicBezTo>
                <a:cubicBezTo>
                  <a:pt x="9682" y="8220"/>
                  <a:pt x="9489" y="4083"/>
                  <a:pt x="9103" y="0"/>
                </a:cubicBezTo>
                <a:lnTo>
                  <a:pt x="23585" y="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69">
            <a:extLst xmlns:a="http://schemas.openxmlformats.org/drawingml/2006/main">
              <a:ext uri="{FF2B5EF4-FFF2-40B4-BE49-F238E27FC236}">
                <a16:creationId xmlns:a16="http://schemas.microsoft.com/office/drawing/2014/main" id="{45F604AC-1C74-4DF8-B3F6-493062E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190" y="1830049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70">
            <a:extLst xmlns:a="http://schemas.openxmlformats.org/drawingml/2006/main">
              <a:ext uri="{FF2B5EF4-FFF2-40B4-BE49-F238E27FC236}">
                <a16:creationId xmlns:a16="http://schemas.microsoft.com/office/drawing/2014/main" id="{FC02A405-4E57-4F9E-AA77-EE88621B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4" y="2056886"/>
            <a:ext cx="1544380" cy="559392"/>
          </a:xfrm>
          <a:custGeom xmlns:a="http://schemas.openxmlformats.org/drawingml/2006/main">
            <a:pathLst>
              <a:path w="1544380" h="559392">
                <a:moveTo>
                  <a:pt x="0" y="93233"/>
                </a:moveTo>
                <a:cubicBezTo>
                  <a:pt x="0" y="41742"/>
                  <a:pt x="41742" y="0"/>
                  <a:pt x="93235" y="0"/>
                </a:cubicBezTo>
                <a:lnTo>
                  <a:pt x="1451146" y="0"/>
                </a:lnTo>
                <a:cubicBezTo>
                  <a:pt x="1502636" y="0"/>
                  <a:pt x="1544380" y="41742"/>
                  <a:pt x="1544380" y="93233"/>
                </a:cubicBezTo>
                <a:lnTo>
                  <a:pt x="1544380" y="466157"/>
                </a:lnTo>
                <a:cubicBezTo>
                  <a:pt x="1544380" y="517650"/>
                  <a:pt x="1502636" y="559392"/>
                  <a:pt x="1451146" y="559392"/>
                </a:cubicBezTo>
                <a:lnTo>
                  <a:pt x="93235" y="559392"/>
                </a:lnTo>
                <a:cubicBezTo>
                  <a:pt x="41742" y="559392"/>
                  <a:pt x="0" y="517650"/>
                  <a:pt x="0" y="466157"/>
                </a:cubicBezTo>
                <a:lnTo>
                  <a:pt x="0" y="93233"/>
                </a:lnTo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71">
            <a:extLst xmlns:a="http://schemas.openxmlformats.org/drawingml/2006/main">
              <a:ext uri="{FF2B5EF4-FFF2-40B4-BE49-F238E27FC236}">
                <a16:creationId xmlns:a16="http://schemas.microsoft.com/office/drawing/2014/main" id="{C48FEF2B-E143-4C7C-9414-64B689E2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7104" y="2056886"/>
            <a:ext cx="1544378" cy="559392"/>
          </a:xfrm>
          <a:custGeom xmlns:a="http://schemas.openxmlformats.org/drawingml/2006/main">
            <a:pathLst>
              <a:path w="1544378" h="559392">
                <a:moveTo>
                  <a:pt x="0" y="93234"/>
                </a:moveTo>
                <a:cubicBezTo>
                  <a:pt x="0" y="41742"/>
                  <a:pt x="41742" y="0"/>
                  <a:pt x="93234" y="0"/>
                </a:cubicBezTo>
                <a:lnTo>
                  <a:pt x="1451145" y="0"/>
                </a:lnTo>
                <a:cubicBezTo>
                  <a:pt x="1502636" y="0"/>
                  <a:pt x="1544378" y="41742"/>
                  <a:pt x="1544378" y="93234"/>
                </a:cubicBezTo>
                <a:lnTo>
                  <a:pt x="1544378" y="466158"/>
                </a:lnTo>
                <a:cubicBezTo>
                  <a:pt x="1544378" y="517650"/>
                  <a:pt x="1502636" y="559392"/>
                  <a:pt x="1451145" y="559392"/>
                </a:cubicBezTo>
                <a:lnTo>
                  <a:pt x="93234" y="559392"/>
                </a:lnTo>
                <a:cubicBezTo>
                  <a:pt x="41742" y="559392"/>
                  <a:pt x="0" y="517650"/>
                  <a:pt x="0" y="466158"/>
                </a:cubicBezTo>
                <a:lnTo>
                  <a:pt x="0" y="9323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FB6611"/>
            </a:solidFill>
            <a:prstDash val="solid"/>
          </a:ln>
        </p:spPr>
      </p:sp>
      <p:sp>
        <p:nvSpPr>
          <p:cNvPr id="285" name="text-272 Criterion">
            <a:extLst xmlns:a="http://schemas.openxmlformats.org/drawingml/2006/main">
              <a:ext uri="{FF2B5EF4-FFF2-40B4-BE49-F238E27FC236}">
                <a16:creationId xmlns:a16="http://schemas.microsoft.com/office/drawing/2014/main" id="{C3C5320A-39EB-435D-96F0-00BB807D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5762" y="2013060"/>
            <a:ext cx="829885" cy="316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78" b="0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Criterion</a:t>
            </a:r>
          </a:p>
        </p:txBody>
      </p:sp>
      <p:sp>
        <p:nvSpPr>
          <p:cNvPr id="286" name="text-272 Scores">
            <a:extLst xmlns:a="http://schemas.openxmlformats.org/drawingml/2006/main">
              <a:ext uri="{FF2B5EF4-FFF2-40B4-BE49-F238E27FC236}">
                <a16:creationId xmlns:a16="http://schemas.microsoft.com/office/drawing/2014/main" id="{33815EAC-4277-4D56-9996-55327770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5946" y="2013206"/>
            <a:ext cx="623226" cy="315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77" b="0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Scores</a:t>
            </a:r>
          </a:p>
        </p:txBody>
      </p:sp>
      <p:sp>
        <p:nvSpPr>
          <p:cNvPr id="287" name="path-273">
            <a:extLst xmlns:a="http://schemas.openxmlformats.org/drawingml/2006/main">
              <a:ext uri="{FF2B5EF4-FFF2-40B4-BE49-F238E27FC236}">
                <a16:creationId xmlns:a16="http://schemas.microsoft.com/office/drawing/2014/main" id="{DE0B7AE4-FF11-42FD-9F67-FFDAF7B1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396" y="2407862"/>
            <a:ext cx="126009" cy="158670"/>
          </a:xfrm>
          <a:custGeom xmlns:a="http://schemas.openxmlformats.org/drawingml/2006/main">
            <a:pathLst>
              <a:path w="126009" h="158670">
                <a:moveTo>
                  <a:pt x="58149" y="24827"/>
                </a:moveTo>
                <a:cubicBezTo>
                  <a:pt x="64917" y="16220"/>
                  <a:pt x="71464" y="9931"/>
                  <a:pt x="77790" y="5958"/>
                </a:cubicBezTo>
                <a:cubicBezTo>
                  <a:pt x="84116" y="1986"/>
                  <a:pt x="91435" y="0"/>
                  <a:pt x="99748" y="0"/>
                </a:cubicBezTo>
                <a:cubicBezTo>
                  <a:pt x="108060" y="0"/>
                  <a:pt x="114515" y="3016"/>
                  <a:pt x="119113" y="9048"/>
                </a:cubicBezTo>
                <a:cubicBezTo>
                  <a:pt x="123710" y="15080"/>
                  <a:pt x="126009" y="23797"/>
                  <a:pt x="126009" y="35199"/>
                </a:cubicBezTo>
                <a:cubicBezTo>
                  <a:pt x="126009" y="45129"/>
                  <a:pt x="124574" y="54986"/>
                  <a:pt x="121706" y="64770"/>
                </a:cubicBezTo>
                <a:cubicBezTo>
                  <a:pt x="118837" y="74553"/>
                  <a:pt x="114717" y="82994"/>
                  <a:pt x="109347" y="90093"/>
                </a:cubicBezTo>
                <a:cubicBezTo>
                  <a:pt x="103977" y="97192"/>
                  <a:pt x="97228" y="102782"/>
                  <a:pt x="89100" y="106865"/>
                </a:cubicBezTo>
                <a:cubicBezTo>
                  <a:pt x="80972" y="110947"/>
                  <a:pt x="71795" y="112989"/>
                  <a:pt x="61570" y="112989"/>
                </a:cubicBezTo>
                <a:cubicBezTo>
                  <a:pt x="55023" y="112989"/>
                  <a:pt x="48697" y="111848"/>
                  <a:pt x="42591" y="109568"/>
                </a:cubicBezTo>
                <a:lnTo>
                  <a:pt x="38398" y="129209"/>
                </a:lnTo>
                <a:cubicBezTo>
                  <a:pt x="37736" y="132445"/>
                  <a:pt x="37258" y="134965"/>
                  <a:pt x="36964" y="136767"/>
                </a:cubicBezTo>
                <a:cubicBezTo>
                  <a:pt x="36670" y="138569"/>
                  <a:pt x="36523" y="140243"/>
                  <a:pt x="36523" y="141787"/>
                </a:cubicBezTo>
                <a:cubicBezTo>
                  <a:pt x="36523" y="144951"/>
                  <a:pt x="37350" y="147231"/>
                  <a:pt x="39005" y="148629"/>
                </a:cubicBezTo>
                <a:cubicBezTo>
                  <a:pt x="40660" y="150026"/>
                  <a:pt x="43511" y="150946"/>
                  <a:pt x="47557" y="151387"/>
                </a:cubicBezTo>
                <a:lnTo>
                  <a:pt x="46343" y="158670"/>
                </a:lnTo>
                <a:lnTo>
                  <a:pt x="441" y="158670"/>
                </a:lnTo>
                <a:lnTo>
                  <a:pt x="28357" y="34537"/>
                </a:lnTo>
                <a:cubicBezTo>
                  <a:pt x="29461" y="29608"/>
                  <a:pt x="30013" y="25967"/>
                  <a:pt x="30013" y="23613"/>
                </a:cubicBezTo>
                <a:cubicBezTo>
                  <a:pt x="30013" y="21185"/>
                  <a:pt x="29608" y="19310"/>
                  <a:pt x="28799" y="17985"/>
                </a:cubicBezTo>
                <a:cubicBezTo>
                  <a:pt x="27990" y="16661"/>
                  <a:pt x="26592" y="15999"/>
                  <a:pt x="24606" y="15999"/>
                </a:cubicBezTo>
                <a:cubicBezTo>
                  <a:pt x="22326" y="15999"/>
                  <a:pt x="19861" y="17029"/>
                  <a:pt x="17213" y="19089"/>
                </a:cubicBezTo>
                <a:cubicBezTo>
                  <a:pt x="14565" y="21149"/>
                  <a:pt x="11475" y="24201"/>
                  <a:pt x="7945" y="28247"/>
                </a:cubicBezTo>
                <a:lnTo>
                  <a:pt x="0" y="20303"/>
                </a:lnTo>
                <a:cubicBezTo>
                  <a:pt x="7356" y="12799"/>
                  <a:pt x="13885" y="7540"/>
                  <a:pt x="19585" y="4524"/>
                </a:cubicBezTo>
                <a:cubicBezTo>
                  <a:pt x="25286" y="1508"/>
                  <a:pt x="31300" y="0"/>
                  <a:pt x="37626" y="0"/>
                </a:cubicBezTo>
                <a:cubicBezTo>
                  <a:pt x="43732" y="0"/>
                  <a:pt x="48605" y="1710"/>
                  <a:pt x="52246" y="5131"/>
                </a:cubicBezTo>
                <a:cubicBezTo>
                  <a:pt x="55887" y="8551"/>
                  <a:pt x="57708" y="13057"/>
                  <a:pt x="57708" y="18648"/>
                </a:cubicBezTo>
                <a:cubicBezTo>
                  <a:pt x="57708" y="20487"/>
                  <a:pt x="57487" y="22252"/>
                  <a:pt x="57046" y="23944"/>
                </a:cubicBezTo>
                <a:lnTo>
                  <a:pt x="58149" y="24827"/>
                </a:lnTo>
                <a:moveTo>
                  <a:pt x="50205" y="70397"/>
                </a:moveTo>
                <a:cubicBezTo>
                  <a:pt x="49028" y="75841"/>
                  <a:pt x="48439" y="81174"/>
                  <a:pt x="48439" y="86397"/>
                </a:cubicBezTo>
                <a:cubicBezTo>
                  <a:pt x="48439" y="91766"/>
                  <a:pt x="49341" y="95628"/>
                  <a:pt x="51143" y="97982"/>
                </a:cubicBezTo>
                <a:cubicBezTo>
                  <a:pt x="52945" y="100336"/>
                  <a:pt x="55979" y="101513"/>
                  <a:pt x="60246" y="101513"/>
                </a:cubicBezTo>
                <a:cubicBezTo>
                  <a:pt x="63924" y="101513"/>
                  <a:pt x="67271" y="100686"/>
                  <a:pt x="70287" y="99031"/>
                </a:cubicBezTo>
                <a:cubicBezTo>
                  <a:pt x="73303" y="97375"/>
                  <a:pt x="76153" y="94672"/>
                  <a:pt x="78838" y="90921"/>
                </a:cubicBezTo>
                <a:cubicBezTo>
                  <a:pt x="81523" y="87169"/>
                  <a:pt x="84135" y="82332"/>
                  <a:pt x="86672" y="76411"/>
                </a:cubicBezTo>
                <a:cubicBezTo>
                  <a:pt x="89210" y="70489"/>
                  <a:pt x="91399" y="63409"/>
                  <a:pt x="93238" y="55170"/>
                </a:cubicBezTo>
                <a:cubicBezTo>
                  <a:pt x="95077" y="46931"/>
                  <a:pt x="95996" y="39281"/>
                  <a:pt x="95996" y="32219"/>
                </a:cubicBezTo>
                <a:cubicBezTo>
                  <a:pt x="95996" y="26776"/>
                  <a:pt x="95205" y="22749"/>
                  <a:pt x="93624" y="20137"/>
                </a:cubicBezTo>
                <a:cubicBezTo>
                  <a:pt x="92042" y="17526"/>
                  <a:pt x="89596" y="16220"/>
                  <a:pt x="86286" y="16220"/>
                </a:cubicBezTo>
                <a:cubicBezTo>
                  <a:pt x="81431" y="16220"/>
                  <a:pt x="76484" y="18592"/>
                  <a:pt x="71445" y="23337"/>
                </a:cubicBezTo>
                <a:cubicBezTo>
                  <a:pt x="66407" y="28082"/>
                  <a:pt x="62379" y="33580"/>
                  <a:pt x="59363" y="39833"/>
                </a:cubicBezTo>
                <a:cubicBezTo>
                  <a:pt x="56347" y="46086"/>
                  <a:pt x="53589" y="54913"/>
                  <a:pt x="51088" y="66315"/>
                </a:cubicBezTo>
                <a:lnTo>
                  <a:pt x="50205" y="70397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74">
            <a:extLst xmlns:a="http://schemas.openxmlformats.org/drawingml/2006/main">
              <a:ext uri="{FF2B5EF4-FFF2-40B4-BE49-F238E27FC236}">
                <a16:creationId xmlns:a16="http://schemas.microsoft.com/office/drawing/2014/main" id="{B1783851-86F1-4EE5-A392-6B716751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887" y="2480863"/>
            <a:ext cx="86066" cy="83417"/>
          </a:xfrm>
          <a:custGeom xmlns:a="http://schemas.openxmlformats.org/drawingml/2006/main">
            <a:pathLst>
              <a:path w="86066" h="83417">
                <a:moveTo>
                  <a:pt x="43033" y="19861"/>
                </a:moveTo>
                <a:cubicBezTo>
                  <a:pt x="47667" y="13351"/>
                  <a:pt x="52522" y="8413"/>
                  <a:pt x="57598" y="5048"/>
                </a:cubicBezTo>
                <a:cubicBezTo>
                  <a:pt x="62673" y="1683"/>
                  <a:pt x="68301" y="0"/>
                  <a:pt x="74480" y="0"/>
                </a:cubicBezTo>
                <a:cubicBezTo>
                  <a:pt x="78121" y="0"/>
                  <a:pt x="81983" y="524"/>
                  <a:pt x="86066" y="1572"/>
                </a:cubicBezTo>
                <a:lnTo>
                  <a:pt x="81183" y="23834"/>
                </a:lnTo>
                <a:lnTo>
                  <a:pt x="66370" y="23834"/>
                </a:lnTo>
                <a:cubicBezTo>
                  <a:pt x="66370" y="20137"/>
                  <a:pt x="65970" y="17572"/>
                  <a:pt x="65170" y="16137"/>
                </a:cubicBezTo>
                <a:cubicBezTo>
                  <a:pt x="64370" y="14703"/>
                  <a:pt x="63004" y="13986"/>
                  <a:pt x="61073" y="13986"/>
                </a:cubicBezTo>
                <a:cubicBezTo>
                  <a:pt x="59584" y="13986"/>
                  <a:pt x="57956" y="14510"/>
                  <a:pt x="56191" y="15558"/>
                </a:cubicBezTo>
                <a:cubicBezTo>
                  <a:pt x="54425" y="16606"/>
                  <a:pt x="52315" y="18648"/>
                  <a:pt x="49860" y="21682"/>
                </a:cubicBezTo>
                <a:cubicBezTo>
                  <a:pt x="47405" y="24716"/>
                  <a:pt x="45557" y="27613"/>
                  <a:pt x="44315" y="30371"/>
                </a:cubicBezTo>
                <a:cubicBezTo>
                  <a:pt x="43074" y="33130"/>
                  <a:pt x="41985" y="36661"/>
                  <a:pt x="41047" y="40964"/>
                </a:cubicBezTo>
                <a:lnTo>
                  <a:pt x="31695" y="83417"/>
                </a:lnTo>
                <a:lnTo>
                  <a:pt x="7945" y="83417"/>
                </a:lnTo>
                <a:lnTo>
                  <a:pt x="21268" y="25902"/>
                </a:lnTo>
                <a:cubicBezTo>
                  <a:pt x="22096" y="22316"/>
                  <a:pt x="22509" y="19585"/>
                  <a:pt x="22509" y="17710"/>
                </a:cubicBezTo>
                <a:cubicBezTo>
                  <a:pt x="22509" y="15889"/>
                  <a:pt x="22206" y="14482"/>
                  <a:pt x="21599" y="13489"/>
                </a:cubicBezTo>
                <a:cubicBezTo>
                  <a:pt x="20992" y="12496"/>
                  <a:pt x="19944" y="12000"/>
                  <a:pt x="18454" y="12000"/>
                </a:cubicBezTo>
                <a:cubicBezTo>
                  <a:pt x="16744" y="12000"/>
                  <a:pt x="14896" y="12772"/>
                  <a:pt x="12910" y="14317"/>
                </a:cubicBezTo>
                <a:cubicBezTo>
                  <a:pt x="10924" y="15861"/>
                  <a:pt x="8607" y="18151"/>
                  <a:pt x="5958" y="21185"/>
                </a:cubicBezTo>
                <a:lnTo>
                  <a:pt x="0" y="15227"/>
                </a:lnTo>
                <a:cubicBezTo>
                  <a:pt x="5517" y="9600"/>
                  <a:pt x="10413" y="5655"/>
                  <a:pt x="14689" y="3393"/>
                </a:cubicBezTo>
                <a:cubicBezTo>
                  <a:pt x="18965" y="1131"/>
                  <a:pt x="23475" y="0"/>
                  <a:pt x="28220" y="0"/>
                </a:cubicBezTo>
                <a:cubicBezTo>
                  <a:pt x="32799" y="0"/>
                  <a:pt x="36454" y="1283"/>
                  <a:pt x="39185" y="3848"/>
                </a:cubicBezTo>
                <a:cubicBezTo>
                  <a:pt x="41916" y="6414"/>
                  <a:pt x="43281" y="9793"/>
                  <a:pt x="43281" y="13986"/>
                </a:cubicBezTo>
                <a:cubicBezTo>
                  <a:pt x="43281" y="15475"/>
                  <a:pt x="42978" y="17351"/>
                  <a:pt x="42371" y="19613"/>
                </a:cubicBezTo>
                <a:lnTo>
                  <a:pt x="43033" y="19861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75">
            <a:extLst xmlns:a="http://schemas.openxmlformats.org/drawingml/2006/main">
              <a:ext uri="{FF2B5EF4-FFF2-40B4-BE49-F238E27FC236}">
                <a16:creationId xmlns:a16="http://schemas.microsoft.com/office/drawing/2014/main" id="{BCBE37E1-BD96-4C73-9367-90008EB6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419" y="2545082"/>
            <a:ext cx="24744" cy="42040"/>
          </a:xfrm>
          <a:custGeom xmlns:a="http://schemas.openxmlformats.org/drawingml/2006/main">
            <a:pathLst>
              <a:path w="24744" h="42040">
                <a:moveTo>
                  <a:pt x="23585" y="0"/>
                </a:moveTo>
                <a:cubicBezTo>
                  <a:pt x="24358" y="3862"/>
                  <a:pt x="24744" y="7669"/>
                  <a:pt x="24744" y="11420"/>
                </a:cubicBezTo>
                <a:cubicBezTo>
                  <a:pt x="24744" y="15282"/>
                  <a:pt x="24082" y="18813"/>
                  <a:pt x="22758" y="22013"/>
                </a:cubicBezTo>
                <a:cubicBezTo>
                  <a:pt x="21434" y="25213"/>
                  <a:pt x="19323" y="28399"/>
                  <a:pt x="16427" y="31571"/>
                </a:cubicBezTo>
                <a:cubicBezTo>
                  <a:pt x="13530" y="34743"/>
                  <a:pt x="9544" y="38233"/>
                  <a:pt x="4469" y="42040"/>
                </a:cubicBezTo>
                <a:lnTo>
                  <a:pt x="0" y="36992"/>
                </a:lnTo>
                <a:cubicBezTo>
                  <a:pt x="2814" y="34343"/>
                  <a:pt x="4855" y="31957"/>
                  <a:pt x="6124" y="29833"/>
                </a:cubicBezTo>
                <a:cubicBezTo>
                  <a:pt x="7393" y="27709"/>
                  <a:pt x="8303" y="25296"/>
                  <a:pt x="8855" y="22592"/>
                </a:cubicBezTo>
                <a:cubicBezTo>
                  <a:pt x="9407" y="19889"/>
                  <a:pt x="9682" y="16496"/>
                  <a:pt x="9682" y="12413"/>
                </a:cubicBezTo>
                <a:cubicBezTo>
                  <a:pt x="9682" y="8220"/>
                  <a:pt x="9489" y="4083"/>
                  <a:pt x="9103" y="0"/>
                </a:cubicBezTo>
                <a:lnTo>
                  <a:pt x="23585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76">
            <a:extLst xmlns:a="http://schemas.openxmlformats.org/drawingml/2006/main">
              <a:ext uri="{FF2B5EF4-FFF2-40B4-BE49-F238E27FC236}">
                <a16:creationId xmlns:a16="http://schemas.microsoft.com/office/drawing/2014/main" id="{7C5D2A30-834F-41BD-8F66-538C8589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001" y="2445775"/>
            <a:ext cx="91527" cy="119830"/>
          </a:xfrm>
          <a:custGeom xmlns:a="http://schemas.openxmlformats.org/drawingml/2006/main">
            <a:pathLst>
              <a:path w="91527" h="119830">
                <a:moveTo>
                  <a:pt x="34426" y="69680"/>
                </a:moveTo>
                <a:lnTo>
                  <a:pt x="36081" y="69680"/>
                </a:lnTo>
                <a:cubicBezTo>
                  <a:pt x="38067" y="69680"/>
                  <a:pt x="39943" y="69321"/>
                  <a:pt x="41709" y="68604"/>
                </a:cubicBezTo>
                <a:cubicBezTo>
                  <a:pt x="43860" y="67721"/>
                  <a:pt x="46509" y="66149"/>
                  <a:pt x="49653" y="63887"/>
                </a:cubicBezTo>
                <a:cubicBezTo>
                  <a:pt x="53901" y="60742"/>
                  <a:pt x="56908" y="58287"/>
                  <a:pt x="58674" y="56522"/>
                </a:cubicBezTo>
                <a:cubicBezTo>
                  <a:pt x="60439" y="54756"/>
                  <a:pt x="61667" y="53088"/>
                  <a:pt x="62356" y="51515"/>
                </a:cubicBezTo>
                <a:cubicBezTo>
                  <a:pt x="63046" y="49943"/>
                  <a:pt x="63391" y="48329"/>
                  <a:pt x="63391" y="46674"/>
                </a:cubicBezTo>
                <a:cubicBezTo>
                  <a:pt x="63391" y="45405"/>
                  <a:pt x="63046" y="44329"/>
                  <a:pt x="62356" y="43447"/>
                </a:cubicBezTo>
                <a:cubicBezTo>
                  <a:pt x="61667" y="42564"/>
                  <a:pt x="60439" y="42040"/>
                  <a:pt x="58674" y="41874"/>
                </a:cubicBezTo>
                <a:lnTo>
                  <a:pt x="59998" y="36412"/>
                </a:lnTo>
                <a:lnTo>
                  <a:pt x="89459" y="36412"/>
                </a:lnTo>
                <a:lnTo>
                  <a:pt x="91527" y="41791"/>
                </a:lnTo>
                <a:cubicBezTo>
                  <a:pt x="88107" y="45543"/>
                  <a:pt x="83500" y="49626"/>
                  <a:pt x="77707" y="54039"/>
                </a:cubicBezTo>
                <a:lnTo>
                  <a:pt x="59087" y="68025"/>
                </a:lnTo>
                <a:lnTo>
                  <a:pt x="67611" y="98231"/>
                </a:lnTo>
                <a:cubicBezTo>
                  <a:pt x="68604" y="101817"/>
                  <a:pt x="69528" y="104244"/>
                  <a:pt x="70383" y="105513"/>
                </a:cubicBezTo>
                <a:cubicBezTo>
                  <a:pt x="71239" y="106782"/>
                  <a:pt x="72439" y="107416"/>
                  <a:pt x="73983" y="107416"/>
                </a:cubicBezTo>
                <a:cubicBezTo>
                  <a:pt x="75418" y="107416"/>
                  <a:pt x="77045" y="106685"/>
                  <a:pt x="78866" y="105223"/>
                </a:cubicBezTo>
                <a:cubicBezTo>
                  <a:pt x="80686" y="103761"/>
                  <a:pt x="82838" y="101568"/>
                  <a:pt x="85321" y="98644"/>
                </a:cubicBezTo>
                <a:lnTo>
                  <a:pt x="91279" y="104603"/>
                </a:lnTo>
                <a:cubicBezTo>
                  <a:pt x="86148" y="110120"/>
                  <a:pt x="81514" y="114037"/>
                  <a:pt x="77376" y="116354"/>
                </a:cubicBezTo>
                <a:cubicBezTo>
                  <a:pt x="73238" y="118671"/>
                  <a:pt x="68990" y="119830"/>
                  <a:pt x="64632" y="119830"/>
                </a:cubicBezTo>
                <a:cubicBezTo>
                  <a:pt x="59170" y="119830"/>
                  <a:pt x="54922" y="118533"/>
                  <a:pt x="51888" y="115940"/>
                </a:cubicBezTo>
                <a:cubicBezTo>
                  <a:pt x="48853" y="113347"/>
                  <a:pt x="46646" y="108906"/>
                  <a:pt x="45267" y="102617"/>
                </a:cubicBezTo>
                <a:lnTo>
                  <a:pt x="40881" y="82755"/>
                </a:lnTo>
                <a:cubicBezTo>
                  <a:pt x="40605" y="81431"/>
                  <a:pt x="40247" y="80383"/>
                  <a:pt x="39805" y="79611"/>
                </a:cubicBezTo>
                <a:cubicBezTo>
                  <a:pt x="39364" y="78838"/>
                  <a:pt x="38785" y="78287"/>
                  <a:pt x="38067" y="77956"/>
                </a:cubicBezTo>
                <a:cubicBezTo>
                  <a:pt x="37350" y="77625"/>
                  <a:pt x="36274" y="77459"/>
                  <a:pt x="34840" y="77459"/>
                </a:cubicBezTo>
                <a:lnTo>
                  <a:pt x="32771" y="77459"/>
                </a:lnTo>
                <a:lnTo>
                  <a:pt x="23751" y="118506"/>
                </a:lnTo>
                <a:lnTo>
                  <a:pt x="0" y="118506"/>
                </a:lnTo>
                <a:lnTo>
                  <a:pt x="20937" y="24992"/>
                </a:lnTo>
                <a:cubicBezTo>
                  <a:pt x="22151" y="19585"/>
                  <a:pt x="22758" y="15641"/>
                  <a:pt x="22758" y="13158"/>
                </a:cubicBezTo>
                <a:cubicBezTo>
                  <a:pt x="22758" y="11944"/>
                  <a:pt x="22634" y="10993"/>
                  <a:pt x="22385" y="10303"/>
                </a:cubicBezTo>
                <a:cubicBezTo>
                  <a:pt x="22137" y="9613"/>
                  <a:pt x="21765" y="9048"/>
                  <a:pt x="21268" y="8607"/>
                </a:cubicBezTo>
                <a:cubicBezTo>
                  <a:pt x="20772" y="8165"/>
                  <a:pt x="20110" y="7820"/>
                  <a:pt x="19282" y="7572"/>
                </a:cubicBezTo>
                <a:cubicBezTo>
                  <a:pt x="18454" y="7324"/>
                  <a:pt x="16827" y="7034"/>
                  <a:pt x="14399" y="6703"/>
                </a:cubicBezTo>
                <a:lnTo>
                  <a:pt x="15724" y="1324"/>
                </a:lnTo>
                <a:lnTo>
                  <a:pt x="40467" y="0"/>
                </a:lnTo>
                <a:lnTo>
                  <a:pt x="49819" y="0"/>
                </a:lnTo>
                <a:lnTo>
                  <a:pt x="34426" y="6968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77">
            <a:extLst xmlns:a="http://schemas.openxmlformats.org/drawingml/2006/main">
              <a:ext uri="{FF2B5EF4-FFF2-40B4-BE49-F238E27FC236}">
                <a16:creationId xmlns:a16="http://schemas.microsoft.com/office/drawing/2014/main" id="{D45079F8-678D-4281-B260-2F49BA81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41" y="1503487"/>
            <a:ext cx="976679" cy="603312"/>
          </a:xfrm>
          <a:custGeom xmlns:a="http://schemas.openxmlformats.org/drawingml/2006/main">
            <a:pathLst>
              <a:path w="976679" h="603312">
                <a:moveTo>
                  <a:pt x="0" y="100554"/>
                </a:moveTo>
                <a:cubicBezTo>
                  <a:pt x="0" y="45019"/>
                  <a:pt x="45019" y="0"/>
                  <a:pt x="100554" y="0"/>
                </a:cubicBezTo>
                <a:lnTo>
                  <a:pt x="876125" y="0"/>
                </a:lnTo>
                <a:cubicBezTo>
                  <a:pt x="931659" y="0"/>
                  <a:pt x="976679" y="45019"/>
                  <a:pt x="976679" y="100554"/>
                </a:cubicBezTo>
                <a:lnTo>
                  <a:pt x="976679" y="502758"/>
                </a:lnTo>
                <a:cubicBezTo>
                  <a:pt x="976679" y="558292"/>
                  <a:pt x="931659" y="603312"/>
                  <a:pt x="876125" y="603312"/>
                </a:cubicBezTo>
                <a:lnTo>
                  <a:pt x="100554" y="603312"/>
                </a:lnTo>
                <a:cubicBezTo>
                  <a:pt x="45019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78">
            <a:extLst xmlns:a="http://schemas.openxmlformats.org/drawingml/2006/main">
              <a:ext uri="{FF2B5EF4-FFF2-40B4-BE49-F238E27FC236}">
                <a16:creationId xmlns:a16="http://schemas.microsoft.com/office/drawing/2014/main" id="{EFDF30D1-DE68-46A0-9A60-36F54409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41" y="1503487"/>
            <a:ext cx="976680" cy="603312"/>
          </a:xfrm>
          <a:custGeom xmlns:a="http://schemas.openxmlformats.org/drawingml/2006/main">
            <a:pathLst>
              <a:path w="976680" h="603312">
                <a:moveTo>
                  <a:pt x="0" y="100554"/>
                </a:moveTo>
                <a:cubicBezTo>
                  <a:pt x="0" y="45020"/>
                  <a:pt x="45020" y="0"/>
                  <a:pt x="100554" y="0"/>
                </a:cubicBezTo>
                <a:lnTo>
                  <a:pt x="876126" y="0"/>
                </a:lnTo>
                <a:cubicBezTo>
                  <a:pt x="931660" y="0"/>
                  <a:pt x="976680" y="45020"/>
                  <a:pt x="976680" y="100554"/>
                </a:cubicBezTo>
                <a:lnTo>
                  <a:pt x="976680" y="502758"/>
                </a:lnTo>
                <a:cubicBezTo>
                  <a:pt x="976680" y="558292"/>
                  <a:pt x="931660" y="603312"/>
                  <a:pt x="876126" y="603312"/>
                </a:cubicBezTo>
                <a:lnTo>
                  <a:pt x="100554" y="603312"/>
                </a:lnTo>
                <a:cubicBezTo>
                  <a:pt x="45020" y="603312"/>
                  <a:pt x="0" y="558292"/>
                  <a:pt x="0" y="502758"/>
                </a:cubicBezTo>
                <a:lnTo>
                  <a:pt x="0" y="100554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000000"/>
            </a:solidFill>
            <a:prstDash val="solid"/>
          </a:ln>
        </p:spPr>
      </p:sp>
      <p:sp>
        <p:nvSpPr>
          <p:cNvPr id="293" name="path-279">
            <a:extLst xmlns:a="http://schemas.openxmlformats.org/drawingml/2006/main">
              <a:ext uri="{FF2B5EF4-FFF2-40B4-BE49-F238E27FC236}">
                <a16:creationId xmlns:a16="http://schemas.microsoft.com/office/drawing/2014/main" id="{65DD79AE-F076-473D-8790-BF2FAB26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540" y="1697375"/>
            <a:ext cx="137558" cy="150651"/>
          </a:xfrm>
          <a:custGeom xmlns:a="http://schemas.openxmlformats.org/drawingml/2006/main">
            <a:pathLst>
              <a:path w="137558" h="150651">
                <a:moveTo>
                  <a:pt x="49138" y="68705"/>
                </a:moveTo>
                <a:cubicBezTo>
                  <a:pt x="40115" y="66548"/>
                  <a:pt x="33053" y="62845"/>
                  <a:pt x="27953" y="57598"/>
                </a:cubicBezTo>
                <a:cubicBezTo>
                  <a:pt x="22853" y="52350"/>
                  <a:pt x="20303" y="46147"/>
                  <a:pt x="20303" y="38987"/>
                </a:cubicBezTo>
                <a:cubicBezTo>
                  <a:pt x="20303" y="30552"/>
                  <a:pt x="23000" y="23392"/>
                  <a:pt x="28394" y="17507"/>
                </a:cubicBezTo>
                <a:cubicBezTo>
                  <a:pt x="33789" y="11623"/>
                  <a:pt x="41537" y="7233"/>
                  <a:pt x="51639" y="4340"/>
                </a:cubicBezTo>
                <a:cubicBezTo>
                  <a:pt x="61742" y="1447"/>
                  <a:pt x="73217" y="0"/>
                  <a:pt x="86066" y="0"/>
                </a:cubicBezTo>
                <a:cubicBezTo>
                  <a:pt x="104701" y="0"/>
                  <a:pt x="121865" y="2648"/>
                  <a:pt x="137558" y="7945"/>
                </a:cubicBezTo>
                <a:lnTo>
                  <a:pt x="130643" y="38546"/>
                </a:lnTo>
                <a:lnTo>
                  <a:pt x="109311" y="38546"/>
                </a:lnTo>
                <a:cubicBezTo>
                  <a:pt x="108820" y="30993"/>
                  <a:pt x="106564" y="25231"/>
                  <a:pt x="102543" y="21259"/>
                </a:cubicBezTo>
                <a:cubicBezTo>
                  <a:pt x="98522" y="17287"/>
                  <a:pt x="93225" y="15301"/>
                  <a:pt x="86654" y="15301"/>
                </a:cubicBezTo>
                <a:cubicBezTo>
                  <a:pt x="82044" y="15301"/>
                  <a:pt x="77753" y="16330"/>
                  <a:pt x="73781" y="18390"/>
                </a:cubicBezTo>
                <a:cubicBezTo>
                  <a:pt x="69809" y="20450"/>
                  <a:pt x="66621" y="23466"/>
                  <a:pt x="64218" y="27438"/>
                </a:cubicBezTo>
                <a:cubicBezTo>
                  <a:pt x="61815" y="31410"/>
                  <a:pt x="60614" y="36045"/>
                  <a:pt x="60614" y="41341"/>
                </a:cubicBezTo>
                <a:cubicBezTo>
                  <a:pt x="60614" y="48893"/>
                  <a:pt x="62845" y="54238"/>
                  <a:pt x="67308" y="57377"/>
                </a:cubicBezTo>
                <a:cubicBezTo>
                  <a:pt x="71770" y="60516"/>
                  <a:pt x="78955" y="62085"/>
                  <a:pt x="88861" y="62085"/>
                </a:cubicBezTo>
                <a:lnTo>
                  <a:pt x="108428" y="62085"/>
                </a:lnTo>
                <a:lnTo>
                  <a:pt x="104308" y="80328"/>
                </a:lnTo>
                <a:lnTo>
                  <a:pt x="90479" y="80328"/>
                </a:lnTo>
                <a:cubicBezTo>
                  <a:pt x="81162" y="80328"/>
                  <a:pt x="73756" y="81039"/>
                  <a:pt x="68264" y="82461"/>
                </a:cubicBezTo>
                <a:cubicBezTo>
                  <a:pt x="62771" y="83883"/>
                  <a:pt x="58064" y="85918"/>
                  <a:pt x="54140" y="88567"/>
                </a:cubicBezTo>
                <a:cubicBezTo>
                  <a:pt x="50217" y="91215"/>
                  <a:pt x="47348" y="94280"/>
                  <a:pt x="45534" y="97762"/>
                </a:cubicBezTo>
                <a:cubicBezTo>
                  <a:pt x="43719" y="101243"/>
                  <a:pt x="42812" y="105142"/>
                  <a:pt x="42812" y="109458"/>
                </a:cubicBezTo>
                <a:cubicBezTo>
                  <a:pt x="42812" y="115637"/>
                  <a:pt x="44823" y="120467"/>
                  <a:pt x="48844" y="123949"/>
                </a:cubicBezTo>
                <a:cubicBezTo>
                  <a:pt x="52865" y="127431"/>
                  <a:pt x="59044" y="129172"/>
                  <a:pt x="67381" y="129172"/>
                </a:cubicBezTo>
                <a:cubicBezTo>
                  <a:pt x="74443" y="129172"/>
                  <a:pt x="81848" y="127701"/>
                  <a:pt x="89596" y="124758"/>
                </a:cubicBezTo>
                <a:cubicBezTo>
                  <a:pt x="97345" y="121816"/>
                  <a:pt x="105633" y="117598"/>
                  <a:pt x="114460" y="112106"/>
                </a:cubicBezTo>
                <a:lnTo>
                  <a:pt x="123581" y="128142"/>
                </a:lnTo>
                <a:cubicBezTo>
                  <a:pt x="100336" y="143148"/>
                  <a:pt x="78072" y="150651"/>
                  <a:pt x="56789" y="150651"/>
                </a:cubicBezTo>
                <a:cubicBezTo>
                  <a:pt x="39330" y="150651"/>
                  <a:pt x="25501" y="147292"/>
                  <a:pt x="15301" y="140574"/>
                </a:cubicBezTo>
                <a:cubicBezTo>
                  <a:pt x="5100" y="133855"/>
                  <a:pt x="0" y="124170"/>
                  <a:pt x="0" y="111517"/>
                </a:cubicBezTo>
                <a:cubicBezTo>
                  <a:pt x="0" y="101121"/>
                  <a:pt x="4242" y="92343"/>
                  <a:pt x="12726" y="85183"/>
                </a:cubicBezTo>
                <a:cubicBezTo>
                  <a:pt x="21210" y="78023"/>
                  <a:pt x="33200" y="73217"/>
                  <a:pt x="48697" y="70765"/>
                </a:cubicBezTo>
                <a:lnTo>
                  <a:pt x="49138" y="6870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80">
            <a:extLst xmlns:a="http://schemas.openxmlformats.org/drawingml/2006/main">
              <a:ext uri="{FF2B5EF4-FFF2-40B4-BE49-F238E27FC236}">
                <a16:creationId xmlns:a16="http://schemas.microsoft.com/office/drawing/2014/main" id="{50857293-B14E-43D2-9966-7A3C29CB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197" y="1797723"/>
            <a:ext cx="114754" cy="111223"/>
          </a:xfrm>
          <a:custGeom xmlns:a="http://schemas.openxmlformats.org/drawingml/2006/main">
            <a:pathLst>
              <a:path w="114754" h="111223">
                <a:moveTo>
                  <a:pt x="57377" y="26482"/>
                </a:moveTo>
                <a:cubicBezTo>
                  <a:pt x="63556" y="17802"/>
                  <a:pt x="70029" y="11218"/>
                  <a:pt x="76797" y="6731"/>
                </a:cubicBezTo>
                <a:cubicBezTo>
                  <a:pt x="83565" y="2244"/>
                  <a:pt x="91068" y="0"/>
                  <a:pt x="99306" y="0"/>
                </a:cubicBezTo>
                <a:cubicBezTo>
                  <a:pt x="104161" y="0"/>
                  <a:pt x="109311" y="699"/>
                  <a:pt x="114754" y="2096"/>
                </a:cubicBezTo>
                <a:lnTo>
                  <a:pt x="108244" y="31778"/>
                </a:lnTo>
                <a:lnTo>
                  <a:pt x="88493" y="31778"/>
                </a:lnTo>
                <a:cubicBezTo>
                  <a:pt x="88493" y="26850"/>
                  <a:pt x="87960" y="23429"/>
                  <a:pt x="86893" y="21516"/>
                </a:cubicBezTo>
                <a:cubicBezTo>
                  <a:pt x="85826" y="19604"/>
                  <a:pt x="84006" y="18648"/>
                  <a:pt x="81431" y="18648"/>
                </a:cubicBezTo>
                <a:cubicBezTo>
                  <a:pt x="79445" y="18648"/>
                  <a:pt x="77275" y="19346"/>
                  <a:pt x="74921" y="20744"/>
                </a:cubicBezTo>
                <a:cubicBezTo>
                  <a:pt x="72567" y="22142"/>
                  <a:pt x="69754" y="24863"/>
                  <a:pt x="66480" y="28909"/>
                </a:cubicBezTo>
                <a:cubicBezTo>
                  <a:pt x="63207" y="32955"/>
                  <a:pt x="60742" y="36817"/>
                  <a:pt x="59087" y="40495"/>
                </a:cubicBezTo>
                <a:cubicBezTo>
                  <a:pt x="57432" y="44173"/>
                  <a:pt x="55979" y="48881"/>
                  <a:pt x="54729" y="54619"/>
                </a:cubicBezTo>
                <a:lnTo>
                  <a:pt x="42260" y="111223"/>
                </a:lnTo>
                <a:lnTo>
                  <a:pt x="10593" y="111223"/>
                </a:lnTo>
                <a:lnTo>
                  <a:pt x="28357" y="34537"/>
                </a:lnTo>
                <a:cubicBezTo>
                  <a:pt x="29461" y="29755"/>
                  <a:pt x="30013" y="26114"/>
                  <a:pt x="30013" y="23613"/>
                </a:cubicBezTo>
                <a:cubicBezTo>
                  <a:pt x="30013" y="21185"/>
                  <a:pt x="29608" y="19310"/>
                  <a:pt x="28799" y="17985"/>
                </a:cubicBezTo>
                <a:cubicBezTo>
                  <a:pt x="27990" y="16661"/>
                  <a:pt x="26592" y="15999"/>
                  <a:pt x="24606" y="15999"/>
                </a:cubicBezTo>
                <a:cubicBezTo>
                  <a:pt x="22326" y="15999"/>
                  <a:pt x="19861" y="17029"/>
                  <a:pt x="17213" y="19089"/>
                </a:cubicBezTo>
                <a:cubicBezTo>
                  <a:pt x="14565" y="21149"/>
                  <a:pt x="11475" y="24201"/>
                  <a:pt x="7945" y="28247"/>
                </a:cubicBezTo>
                <a:lnTo>
                  <a:pt x="0" y="20303"/>
                </a:lnTo>
                <a:cubicBezTo>
                  <a:pt x="7356" y="12799"/>
                  <a:pt x="13885" y="7540"/>
                  <a:pt x="19585" y="4524"/>
                </a:cubicBezTo>
                <a:cubicBezTo>
                  <a:pt x="25286" y="1508"/>
                  <a:pt x="31300" y="0"/>
                  <a:pt x="37626" y="0"/>
                </a:cubicBezTo>
                <a:cubicBezTo>
                  <a:pt x="43732" y="0"/>
                  <a:pt x="48605" y="1710"/>
                  <a:pt x="52246" y="5131"/>
                </a:cubicBezTo>
                <a:cubicBezTo>
                  <a:pt x="55887" y="8551"/>
                  <a:pt x="57708" y="13057"/>
                  <a:pt x="57708" y="18648"/>
                </a:cubicBezTo>
                <a:cubicBezTo>
                  <a:pt x="57708" y="20634"/>
                  <a:pt x="57303" y="23135"/>
                  <a:pt x="56494" y="26151"/>
                </a:cubicBezTo>
                <a:lnTo>
                  <a:pt x="57377" y="264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81">
            <a:extLst xmlns:a="http://schemas.openxmlformats.org/drawingml/2006/main">
              <a:ext uri="{FF2B5EF4-FFF2-40B4-BE49-F238E27FC236}">
                <a16:creationId xmlns:a16="http://schemas.microsoft.com/office/drawing/2014/main" id="{5E6D4D57-760E-47D8-B675-710C3FDE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9799" y="1791018"/>
            <a:ext cx="278402" cy="70620"/>
          </a:xfrm>
          <a:custGeom xmlns:a="http://schemas.openxmlformats.org/drawingml/2006/main">
            <a:pathLst>
              <a:path w="278402" h="70620">
                <a:moveTo>
                  <a:pt x="0" y="0"/>
                </a:moveTo>
                <a:lnTo>
                  <a:pt x="184247" y="2"/>
                </a:lnTo>
                <a:lnTo>
                  <a:pt x="184245" y="28249"/>
                </a:lnTo>
                <a:lnTo>
                  <a:pt x="0" y="28247"/>
                </a:lnTo>
                <a:lnTo>
                  <a:pt x="0" y="0"/>
                </a:lnTo>
                <a:moveTo>
                  <a:pt x="165416" y="-42369"/>
                </a:moveTo>
                <a:lnTo>
                  <a:pt x="278402" y="14126"/>
                </a:lnTo>
                <a:lnTo>
                  <a:pt x="165414" y="70620"/>
                </a:lnTo>
                <a:lnTo>
                  <a:pt x="165416" y="-42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82">
            <a:extLst xmlns:a="http://schemas.openxmlformats.org/drawingml/2006/main">
              <a:ext uri="{FF2B5EF4-FFF2-40B4-BE49-F238E27FC236}">
                <a16:creationId xmlns:a16="http://schemas.microsoft.com/office/drawing/2014/main" id="{3E6B4686-9100-40C3-A8D1-E6D8BD50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575" y="1780132"/>
            <a:ext cx="226893" cy="70618"/>
          </a:xfrm>
          <a:custGeom xmlns:a="http://schemas.openxmlformats.org/drawingml/2006/main">
            <a:pathLst>
              <a:path w="226893" h="70618">
                <a:moveTo>
                  <a:pt x="0" y="0"/>
                </a:moveTo>
                <a:lnTo>
                  <a:pt x="0" y="28247"/>
                </a:lnTo>
                <a:lnTo>
                  <a:pt x="132736" y="28247"/>
                </a:lnTo>
                <a:lnTo>
                  <a:pt x="132736" y="0"/>
                </a:lnTo>
                <a:close/>
                <a:moveTo>
                  <a:pt x="113903" y="-42371"/>
                </a:moveTo>
                <a:lnTo>
                  <a:pt x="226893" y="14125"/>
                </a:lnTo>
                <a:lnTo>
                  <a:pt x="113901" y="70618"/>
                </a:lnTo>
                <a:lnTo>
                  <a:pt x="113903" y="-423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83">
            <a:extLst xmlns:a="http://schemas.openxmlformats.org/drawingml/2006/main">
              <a:ext uri="{FF2B5EF4-FFF2-40B4-BE49-F238E27FC236}">
                <a16:creationId xmlns:a16="http://schemas.microsoft.com/office/drawing/2014/main" id="{9178D9AD-9337-4395-B04F-C40CF6DA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274" y="1154133"/>
            <a:ext cx="216573" cy="1281625"/>
          </a:xfrm>
          <a:custGeom xmlns:a="http://schemas.openxmlformats.org/drawingml/2006/main">
            <a:pathLst>
              <a:path w="216573" h="1281625">
                <a:moveTo>
                  <a:pt x="216572" y="1281625"/>
                </a:moveTo>
                <a:cubicBezTo>
                  <a:pt x="156767" y="1281625"/>
                  <a:pt x="108285" y="1273545"/>
                  <a:pt x="108285" y="1263578"/>
                </a:cubicBezTo>
                <a:lnTo>
                  <a:pt x="108287" y="658859"/>
                </a:lnTo>
                <a:cubicBezTo>
                  <a:pt x="108287" y="648892"/>
                  <a:pt x="59805" y="640812"/>
                  <a:pt x="0" y="640812"/>
                </a:cubicBezTo>
                <a:cubicBezTo>
                  <a:pt x="59805" y="640812"/>
                  <a:pt x="108287" y="632732"/>
                  <a:pt x="108287" y="622765"/>
                </a:cubicBezTo>
                <a:lnTo>
                  <a:pt x="108287" y="18047"/>
                </a:lnTo>
                <a:cubicBezTo>
                  <a:pt x="108287" y="8080"/>
                  <a:pt x="156769" y="0"/>
                  <a:pt x="2165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247">
            <a:solidFill>
              <a:srgbClr val="000000"/>
            </a:solidFill>
            <a:prstDash val="solid"/>
          </a:ln>
        </p:spPr>
      </p:sp>
      <p:sp>
        <p:nvSpPr>
          <p:cNvPr id="298" name="text-284 Outcome">
            <a:extLst xmlns:a="http://schemas.openxmlformats.org/drawingml/2006/main">
              <a:ext uri="{FF2B5EF4-FFF2-40B4-BE49-F238E27FC236}">
                <a16:creationId xmlns:a16="http://schemas.microsoft.com/office/drawing/2014/main" id="{BE179484-C690-45D2-9FB7-493DEF5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6734" y="2747894"/>
            <a:ext cx="1018563" cy="36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7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299" name="text-285 Score:">
            <a:extLst xmlns:a="http://schemas.openxmlformats.org/drawingml/2006/main">
              <a:ext uri="{FF2B5EF4-FFF2-40B4-BE49-F238E27FC236}">
                <a16:creationId xmlns:a16="http://schemas.microsoft.com/office/drawing/2014/main" id="{F32A83D3-381D-4BA9-A955-510E0B6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7754" y="2748696"/>
            <a:ext cx="694469" cy="368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7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Score:</a:t>
            </a:r>
          </a:p>
        </p:txBody>
      </p:sp>
      <p:sp>
        <p:nvSpPr>
          <p:cNvPr id="300" name="path-286">
            <a:extLst xmlns:a="http://schemas.openxmlformats.org/drawingml/2006/main">
              <a:ext uri="{FF2B5EF4-FFF2-40B4-BE49-F238E27FC236}">
                <a16:creationId xmlns:a16="http://schemas.microsoft.com/office/drawing/2014/main" id="{6491AD29-4B87-4A72-BE66-20151197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866" y="2833938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87">
            <a:extLst xmlns:a="http://schemas.openxmlformats.org/drawingml/2006/main">
              <a:ext uri="{FF2B5EF4-FFF2-40B4-BE49-F238E27FC236}">
                <a16:creationId xmlns:a16="http://schemas.microsoft.com/office/drawing/2014/main" id="{547525A2-93B5-4EA0-A47C-77BE512A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9829" y="2940438"/>
            <a:ext cx="120455" cy="125512"/>
          </a:xfrm>
          <a:custGeom xmlns:a="http://schemas.openxmlformats.org/drawingml/2006/main">
            <a:pathLst>
              <a:path w="120455" h="125512">
                <a:moveTo>
                  <a:pt x="78066" y="0"/>
                </a:moveTo>
                <a:cubicBezTo>
                  <a:pt x="88855" y="0"/>
                  <a:pt x="97268" y="950"/>
                  <a:pt x="103306" y="2850"/>
                </a:cubicBezTo>
                <a:cubicBezTo>
                  <a:pt x="109344" y="4751"/>
                  <a:pt x="113712" y="7571"/>
                  <a:pt x="116409" y="11310"/>
                </a:cubicBezTo>
                <a:cubicBezTo>
                  <a:pt x="119106" y="15049"/>
                  <a:pt x="120455" y="19769"/>
                  <a:pt x="120455" y="25470"/>
                </a:cubicBezTo>
                <a:cubicBezTo>
                  <a:pt x="120455" y="33991"/>
                  <a:pt x="118110" y="41010"/>
                  <a:pt x="113421" y="46527"/>
                </a:cubicBezTo>
                <a:cubicBezTo>
                  <a:pt x="108731" y="52044"/>
                  <a:pt x="101176" y="56825"/>
                  <a:pt x="90755" y="60871"/>
                </a:cubicBezTo>
                <a:lnTo>
                  <a:pt x="90571" y="61883"/>
                </a:lnTo>
                <a:cubicBezTo>
                  <a:pt x="96333" y="64212"/>
                  <a:pt x="100793" y="67461"/>
                  <a:pt x="103950" y="71629"/>
                </a:cubicBezTo>
                <a:cubicBezTo>
                  <a:pt x="107107" y="75798"/>
                  <a:pt x="108685" y="80610"/>
                  <a:pt x="108685" y="86066"/>
                </a:cubicBezTo>
                <a:cubicBezTo>
                  <a:pt x="108685" y="93544"/>
                  <a:pt x="106892" y="100073"/>
                  <a:pt x="103306" y="105651"/>
                </a:cubicBezTo>
                <a:cubicBezTo>
                  <a:pt x="99720" y="111229"/>
                  <a:pt x="94004" y="115934"/>
                  <a:pt x="86157" y="119765"/>
                </a:cubicBezTo>
                <a:cubicBezTo>
                  <a:pt x="78311" y="123597"/>
                  <a:pt x="66235" y="125512"/>
                  <a:pt x="49929" y="125512"/>
                </a:cubicBezTo>
                <a:lnTo>
                  <a:pt x="0" y="125512"/>
                </a:lnTo>
                <a:lnTo>
                  <a:pt x="1287" y="119444"/>
                </a:lnTo>
                <a:cubicBezTo>
                  <a:pt x="4781" y="118463"/>
                  <a:pt x="7356" y="116746"/>
                  <a:pt x="9011" y="114294"/>
                </a:cubicBezTo>
                <a:cubicBezTo>
                  <a:pt x="10666" y="111842"/>
                  <a:pt x="12229" y="107306"/>
                  <a:pt x="13701" y="100686"/>
                </a:cubicBezTo>
                <a:lnTo>
                  <a:pt x="30436" y="24827"/>
                </a:lnTo>
                <a:cubicBezTo>
                  <a:pt x="31232" y="21210"/>
                  <a:pt x="31631" y="17624"/>
                  <a:pt x="31631" y="14068"/>
                </a:cubicBezTo>
                <a:cubicBezTo>
                  <a:pt x="31631" y="11494"/>
                  <a:pt x="31033" y="9609"/>
                  <a:pt x="29838" y="8413"/>
                </a:cubicBezTo>
                <a:cubicBezTo>
                  <a:pt x="28643" y="7218"/>
                  <a:pt x="26696" y="6437"/>
                  <a:pt x="23999" y="6069"/>
                </a:cubicBezTo>
                <a:lnTo>
                  <a:pt x="25286" y="0"/>
                </a:lnTo>
                <a:lnTo>
                  <a:pt x="78066" y="0"/>
                </a:lnTo>
                <a:moveTo>
                  <a:pt x="65377" y="54986"/>
                </a:moveTo>
                <a:cubicBezTo>
                  <a:pt x="70771" y="54986"/>
                  <a:pt x="75476" y="53776"/>
                  <a:pt x="79491" y="51354"/>
                </a:cubicBezTo>
                <a:cubicBezTo>
                  <a:pt x="83506" y="48933"/>
                  <a:pt x="86587" y="45577"/>
                  <a:pt x="88732" y="41286"/>
                </a:cubicBezTo>
                <a:cubicBezTo>
                  <a:pt x="90878" y="36995"/>
                  <a:pt x="91950" y="32060"/>
                  <a:pt x="91950" y="26482"/>
                </a:cubicBezTo>
                <a:cubicBezTo>
                  <a:pt x="91950" y="21210"/>
                  <a:pt x="90295" y="17271"/>
                  <a:pt x="86985" y="14666"/>
                </a:cubicBezTo>
                <a:cubicBezTo>
                  <a:pt x="83675" y="12061"/>
                  <a:pt x="78526" y="10758"/>
                  <a:pt x="71537" y="10758"/>
                </a:cubicBezTo>
                <a:cubicBezTo>
                  <a:pt x="67246" y="10758"/>
                  <a:pt x="63630" y="10911"/>
                  <a:pt x="60687" y="11218"/>
                </a:cubicBezTo>
                <a:lnTo>
                  <a:pt x="51032" y="54986"/>
                </a:lnTo>
                <a:lnTo>
                  <a:pt x="65377" y="54986"/>
                </a:lnTo>
                <a:moveTo>
                  <a:pt x="38067" y="114478"/>
                </a:moveTo>
                <a:cubicBezTo>
                  <a:pt x="40642" y="114662"/>
                  <a:pt x="44565" y="114754"/>
                  <a:pt x="49837" y="114754"/>
                </a:cubicBezTo>
                <a:cubicBezTo>
                  <a:pt x="57438" y="114754"/>
                  <a:pt x="63461" y="113344"/>
                  <a:pt x="67905" y="110524"/>
                </a:cubicBezTo>
                <a:cubicBezTo>
                  <a:pt x="72350" y="107705"/>
                  <a:pt x="75645" y="103751"/>
                  <a:pt x="77790" y="98663"/>
                </a:cubicBezTo>
                <a:cubicBezTo>
                  <a:pt x="79936" y="93575"/>
                  <a:pt x="81008" y="88364"/>
                  <a:pt x="81008" y="83031"/>
                </a:cubicBezTo>
                <a:cubicBezTo>
                  <a:pt x="81008" y="71507"/>
                  <a:pt x="74480" y="65745"/>
                  <a:pt x="61423" y="65745"/>
                </a:cubicBezTo>
                <a:lnTo>
                  <a:pt x="48734" y="65745"/>
                </a:lnTo>
                <a:lnTo>
                  <a:pt x="38067" y="11447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88">
            <a:extLst xmlns:a="http://schemas.openxmlformats.org/drawingml/2006/main">
              <a:ext uri="{FF2B5EF4-FFF2-40B4-BE49-F238E27FC236}">
                <a16:creationId xmlns:a16="http://schemas.microsoft.com/office/drawing/2014/main" id="{23D9B168-76C6-421C-B45E-97589DB5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675" y="3044617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89">
            <a:extLst xmlns:a="http://schemas.openxmlformats.org/drawingml/2006/main">
              <a:ext uri="{FF2B5EF4-FFF2-40B4-BE49-F238E27FC236}">
                <a16:creationId xmlns:a16="http://schemas.microsoft.com/office/drawing/2014/main" id="{177A77D8-AC8D-4AD3-A0FB-06A2ED40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601" y="2973264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90">
            <a:extLst xmlns:a="http://schemas.openxmlformats.org/drawingml/2006/main">
              <a:ext uri="{FF2B5EF4-FFF2-40B4-BE49-F238E27FC236}">
                <a16:creationId xmlns:a16="http://schemas.microsoft.com/office/drawing/2014/main" id="{5CC5042D-B906-4C1E-9483-C1B91B98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416" y="2901136"/>
            <a:ext cx="164003" cy="70544"/>
          </a:xfrm>
          <a:custGeom xmlns:a="http://schemas.openxmlformats.org/drawingml/2006/main">
            <a:pathLst>
              <a:path w="164003" h="70544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moveTo>
                  <a:pt x="0" y="70544"/>
                </a:moveTo>
                <a:lnTo>
                  <a:pt x="0" y="53423"/>
                </a:lnTo>
                <a:lnTo>
                  <a:pt x="158596" y="53423"/>
                </a:lnTo>
                <a:lnTo>
                  <a:pt x="158596" y="70544"/>
                </a:lnTo>
                <a:lnTo>
                  <a:pt x="0" y="70544"/>
                </a:lnTo>
                <a:moveTo>
                  <a:pt x="164003" y="35272"/>
                </a:moveTo>
                <a:lnTo>
                  <a:pt x="164003" y="35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91">
            <a:extLst xmlns:a="http://schemas.openxmlformats.org/drawingml/2006/main">
              <a:ext uri="{FF2B5EF4-FFF2-40B4-BE49-F238E27FC236}">
                <a16:creationId xmlns:a16="http://schemas.microsoft.com/office/drawing/2014/main" id="{5746568C-2AE3-4A2E-B270-8FF2A202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566" y="2684740"/>
            <a:ext cx="323114" cy="503336"/>
          </a:xfrm>
          <a:custGeom xmlns:a="http://schemas.openxmlformats.org/drawingml/2006/main">
            <a:pathLst>
              <a:path w="323114" h="503336">
                <a:moveTo>
                  <a:pt x="56770" y="16864"/>
                </a:moveTo>
                <a:lnTo>
                  <a:pt x="210346" y="225407"/>
                </a:lnTo>
                <a:lnTo>
                  <a:pt x="210346" y="240984"/>
                </a:lnTo>
                <a:lnTo>
                  <a:pt x="44541" y="466005"/>
                </a:lnTo>
                <a:lnTo>
                  <a:pt x="267888" y="466005"/>
                </a:lnTo>
                <a:cubicBezTo>
                  <a:pt x="277758" y="466005"/>
                  <a:pt x="285310" y="462529"/>
                  <a:pt x="290545" y="455577"/>
                </a:cubicBezTo>
                <a:cubicBezTo>
                  <a:pt x="295780" y="448626"/>
                  <a:pt x="300285" y="433092"/>
                  <a:pt x="304061" y="408977"/>
                </a:cubicBezTo>
                <a:lnTo>
                  <a:pt x="323114" y="408977"/>
                </a:lnTo>
                <a:lnTo>
                  <a:pt x="316548" y="503336"/>
                </a:lnTo>
                <a:lnTo>
                  <a:pt x="0" y="503336"/>
                </a:lnTo>
                <a:lnTo>
                  <a:pt x="0" y="490592"/>
                </a:lnTo>
                <a:lnTo>
                  <a:pt x="180351" y="246133"/>
                </a:lnTo>
                <a:lnTo>
                  <a:pt x="5278" y="12229"/>
                </a:lnTo>
                <a:lnTo>
                  <a:pt x="5278" y="0"/>
                </a:lnTo>
                <a:lnTo>
                  <a:pt x="316162" y="0"/>
                </a:lnTo>
                <a:lnTo>
                  <a:pt x="316162" y="76208"/>
                </a:lnTo>
                <a:lnTo>
                  <a:pt x="299170" y="76208"/>
                </a:lnTo>
                <a:cubicBezTo>
                  <a:pt x="297196" y="57929"/>
                  <a:pt x="293205" y="43468"/>
                  <a:pt x="287198" y="32826"/>
                </a:cubicBezTo>
                <a:cubicBezTo>
                  <a:pt x="281190" y="22185"/>
                  <a:pt x="272093" y="16864"/>
                  <a:pt x="259907" y="16864"/>
                </a:cubicBezTo>
                <a:lnTo>
                  <a:pt x="56770" y="16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92">
            <a:extLst xmlns:a="http://schemas.openxmlformats.org/drawingml/2006/main">
              <a:ext uri="{FF2B5EF4-FFF2-40B4-BE49-F238E27FC236}">
                <a16:creationId xmlns:a16="http://schemas.microsoft.com/office/drawing/2014/main" id="{D98326BE-9D78-42CA-96F8-B33D950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189" y="3096981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293">
            <a:extLst xmlns:a="http://schemas.openxmlformats.org/drawingml/2006/main">
              <a:ext uri="{FF2B5EF4-FFF2-40B4-BE49-F238E27FC236}">
                <a16:creationId xmlns:a16="http://schemas.microsoft.com/office/drawing/2014/main" id="{41B86CFB-445F-4CCD-9F45-7565165C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332" y="2843979"/>
            <a:ext cx="149456" cy="13645"/>
          </a:xfrm>
          <a:custGeom xmlns:a="http://schemas.openxmlformats.org/drawingml/2006/main">
            <a:pathLst>
              <a:path w="149456" h="13645">
                <a:moveTo>
                  <a:pt x="149456" y="13645"/>
                </a:moveTo>
                <a:lnTo>
                  <a:pt x="0" y="13645"/>
                </a:lnTo>
                <a:lnTo>
                  <a:pt x="0" y="0"/>
                </a:lnTo>
                <a:lnTo>
                  <a:pt x="149456" y="0"/>
                </a:lnTo>
                <a:lnTo>
                  <a:pt x="149456" y="136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294">
            <a:extLst xmlns:a="http://schemas.openxmlformats.org/drawingml/2006/main">
              <a:ext uri="{FF2B5EF4-FFF2-40B4-BE49-F238E27FC236}">
                <a16:creationId xmlns:a16="http://schemas.microsoft.com/office/drawing/2014/main" id="{DBB38956-ACDC-4A85-A202-AD8F2AA3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506" y="2884015"/>
            <a:ext cx="196958" cy="129632"/>
          </a:xfrm>
          <a:custGeom xmlns:a="http://schemas.openxmlformats.org/drawingml/2006/main">
            <a:pathLst>
              <a:path w="196958" h="129632">
                <a:moveTo>
                  <a:pt x="192452" y="0"/>
                </a:moveTo>
                <a:lnTo>
                  <a:pt x="196958" y="8496"/>
                </a:lnTo>
                <a:cubicBezTo>
                  <a:pt x="192924" y="20082"/>
                  <a:pt x="184106" y="36967"/>
                  <a:pt x="170504" y="59152"/>
                </a:cubicBezTo>
                <a:cubicBezTo>
                  <a:pt x="156901" y="81336"/>
                  <a:pt x="140745" y="104830"/>
                  <a:pt x="122037" y="129632"/>
                </a:cubicBezTo>
                <a:lnTo>
                  <a:pt x="100281" y="129632"/>
                </a:lnTo>
                <a:lnTo>
                  <a:pt x="96290" y="91527"/>
                </a:lnTo>
                <a:cubicBezTo>
                  <a:pt x="95175" y="81229"/>
                  <a:pt x="94445" y="73462"/>
                  <a:pt x="94102" y="68227"/>
                </a:cubicBezTo>
                <a:cubicBezTo>
                  <a:pt x="93759" y="62992"/>
                  <a:pt x="93587" y="58830"/>
                  <a:pt x="93587" y="55740"/>
                </a:cubicBezTo>
                <a:lnTo>
                  <a:pt x="92300" y="55740"/>
                </a:lnTo>
                <a:cubicBezTo>
                  <a:pt x="81572" y="78054"/>
                  <a:pt x="66511" y="102684"/>
                  <a:pt x="47115" y="129632"/>
                </a:cubicBezTo>
                <a:lnTo>
                  <a:pt x="23686" y="129632"/>
                </a:lnTo>
                <a:lnTo>
                  <a:pt x="13517" y="30638"/>
                </a:lnTo>
                <a:cubicBezTo>
                  <a:pt x="12916" y="24630"/>
                  <a:pt x="12165" y="20189"/>
                  <a:pt x="11264" y="17314"/>
                </a:cubicBezTo>
                <a:cubicBezTo>
                  <a:pt x="10363" y="14439"/>
                  <a:pt x="9076" y="12315"/>
                  <a:pt x="7402" y="10942"/>
                </a:cubicBezTo>
                <a:cubicBezTo>
                  <a:pt x="5729" y="9569"/>
                  <a:pt x="3261" y="8754"/>
                  <a:pt x="0" y="8496"/>
                </a:cubicBezTo>
                <a:lnTo>
                  <a:pt x="1931" y="0"/>
                </a:lnTo>
                <a:lnTo>
                  <a:pt x="46858" y="0"/>
                </a:lnTo>
                <a:lnTo>
                  <a:pt x="53938" y="93458"/>
                </a:lnTo>
                <a:cubicBezTo>
                  <a:pt x="66811" y="73548"/>
                  <a:pt x="75801" y="57693"/>
                  <a:pt x="80907" y="45892"/>
                </a:cubicBezTo>
                <a:cubicBezTo>
                  <a:pt x="86013" y="34092"/>
                  <a:pt x="89210" y="21627"/>
                  <a:pt x="90498" y="8496"/>
                </a:cubicBezTo>
                <a:lnTo>
                  <a:pt x="92300" y="0"/>
                </a:lnTo>
                <a:lnTo>
                  <a:pt x="121264" y="0"/>
                </a:lnTo>
                <a:lnTo>
                  <a:pt x="129245" y="93587"/>
                </a:lnTo>
                <a:cubicBezTo>
                  <a:pt x="141689" y="74792"/>
                  <a:pt x="150722" y="59516"/>
                  <a:pt x="156343" y="47759"/>
                </a:cubicBezTo>
                <a:cubicBezTo>
                  <a:pt x="161964" y="36002"/>
                  <a:pt x="164775" y="26304"/>
                  <a:pt x="164775" y="18666"/>
                </a:cubicBezTo>
                <a:cubicBezTo>
                  <a:pt x="164775" y="15405"/>
                  <a:pt x="164003" y="12937"/>
                  <a:pt x="162458" y="11264"/>
                </a:cubicBezTo>
                <a:cubicBezTo>
                  <a:pt x="160913" y="9590"/>
                  <a:pt x="158210" y="8668"/>
                  <a:pt x="154348" y="8496"/>
                </a:cubicBezTo>
                <a:lnTo>
                  <a:pt x="156150" y="0"/>
                </a:lnTo>
                <a:lnTo>
                  <a:pt x="19245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295">
            <a:extLst xmlns:a="http://schemas.openxmlformats.org/drawingml/2006/main">
              <a:ext uri="{FF2B5EF4-FFF2-40B4-BE49-F238E27FC236}">
                <a16:creationId xmlns:a16="http://schemas.microsoft.com/office/drawing/2014/main" id="{2B33B532-B77D-4A65-A683-613B014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444" y="2938047"/>
            <a:ext cx="50573" cy="129374"/>
          </a:xfrm>
          <a:custGeom xmlns:a="http://schemas.openxmlformats.org/drawingml/2006/main">
            <a:pathLst>
              <a:path w="50573" h="129374">
                <a:moveTo>
                  <a:pt x="48182" y="0"/>
                </a:moveTo>
                <a:lnTo>
                  <a:pt x="43401" y="22528"/>
                </a:lnTo>
                <a:lnTo>
                  <a:pt x="19585" y="22528"/>
                </a:lnTo>
                <a:lnTo>
                  <a:pt x="24643" y="0"/>
                </a:lnTo>
                <a:lnTo>
                  <a:pt x="48182" y="0"/>
                </a:lnTo>
                <a:moveTo>
                  <a:pt x="27125" y="98939"/>
                </a:moveTo>
                <a:cubicBezTo>
                  <a:pt x="26512" y="101513"/>
                  <a:pt x="26099" y="103505"/>
                  <a:pt x="25884" y="104915"/>
                </a:cubicBezTo>
                <a:cubicBezTo>
                  <a:pt x="25669" y="106325"/>
                  <a:pt x="25562" y="107919"/>
                  <a:pt x="25562" y="109697"/>
                </a:cubicBezTo>
                <a:cubicBezTo>
                  <a:pt x="25562" y="112087"/>
                  <a:pt x="25961" y="113743"/>
                  <a:pt x="26758" y="114662"/>
                </a:cubicBezTo>
                <a:cubicBezTo>
                  <a:pt x="27554" y="115582"/>
                  <a:pt x="28689" y="116041"/>
                  <a:pt x="30160" y="116041"/>
                </a:cubicBezTo>
                <a:cubicBezTo>
                  <a:pt x="31937" y="116041"/>
                  <a:pt x="33930" y="115198"/>
                  <a:pt x="36136" y="113513"/>
                </a:cubicBezTo>
                <a:cubicBezTo>
                  <a:pt x="38343" y="111827"/>
                  <a:pt x="40949" y="109268"/>
                  <a:pt x="43952" y="105835"/>
                </a:cubicBezTo>
                <a:lnTo>
                  <a:pt x="50573" y="112455"/>
                </a:lnTo>
                <a:cubicBezTo>
                  <a:pt x="44565" y="118585"/>
                  <a:pt x="39186" y="122938"/>
                  <a:pt x="34435" y="125512"/>
                </a:cubicBezTo>
                <a:cubicBezTo>
                  <a:pt x="29685" y="128087"/>
                  <a:pt x="24459" y="129374"/>
                  <a:pt x="18758" y="129374"/>
                </a:cubicBezTo>
                <a:cubicBezTo>
                  <a:pt x="12260" y="129374"/>
                  <a:pt x="7509" y="127780"/>
                  <a:pt x="4506" y="124593"/>
                </a:cubicBezTo>
                <a:cubicBezTo>
                  <a:pt x="1502" y="121405"/>
                  <a:pt x="0" y="116593"/>
                  <a:pt x="0" y="110157"/>
                </a:cubicBezTo>
                <a:cubicBezTo>
                  <a:pt x="0" y="106049"/>
                  <a:pt x="674" y="101237"/>
                  <a:pt x="2023" y="95720"/>
                </a:cubicBezTo>
                <a:lnTo>
                  <a:pt x="9747" y="63722"/>
                </a:lnTo>
                <a:cubicBezTo>
                  <a:pt x="11157" y="57898"/>
                  <a:pt x="11862" y="53301"/>
                  <a:pt x="11862" y="49929"/>
                </a:cubicBezTo>
                <a:cubicBezTo>
                  <a:pt x="11862" y="47538"/>
                  <a:pt x="11295" y="45837"/>
                  <a:pt x="10161" y="44826"/>
                </a:cubicBezTo>
                <a:cubicBezTo>
                  <a:pt x="9026" y="43814"/>
                  <a:pt x="6651" y="43125"/>
                  <a:pt x="3034" y="42757"/>
                </a:cubicBezTo>
                <a:lnTo>
                  <a:pt x="4414" y="36688"/>
                </a:lnTo>
                <a:lnTo>
                  <a:pt x="31355" y="35677"/>
                </a:lnTo>
                <a:lnTo>
                  <a:pt x="41837" y="35677"/>
                </a:lnTo>
                <a:lnTo>
                  <a:pt x="27125" y="98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96">
            <a:extLst xmlns:a="http://schemas.openxmlformats.org/drawingml/2006/main">
              <a:ext uri="{FF2B5EF4-FFF2-40B4-BE49-F238E27FC236}">
                <a16:creationId xmlns:a16="http://schemas.microsoft.com/office/drawing/2014/main" id="{BD753744-0603-4168-B6E2-BDD409A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397" y="3044617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97">
            <a:extLst xmlns:a="http://schemas.openxmlformats.org/drawingml/2006/main">
              <a:ext uri="{FF2B5EF4-FFF2-40B4-BE49-F238E27FC236}">
                <a16:creationId xmlns:a16="http://schemas.microsoft.com/office/drawing/2014/main" id="{EA624F1C-E74E-4EF1-AD68-D7222400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666" y="2934277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98">
            <a:extLst xmlns:a="http://schemas.openxmlformats.org/drawingml/2006/main">
              <a:ext uri="{FF2B5EF4-FFF2-40B4-BE49-F238E27FC236}">
                <a16:creationId xmlns:a16="http://schemas.microsoft.com/office/drawing/2014/main" id="{9376C09D-F4A6-4299-AFF2-3EC89EBD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916" y="2881955"/>
            <a:ext cx="147010" cy="185114"/>
          </a:xfrm>
          <a:custGeom xmlns:a="http://schemas.openxmlformats.org/drawingml/2006/main">
            <a:pathLst>
              <a:path w="147010" h="185114">
                <a:moveTo>
                  <a:pt x="67841" y="28964"/>
                </a:moveTo>
                <a:cubicBezTo>
                  <a:pt x="75736" y="18923"/>
                  <a:pt x="83374" y="11586"/>
                  <a:pt x="90755" y="6951"/>
                </a:cubicBezTo>
                <a:cubicBezTo>
                  <a:pt x="98136" y="2317"/>
                  <a:pt x="106675" y="0"/>
                  <a:pt x="116372" y="0"/>
                </a:cubicBezTo>
                <a:cubicBezTo>
                  <a:pt x="126070" y="0"/>
                  <a:pt x="133601" y="3519"/>
                  <a:pt x="138965" y="10556"/>
                </a:cubicBezTo>
                <a:cubicBezTo>
                  <a:pt x="144328" y="17593"/>
                  <a:pt x="147010" y="27763"/>
                  <a:pt x="147010" y="41065"/>
                </a:cubicBezTo>
                <a:cubicBezTo>
                  <a:pt x="147010" y="52651"/>
                  <a:pt x="145337" y="64151"/>
                  <a:pt x="141990" y="75565"/>
                </a:cubicBezTo>
                <a:cubicBezTo>
                  <a:pt x="138643" y="86979"/>
                  <a:pt x="133837" y="96827"/>
                  <a:pt x="127572" y="105108"/>
                </a:cubicBezTo>
                <a:cubicBezTo>
                  <a:pt x="121307" y="113390"/>
                  <a:pt x="113433" y="119912"/>
                  <a:pt x="103950" y="124676"/>
                </a:cubicBezTo>
                <a:cubicBezTo>
                  <a:pt x="94467" y="129439"/>
                  <a:pt x="83761" y="131820"/>
                  <a:pt x="71832" y="131820"/>
                </a:cubicBezTo>
                <a:cubicBezTo>
                  <a:pt x="64194" y="131820"/>
                  <a:pt x="56813" y="130490"/>
                  <a:pt x="49690" y="127829"/>
                </a:cubicBezTo>
                <a:lnTo>
                  <a:pt x="44798" y="150743"/>
                </a:lnTo>
                <a:cubicBezTo>
                  <a:pt x="44026" y="154520"/>
                  <a:pt x="43468" y="157459"/>
                  <a:pt x="43125" y="159561"/>
                </a:cubicBezTo>
                <a:cubicBezTo>
                  <a:pt x="42781" y="161664"/>
                  <a:pt x="42610" y="163616"/>
                  <a:pt x="42610" y="165419"/>
                </a:cubicBezTo>
                <a:cubicBezTo>
                  <a:pt x="42610" y="169109"/>
                  <a:pt x="43575" y="171769"/>
                  <a:pt x="45506" y="173400"/>
                </a:cubicBezTo>
                <a:cubicBezTo>
                  <a:pt x="47437" y="175031"/>
                  <a:pt x="50763" y="176103"/>
                  <a:pt x="55483" y="176618"/>
                </a:cubicBezTo>
                <a:lnTo>
                  <a:pt x="54067" y="185114"/>
                </a:lnTo>
                <a:lnTo>
                  <a:pt x="515" y="185114"/>
                </a:lnTo>
                <a:lnTo>
                  <a:pt x="33084" y="40293"/>
                </a:lnTo>
                <a:cubicBezTo>
                  <a:pt x="34371" y="34543"/>
                  <a:pt x="35015" y="30295"/>
                  <a:pt x="35015" y="27548"/>
                </a:cubicBezTo>
                <a:cubicBezTo>
                  <a:pt x="35015" y="24716"/>
                  <a:pt x="34543" y="22528"/>
                  <a:pt x="33599" y="20983"/>
                </a:cubicBezTo>
                <a:cubicBezTo>
                  <a:pt x="32655" y="19438"/>
                  <a:pt x="31024" y="18666"/>
                  <a:pt x="28707" y="18666"/>
                </a:cubicBezTo>
                <a:cubicBezTo>
                  <a:pt x="26046" y="18666"/>
                  <a:pt x="23171" y="19867"/>
                  <a:pt x="20082" y="22270"/>
                </a:cubicBezTo>
                <a:cubicBezTo>
                  <a:pt x="16992" y="24673"/>
                  <a:pt x="13388" y="28235"/>
                  <a:pt x="9269" y="32955"/>
                </a:cubicBezTo>
                <a:lnTo>
                  <a:pt x="0" y="23686"/>
                </a:lnTo>
                <a:cubicBezTo>
                  <a:pt x="8582" y="14933"/>
                  <a:pt x="16199" y="8797"/>
                  <a:pt x="22850" y="5278"/>
                </a:cubicBezTo>
                <a:cubicBezTo>
                  <a:pt x="29501" y="1759"/>
                  <a:pt x="36517" y="0"/>
                  <a:pt x="43897" y="0"/>
                </a:cubicBezTo>
                <a:cubicBezTo>
                  <a:pt x="51020" y="0"/>
                  <a:pt x="56706" y="1995"/>
                  <a:pt x="60954" y="5986"/>
                </a:cubicBezTo>
                <a:cubicBezTo>
                  <a:pt x="65202" y="9977"/>
                  <a:pt x="67326" y="15233"/>
                  <a:pt x="67326" y="21755"/>
                </a:cubicBezTo>
                <a:cubicBezTo>
                  <a:pt x="67326" y="23901"/>
                  <a:pt x="67069" y="25961"/>
                  <a:pt x="66554" y="27935"/>
                </a:cubicBezTo>
                <a:lnTo>
                  <a:pt x="67841" y="28964"/>
                </a:lnTo>
                <a:moveTo>
                  <a:pt x="58572" y="82130"/>
                </a:moveTo>
                <a:cubicBezTo>
                  <a:pt x="57199" y="88481"/>
                  <a:pt x="56513" y="94703"/>
                  <a:pt x="56513" y="100796"/>
                </a:cubicBezTo>
                <a:cubicBezTo>
                  <a:pt x="56513" y="107061"/>
                  <a:pt x="57564" y="111566"/>
                  <a:pt x="59667" y="114313"/>
                </a:cubicBezTo>
                <a:cubicBezTo>
                  <a:pt x="61769" y="117059"/>
                  <a:pt x="65309" y="118432"/>
                  <a:pt x="70287" y="118432"/>
                </a:cubicBezTo>
                <a:cubicBezTo>
                  <a:pt x="74578" y="118432"/>
                  <a:pt x="78483" y="117467"/>
                  <a:pt x="82001" y="115536"/>
                </a:cubicBezTo>
                <a:cubicBezTo>
                  <a:pt x="85520" y="113605"/>
                  <a:pt x="88846" y="110451"/>
                  <a:pt x="91978" y="106074"/>
                </a:cubicBezTo>
                <a:cubicBezTo>
                  <a:pt x="95110" y="101697"/>
                  <a:pt x="98157" y="96054"/>
                  <a:pt x="101118" y="89146"/>
                </a:cubicBezTo>
                <a:cubicBezTo>
                  <a:pt x="104079" y="82237"/>
                  <a:pt x="106632" y="73977"/>
                  <a:pt x="108777" y="64365"/>
                </a:cubicBezTo>
                <a:cubicBezTo>
                  <a:pt x="110923" y="54753"/>
                  <a:pt x="111996" y="45828"/>
                  <a:pt x="111996" y="37589"/>
                </a:cubicBezTo>
                <a:cubicBezTo>
                  <a:pt x="111996" y="31239"/>
                  <a:pt x="111073" y="26540"/>
                  <a:pt x="109228" y="23493"/>
                </a:cubicBezTo>
                <a:cubicBezTo>
                  <a:pt x="107383" y="20447"/>
                  <a:pt x="104529" y="18923"/>
                  <a:pt x="100667" y="18923"/>
                </a:cubicBezTo>
                <a:cubicBezTo>
                  <a:pt x="95003" y="18923"/>
                  <a:pt x="89232" y="21691"/>
                  <a:pt x="83353" y="27227"/>
                </a:cubicBezTo>
                <a:cubicBezTo>
                  <a:pt x="77474" y="32762"/>
                  <a:pt x="72776" y="39177"/>
                  <a:pt x="69257" y="46472"/>
                </a:cubicBezTo>
                <a:cubicBezTo>
                  <a:pt x="65738" y="53766"/>
                  <a:pt x="62520" y="64065"/>
                  <a:pt x="59602" y="77367"/>
                </a:cubicBezTo>
                <a:lnTo>
                  <a:pt x="58572" y="8213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99">
            <a:extLst xmlns:a="http://schemas.openxmlformats.org/drawingml/2006/main">
              <a:ext uri="{FF2B5EF4-FFF2-40B4-BE49-F238E27FC236}">
                <a16:creationId xmlns:a16="http://schemas.microsoft.com/office/drawing/2014/main" id="{CD314351-8E09-4573-83BD-4DD1932B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717" y="2973264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00">
            <a:extLst xmlns:a="http://schemas.openxmlformats.org/drawingml/2006/main">
              <a:ext uri="{FF2B5EF4-FFF2-40B4-BE49-F238E27FC236}">
                <a16:creationId xmlns:a16="http://schemas.microsoft.com/office/drawing/2014/main" id="{8ED27D25-01D6-4D6C-ADC7-9AC3A66F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381" y="3044617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01">
            <a:extLst xmlns:a="http://schemas.openxmlformats.org/drawingml/2006/main">
              <a:ext uri="{FF2B5EF4-FFF2-40B4-BE49-F238E27FC236}">
                <a16:creationId xmlns:a16="http://schemas.microsoft.com/office/drawing/2014/main" id="{8F16FDC0-903D-4AE2-A85D-5F6FD83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650" y="2934277"/>
            <a:ext cx="101697" cy="133144"/>
          </a:xfrm>
          <a:custGeom xmlns:a="http://schemas.openxmlformats.org/drawingml/2006/main">
            <a:pathLst>
              <a:path w="101697" h="133144">
                <a:moveTo>
                  <a:pt x="38251" y="77422"/>
                </a:moveTo>
                <a:lnTo>
                  <a:pt x="40090" y="77422"/>
                </a:lnTo>
                <a:cubicBezTo>
                  <a:pt x="42297" y="77422"/>
                  <a:pt x="44381" y="77024"/>
                  <a:pt x="46343" y="76227"/>
                </a:cubicBezTo>
                <a:cubicBezTo>
                  <a:pt x="48734" y="75246"/>
                  <a:pt x="51676" y="73499"/>
                  <a:pt x="55170" y="70986"/>
                </a:cubicBezTo>
                <a:cubicBezTo>
                  <a:pt x="59890" y="67492"/>
                  <a:pt x="63231" y="64764"/>
                  <a:pt x="65193" y="62802"/>
                </a:cubicBezTo>
                <a:cubicBezTo>
                  <a:pt x="67154" y="60841"/>
                  <a:pt x="68518" y="58986"/>
                  <a:pt x="69285" y="57239"/>
                </a:cubicBezTo>
                <a:cubicBezTo>
                  <a:pt x="70051" y="55492"/>
                  <a:pt x="70434" y="53699"/>
                  <a:pt x="70434" y="51860"/>
                </a:cubicBezTo>
                <a:cubicBezTo>
                  <a:pt x="70434" y="50450"/>
                  <a:pt x="70051" y="49255"/>
                  <a:pt x="69285" y="48274"/>
                </a:cubicBezTo>
                <a:cubicBezTo>
                  <a:pt x="68518" y="47293"/>
                  <a:pt x="67154" y="46711"/>
                  <a:pt x="65193" y="46527"/>
                </a:cubicBezTo>
                <a:lnTo>
                  <a:pt x="66664" y="40458"/>
                </a:lnTo>
                <a:lnTo>
                  <a:pt x="99398" y="40458"/>
                </a:lnTo>
                <a:lnTo>
                  <a:pt x="101697" y="46435"/>
                </a:lnTo>
                <a:cubicBezTo>
                  <a:pt x="97896" y="50603"/>
                  <a:pt x="92778" y="55140"/>
                  <a:pt x="86341" y="60044"/>
                </a:cubicBezTo>
                <a:lnTo>
                  <a:pt x="65653" y="75583"/>
                </a:lnTo>
                <a:lnTo>
                  <a:pt x="75123" y="109145"/>
                </a:lnTo>
                <a:cubicBezTo>
                  <a:pt x="76227" y="113130"/>
                  <a:pt x="77254" y="115827"/>
                  <a:pt x="78204" y="117237"/>
                </a:cubicBezTo>
                <a:cubicBezTo>
                  <a:pt x="79154" y="118647"/>
                  <a:pt x="80487" y="119352"/>
                  <a:pt x="82204" y="119352"/>
                </a:cubicBezTo>
                <a:cubicBezTo>
                  <a:pt x="83797" y="119352"/>
                  <a:pt x="85606" y="118539"/>
                  <a:pt x="87629" y="116915"/>
                </a:cubicBezTo>
                <a:cubicBezTo>
                  <a:pt x="89652" y="115290"/>
                  <a:pt x="92042" y="112854"/>
                  <a:pt x="94801" y="109605"/>
                </a:cubicBezTo>
                <a:lnTo>
                  <a:pt x="101421" y="116225"/>
                </a:lnTo>
                <a:cubicBezTo>
                  <a:pt x="95720" y="122355"/>
                  <a:pt x="90571" y="126708"/>
                  <a:pt x="85974" y="129282"/>
                </a:cubicBezTo>
                <a:cubicBezTo>
                  <a:pt x="81376" y="131857"/>
                  <a:pt x="76656" y="133144"/>
                  <a:pt x="71813" y="133144"/>
                </a:cubicBezTo>
                <a:cubicBezTo>
                  <a:pt x="65745" y="133144"/>
                  <a:pt x="61024" y="131704"/>
                  <a:pt x="57653" y="128822"/>
                </a:cubicBezTo>
                <a:cubicBezTo>
                  <a:pt x="54281" y="125941"/>
                  <a:pt x="51829" y="121007"/>
                  <a:pt x="50297" y="114018"/>
                </a:cubicBezTo>
                <a:lnTo>
                  <a:pt x="45423" y="91950"/>
                </a:lnTo>
                <a:cubicBezTo>
                  <a:pt x="45117" y="90479"/>
                  <a:pt x="44719" y="89314"/>
                  <a:pt x="44228" y="88456"/>
                </a:cubicBezTo>
                <a:cubicBezTo>
                  <a:pt x="43738" y="87598"/>
                  <a:pt x="43094" y="86985"/>
                  <a:pt x="42297" y="86617"/>
                </a:cubicBezTo>
                <a:cubicBezTo>
                  <a:pt x="41500" y="86249"/>
                  <a:pt x="40305" y="86066"/>
                  <a:pt x="38711" y="86066"/>
                </a:cubicBezTo>
                <a:lnTo>
                  <a:pt x="36412" y="86066"/>
                </a:lnTo>
                <a:lnTo>
                  <a:pt x="26390" y="131673"/>
                </a:lnTo>
                <a:lnTo>
                  <a:pt x="0" y="131673"/>
                </a:lnTo>
                <a:lnTo>
                  <a:pt x="23263" y="27769"/>
                </a:lnTo>
                <a:cubicBezTo>
                  <a:pt x="24612" y="21762"/>
                  <a:pt x="25286" y="17379"/>
                  <a:pt x="25286" y="14620"/>
                </a:cubicBezTo>
                <a:cubicBezTo>
                  <a:pt x="25286" y="13272"/>
                  <a:pt x="25148" y="12214"/>
                  <a:pt x="24873" y="11448"/>
                </a:cubicBezTo>
                <a:cubicBezTo>
                  <a:pt x="24597" y="10682"/>
                  <a:pt x="24183" y="10053"/>
                  <a:pt x="23631" y="9563"/>
                </a:cubicBezTo>
                <a:cubicBezTo>
                  <a:pt x="23080" y="9072"/>
                  <a:pt x="22344" y="8689"/>
                  <a:pt x="21424" y="8413"/>
                </a:cubicBezTo>
                <a:cubicBezTo>
                  <a:pt x="20505" y="8138"/>
                  <a:pt x="18697" y="7816"/>
                  <a:pt x="15999" y="7448"/>
                </a:cubicBezTo>
                <a:lnTo>
                  <a:pt x="17471" y="1471"/>
                </a:lnTo>
                <a:lnTo>
                  <a:pt x="44964" y="0"/>
                </a:lnTo>
                <a:lnTo>
                  <a:pt x="55354" y="0"/>
                </a:lnTo>
                <a:lnTo>
                  <a:pt x="38251" y="77422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text-302 Reward:">
            <a:extLst xmlns:a="http://schemas.openxmlformats.org/drawingml/2006/main">
              <a:ext uri="{FF2B5EF4-FFF2-40B4-BE49-F238E27FC236}">
                <a16:creationId xmlns:a16="http://schemas.microsoft.com/office/drawing/2014/main" id="{98C0A8EE-A940-4702-92A2-4B95C3E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4666" y="3285309"/>
            <a:ext cx="932701" cy="369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81" b="0" i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Reward:</a:t>
            </a:r>
          </a:p>
        </p:txBody>
      </p:sp>
      <p:sp>
        <p:nvSpPr>
          <p:cNvPr id="317" name="path-303">
            <a:extLst xmlns:a="http://schemas.openxmlformats.org/drawingml/2006/main">
              <a:ext uri="{FF2B5EF4-FFF2-40B4-BE49-F238E27FC236}">
                <a16:creationId xmlns:a16="http://schemas.microsoft.com/office/drawing/2014/main" id="{598BEEE0-1101-437A-9290-BE667BE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931" y="3373824"/>
            <a:ext cx="162200" cy="175717"/>
          </a:xfrm>
          <a:custGeom xmlns:a="http://schemas.openxmlformats.org/drawingml/2006/main">
            <a:pathLst>
              <a:path w="162200" h="175717">
                <a:moveTo>
                  <a:pt x="115986" y="95261"/>
                </a:moveTo>
                <a:cubicBezTo>
                  <a:pt x="121135" y="99466"/>
                  <a:pt x="124890" y="103521"/>
                  <a:pt x="127250" y="107426"/>
                </a:cubicBezTo>
                <a:cubicBezTo>
                  <a:pt x="129610" y="111330"/>
                  <a:pt x="131606" y="117016"/>
                  <a:pt x="133236" y="124482"/>
                </a:cubicBezTo>
                <a:lnTo>
                  <a:pt x="136969" y="142505"/>
                </a:lnTo>
                <a:cubicBezTo>
                  <a:pt x="138342" y="149027"/>
                  <a:pt x="139651" y="153683"/>
                  <a:pt x="140896" y="156472"/>
                </a:cubicBezTo>
                <a:cubicBezTo>
                  <a:pt x="142140" y="159261"/>
                  <a:pt x="143813" y="161535"/>
                  <a:pt x="145916" y="163295"/>
                </a:cubicBezTo>
                <a:cubicBezTo>
                  <a:pt x="148019" y="165054"/>
                  <a:pt x="150915" y="166363"/>
                  <a:pt x="154605" y="167221"/>
                </a:cubicBezTo>
                <a:lnTo>
                  <a:pt x="152803" y="175717"/>
                </a:lnTo>
                <a:lnTo>
                  <a:pt x="106846" y="175717"/>
                </a:lnTo>
                <a:cubicBezTo>
                  <a:pt x="104014" y="167650"/>
                  <a:pt x="101525" y="158081"/>
                  <a:pt x="99380" y="147010"/>
                </a:cubicBezTo>
                <a:lnTo>
                  <a:pt x="95261" y="125641"/>
                </a:lnTo>
                <a:cubicBezTo>
                  <a:pt x="94059" y="119204"/>
                  <a:pt x="92643" y="114141"/>
                  <a:pt x="91012" y="110451"/>
                </a:cubicBezTo>
                <a:cubicBezTo>
                  <a:pt x="89382" y="106761"/>
                  <a:pt x="87322" y="104100"/>
                  <a:pt x="84833" y="102469"/>
                </a:cubicBezTo>
                <a:cubicBezTo>
                  <a:pt x="82345" y="100839"/>
                  <a:pt x="78998" y="100024"/>
                  <a:pt x="74792" y="100024"/>
                </a:cubicBezTo>
                <a:lnTo>
                  <a:pt x="66811" y="100024"/>
                </a:lnTo>
                <a:lnTo>
                  <a:pt x="57543" y="140960"/>
                </a:lnTo>
                <a:cubicBezTo>
                  <a:pt x="56942" y="143792"/>
                  <a:pt x="56513" y="146238"/>
                  <a:pt x="56255" y="148298"/>
                </a:cubicBezTo>
                <a:cubicBezTo>
                  <a:pt x="55998" y="150357"/>
                  <a:pt x="55869" y="152932"/>
                  <a:pt x="55869" y="156021"/>
                </a:cubicBezTo>
                <a:cubicBezTo>
                  <a:pt x="55869" y="159969"/>
                  <a:pt x="56877" y="162758"/>
                  <a:pt x="58894" y="164389"/>
                </a:cubicBezTo>
                <a:cubicBezTo>
                  <a:pt x="60911" y="166019"/>
                  <a:pt x="64065" y="166963"/>
                  <a:pt x="68356" y="167221"/>
                </a:cubicBezTo>
                <a:lnTo>
                  <a:pt x="66554" y="175717"/>
                </a:lnTo>
                <a:lnTo>
                  <a:pt x="0" y="175717"/>
                </a:lnTo>
                <a:lnTo>
                  <a:pt x="1802" y="167221"/>
                </a:lnTo>
                <a:cubicBezTo>
                  <a:pt x="6694" y="165848"/>
                  <a:pt x="10298" y="163445"/>
                  <a:pt x="12616" y="160012"/>
                </a:cubicBezTo>
                <a:cubicBezTo>
                  <a:pt x="14933" y="156579"/>
                  <a:pt x="17121" y="150229"/>
                  <a:pt x="19181" y="140960"/>
                </a:cubicBezTo>
                <a:lnTo>
                  <a:pt x="42610" y="34757"/>
                </a:lnTo>
                <a:cubicBezTo>
                  <a:pt x="43725" y="29694"/>
                  <a:pt x="44283" y="24673"/>
                  <a:pt x="44283" y="19696"/>
                </a:cubicBezTo>
                <a:cubicBezTo>
                  <a:pt x="44283" y="16091"/>
                  <a:pt x="43447" y="13452"/>
                  <a:pt x="41773" y="11779"/>
                </a:cubicBezTo>
                <a:cubicBezTo>
                  <a:pt x="40100" y="10105"/>
                  <a:pt x="37375" y="9011"/>
                  <a:pt x="33599" y="8496"/>
                </a:cubicBezTo>
                <a:lnTo>
                  <a:pt x="35401" y="0"/>
                </a:lnTo>
                <a:lnTo>
                  <a:pt x="99637" y="0"/>
                </a:lnTo>
                <a:cubicBezTo>
                  <a:pt x="108563" y="0"/>
                  <a:pt x="115836" y="279"/>
                  <a:pt x="121457" y="837"/>
                </a:cubicBezTo>
                <a:cubicBezTo>
                  <a:pt x="127078" y="1395"/>
                  <a:pt x="132571" y="2682"/>
                  <a:pt x="137935" y="4699"/>
                </a:cubicBezTo>
                <a:cubicBezTo>
                  <a:pt x="143299" y="6715"/>
                  <a:pt x="147740" y="9312"/>
                  <a:pt x="151258" y="12487"/>
                </a:cubicBezTo>
                <a:cubicBezTo>
                  <a:pt x="154777" y="15662"/>
                  <a:pt x="157480" y="19503"/>
                  <a:pt x="159368" y="24008"/>
                </a:cubicBezTo>
                <a:cubicBezTo>
                  <a:pt x="161256" y="28514"/>
                  <a:pt x="162200" y="33684"/>
                  <a:pt x="162200" y="39520"/>
                </a:cubicBezTo>
                <a:cubicBezTo>
                  <a:pt x="162200" y="52479"/>
                  <a:pt x="158381" y="63464"/>
                  <a:pt x="150743" y="72475"/>
                </a:cubicBezTo>
                <a:cubicBezTo>
                  <a:pt x="143105" y="81486"/>
                  <a:pt x="131477" y="88695"/>
                  <a:pt x="115857" y="94102"/>
                </a:cubicBezTo>
                <a:lnTo>
                  <a:pt x="115986" y="95261"/>
                </a:lnTo>
                <a:moveTo>
                  <a:pt x="78268" y="84962"/>
                </a:moveTo>
                <a:cubicBezTo>
                  <a:pt x="89339" y="84962"/>
                  <a:pt x="97985" y="83267"/>
                  <a:pt x="104207" y="79877"/>
                </a:cubicBezTo>
                <a:cubicBezTo>
                  <a:pt x="110429" y="76487"/>
                  <a:pt x="115385" y="71317"/>
                  <a:pt x="119076" y="64365"/>
                </a:cubicBezTo>
                <a:cubicBezTo>
                  <a:pt x="122766" y="57414"/>
                  <a:pt x="124611" y="49261"/>
                  <a:pt x="124611" y="39906"/>
                </a:cubicBezTo>
                <a:cubicBezTo>
                  <a:pt x="124611" y="31582"/>
                  <a:pt x="122509" y="25360"/>
                  <a:pt x="118303" y="21241"/>
                </a:cubicBezTo>
                <a:cubicBezTo>
                  <a:pt x="114098" y="17121"/>
                  <a:pt x="107447" y="15061"/>
                  <a:pt x="98350" y="15061"/>
                </a:cubicBezTo>
                <a:cubicBezTo>
                  <a:pt x="91828" y="15061"/>
                  <a:pt x="87451" y="15147"/>
                  <a:pt x="85220" y="15319"/>
                </a:cubicBezTo>
                <a:lnTo>
                  <a:pt x="70158" y="84962"/>
                </a:lnTo>
                <a:lnTo>
                  <a:pt x="78268" y="849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04">
            <a:extLst xmlns:a="http://schemas.openxmlformats.org/drawingml/2006/main">
              <a:ext uri="{FF2B5EF4-FFF2-40B4-BE49-F238E27FC236}">
                <a16:creationId xmlns:a16="http://schemas.microsoft.com/office/drawing/2014/main" id="{7A98EA13-E382-4CE5-8EBA-A598B47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314" y="3511090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05">
            <a:extLst xmlns:a="http://schemas.openxmlformats.org/drawingml/2006/main">
              <a:ext uri="{FF2B5EF4-FFF2-40B4-BE49-F238E27FC236}">
                <a16:creationId xmlns:a16="http://schemas.microsoft.com/office/drawing/2014/main" id="{78C268E9-77D9-489B-B3FF-55B003B5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129" y="3438961"/>
            <a:ext cx="164003" cy="70544"/>
          </a:xfrm>
          <a:custGeom xmlns:a="http://schemas.openxmlformats.org/drawingml/2006/main">
            <a:pathLst>
              <a:path w="164003" h="70544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moveTo>
                  <a:pt x="0" y="70544"/>
                </a:moveTo>
                <a:lnTo>
                  <a:pt x="0" y="53423"/>
                </a:lnTo>
                <a:lnTo>
                  <a:pt x="158596" y="53423"/>
                </a:lnTo>
                <a:lnTo>
                  <a:pt x="158596" y="70544"/>
                </a:lnTo>
                <a:lnTo>
                  <a:pt x="0" y="70544"/>
                </a:lnTo>
                <a:moveTo>
                  <a:pt x="164003" y="35272"/>
                </a:moveTo>
                <a:lnTo>
                  <a:pt x="164003" y="35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06">
            <a:extLst xmlns:a="http://schemas.openxmlformats.org/drawingml/2006/main">
              <a:ext uri="{FF2B5EF4-FFF2-40B4-BE49-F238E27FC236}">
                <a16:creationId xmlns:a16="http://schemas.microsoft.com/office/drawing/2014/main" id="{CC4F6AD6-942D-48F9-A6E7-6364A2CF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8312" y="3371764"/>
            <a:ext cx="149070" cy="179837"/>
          </a:xfrm>
          <a:custGeom xmlns:a="http://schemas.openxmlformats.org/drawingml/2006/main">
            <a:pathLst>
              <a:path w="149070" h="179837">
                <a:moveTo>
                  <a:pt x="88180" y="130018"/>
                </a:moveTo>
                <a:cubicBezTo>
                  <a:pt x="88867" y="126842"/>
                  <a:pt x="89296" y="124204"/>
                  <a:pt x="89468" y="122101"/>
                </a:cubicBezTo>
                <a:cubicBezTo>
                  <a:pt x="89639" y="119998"/>
                  <a:pt x="89725" y="118089"/>
                  <a:pt x="89725" y="116372"/>
                </a:cubicBezTo>
                <a:cubicBezTo>
                  <a:pt x="89725" y="112854"/>
                  <a:pt x="88910" y="110215"/>
                  <a:pt x="87279" y="108455"/>
                </a:cubicBezTo>
                <a:cubicBezTo>
                  <a:pt x="85649" y="106696"/>
                  <a:pt x="82860" y="105559"/>
                  <a:pt x="78912" y="105044"/>
                </a:cubicBezTo>
                <a:lnTo>
                  <a:pt x="80714" y="96548"/>
                </a:lnTo>
                <a:lnTo>
                  <a:pt x="143535" y="96548"/>
                </a:lnTo>
                <a:lnTo>
                  <a:pt x="141732" y="105044"/>
                </a:lnTo>
                <a:cubicBezTo>
                  <a:pt x="138385" y="106160"/>
                  <a:pt x="135897" y="107511"/>
                  <a:pt x="134266" y="109099"/>
                </a:cubicBezTo>
                <a:cubicBezTo>
                  <a:pt x="132635" y="110687"/>
                  <a:pt x="131176" y="113004"/>
                  <a:pt x="129889" y="116051"/>
                </a:cubicBezTo>
                <a:cubicBezTo>
                  <a:pt x="128602" y="119097"/>
                  <a:pt x="127186" y="124182"/>
                  <a:pt x="125641" y="131305"/>
                </a:cubicBezTo>
                <a:lnTo>
                  <a:pt x="115729" y="175717"/>
                </a:lnTo>
                <a:lnTo>
                  <a:pt x="97964" y="179837"/>
                </a:lnTo>
                <a:lnTo>
                  <a:pt x="91141" y="170697"/>
                </a:lnTo>
                <a:cubicBezTo>
                  <a:pt x="79899" y="176790"/>
                  <a:pt x="68184" y="179837"/>
                  <a:pt x="55998" y="179837"/>
                </a:cubicBezTo>
                <a:cubicBezTo>
                  <a:pt x="37976" y="179837"/>
                  <a:pt x="24137" y="174773"/>
                  <a:pt x="14482" y="164646"/>
                </a:cubicBezTo>
                <a:cubicBezTo>
                  <a:pt x="4827" y="154520"/>
                  <a:pt x="0" y="139887"/>
                  <a:pt x="0" y="120749"/>
                </a:cubicBezTo>
                <a:cubicBezTo>
                  <a:pt x="0" y="108906"/>
                  <a:pt x="2017" y="95368"/>
                  <a:pt x="6050" y="80135"/>
                </a:cubicBezTo>
                <a:cubicBezTo>
                  <a:pt x="10084" y="64902"/>
                  <a:pt x="16327" y="51170"/>
                  <a:pt x="24781" y="38941"/>
                </a:cubicBezTo>
                <a:cubicBezTo>
                  <a:pt x="33234" y="26712"/>
                  <a:pt x="43854" y="17164"/>
                  <a:pt x="56641" y="10298"/>
                </a:cubicBezTo>
                <a:cubicBezTo>
                  <a:pt x="69429" y="3433"/>
                  <a:pt x="83932" y="0"/>
                  <a:pt x="100152" y="0"/>
                </a:cubicBezTo>
                <a:cubicBezTo>
                  <a:pt x="118346" y="0"/>
                  <a:pt x="134652" y="2446"/>
                  <a:pt x="149070" y="7338"/>
                </a:cubicBezTo>
                <a:lnTo>
                  <a:pt x="141217" y="44155"/>
                </a:lnTo>
                <a:lnTo>
                  <a:pt x="124354" y="44155"/>
                </a:lnTo>
                <a:cubicBezTo>
                  <a:pt x="124354" y="36688"/>
                  <a:pt x="123560" y="30874"/>
                  <a:pt x="121972" y="26712"/>
                </a:cubicBezTo>
                <a:cubicBezTo>
                  <a:pt x="120384" y="22549"/>
                  <a:pt x="117960" y="19567"/>
                  <a:pt x="114699" y="17765"/>
                </a:cubicBezTo>
                <a:cubicBezTo>
                  <a:pt x="111438" y="15963"/>
                  <a:pt x="107061" y="15061"/>
                  <a:pt x="101568" y="15061"/>
                </a:cubicBezTo>
                <a:cubicBezTo>
                  <a:pt x="90154" y="15061"/>
                  <a:pt x="79899" y="20318"/>
                  <a:pt x="70802" y="30831"/>
                </a:cubicBezTo>
                <a:cubicBezTo>
                  <a:pt x="61705" y="41344"/>
                  <a:pt x="53981" y="56792"/>
                  <a:pt x="47630" y="77174"/>
                </a:cubicBezTo>
                <a:cubicBezTo>
                  <a:pt x="41280" y="97556"/>
                  <a:pt x="38104" y="115900"/>
                  <a:pt x="38104" y="132206"/>
                </a:cubicBezTo>
                <a:cubicBezTo>
                  <a:pt x="38104" y="153919"/>
                  <a:pt x="45270" y="164775"/>
                  <a:pt x="59602" y="164775"/>
                </a:cubicBezTo>
                <a:cubicBezTo>
                  <a:pt x="66468" y="164775"/>
                  <a:pt x="72132" y="162608"/>
                  <a:pt x="76595" y="158274"/>
                </a:cubicBezTo>
                <a:cubicBezTo>
                  <a:pt x="81057" y="153940"/>
                  <a:pt x="84318" y="147225"/>
                  <a:pt x="86378" y="138128"/>
                </a:cubicBezTo>
                <a:lnTo>
                  <a:pt x="88180" y="13001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07">
            <a:extLst xmlns:a="http://schemas.openxmlformats.org/drawingml/2006/main">
              <a:ext uri="{FF2B5EF4-FFF2-40B4-BE49-F238E27FC236}">
                <a16:creationId xmlns:a16="http://schemas.microsoft.com/office/drawing/2014/main" id="{C99C9A5C-D297-44CB-B5F5-FC5DBDF4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592" y="3511090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08">
            <a:extLst xmlns:a="http://schemas.openxmlformats.org/drawingml/2006/main">
              <a:ext uri="{FF2B5EF4-FFF2-40B4-BE49-F238E27FC236}">
                <a16:creationId xmlns:a16="http://schemas.microsoft.com/office/drawing/2014/main" id="{6D805A93-6722-432F-B39E-83963B8F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323" y="3315035"/>
            <a:ext cx="2308193" cy="318480"/>
          </a:xfrm>
          <a:custGeom xmlns:a="http://schemas.openxmlformats.org/drawingml/2006/main">
            <a:pathLst>
              <a:path w="2308193" h="318480">
                <a:moveTo>
                  <a:pt x="2249491" y="0"/>
                </a:moveTo>
                <a:lnTo>
                  <a:pt x="2308193" y="0"/>
                </a:lnTo>
                <a:lnTo>
                  <a:pt x="2308193" y="318480"/>
                </a:lnTo>
                <a:lnTo>
                  <a:pt x="2249491" y="318480"/>
                </a:lnTo>
                <a:lnTo>
                  <a:pt x="2249491" y="307924"/>
                </a:lnTo>
                <a:lnTo>
                  <a:pt x="2284249" y="307924"/>
                </a:lnTo>
                <a:lnTo>
                  <a:pt x="2284249" y="10557"/>
                </a:lnTo>
                <a:lnTo>
                  <a:pt x="2249491" y="10557"/>
                </a:lnTo>
                <a:lnTo>
                  <a:pt x="2249491" y="0"/>
                </a:lnTo>
                <a:moveTo>
                  <a:pt x="0" y="0"/>
                </a:moveTo>
                <a:lnTo>
                  <a:pt x="58702" y="0"/>
                </a:lnTo>
                <a:lnTo>
                  <a:pt x="58702" y="10557"/>
                </a:lnTo>
                <a:lnTo>
                  <a:pt x="23944" y="10557"/>
                </a:lnTo>
                <a:lnTo>
                  <a:pt x="23944" y="307924"/>
                </a:lnTo>
                <a:lnTo>
                  <a:pt x="58702" y="307924"/>
                </a:lnTo>
                <a:lnTo>
                  <a:pt x="58702" y="318480"/>
                </a:lnTo>
                <a:lnTo>
                  <a:pt x="0" y="31848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09">
            <a:extLst xmlns:a="http://schemas.openxmlformats.org/drawingml/2006/main">
              <a:ext uri="{FF2B5EF4-FFF2-40B4-BE49-F238E27FC236}">
                <a16:creationId xmlns:a16="http://schemas.microsoft.com/office/drawing/2014/main" id="{2A7B6DDE-1CCE-44F6-8555-9856D04F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020" y="3352175"/>
            <a:ext cx="793361" cy="244200"/>
          </a:xfrm>
          <a:custGeom xmlns:a="http://schemas.openxmlformats.org/drawingml/2006/main">
            <a:pathLst>
              <a:path w="793361" h="244200">
                <a:moveTo>
                  <a:pt x="715478" y="0"/>
                </a:moveTo>
                <a:cubicBezTo>
                  <a:pt x="740538" y="6608"/>
                  <a:pt x="759782" y="20875"/>
                  <a:pt x="773214" y="42802"/>
                </a:cubicBezTo>
                <a:cubicBezTo>
                  <a:pt x="786646" y="64729"/>
                  <a:pt x="793361" y="91183"/>
                  <a:pt x="793361" y="122165"/>
                </a:cubicBezTo>
                <a:cubicBezTo>
                  <a:pt x="793361" y="153231"/>
                  <a:pt x="786667" y="179686"/>
                  <a:pt x="773278" y="201526"/>
                </a:cubicBezTo>
                <a:cubicBezTo>
                  <a:pt x="759890" y="223369"/>
                  <a:pt x="740624" y="237593"/>
                  <a:pt x="715478" y="244200"/>
                </a:cubicBezTo>
                <a:lnTo>
                  <a:pt x="712389" y="234289"/>
                </a:lnTo>
                <a:cubicBezTo>
                  <a:pt x="732214" y="227681"/>
                  <a:pt x="746952" y="214637"/>
                  <a:pt x="756608" y="195156"/>
                </a:cubicBezTo>
                <a:cubicBezTo>
                  <a:pt x="766263" y="175675"/>
                  <a:pt x="771091" y="150915"/>
                  <a:pt x="771091" y="120877"/>
                </a:cubicBezTo>
                <a:cubicBezTo>
                  <a:pt x="771091" y="91870"/>
                  <a:pt x="766285" y="67776"/>
                  <a:pt x="756672" y="48594"/>
                </a:cubicBezTo>
                <a:cubicBezTo>
                  <a:pt x="747060" y="29415"/>
                  <a:pt x="732170" y="16521"/>
                  <a:pt x="712003" y="9910"/>
                </a:cubicBezTo>
                <a:lnTo>
                  <a:pt x="715478" y="0"/>
                </a:lnTo>
                <a:moveTo>
                  <a:pt x="77881" y="0"/>
                </a:moveTo>
                <a:lnTo>
                  <a:pt x="81358" y="9910"/>
                </a:lnTo>
                <a:cubicBezTo>
                  <a:pt x="61276" y="16521"/>
                  <a:pt x="46405" y="29415"/>
                  <a:pt x="36752" y="48594"/>
                </a:cubicBezTo>
                <a:cubicBezTo>
                  <a:pt x="27097" y="67776"/>
                  <a:pt x="22269" y="91870"/>
                  <a:pt x="22269" y="120877"/>
                </a:cubicBezTo>
                <a:cubicBezTo>
                  <a:pt x="22269" y="150915"/>
                  <a:pt x="27097" y="175675"/>
                  <a:pt x="36752" y="195156"/>
                </a:cubicBezTo>
                <a:cubicBezTo>
                  <a:pt x="46405" y="214637"/>
                  <a:pt x="61148" y="227681"/>
                  <a:pt x="80972" y="234289"/>
                </a:cubicBezTo>
                <a:lnTo>
                  <a:pt x="77881" y="244200"/>
                </a:lnTo>
                <a:cubicBezTo>
                  <a:pt x="52736" y="237593"/>
                  <a:pt x="33469" y="223369"/>
                  <a:pt x="20081" y="201526"/>
                </a:cubicBezTo>
                <a:cubicBezTo>
                  <a:pt x="6695" y="179686"/>
                  <a:pt x="0" y="153231"/>
                  <a:pt x="0" y="122165"/>
                </a:cubicBezTo>
                <a:cubicBezTo>
                  <a:pt x="0" y="91183"/>
                  <a:pt x="6715" y="64729"/>
                  <a:pt x="20145" y="42802"/>
                </a:cubicBezTo>
                <a:cubicBezTo>
                  <a:pt x="33576" y="20875"/>
                  <a:pt x="52822" y="6608"/>
                  <a:pt x="7788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10">
            <a:extLst xmlns:a="http://schemas.openxmlformats.org/drawingml/2006/main">
              <a:ext uri="{FF2B5EF4-FFF2-40B4-BE49-F238E27FC236}">
                <a16:creationId xmlns:a16="http://schemas.microsoft.com/office/drawing/2014/main" id="{BD948EE2-66BE-47A5-96A2-87156866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370" y="3371764"/>
            <a:ext cx="118818" cy="177777"/>
          </a:xfrm>
          <a:custGeom xmlns:a="http://schemas.openxmlformats.org/drawingml/2006/main">
            <a:pathLst>
              <a:path w="118818" h="177777">
                <a:moveTo>
                  <a:pt x="82902" y="141861"/>
                </a:moveTo>
                <a:cubicBezTo>
                  <a:pt x="82902" y="146839"/>
                  <a:pt x="83181" y="150593"/>
                  <a:pt x="83739" y="153125"/>
                </a:cubicBezTo>
                <a:cubicBezTo>
                  <a:pt x="84297" y="155657"/>
                  <a:pt x="85284" y="157716"/>
                  <a:pt x="86700" y="159304"/>
                </a:cubicBezTo>
                <a:cubicBezTo>
                  <a:pt x="88116" y="160892"/>
                  <a:pt x="90154" y="162136"/>
                  <a:pt x="92815" y="163037"/>
                </a:cubicBezTo>
                <a:cubicBezTo>
                  <a:pt x="95475" y="163938"/>
                  <a:pt x="98822" y="164625"/>
                  <a:pt x="102856" y="165097"/>
                </a:cubicBezTo>
                <a:cubicBezTo>
                  <a:pt x="106889" y="165569"/>
                  <a:pt x="112210" y="165891"/>
                  <a:pt x="118818" y="166062"/>
                </a:cubicBezTo>
                <a:lnTo>
                  <a:pt x="118818" y="177777"/>
                </a:lnTo>
                <a:lnTo>
                  <a:pt x="7724" y="177777"/>
                </a:lnTo>
                <a:lnTo>
                  <a:pt x="7724" y="166062"/>
                </a:lnTo>
                <a:cubicBezTo>
                  <a:pt x="17250" y="165633"/>
                  <a:pt x="24051" y="165054"/>
                  <a:pt x="28128" y="164325"/>
                </a:cubicBezTo>
                <a:cubicBezTo>
                  <a:pt x="32204" y="163595"/>
                  <a:pt x="35315" y="162501"/>
                  <a:pt x="37461" y="161042"/>
                </a:cubicBezTo>
                <a:cubicBezTo>
                  <a:pt x="39606" y="159583"/>
                  <a:pt x="41172" y="157523"/>
                  <a:pt x="42159" y="154863"/>
                </a:cubicBezTo>
                <a:cubicBezTo>
                  <a:pt x="43146" y="152202"/>
                  <a:pt x="43640" y="147868"/>
                  <a:pt x="43640" y="141861"/>
                </a:cubicBezTo>
                <a:lnTo>
                  <a:pt x="43640" y="48789"/>
                </a:lnTo>
                <a:cubicBezTo>
                  <a:pt x="43640" y="45270"/>
                  <a:pt x="42975" y="42739"/>
                  <a:pt x="41644" y="41194"/>
                </a:cubicBezTo>
                <a:cubicBezTo>
                  <a:pt x="40314" y="39649"/>
                  <a:pt x="38490" y="38877"/>
                  <a:pt x="36173" y="38877"/>
                </a:cubicBezTo>
                <a:cubicBezTo>
                  <a:pt x="34028" y="38877"/>
                  <a:pt x="31003" y="39864"/>
                  <a:pt x="27098" y="41837"/>
                </a:cubicBezTo>
                <a:cubicBezTo>
                  <a:pt x="23193" y="43811"/>
                  <a:pt x="16778" y="47845"/>
                  <a:pt x="7853" y="53938"/>
                </a:cubicBezTo>
                <a:lnTo>
                  <a:pt x="0" y="40293"/>
                </a:lnTo>
                <a:lnTo>
                  <a:pt x="67197" y="0"/>
                </a:lnTo>
                <a:lnTo>
                  <a:pt x="83675" y="0"/>
                </a:lnTo>
                <a:cubicBezTo>
                  <a:pt x="83160" y="8239"/>
                  <a:pt x="82902" y="19653"/>
                  <a:pt x="82902" y="34242"/>
                </a:cubicBezTo>
                <a:lnTo>
                  <a:pt x="82902" y="1418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11">
            <a:extLst xmlns:a="http://schemas.openxmlformats.org/drawingml/2006/main">
              <a:ext uri="{FF2B5EF4-FFF2-40B4-BE49-F238E27FC236}">
                <a16:creationId xmlns:a16="http://schemas.microsoft.com/office/drawing/2014/main" id="{CCA0F5B0-8803-4A49-B3F5-FC7E40CF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718" y="3465609"/>
            <a:ext cx="158596" cy="17121"/>
          </a:xfrm>
          <a:custGeom xmlns:a="http://schemas.openxmlformats.org/drawingml/2006/main">
            <a:pathLst>
              <a:path w="158596" h="17121">
                <a:moveTo>
                  <a:pt x="0" y="17121"/>
                </a:moveTo>
                <a:lnTo>
                  <a:pt x="0" y="0"/>
                </a:lnTo>
                <a:lnTo>
                  <a:pt x="158596" y="0"/>
                </a:lnTo>
                <a:lnTo>
                  <a:pt x="158596" y="17121"/>
                </a:lnTo>
                <a:lnTo>
                  <a:pt x="0" y="171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path-312">
            <a:extLst xmlns:a="http://schemas.openxmlformats.org/drawingml/2006/main">
              <a:ext uri="{FF2B5EF4-FFF2-40B4-BE49-F238E27FC236}">
                <a16:creationId xmlns:a16="http://schemas.microsoft.com/office/drawing/2014/main" id="{6B8CFE9F-C42E-4B6B-B599-1F220737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765" y="3364426"/>
            <a:ext cx="144693" cy="187174"/>
          </a:xfrm>
          <a:custGeom xmlns:a="http://schemas.openxmlformats.org/drawingml/2006/main">
            <a:pathLst>
              <a:path w="144693" h="187174">
                <a:moveTo>
                  <a:pt x="90884" y="107747"/>
                </a:moveTo>
                <a:cubicBezTo>
                  <a:pt x="71746" y="137270"/>
                  <a:pt x="55955" y="163059"/>
                  <a:pt x="43511" y="185115"/>
                </a:cubicBezTo>
                <a:lnTo>
                  <a:pt x="0" y="185115"/>
                </a:lnTo>
                <a:lnTo>
                  <a:pt x="2060" y="176618"/>
                </a:lnTo>
                <a:cubicBezTo>
                  <a:pt x="9183" y="167865"/>
                  <a:pt x="20511" y="153018"/>
                  <a:pt x="36045" y="132078"/>
                </a:cubicBezTo>
                <a:lnTo>
                  <a:pt x="91656" y="56513"/>
                </a:lnTo>
                <a:cubicBezTo>
                  <a:pt x="90712" y="45356"/>
                  <a:pt x="89661" y="37504"/>
                  <a:pt x="88502" y="32955"/>
                </a:cubicBezTo>
                <a:cubicBezTo>
                  <a:pt x="87344" y="28407"/>
                  <a:pt x="85777" y="25188"/>
                  <a:pt x="83804" y="23300"/>
                </a:cubicBezTo>
                <a:cubicBezTo>
                  <a:pt x="81830" y="21412"/>
                  <a:pt x="79169" y="20468"/>
                  <a:pt x="75822" y="20468"/>
                </a:cubicBezTo>
                <a:cubicBezTo>
                  <a:pt x="72389" y="20468"/>
                  <a:pt x="69128" y="21305"/>
                  <a:pt x="66039" y="22978"/>
                </a:cubicBezTo>
                <a:cubicBezTo>
                  <a:pt x="62949" y="24652"/>
                  <a:pt x="58787" y="27720"/>
                  <a:pt x="53552" y="32183"/>
                </a:cubicBezTo>
                <a:lnTo>
                  <a:pt x="44541" y="22270"/>
                </a:lnTo>
                <a:cubicBezTo>
                  <a:pt x="51921" y="15405"/>
                  <a:pt x="57392" y="10663"/>
                  <a:pt x="60954" y="8046"/>
                </a:cubicBezTo>
                <a:cubicBezTo>
                  <a:pt x="64515" y="5428"/>
                  <a:pt x="68120" y="3433"/>
                  <a:pt x="71767" y="2060"/>
                </a:cubicBezTo>
                <a:cubicBezTo>
                  <a:pt x="75415" y="687"/>
                  <a:pt x="79427" y="0"/>
                  <a:pt x="83804" y="0"/>
                </a:cubicBezTo>
                <a:cubicBezTo>
                  <a:pt x="89811" y="0"/>
                  <a:pt x="94874" y="1373"/>
                  <a:pt x="98994" y="4119"/>
                </a:cubicBezTo>
                <a:cubicBezTo>
                  <a:pt x="103113" y="6866"/>
                  <a:pt x="106138" y="12101"/>
                  <a:pt x="108069" y="19825"/>
                </a:cubicBezTo>
                <a:cubicBezTo>
                  <a:pt x="110000" y="27548"/>
                  <a:pt x="110966" y="39649"/>
                  <a:pt x="110966" y="56127"/>
                </a:cubicBezTo>
                <a:cubicBezTo>
                  <a:pt x="110966" y="67369"/>
                  <a:pt x="110751" y="80414"/>
                  <a:pt x="110322" y="95261"/>
                </a:cubicBezTo>
                <a:cubicBezTo>
                  <a:pt x="109893" y="110022"/>
                  <a:pt x="109678" y="121650"/>
                  <a:pt x="109678" y="130147"/>
                </a:cubicBezTo>
                <a:cubicBezTo>
                  <a:pt x="109678" y="139930"/>
                  <a:pt x="109850" y="147118"/>
                  <a:pt x="110193" y="151709"/>
                </a:cubicBezTo>
                <a:cubicBezTo>
                  <a:pt x="110537" y="156300"/>
                  <a:pt x="111073" y="159776"/>
                  <a:pt x="111802" y="162136"/>
                </a:cubicBezTo>
                <a:cubicBezTo>
                  <a:pt x="112532" y="164496"/>
                  <a:pt x="113476" y="166148"/>
                  <a:pt x="114635" y="167092"/>
                </a:cubicBezTo>
                <a:cubicBezTo>
                  <a:pt x="115793" y="168036"/>
                  <a:pt x="117445" y="168508"/>
                  <a:pt x="119591" y="168508"/>
                </a:cubicBezTo>
                <a:cubicBezTo>
                  <a:pt x="121994" y="168508"/>
                  <a:pt x="124525" y="167543"/>
                  <a:pt x="127186" y="165612"/>
                </a:cubicBezTo>
                <a:cubicBezTo>
                  <a:pt x="129846" y="163681"/>
                  <a:pt x="132592" y="161171"/>
                  <a:pt x="135425" y="158081"/>
                </a:cubicBezTo>
                <a:lnTo>
                  <a:pt x="144693" y="167350"/>
                </a:lnTo>
                <a:cubicBezTo>
                  <a:pt x="136969" y="174473"/>
                  <a:pt x="130297" y="179558"/>
                  <a:pt x="124676" y="182604"/>
                </a:cubicBezTo>
                <a:cubicBezTo>
                  <a:pt x="119054" y="185651"/>
                  <a:pt x="113412" y="187174"/>
                  <a:pt x="107747" y="187174"/>
                </a:cubicBezTo>
                <a:cubicBezTo>
                  <a:pt x="101225" y="187174"/>
                  <a:pt x="96548" y="184750"/>
                  <a:pt x="93716" y="179901"/>
                </a:cubicBezTo>
                <a:cubicBezTo>
                  <a:pt x="90884" y="175052"/>
                  <a:pt x="89468" y="167350"/>
                  <a:pt x="89468" y="156794"/>
                </a:cubicBezTo>
                <a:cubicBezTo>
                  <a:pt x="89468" y="148641"/>
                  <a:pt x="90369" y="132292"/>
                  <a:pt x="92171" y="107747"/>
                </a:cubicBezTo>
                <a:lnTo>
                  <a:pt x="90884" y="107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path-313">
            <a:extLst xmlns:a="http://schemas.openxmlformats.org/drawingml/2006/main">
              <a:ext uri="{FF2B5EF4-FFF2-40B4-BE49-F238E27FC236}">
                <a16:creationId xmlns:a16="http://schemas.microsoft.com/office/drawing/2014/main" id="{348D2038-E4E1-4CC4-9EF0-56F252EE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472" y="3371764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path-314">
            <a:extLst xmlns:a="http://schemas.openxmlformats.org/drawingml/2006/main">
              <a:ext uri="{FF2B5EF4-FFF2-40B4-BE49-F238E27FC236}">
                <a16:creationId xmlns:a16="http://schemas.microsoft.com/office/drawing/2014/main" id="{B79AEA51-D5A9-4DA2-B69D-57296E77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434" y="3478264"/>
            <a:ext cx="120455" cy="125512"/>
          </a:xfrm>
          <a:custGeom xmlns:a="http://schemas.openxmlformats.org/drawingml/2006/main">
            <a:pathLst>
              <a:path w="120455" h="125512">
                <a:moveTo>
                  <a:pt x="78066" y="0"/>
                </a:moveTo>
                <a:cubicBezTo>
                  <a:pt x="88855" y="0"/>
                  <a:pt x="97268" y="950"/>
                  <a:pt x="103306" y="2850"/>
                </a:cubicBezTo>
                <a:cubicBezTo>
                  <a:pt x="109344" y="4751"/>
                  <a:pt x="113712" y="7571"/>
                  <a:pt x="116409" y="11310"/>
                </a:cubicBezTo>
                <a:cubicBezTo>
                  <a:pt x="119106" y="15049"/>
                  <a:pt x="120455" y="19769"/>
                  <a:pt x="120455" y="25470"/>
                </a:cubicBezTo>
                <a:cubicBezTo>
                  <a:pt x="120455" y="33991"/>
                  <a:pt x="118110" y="41010"/>
                  <a:pt x="113421" y="46527"/>
                </a:cubicBezTo>
                <a:cubicBezTo>
                  <a:pt x="108731" y="52044"/>
                  <a:pt x="101176" y="56825"/>
                  <a:pt x="90755" y="60871"/>
                </a:cubicBezTo>
                <a:lnTo>
                  <a:pt x="90571" y="61883"/>
                </a:lnTo>
                <a:cubicBezTo>
                  <a:pt x="96333" y="64212"/>
                  <a:pt x="100793" y="67461"/>
                  <a:pt x="103950" y="71629"/>
                </a:cubicBezTo>
                <a:cubicBezTo>
                  <a:pt x="107107" y="75798"/>
                  <a:pt x="108685" y="80610"/>
                  <a:pt x="108685" y="86066"/>
                </a:cubicBezTo>
                <a:cubicBezTo>
                  <a:pt x="108685" y="93544"/>
                  <a:pt x="106892" y="100073"/>
                  <a:pt x="103306" y="105651"/>
                </a:cubicBezTo>
                <a:cubicBezTo>
                  <a:pt x="99720" y="111229"/>
                  <a:pt x="94004" y="115934"/>
                  <a:pt x="86157" y="119765"/>
                </a:cubicBezTo>
                <a:cubicBezTo>
                  <a:pt x="78311" y="123597"/>
                  <a:pt x="66235" y="125512"/>
                  <a:pt x="49929" y="125512"/>
                </a:cubicBezTo>
                <a:lnTo>
                  <a:pt x="0" y="125512"/>
                </a:lnTo>
                <a:lnTo>
                  <a:pt x="1287" y="119444"/>
                </a:lnTo>
                <a:cubicBezTo>
                  <a:pt x="4781" y="118463"/>
                  <a:pt x="7356" y="116746"/>
                  <a:pt x="9011" y="114294"/>
                </a:cubicBezTo>
                <a:cubicBezTo>
                  <a:pt x="10666" y="111842"/>
                  <a:pt x="12229" y="107306"/>
                  <a:pt x="13701" y="100686"/>
                </a:cubicBezTo>
                <a:lnTo>
                  <a:pt x="30436" y="24827"/>
                </a:lnTo>
                <a:cubicBezTo>
                  <a:pt x="31232" y="21210"/>
                  <a:pt x="31631" y="17624"/>
                  <a:pt x="31631" y="14068"/>
                </a:cubicBezTo>
                <a:cubicBezTo>
                  <a:pt x="31631" y="11494"/>
                  <a:pt x="31033" y="9609"/>
                  <a:pt x="29838" y="8413"/>
                </a:cubicBezTo>
                <a:cubicBezTo>
                  <a:pt x="28643" y="7218"/>
                  <a:pt x="26696" y="6437"/>
                  <a:pt x="23999" y="6069"/>
                </a:cubicBezTo>
                <a:lnTo>
                  <a:pt x="25286" y="0"/>
                </a:lnTo>
                <a:lnTo>
                  <a:pt x="78066" y="0"/>
                </a:lnTo>
                <a:moveTo>
                  <a:pt x="65377" y="54986"/>
                </a:moveTo>
                <a:cubicBezTo>
                  <a:pt x="70771" y="54986"/>
                  <a:pt x="75476" y="53776"/>
                  <a:pt x="79491" y="51354"/>
                </a:cubicBezTo>
                <a:cubicBezTo>
                  <a:pt x="83506" y="48933"/>
                  <a:pt x="86587" y="45577"/>
                  <a:pt x="88732" y="41286"/>
                </a:cubicBezTo>
                <a:cubicBezTo>
                  <a:pt x="90878" y="36995"/>
                  <a:pt x="91950" y="32060"/>
                  <a:pt x="91950" y="26482"/>
                </a:cubicBezTo>
                <a:cubicBezTo>
                  <a:pt x="91950" y="21210"/>
                  <a:pt x="90295" y="17271"/>
                  <a:pt x="86985" y="14666"/>
                </a:cubicBezTo>
                <a:cubicBezTo>
                  <a:pt x="83675" y="12061"/>
                  <a:pt x="78526" y="10758"/>
                  <a:pt x="71537" y="10758"/>
                </a:cubicBezTo>
                <a:cubicBezTo>
                  <a:pt x="67246" y="10758"/>
                  <a:pt x="63630" y="10911"/>
                  <a:pt x="60687" y="11218"/>
                </a:cubicBezTo>
                <a:lnTo>
                  <a:pt x="51032" y="54986"/>
                </a:lnTo>
                <a:lnTo>
                  <a:pt x="65377" y="54986"/>
                </a:lnTo>
                <a:moveTo>
                  <a:pt x="38067" y="114478"/>
                </a:moveTo>
                <a:cubicBezTo>
                  <a:pt x="40642" y="114662"/>
                  <a:pt x="44565" y="114754"/>
                  <a:pt x="49837" y="114754"/>
                </a:cubicBezTo>
                <a:cubicBezTo>
                  <a:pt x="57438" y="114754"/>
                  <a:pt x="63461" y="113344"/>
                  <a:pt x="67905" y="110524"/>
                </a:cubicBezTo>
                <a:cubicBezTo>
                  <a:pt x="72350" y="107705"/>
                  <a:pt x="75645" y="103751"/>
                  <a:pt x="77790" y="98663"/>
                </a:cubicBezTo>
                <a:cubicBezTo>
                  <a:pt x="79936" y="93575"/>
                  <a:pt x="81008" y="88364"/>
                  <a:pt x="81008" y="83031"/>
                </a:cubicBezTo>
                <a:cubicBezTo>
                  <a:pt x="81008" y="71507"/>
                  <a:pt x="74480" y="65745"/>
                  <a:pt x="61423" y="65745"/>
                </a:cubicBezTo>
                <a:lnTo>
                  <a:pt x="48734" y="65745"/>
                </a:lnTo>
                <a:lnTo>
                  <a:pt x="38067" y="11447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path-315">
            <a:extLst xmlns:a="http://schemas.openxmlformats.org/drawingml/2006/main">
              <a:ext uri="{FF2B5EF4-FFF2-40B4-BE49-F238E27FC236}">
                <a16:creationId xmlns:a16="http://schemas.microsoft.com/office/drawing/2014/main" id="{75CA0EB3-6C15-4D88-836C-439DD7B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281" y="3582444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path-316">
            <a:extLst xmlns:a="http://schemas.openxmlformats.org/drawingml/2006/main">
              <a:ext uri="{FF2B5EF4-FFF2-40B4-BE49-F238E27FC236}">
                <a16:creationId xmlns:a16="http://schemas.microsoft.com/office/drawing/2014/main" id="{02C5B45A-6127-46C8-924E-2CAFC4B4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207" y="3511090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FB67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17">
            <a:extLst xmlns:a="http://schemas.openxmlformats.org/drawingml/2006/main">
              <a:ext uri="{FF2B5EF4-FFF2-40B4-BE49-F238E27FC236}">
                <a16:creationId xmlns:a16="http://schemas.microsoft.com/office/drawing/2014/main" id="{9EE3C2BB-A391-4F57-B8E8-3AA65B53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333" y="3391460"/>
            <a:ext cx="158596" cy="165419"/>
          </a:xfrm>
          <a:custGeom xmlns:a="http://schemas.openxmlformats.org/drawingml/2006/main">
            <a:pathLst>
              <a:path w="158596" h="165419">
                <a:moveTo>
                  <a:pt x="88438" y="91270"/>
                </a:moveTo>
                <a:lnTo>
                  <a:pt x="88438" y="165419"/>
                </a:lnTo>
                <a:lnTo>
                  <a:pt x="70158" y="165419"/>
                </a:lnTo>
                <a:lnTo>
                  <a:pt x="70158" y="91270"/>
                </a:lnTo>
                <a:lnTo>
                  <a:pt x="0" y="91270"/>
                </a:lnTo>
                <a:lnTo>
                  <a:pt x="0" y="74149"/>
                </a:lnTo>
                <a:lnTo>
                  <a:pt x="70158" y="74149"/>
                </a:lnTo>
                <a:lnTo>
                  <a:pt x="70158" y="0"/>
                </a:lnTo>
                <a:lnTo>
                  <a:pt x="88438" y="0"/>
                </a:lnTo>
                <a:lnTo>
                  <a:pt x="88438" y="74149"/>
                </a:lnTo>
                <a:lnTo>
                  <a:pt x="158596" y="74149"/>
                </a:lnTo>
                <a:lnTo>
                  <a:pt x="158596" y="91270"/>
                </a:lnTo>
                <a:lnTo>
                  <a:pt x="88438" y="91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path-318">
            <a:extLst xmlns:a="http://schemas.openxmlformats.org/drawingml/2006/main">
              <a:ext uri="{FF2B5EF4-FFF2-40B4-BE49-F238E27FC236}">
                <a16:creationId xmlns:a16="http://schemas.microsoft.com/office/drawing/2014/main" id="{43948948-565D-44BF-98D0-BB941DB3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379" y="3364426"/>
            <a:ext cx="144693" cy="187174"/>
          </a:xfrm>
          <a:custGeom xmlns:a="http://schemas.openxmlformats.org/drawingml/2006/main">
            <a:pathLst>
              <a:path w="144693" h="187174">
                <a:moveTo>
                  <a:pt x="90884" y="107747"/>
                </a:moveTo>
                <a:cubicBezTo>
                  <a:pt x="71746" y="137270"/>
                  <a:pt x="55955" y="163059"/>
                  <a:pt x="43511" y="185115"/>
                </a:cubicBezTo>
                <a:lnTo>
                  <a:pt x="0" y="185115"/>
                </a:lnTo>
                <a:lnTo>
                  <a:pt x="2060" y="176618"/>
                </a:lnTo>
                <a:cubicBezTo>
                  <a:pt x="9183" y="167865"/>
                  <a:pt x="20511" y="153018"/>
                  <a:pt x="36045" y="132078"/>
                </a:cubicBezTo>
                <a:lnTo>
                  <a:pt x="91656" y="56513"/>
                </a:lnTo>
                <a:cubicBezTo>
                  <a:pt x="90712" y="45356"/>
                  <a:pt x="89661" y="37504"/>
                  <a:pt x="88502" y="32955"/>
                </a:cubicBezTo>
                <a:cubicBezTo>
                  <a:pt x="87344" y="28407"/>
                  <a:pt x="85777" y="25188"/>
                  <a:pt x="83804" y="23300"/>
                </a:cubicBezTo>
                <a:cubicBezTo>
                  <a:pt x="81830" y="21412"/>
                  <a:pt x="79169" y="20468"/>
                  <a:pt x="75822" y="20468"/>
                </a:cubicBezTo>
                <a:cubicBezTo>
                  <a:pt x="72389" y="20468"/>
                  <a:pt x="69128" y="21305"/>
                  <a:pt x="66039" y="22978"/>
                </a:cubicBezTo>
                <a:cubicBezTo>
                  <a:pt x="62949" y="24652"/>
                  <a:pt x="58787" y="27720"/>
                  <a:pt x="53552" y="32183"/>
                </a:cubicBezTo>
                <a:lnTo>
                  <a:pt x="44541" y="22270"/>
                </a:lnTo>
                <a:cubicBezTo>
                  <a:pt x="51921" y="15405"/>
                  <a:pt x="57392" y="10663"/>
                  <a:pt x="60954" y="8046"/>
                </a:cubicBezTo>
                <a:cubicBezTo>
                  <a:pt x="64515" y="5428"/>
                  <a:pt x="68120" y="3433"/>
                  <a:pt x="71767" y="2060"/>
                </a:cubicBezTo>
                <a:cubicBezTo>
                  <a:pt x="75415" y="687"/>
                  <a:pt x="79427" y="0"/>
                  <a:pt x="83804" y="0"/>
                </a:cubicBezTo>
                <a:cubicBezTo>
                  <a:pt x="89811" y="0"/>
                  <a:pt x="94874" y="1373"/>
                  <a:pt x="98994" y="4119"/>
                </a:cubicBezTo>
                <a:cubicBezTo>
                  <a:pt x="103113" y="6866"/>
                  <a:pt x="106138" y="12101"/>
                  <a:pt x="108069" y="19825"/>
                </a:cubicBezTo>
                <a:cubicBezTo>
                  <a:pt x="110000" y="27548"/>
                  <a:pt x="110966" y="39649"/>
                  <a:pt x="110966" y="56127"/>
                </a:cubicBezTo>
                <a:cubicBezTo>
                  <a:pt x="110966" y="67369"/>
                  <a:pt x="110751" y="80414"/>
                  <a:pt x="110322" y="95261"/>
                </a:cubicBezTo>
                <a:cubicBezTo>
                  <a:pt x="109893" y="110022"/>
                  <a:pt x="109678" y="121650"/>
                  <a:pt x="109678" y="130147"/>
                </a:cubicBezTo>
                <a:cubicBezTo>
                  <a:pt x="109678" y="139930"/>
                  <a:pt x="109850" y="147118"/>
                  <a:pt x="110193" y="151709"/>
                </a:cubicBezTo>
                <a:cubicBezTo>
                  <a:pt x="110537" y="156300"/>
                  <a:pt x="111073" y="159776"/>
                  <a:pt x="111802" y="162136"/>
                </a:cubicBezTo>
                <a:cubicBezTo>
                  <a:pt x="112532" y="164496"/>
                  <a:pt x="113476" y="166148"/>
                  <a:pt x="114635" y="167092"/>
                </a:cubicBezTo>
                <a:cubicBezTo>
                  <a:pt x="115793" y="168036"/>
                  <a:pt x="117445" y="168508"/>
                  <a:pt x="119591" y="168508"/>
                </a:cubicBezTo>
                <a:cubicBezTo>
                  <a:pt x="121994" y="168508"/>
                  <a:pt x="124525" y="167543"/>
                  <a:pt x="127186" y="165612"/>
                </a:cubicBezTo>
                <a:cubicBezTo>
                  <a:pt x="129846" y="163681"/>
                  <a:pt x="132592" y="161171"/>
                  <a:pt x="135425" y="158081"/>
                </a:cubicBezTo>
                <a:lnTo>
                  <a:pt x="144693" y="167350"/>
                </a:lnTo>
                <a:cubicBezTo>
                  <a:pt x="136969" y="174473"/>
                  <a:pt x="130297" y="179558"/>
                  <a:pt x="124676" y="182604"/>
                </a:cubicBezTo>
                <a:cubicBezTo>
                  <a:pt x="119054" y="185651"/>
                  <a:pt x="113412" y="187174"/>
                  <a:pt x="107747" y="187174"/>
                </a:cubicBezTo>
                <a:cubicBezTo>
                  <a:pt x="101225" y="187174"/>
                  <a:pt x="96548" y="184750"/>
                  <a:pt x="93716" y="179901"/>
                </a:cubicBezTo>
                <a:cubicBezTo>
                  <a:pt x="90884" y="175052"/>
                  <a:pt x="89468" y="167350"/>
                  <a:pt x="89468" y="156794"/>
                </a:cubicBezTo>
                <a:cubicBezTo>
                  <a:pt x="89468" y="148641"/>
                  <a:pt x="90369" y="132292"/>
                  <a:pt x="92171" y="107747"/>
                </a:cubicBezTo>
                <a:lnTo>
                  <a:pt x="90884" y="107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path-319">
            <a:extLst xmlns:a="http://schemas.openxmlformats.org/drawingml/2006/main">
              <a:ext uri="{FF2B5EF4-FFF2-40B4-BE49-F238E27FC236}">
                <a16:creationId xmlns:a16="http://schemas.microsoft.com/office/drawing/2014/main" id="{DB11955F-4FEA-4A6D-9A32-BDDD5200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677" y="3371764"/>
            <a:ext cx="143792" cy="179837"/>
          </a:xfrm>
          <a:custGeom xmlns:a="http://schemas.openxmlformats.org/drawingml/2006/main">
            <a:pathLst>
              <a:path w="143792" h="179837">
                <a:moveTo>
                  <a:pt x="24845" y="134910"/>
                </a:moveTo>
                <a:cubicBezTo>
                  <a:pt x="25102" y="142462"/>
                  <a:pt x="26261" y="148405"/>
                  <a:pt x="28321" y="152739"/>
                </a:cubicBezTo>
                <a:cubicBezTo>
                  <a:pt x="30380" y="157073"/>
                  <a:pt x="33298" y="160162"/>
                  <a:pt x="37074" y="162007"/>
                </a:cubicBezTo>
                <a:cubicBezTo>
                  <a:pt x="40850" y="163853"/>
                  <a:pt x="45828" y="164775"/>
                  <a:pt x="52007" y="164775"/>
                </a:cubicBezTo>
                <a:cubicBezTo>
                  <a:pt x="61362" y="164775"/>
                  <a:pt x="68742" y="162093"/>
                  <a:pt x="74149" y="156729"/>
                </a:cubicBezTo>
                <a:cubicBezTo>
                  <a:pt x="79555" y="151366"/>
                  <a:pt x="82259" y="143878"/>
                  <a:pt x="82259" y="134266"/>
                </a:cubicBezTo>
                <a:cubicBezTo>
                  <a:pt x="82259" y="129288"/>
                  <a:pt x="81401" y="124890"/>
                  <a:pt x="79684" y="121071"/>
                </a:cubicBezTo>
                <a:cubicBezTo>
                  <a:pt x="77968" y="117252"/>
                  <a:pt x="75329" y="113540"/>
                  <a:pt x="71767" y="109936"/>
                </a:cubicBezTo>
                <a:cubicBezTo>
                  <a:pt x="68206" y="106331"/>
                  <a:pt x="62048" y="101311"/>
                  <a:pt x="53294" y="94874"/>
                </a:cubicBezTo>
                <a:cubicBezTo>
                  <a:pt x="45142" y="88867"/>
                  <a:pt x="38984" y="82216"/>
                  <a:pt x="34822" y="74921"/>
                </a:cubicBezTo>
                <a:cubicBezTo>
                  <a:pt x="30659" y="67626"/>
                  <a:pt x="28578" y="59988"/>
                  <a:pt x="28578" y="52007"/>
                </a:cubicBezTo>
                <a:cubicBezTo>
                  <a:pt x="28578" y="45227"/>
                  <a:pt x="30037" y="38576"/>
                  <a:pt x="32955" y="32054"/>
                </a:cubicBezTo>
                <a:cubicBezTo>
                  <a:pt x="35873" y="25532"/>
                  <a:pt x="40185" y="19846"/>
                  <a:pt x="45892" y="14997"/>
                </a:cubicBezTo>
                <a:cubicBezTo>
                  <a:pt x="51599" y="10148"/>
                  <a:pt x="58787" y="6437"/>
                  <a:pt x="67455" y="3862"/>
                </a:cubicBezTo>
                <a:cubicBezTo>
                  <a:pt x="76123" y="1287"/>
                  <a:pt x="86249" y="0"/>
                  <a:pt x="97835" y="0"/>
                </a:cubicBezTo>
                <a:cubicBezTo>
                  <a:pt x="106417" y="0"/>
                  <a:pt x="114313" y="451"/>
                  <a:pt x="121522" y="1352"/>
                </a:cubicBezTo>
                <a:cubicBezTo>
                  <a:pt x="128731" y="2253"/>
                  <a:pt x="136154" y="3862"/>
                  <a:pt x="143792" y="6179"/>
                </a:cubicBezTo>
                <a:lnTo>
                  <a:pt x="135939" y="42867"/>
                </a:lnTo>
                <a:lnTo>
                  <a:pt x="119076" y="42867"/>
                </a:lnTo>
                <a:cubicBezTo>
                  <a:pt x="118990" y="33255"/>
                  <a:pt x="117102" y="26218"/>
                  <a:pt x="113412" y="21755"/>
                </a:cubicBezTo>
                <a:cubicBezTo>
                  <a:pt x="109721" y="17293"/>
                  <a:pt x="103757" y="15061"/>
                  <a:pt x="95518" y="15061"/>
                </a:cubicBezTo>
                <a:cubicBezTo>
                  <a:pt x="86507" y="15061"/>
                  <a:pt x="79384" y="17486"/>
                  <a:pt x="74149" y="22335"/>
                </a:cubicBezTo>
                <a:cubicBezTo>
                  <a:pt x="68914" y="27184"/>
                  <a:pt x="66296" y="33856"/>
                  <a:pt x="66296" y="42352"/>
                </a:cubicBezTo>
                <a:cubicBezTo>
                  <a:pt x="66296" y="48360"/>
                  <a:pt x="68377" y="54045"/>
                  <a:pt x="72540" y="59409"/>
                </a:cubicBezTo>
                <a:cubicBezTo>
                  <a:pt x="76702" y="64773"/>
                  <a:pt x="82988" y="70501"/>
                  <a:pt x="91399" y="76595"/>
                </a:cubicBezTo>
                <a:cubicBezTo>
                  <a:pt x="99037" y="82259"/>
                  <a:pt x="104915" y="87344"/>
                  <a:pt x="109035" y="91849"/>
                </a:cubicBezTo>
                <a:cubicBezTo>
                  <a:pt x="113154" y="96355"/>
                  <a:pt x="116244" y="101139"/>
                  <a:pt x="118303" y="106203"/>
                </a:cubicBezTo>
                <a:cubicBezTo>
                  <a:pt x="120363" y="111266"/>
                  <a:pt x="121393" y="117059"/>
                  <a:pt x="121393" y="123581"/>
                </a:cubicBezTo>
                <a:cubicBezTo>
                  <a:pt x="121393" y="131391"/>
                  <a:pt x="119676" y="138922"/>
                  <a:pt x="116244" y="146174"/>
                </a:cubicBezTo>
                <a:cubicBezTo>
                  <a:pt x="112811" y="153425"/>
                  <a:pt x="107983" y="159583"/>
                  <a:pt x="101761" y="164646"/>
                </a:cubicBezTo>
                <a:cubicBezTo>
                  <a:pt x="95540" y="169710"/>
                  <a:pt x="88524" y="173507"/>
                  <a:pt x="80714" y="176039"/>
                </a:cubicBezTo>
                <a:cubicBezTo>
                  <a:pt x="72904" y="178571"/>
                  <a:pt x="62563" y="179837"/>
                  <a:pt x="49690" y="179837"/>
                </a:cubicBezTo>
                <a:cubicBezTo>
                  <a:pt x="41795" y="179837"/>
                  <a:pt x="33534" y="179150"/>
                  <a:pt x="24909" y="177777"/>
                </a:cubicBezTo>
                <a:cubicBezTo>
                  <a:pt x="16284" y="176404"/>
                  <a:pt x="7981" y="174473"/>
                  <a:pt x="0" y="171984"/>
                </a:cubicBezTo>
                <a:lnTo>
                  <a:pt x="7981" y="134910"/>
                </a:lnTo>
                <a:lnTo>
                  <a:pt x="24845" y="13491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320">
            <a:extLst xmlns:a="http://schemas.openxmlformats.org/drawingml/2006/main">
              <a:ext uri="{FF2B5EF4-FFF2-40B4-BE49-F238E27FC236}">
                <a16:creationId xmlns:a16="http://schemas.microsoft.com/office/drawing/2014/main" id="{2C60DADA-D544-42BC-9C85-4E73E82F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202" y="3477620"/>
            <a:ext cx="115490" cy="126156"/>
          </a:xfrm>
          <a:custGeom xmlns:a="http://schemas.openxmlformats.org/drawingml/2006/main">
            <a:pathLst>
              <a:path w="115490" h="126156">
                <a:moveTo>
                  <a:pt x="78158" y="87261"/>
                </a:moveTo>
                <a:lnTo>
                  <a:pt x="42205" y="87261"/>
                </a:lnTo>
                <a:lnTo>
                  <a:pt x="40918" y="89560"/>
                </a:lnTo>
                <a:cubicBezTo>
                  <a:pt x="37485" y="95751"/>
                  <a:pt x="35202" y="100440"/>
                  <a:pt x="34068" y="103628"/>
                </a:cubicBezTo>
                <a:cubicBezTo>
                  <a:pt x="32934" y="106816"/>
                  <a:pt x="32367" y="109758"/>
                  <a:pt x="32367" y="112455"/>
                </a:cubicBezTo>
                <a:cubicBezTo>
                  <a:pt x="32367" y="116869"/>
                  <a:pt x="34972" y="119413"/>
                  <a:pt x="40182" y="120087"/>
                </a:cubicBezTo>
                <a:lnTo>
                  <a:pt x="38803" y="126156"/>
                </a:lnTo>
                <a:lnTo>
                  <a:pt x="0" y="126156"/>
                </a:lnTo>
                <a:lnTo>
                  <a:pt x="1379" y="120087"/>
                </a:lnTo>
                <a:cubicBezTo>
                  <a:pt x="3525" y="119597"/>
                  <a:pt x="5410" y="118769"/>
                  <a:pt x="7034" y="117605"/>
                </a:cubicBezTo>
                <a:cubicBezTo>
                  <a:pt x="8659" y="116440"/>
                  <a:pt x="10206" y="114861"/>
                  <a:pt x="11678" y="112869"/>
                </a:cubicBezTo>
                <a:cubicBezTo>
                  <a:pt x="13149" y="110877"/>
                  <a:pt x="15233" y="107459"/>
                  <a:pt x="17930" y="102617"/>
                </a:cubicBezTo>
                <a:lnTo>
                  <a:pt x="75032" y="0"/>
                </a:lnTo>
                <a:lnTo>
                  <a:pt x="101513" y="0"/>
                </a:lnTo>
                <a:lnTo>
                  <a:pt x="105467" y="98295"/>
                </a:lnTo>
                <a:cubicBezTo>
                  <a:pt x="105590" y="101789"/>
                  <a:pt x="105835" y="104931"/>
                  <a:pt x="106203" y="107720"/>
                </a:cubicBezTo>
                <a:cubicBezTo>
                  <a:pt x="106570" y="110509"/>
                  <a:pt x="107153" y="112792"/>
                  <a:pt x="107950" y="114570"/>
                </a:cubicBezTo>
                <a:cubicBezTo>
                  <a:pt x="108747" y="116348"/>
                  <a:pt x="109743" y="117651"/>
                  <a:pt x="110938" y="118478"/>
                </a:cubicBezTo>
                <a:cubicBezTo>
                  <a:pt x="112133" y="119306"/>
                  <a:pt x="113651" y="119842"/>
                  <a:pt x="115490" y="120087"/>
                </a:cubicBezTo>
                <a:lnTo>
                  <a:pt x="114110" y="126156"/>
                </a:lnTo>
                <a:lnTo>
                  <a:pt x="66572" y="126156"/>
                </a:lnTo>
                <a:lnTo>
                  <a:pt x="67951" y="120087"/>
                </a:lnTo>
                <a:cubicBezTo>
                  <a:pt x="70649" y="119903"/>
                  <a:pt x="72779" y="119214"/>
                  <a:pt x="74342" y="118018"/>
                </a:cubicBezTo>
                <a:cubicBezTo>
                  <a:pt x="75905" y="116823"/>
                  <a:pt x="76993" y="115198"/>
                  <a:pt x="77606" y="113145"/>
                </a:cubicBezTo>
                <a:cubicBezTo>
                  <a:pt x="78219" y="111091"/>
                  <a:pt x="78526" y="108226"/>
                  <a:pt x="78526" y="104548"/>
                </a:cubicBezTo>
                <a:cubicBezTo>
                  <a:pt x="78526" y="101912"/>
                  <a:pt x="78464" y="99153"/>
                  <a:pt x="78342" y="96272"/>
                </a:cubicBezTo>
                <a:lnTo>
                  <a:pt x="78158" y="87261"/>
                </a:lnTo>
                <a:moveTo>
                  <a:pt x="47906" y="76503"/>
                </a:moveTo>
                <a:lnTo>
                  <a:pt x="77882" y="76503"/>
                </a:lnTo>
                <a:lnTo>
                  <a:pt x="77514" y="54435"/>
                </a:lnTo>
                <a:cubicBezTo>
                  <a:pt x="77392" y="46588"/>
                  <a:pt x="77330" y="40090"/>
                  <a:pt x="77330" y="34941"/>
                </a:cubicBezTo>
                <a:cubicBezTo>
                  <a:pt x="77330" y="31018"/>
                  <a:pt x="77361" y="27003"/>
                  <a:pt x="77422" y="22896"/>
                </a:cubicBezTo>
                <a:lnTo>
                  <a:pt x="76319" y="22896"/>
                </a:lnTo>
                <a:lnTo>
                  <a:pt x="47906" y="7650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path-321">
            <a:extLst xmlns:a="http://schemas.openxmlformats.org/drawingml/2006/main">
              <a:ext uri="{FF2B5EF4-FFF2-40B4-BE49-F238E27FC236}">
                <a16:creationId xmlns:a16="http://schemas.microsoft.com/office/drawing/2014/main" id="{7ECA038B-C62C-4F82-82CD-C191CBFA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717" y="3582444"/>
            <a:ext cx="27493" cy="46711"/>
          </a:xfrm>
          <a:custGeom xmlns:a="http://schemas.openxmlformats.org/drawingml/2006/main">
            <a:pathLst>
              <a:path w="27493" h="46711">
                <a:moveTo>
                  <a:pt x="26206" y="0"/>
                </a:moveTo>
                <a:cubicBezTo>
                  <a:pt x="27064" y="4291"/>
                  <a:pt x="27493" y="8521"/>
                  <a:pt x="27493" y="12689"/>
                </a:cubicBezTo>
                <a:cubicBezTo>
                  <a:pt x="27493" y="16980"/>
                  <a:pt x="26758" y="20903"/>
                  <a:pt x="25286" y="24459"/>
                </a:cubicBezTo>
                <a:cubicBezTo>
                  <a:pt x="23815" y="28014"/>
                  <a:pt x="21470" y="31554"/>
                  <a:pt x="18252" y="35079"/>
                </a:cubicBezTo>
                <a:cubicBezTo>
                  <a:pt x="15034" y="38604"/>
                  <a:pt x="10605" y="42481"/>
                  <a:pt x="4965" y="46711"/>
                </a:cubicBezTo>
                <a:lnTo>
                  <a:pt x="0" y="41102"/>
                </a:lnTo>
                <a:cubicBezTo>
                  <a:pt x="3126" y="38159"/>
                  <a:pt x="5394" y="35508"/>
                  <a:pt x="6804" y="33148"/>
                </a:cubicBezTo>
                <a:cubicBezTo>
                  <a:pt x="8214" y="30788"/>
                  <a:pt x="9226" y="28106"/>
                  <a:pt x="9839" y="25102"/>
                </a:cubicBezTo>
                <a:cubicBezTo>
                  <a:pt x="10452" y="22099"/>
                  <a:pt x="10758" y="18329"/>
                  <a:pt x="10758" y="13793"/>
                </a:cubicBezTo>
                <a:cubicBezTo>
                  <a:pt x="10758" y="9134"/>
                  <a:pt x="10544" y="4536"/>
                  <a:pt x="10115" y="0"/>
                </a:cubicBezTo>
                <a:lnTo>
                  <a:pt x="26206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322">
            <a:extLst xmlns:a="http://schemas.openxmlformats.org/drawingml/2006/main">
              <a:ext uri="{FF2B5EF4-FFF2-40B4-BE49-F238E27FC236}">
                <a16:creationId xmlns:a16="http://schemas.microsoft.com/office/drawing/2014/main" id="{B8E583BD-8369-4F00-A5EB-7FA09852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641" y="3511090"/>
            <a:ext cx="95628" cy="92686"/>
          </a:xfrm>
          <a:custGeom xmlns:a="http://schemas.openxmlformats.org/drawingml/2006/main">
            <a:pathLst>
              <a:path w="95628" h="92686">
                <a:moveTo>
                  <a:pt x="47814" y="22068"/>
                </a:moveTo>
                <a:cubicBezTo>
                  <a:pt x="52963" y="14835"/>
                  <a:pt x="58358" y="9348"/>
                  <a:pt x="63997" y="5609"/>
                </a:cubicBezTo>
                <a:cubicBezTo>
                  <a:pt x="69637" y="1870"/>
                  <a:pt x="75890" y="0"/>
                  <a:pt x="82755" y="0"/>
                </a:cubicBezTo>
                <a:cubicBezTo>
                  <a:pt x="86801" y="0"/>
                  <a:pt x="91092" y="582"/>
                  <a:pt x="95628" y="1747"/>
                </a:cubicBezTo>
                <a:lnTo>
                  <a:pt x="90203" y="26482"/>
                </a:lnTo>
                <a:lnTo>
                  <a:pt x="73744" y="26482"/>
                </a:lnTo>
                <a:cubicBezTo>
                  <a:pt x="73744" y="22375"/>
                  <a:pt x="73300" y="19524"/>
                  <a:pt x="72411" y="17930"/>
                </a:cubicBezTo>
                <a:cubicBezTo>
                  <a:pt x="71522" y="16337"/>
                  <a:pt x="70005" y="15540"/>
                  <a:pt x="67859" y="15540"/>
                </a:cubicBezTo>
                <a:cubicBezTo>
                  <a:pt x="66204" y="15540"/>
                  <a:pt x="64396" y="16122"/>
                  <a:pt x="62434" y="17287"/>
                </a:cubicBezTo>
                <a:cubicBezTo>
                  <a:pt x="60473" y="18451"/>
                  <a:pt x="58128" y="20719"/>
                  <a:pt x="55400" y="24091"/>
                </a:cubicBezTo>
                <a:cubicBezTo>
                  <a:pt x="52672" y="27463"/>
                  <a:pt x="50619" y="30681"/>
                  <a:pt x="49239" y="33746"/>
                </a:cubicBezTo>
                <a:cubicBezTo>
                  <a:pt x="47860" y="36811"/>
                  <a:pt x="46649" y="40734"/>
                  <a:pt x="45607" y="45515"/>
                </a:cubicBezTo>
                <a:lnTo>
                  <a:pt x="35217" y="92686"/>
                </a:lnTo>
                <a:lnTo>
                  <a:pt x="8827" y="92686"/>
                </a:lnTo>
                <a:lnTo>
                  <a:pt x="23631" y="28780"/>
                </a:lnTo>
                <a:cubicBezTo>
                  <a:pt x="24551" y="24796"/>
                  <a:pt x="25011" y="21762"/>
                  <a:pt x="25011" y="19677"/>
                </a:cubicBezTo>
                <a:cubicBezTo>
                  <a:pt x="25011" y="17654"/>
                  <a:pt x="24673" y="16091"/>
                  <a:pt x="23999" y="14988"/>
                </a:cubicBezTo>
                <a:cubicBezTo>
                  <a:pt x="23325" y="13885"/>
                  <a:pt x="22160" y="13333"/>
                  <a:pt x="20505" y="13333"/>
                </a:cubicBezTo>
                <a:cubicBezTo>
                  <a:pt x="18605" y="13333"/>
                  <a:pt x="16551" y="14191"/>
                  <a:pt x="14344" y="15907"/>
                </a:cubicBezTo>
                <a:cubicBezTo>
                  <a:pt x="12137" y="17624"/>
                  <a:pt x="9563" y="20168"/>
                  <a:pt x="6620" y="23539"/>
                </a:cubicBezTo>
                <a:lnTo>
                  <a:pt x="0" y="16919"/>
                </a:lnTo>
                <a:cubicBezTo>
                  <a:pt x="6130" y="10666"/>
                  <a:pt x="11570" y="6283"/>
                  <a:pt x="16321" y="3770"/>
                </a:cubicBezTo>
                <a:cubicBezTo>
                  <a:pt x="21072" y="1257"/>
                  <a:pt x="26083" y="0"/>
                  <a:pt x="31355" y="0"/>
                </a:cubicBezTo>
                <a:cubicBezTo>
                  <a:pt x="36443" y="0"/>
                  <a:pt x="40504" y="1425"/>
                  <a:pt x="43539" y="4276"/>
                </a:cubicBezTo>
                <a:cubicBezTo>
                  <a:pt x="46573" y="7126"/>
                  <a:pt x="48090" y="10881"/>
                  <a:pt x="48090" y="15540"/>
                </a:cubicBezTo>
                <a:cubicBezTo>
                  <a:pt x="48090" y="17195"/>
                  <a:pt x="47753" y="19279"/>
                  <a:pt x="47079" y="21792"/>
                </a:cubicBezTo>
                <a:lnTo>
                  <a:pt x="47814" y="22068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323">
            <a:extLst xmlns:a="http://schemas.openxmlformats.org/drawingml/2006/main">
              <a:ext uri="{FF2B5EF4-FFF2-40B4-BE49-F238E27FC236}">
                <a16:creationId xmlns:a16="http://schemas.microsoft.com/office/drawing/2014/main" id="{016B67CC-30C4-4810-ADD0-CF940A2F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5" y="3972225"/>
            <a:ext cx="498518" cy="498518"/>
          </a:xfrm>
          <a:custGeom xmlns:a="http://schemas.openxmlformats.org/drawingml/2006/main">
            <a:pathLst>
              <a:path w="498518" h="498518">
                <a:moveTo>
                  <a:pt x="219798" y="375378"/>
                </a:moveTo>
                <a:lnTo>
                  <a:pt x="302774" y="375378"/>
                </a:lnTo>
                <a:lnTo>
                  <a:pt x="302774" y="363461"/>
                </a:lnTo>
                <a:cubicBezTo>
                  <a:pt x="296742" y="361696"/>
                  <a:pt x="292402" y="360114"/>
                  <a:pt x="289754" y="358717"/>
                </a:cubicBezTo>
                <a:cubicBezTo>
                  <a:pt x="287106" y="357319"/>
                  <a:pt x="285120" y="355591"/>
                  <a:pt x="283796" y="353531"/>
                </a:cubicBezTo>
                <a:cubicBezTo>
                  <a:pt x="282619" y="351618"/>
                  <a:pt x="281773" y="348786"/>
                  <a:pt x="281258" y="345035"/>
                </a:cubicBezTo>
                <a:cubicBezTo>
                  <a:pt x="280743" y="341283"/>
                  <a:pt x="280485" y="335288"/>
                  <a:pt x="280485" y="327049"/>
                </a:cubicBezTo>
                <a:lnTo>
                  <a:pt x="280485" y="298581"/>
                </a:lnTo>
                <a:lnTo>
                  <a:pt x="325946" y="298581"/>
                </a:lnTo>
                <a:lnTo>
                  <a:pt x="328373" y="256652"/>
                </a:lnTo>
                <a:lnTo>
                  <a:pt x="308291" y="256652"/>
                </a:lnTo>
                <a:cubicBezTo>
                  <a:pt x="306820" y="261801"/>
                  <a:pt x="305312" y="265737"/>
                  <a:pt x="303767" y="268458"/>
                </a:cubicBezTo>
                <a:cubicBezTo>
                  <a:pt x="302223" y="271180"/>
                  <a:pt x="300457" y="273166"/>
                  <a:pt x="298471" y="274417"/>
                </a:cubicBezTo>
                <a:cubicBezTo>
                  <a:pt x="296485" y="275667"/>
                  <a:pt x="294094" y="276403"/>
                  <a:pt x="291299" y="276624"/>
                </a:cubicBezTo>
                <a:cubicBezTo>
                  <a:pt x="288504" y="276844"/>
                  <a:pt x="285193" y="276955"/>
                  <a:pt x="281368" y="276955"/>
                </a:cubicBezTo>
                <a:lnTo>
                  <a:pt x="280485" y="276955"/>
                </a:lnTo>
                <a:lnTo>
                  <a:pt x="280485" y="117182"/>
                </a:lnTo>
                <a:lnTo>
                  <a:pt x="248487" y="117182"/>
                </a:lnTo>
                <a:lnTo>
                  <a:pt x="136601" y="282692"/>
                </a:lnTo>
                <a:lnTo>
                  <a:pt x="136601" y="298581"/>
                </a:lnTo>
                <a:lnTo>
                  <a:pt x="241866" y="298581"/>
                </a:lnTo>
                <a:lnTo>
                  <a:pt x="241866" y="327049"/>
                </a:lnTo>
                <a:cubicBezTo>
                  <a:pt x="241866" y="332345"/>
                  <a:pt x="241756" y="336722"/>
                  <a:pt x="241535" y="340180"/>
                </a:cubicBezTo>
                <a:cubicBezTo>
                  <a:pt x="241315" y="343637"/>
                  <a:pt x="240984" y="346469"/>
                  <a:pt x="240542" y="348676"/>
                </a:cubicBezTo>
                <a:cubicBezTo>
                  <a:pt x="240101" y="350883"/>
                  <a:pt x="239476" y="352611"/>
                  <a:pt x="238666" y="353862"/>
                </a:cubicBezTo>
                <a:cubicBezTo>
                  <a:pt x="237857" y="355112"/>
                  <a:pt x="236864" y="356179"/>
                  <a:pt x="235687" y="357062"/>
                </a:cubicBezTo>
                <a:cubicBezTo>
                  <a:pt x="232892" y="359416"/>
                  <a:pt x="227596" y="361475"/>
                  <a:pt x="219798" y="363241"/>
                </a:cubicBezTo>
                <a:lnTo>
                  <a:pt x="219798" y="375378"/>
                </a:lnTo>
                <a:moveTo>
                  <a:pt x="174117" y="276513"/>
                </a:moveTo>
                <a:lnTo>
                  <a:pt x="243190" y="168821"/>
                </a:lnTo>
                <a:cubicBezTo>
                  <a:pt x="243043" y="172646"/>
                  <a:pt x="242896" y="177170"/>
                  <a:pt x="242749" y="182393"/>
                </a:cubicBezTo>
                <a:cubicBezTo>
                  <a:pt x="242602" y="187616"/>
                  <a:pt x="242455" y="193133"/>
                  <a:pt x="242308" y="198944"/>
                </a:cubicBezTo>
                <a:cubicBezTo>
                  <a:pt x="242161" y="204755"/>
                  <a:pt x="242050" y="210566"/>
                  <a:pt x="241977" y="216378"/>
                </a:cubicBezTo>
                <a:cubicBezTo>
                  <a:pt x="241903" y="222189"/>
                  <a:pt x="241866" y="227596"/>
                  <a:pt x="241866" y="232598"/>
                </a:cubicBezTo>
                <a:lnTo>
                  <a:pt x="241866" y="276955"/>
                </a:lnTo>
                <a:lnTo>
                  <a:pt x="174117" y="276955"/>
                </a:lnTo>
                <a:lnTo>
                  <a:pt x="174117" y="276513"/>
                </a:lnTo>
                <a:moveTo>
                  <a:pt x="0" y="249369"/>
                </a:moveTo>
                <a:cubicBezTo>
                  <a:pt x="0" y="226419"/>
                  <a:pt x="2979" y="204314"/>
                  <a:pt x="8938" y="183055"/>
                </a:cubicBezTo>
                <a:cubicBezTo>
                  <a:pt x="14896" y="161796"/>
                  <a:pt x="23245" y="141935"/>
                  <a:pt x="33985" y="123471"/>
                </a:cubicBezTo>
                <a:cubicBezTo>
                  <a:pt x="44725" y="105007"/>
                  <a:pt x="57708" y="88199"/>
                  <a:pt x="72935" y="73045"/>
                </a:cubicBezTo>
                <a:cubicBezTo>
                  <a:pt x="88162" y="57892"/>
                  <a:pt x="104971" y="44909"/>
                  <a:pt x="123361" y="34095"/>
                </a:cubicBezTo>
                <a:cubicBezTo>
                  <a:pt x="141751" y="23282"/>
                  <a:pt x="161575" y="14896"/>
                  <a:pt x="182834" y="8938"/>
                </a:cubicBezTo>
                <a:cubicBezTo>
                  <a:pt x="204093" y="2979"/>
                  <a:pt x="226198" y="0"/>
                  <a:pt x="249149" y="0"/>
                </a:cubicBezTo>
                <a:cubicBezTo>
                  <a:pt x="272100" y="0"/>
                  <a:pt x="294204" y="2979"/>
                  <a:pt x="315463" y="8938"/>
                </a:cubicBezTo>
                <a:cubicBezTo>
                  <a:pt x="336722" y="14896"/>
                  <a:pt x="356584" y="23282"/>
                  <a:pt x="375047" y="34095"/>
                </a:cubicBezTo>
                <a:cubicBezTo>
                  <a:pt x="393511" y="44909"/>
                  <a:pt x="410319" y="57892"/>
                  <a:pt x="425473" y="73045"/>
                </a:cubicBezTo>
                <a:cubicBezTo>
                  <a:pt x="440626" y="88199"/>
                  <a:pt x="453610" y="105007"/>
                  <a:pt x="464423" y="123471"/>
                </a:cubicBezTo>
                <a:cubicBezTo>
                  <a:pt x="475236" y="141935"/>
                  <a:pt x="483622" y="161796"/>
                  <a:pt x="489581" y="183055"/>
                </a:cubicBezTo>
                <a:cubicBezTo>
                  <a:pt x="495539" y="204314"/>
                  <a:pt x="498518" y="226419"/>
                  <a:pt x="498518" y="249369"/>
                </a:cubicBezTo>
                <a:cubicBezTo>
                  <a:pt x="498518" y="272320"/>
                  <a:pt x="495539" y="294425"/>
                  <a:pt x="489581" y="315684"/>
                </a:cubicBezTo>
                <a:cubicBezTo>
                  <a:pt x="483622" y="336943"/>
                  <a:pt x="475236" y="356767"/>
                  <a:pt x="464423" y="375158"/>
                </a:cubicBezTo>
                <a:cubicBezTo>
                  <a:pt x="453610" y="393548"/>
                  <a:pt x="440626" y="410356"/>
                  <a:pt x="425473" y="425583"/>
                </a:cubicBezTo>
                <a:cubicBezTo>
                  <a:pt x="410319" y="440810"/>
                  <a:pt x="393511" y="453794"/>
                  <a:pt x="375047" y="464533"/>
                </a:cubicBezTo>
                <a:cubicBezTo>
                  <a:pt x="356584" y="475273"/>
                  <a:pt x="336722" y="483622"/>
                  <a:pt x="315463" y="489581"/>
                </a:cubicBezTo>
                <a:cubicBezTo>
                  <a:pt x="294204" y="495539"/>
                  <a:pt x="272100" y="498518"/>
                  <a:pt x="249149" y="498518"/>
                </a:cubicBezTo>
                <a:cubicBezTo>
                  <a:pt x="226198" y="498518"/>
                  <a:pt x="204093" y="495539"/>
                  <a:pt x="182834" y="489581"/>
                </a:cubicBezTo>
                <a:cubicBezTo>
                  <a:pt x="161575" y="483622"/>
                  <a:pt x="141751" y="475273"/>
                  <a:pt x="123361" y="464533"/>
                </a:cubicBezTo>
                <a:cubicBezTo>
                  <a:pt x="104971" y="453794"/>
                  <a:pt x="88162" y="440810"/>
                  <a:pt x="72935" y="425583"/>
                </a:cubicBezTo>
                <a:cubicBezTo>
                  <a:pt x="57708" y="410356"/>
                  <a:pt x="44725" y="393548"/>
                  <a:pt x="33985" y="375158"/>
                </a:cubicBezTo>
                <a:cubicBezTo>
                  <a:pt x="23245" y="356767"/>
                  <a:pt x="14896" y="336943"/>
                  <a:pt x="8938" y="315684"/>
                </a:cubicBezTo>
                <a:cubicBezTo>
                  <a:pt x="2979" y="294425"/>
                  <a:pt x="0" y="272320"/>
                  <a:pt x="0" y="249369"/>
                </a:cubicBez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path-324">
            <a:extLst xmlns:a="http://schemas.openxmlformats.org/drawingml/2006/main">
              <a:ext uri="{FF2B5EF4-FFF2-40B4-BE49-F238E27FC236}">
                <a16:creationId xmlns:a16="http://schemas.microsoft.com/office/drawing/2014/main" id="{185B0357-6FBE-4DFF-9053-CFF53044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3" y="4557665"/>
            <a:ext cx="7533077" cy="1353769"/>
          </a:xfrm>
          <a:custGeom xmlns:a="http://schemas.openxmlformats.org/drawingml/2006/main">
            <a:pathLst>
              <a:path w="7533077" h="1353769">
                <a:moveTo>
                  <a:pt x="0" y="114093"/>
                </a:moveTo>
                <a:cubicBezTo>
                  <a:pt x="0" y="51081"/>
                  <a:pt x="51081" y="0"/>
                  <a:pt x="114092" y="0"/>
                </a:cubicBezTo>
                <a:lnTo>
                  <a:pt x="7418985" y="0"/>
                </a:lnTo>
                <a:cubicBezTo>
                  <a:pt x="7481997" y="0"/>
                  <a:pt x="7533077" y="51081"/>
                  <a:pt x="7533077" y="114093"/>
                </a:cubicBezTo>
                <a:lnTo>
                  <a:pt x="7533077" y="1239676"/>
                </a:lnTo>
                <a:cubicBezTo>
                  <a:pt x="7533077" y="1302688"/>
                  <a:pt x="7481997" y="1353769"/>
                  <a:pt x="7418985" y="1353769"/>
                </a:cubicBezTo>
                <a:lnTo>
                  <a:pt x="114092" y="1353769"/>
                </a:lnTo>
                <a:cubicBezTo>
                  <a:pt x="51081" y="1353769"/>
                  <a:pt x="0" y="1302688"/>
                  <a:pt x="0" y="1239676"/>
                </a:cubicBezTo>
                <a:lnTo>
                  <a:pt x="0" y="11409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path-325">
            <a:extLst xmlns:a="http://schemas.openxmlformats.org/drawingml/2006/main">
              <a:ext uri="{FF2B5EF4-FFF2-40B4-BE49-F238E27FC236}">
                <a16:creationId xmlns:a16="http://schemas.microsoft.com/office/drawing/2014/main" id="{DC251F61-E6B9-42C6-8FF9-A27E7DAA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03" y="4557665"/>
            <a:ext cx="7533077" cy="1353769"/>
          </a:xfrm>
          <a:custGeom xmlns:a="http://schemas.openxmlformats.org/drawingml/2006/main">
            <a:pathLst>
              <a:path w="7533077" h="1353769">
                <a:moveTo>
                  <a:pt x="0" y="114092"/>
                </a:moveTo>
                <a:cubicBezTo>
                  <a:pt x="0" y="51081"/>
                  <a:pt x="51081" y="0"/>
                  <a:pt x="114092" y="0"/>
                </a:cubicBezTo>
                <a:lnTo>
                  <a:pt x="7418985" y="0"/>
                </a:lnTo>
                <a:cubicBezTo>
                  <a:pt x="7481996" y="0"/>
                  <a:pt x="7533077" y="51081"/>
                  <a:pt x="7533077" y="114092"/>
                </a:cubicBezTo>
                <a:lnTo>
                  <a:pt x="7533077" y="1239676"/>
                </a:lnTo>
                <a:cubicBezTo>
                  <a:pt x="7533077" y="1302688"/>
                  <a:pt x="7481996" y="1353769"/>
                  <a:pt x="7418985" y="1353769"/>
                </a:cubicBezTo>
                <a:lnTo>
                  <a:pt x="114092" y="1353769"/>
                </a:lnTo>
                <a:cubicBezTo>
                  <a:pt x="51081" y="1353769"/>
                  <a:pt x="0" y="1302688"/>
                  <a:pt x="0" y="1239676"/>
                </a:cubicBezTo>
                <a:lnTo>
                  <a:pt x="0" y="114092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340" name="path-326">
            <a:extLst xmlns:a="http://schemas.openxmlformats.org/drawingml/2006/main">
              <a:ext uri="{FF2B5EF4-FFF2-40B4-BE49-F238E27FC236}">
                <a16:creationId xmlns:a16="http://schemas.microsoft.com/office/drawing/2014/main" id="{657D58AF-4945-4545-A02C-8624980C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974" y="4970578"/>
            <a:ext cx="223623" cy="225977"/>
          </a:xfrm>
          <a:custGeom xmlns:a="http://schemas.openxmlformats.org/drawingml/2006/main">
            <a:pathLst>
              <a:path w="223623" h="225977">
                <a:moveTo>
                  <a:pt x="0" y="0"/>
                </a:moveTo>
                <a:lnTo>
                  <a:pt x="223623" y="0"/>
                </a:lnTo>
                <a:lnTo>
                  <a:pt x="223623" y="225977"/>
                </a:lnTo>
                <a:lnTo>
                  <a:pt x="0" y="225977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path-327">
            <a:extLst xmlns:a="http://schemas.openxmlformats.org/drawingml/2006/main">
              <a:ext uri="{FF2B5EF4-FFF2-40B4-BE49-F238E27FC236}">
                <a16:creationId xmlns:a16="http://schemas.microsoft.com/office/drawing/2014/main" id="{6FE7FFBD-33BC-4934-8294-75F80E6E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597" y="5135541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path-328">
            <a:extLst xmlns:a="http://schemas.openxmlformats.org/drawingml/2006/main">
              <a:ext uri="{FF2B5EF4-FFF2-40B4-BE49-F238E27FC236}">
                <a16:creationId xmlns:a16="http://schemas.microsoft.com/office/drawing/2014/main" id="{F61EC5E7-59A7-423B-BCCA-7C535E9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00" y="5286192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29">
            <a:extLst xmlns:a="http://schemas.openxmlformats.org/drawingml/2006/main">
              <a:ext uri="{FF2B5EF4-FFF2-40B4-BE49-F238E27FC236}">
                <a16:creationId xmlns:a16="http://schemas.microsoft.com/office/drawing/2014/main" id="{F6EF12FB-1C46-4697-9548-DFEB9029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187" y="5192035"/>
            <a:ext cx="131821" cy="112989"/>
          </a:xfrm>
          <a:custGeom xmlns:a="http://schemas.openxmlformats.org/drawingml/2006/main">
            <a:pathLst>
              <a:path w="131821" h="112989">
                <a:moveTo>
                  <a:pt x="0" y="0"/>
                </a:moveTo>
                <a:lnTo>
                  <a:pt x="131821" y="0"/>
                </a:lnTo>
                <a:lnTo>
                  <a:pt x="131821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path-330">
            <a:extLst xmlns:a="http://schemas.openxmlformats.org/drawingml/2006/main">
              <a:ext uri="{FF2B5EF4-FFF2-40B4-BE49-F238E27FC236}">
                <a16:creationId xmlns:a16="http://schemas.microsoft.com/office/drawing/2014/main" id="{4B8D5536-256D-4717-8CC6-44AC8164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597" y="4846385"/>
            <a:ext cx="484910" cy="207146"/>
          </a:xfrm>
          <a:custGeom xmlns:a="http://schemas.openxmlformats.org/drawingml/2006/main">
            <a:pathLst>
              <a:path w="484910" h="207146">
                <a:moveTo>
                  <a:pt x="0" y="0"/>
                </a:moveTo>
                <a:lnTo>
                  <a:pt x="484910" y="0"/>
                </a:lnTo>
                <a:lnTo>
                  <a:pt x="484910" y="207146"/>
                </a:lnTo>
                <a:lnTo>
                  <a:pt x="0" y="207146"/>
                </a:lnTo>
                <a:close/>
              </a:path>
            </a:pathLst>
          </a:custGeom>
          <a:solidFill xmlns:a="http://schemas.openxmlformats.org/drawingml/2006/main">
            <a:srgbClr val="D6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31">
            <a:extLst xmlns:a="http://schemas.openxmlformats.org/drawingml/2006/main">
              <a:ext uri="{FF2B5EF4-FFF2-40B4-BE49-F238E27FC236}">
                <a16:creationId xmlns:a16="http://schemas.microsoft.com/office/drawing/2014/main" id="{D1257369-3233-4F39-BA76-8B3A79A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412" y="5027072"/>
            <a:ext cx="228332" cy="169483"/>
          </a:xfrm>
          <a:custGeom xmlns:a="http://schemas.openxmlformats.org/drawingml/2006/main">
            <a:pathLst>
              <a:path w="228332" h="169483">
                <a:moveTo>
                  <a:pt x="0" y="0"/>
                </a:moveTo>
                <a:lnTo>
                  <a:pt x="228332" y="0"/>
                </a:lnTo>
                <a:lnTo>
                  <a:pt x="228332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32">
            <a:extLst xmlns:a="http://schemas.openxmlformats.org/drawingml/2006/main">
              <a:ext uri="{FF2B5EF4-FFF2-40B4-BE49-F238E27FC236}">
                <a16:creationId xmlns:a16="http://schemas.microsoft.com/office/drawing/2014/main" id="{7980EA82-3576-4B67-A969-049D0D2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44" y="4970578"/>
            <a:ext cx="265994" cy="225977"/>
          </a:xfrm>
          <a:custGeom xmlns:a="http://schemas.openxmlformats.org/drawingml/2006/main">
            <a:pathLst>
              <a:path w="265994" h="225977">
                <a:moveTo>
                  <a:pt x="0" y="0"/>
                </a:moveTo>
                <a:lnTo>
                  <a:pt x="265994" y="0"/>
                </a:lnTo>
                <a:lnTo>
                  <a:pt x="265994" y="225977"/>
                </a:lnTo>
                <a:lnTo>
                  <a:pt x="0" y="225977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path-333">
            <a:extLst xmlns:a="http://schemas.openxmlformats.org/drawingml/2006/main">
              <a:ext uri="{FF2B5EF4-FFF2-40B4-BE49-F238E27FC236}">
                <a16:creationId xmlns:a16="http://schemas.microsoft.com/office/drawing/2014/main" id="{22A99A74-E553-430A-9AD1-E96B776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738" y="5096277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34">
            <a:extLst xmlns:a="http://schemas.openxmlformats.org/drawingml/2006/main">
              <a:ext uri="{FF2B5EF4-FFF2-40B4-BE49-F238E27FC236}">
                <a16:creationId xmlns:a16="http://schemas.microsoft.com/office/drawing/2014/main" id="{8CC60ECB-48DE-4487-A81B-5681E38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541" y="5246929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35">
            <a:extLst xmlns:a="http://schemas.openxmlformats.org/drawingml/2006/main">
              <a:ext uri="{FF2B5EF4-FFF2-40B4-BE49-F238E27FC236}">
                <a16:creationId xmlns:a16="http://schemas.microsoft.com/office/drawing/2014/main" id="{A604B812-305D-4B3C-98D9-30707361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27" y="5152772"/>
            <a:ext cx="131820" cy="112989"/>
          </a:xfrm>
          <a:custGeom xmlns:a="http://schemas.openxmlformats.org/drawingml/2006/main">
            <a:pathLst>
              <a:path w="131820" h="112989">
                <a:moveTo>
                  <a:pt x="0" y="0"/>
                </a:moveTo>
                <a:lnTo>
                  <a:pt x="131820" y="0"/>
                </a:lnTo>
                <a:lnTo>
                  <a:pt x="131820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36">
            <a:extLst xmlns:a="http://schemas.openxmlformats.org/drawingml/2006/main">
              <a:ext uri="{FF2B5EF4-FFF2-40B4-BE49-F238E27FC236}">
                <a16:creationId xmlns:a16="http://schemas.microsoft.com/office/drawing/2014/main" id="{C961169A-3FD1-47A6-8648-3E67ABB0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177" y="4951747"/>
            <a:ext cx="197730" cy="244809"/>
          </a:xfrm>
          <a:custGeom xmlns:a="http://schemas.openxmlformats.org/drawingml/2006/main">
            <a:pathLst>
              <a:path w="197730" h="244809">
                <a:moveTo>
                  <a:pt x="0" y="0"/>
                </a:moveTo>
                <a:lnTo>
                  <a:pt x="197730" y="0"/>
                </a:lnTo>
                <a:lnTo>
                  <a:pt x="197730" y="244809"/>
                </a:lnTo>
                <a:lnTo>
                  <a:pt x="0" y="244809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37">
            <a:extLst xmlns:a="http://schemas.openxmlformats.org/drawingml/2006/main">
              <a:ext uri="{FF2B5EF4-FFF2-40B4-BE49-F238E27FC236}">
                <a16:creationId xmlns:a16="http://schemas.microsoft.com/office/drawing/2014/main" id="{13E2C6CA-FC04-4EAD-AB34-DA37D907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07" y="5109460"/>
            <a:ext cx="91803" cy="169483"/>
          </a:xfrm>
          <a:custGeom xmlns:a="http://schemas.openxmlformats.org/drawingml/2006/main">
            <a:pathLst>
              <a:path w="91803" h="169483">
                <a:moveTo>
                  <a:pt x="0" y="0"/>
                </a:moveTo>
                <a:lnTo>
                  <a:pt x="91803" y="0"/>
                </a:lnTo>
                <a:lnTo>
                  <a:pt x="91803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38">
            <a:extLst xmlns:a="http://schemas.openxmlformats.org/drawingml/2006/main">
              <a:ext uri="{FF2B5EF4-FFF2-40B4-BE49-F238E27FC236}">
                <a16:creationId xmlns:a16="http://schemas.microsoft.com/office/drawing/2014/main" id="{BBDF9C81-9FE9-4029-86A5-E4D0EE5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710" y="5241279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39">
            <a:extLst xmlns:a="http://schemas.openxmlformats.org/drawingml/2006/main">
              <a:ext uri="{FF2B5EF4-FFF2-40B4-BE49-F238E27FC236}">
                <a16:creationId xmlns:a16="http://schemas.microsoft.com/office/drawing/2014/main" id="{79B82705-4AE1-4794-A91E-19A35D23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496" y="5147122"/>
            <a:ext cx="131820" cy="131820"/>
          </a:xfrm>
          <a:custGeom xmlns:a="http://schemas.openxmlformats.org/drawingml/2006/main">
            <a:pathLst>
              <a:path w="131820" h="131820">
                <a:moveTo>
                  <a:pt x="0" y="0"/>
                </a:moveTo>
                <a:lnTo>
                  <a:pt x="131820" y="0"/>
                </a:lnTo>
                <a:lnTo>
                  <a:pt x="131820" y="131820"/>
                </a:lnTo>
                <a:lnTo>
                  <a:pt x="0" y="131820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40">
            <a:extLst xmlns:a="http://schemas.openxmlformats.org/drawingml/2006/main">
              <a:ext uri="{FF2B5EF4-FFF2-40B4-BE49-F238E27FC236}">
                <a16:creationId xmlns:a16="http://schemas.microsoft.com/office/drawing/2014/main" id="{51381D2F-9B47-43AD-BE64-255A4FB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317" y="5241279"/>
            <a:ext cx="51786" cy="56495"/>
          </a:xfrm>
          <a:custGeom xmlns:a="http://schemas.openxmlformats.org/drawingml/2006/main">
            <a:pathLst>
              <a:path w="51786" h="56495">
                <a:moveTo>
                  <a:pt x="0" y="0"/>
                </a:moveTo>
                <a:lnTo>
                  <a:pt x="51786" y="0"/>
                </a:lnTo>
                <a:lnTo>
                  <a:pt x="51786" y="56495"/>
                </a:lnTo>
                <a:lnTo>
                  <a:pt x="0" y="56495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41">
            <a:extLst xmlns:a="http://schemas.openxmlformats.org/drawingml/2006/main">
              <a:ext uri="{FF2B5EF4-FFF2-40B4-BE49-F238E27FC236}">
                <a16:creationId xmlns:a16="http://schemas.microsoft.com/office/drawing/2014/main" id="{F688610A-1088-4215-B490-9BCF9D38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103" y="5128291"/>
            <a:ext cx="103573" cy="150651"/>
          </a:xfrm>
          <a:custGeom xmlns:a="http://schemas.openxmlformats.org/drawingml/2006/main">
            <a:pathLst>
              <a:path w="103573" h="150651">
                <a:moveTo>
                  <a:pt x="0" y="0"/>
                </a:moveTo>
                <a:lnTo>
                  <a:pt x="103573" y="0"/>
                </a:lnTo>
                <a:lnTo>
                  <a:pt x="103573" y="150651"/>
                </a:lnTo>
                <a:lnTo>
                  <a:pt x="0" y="15065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42">
            <a:extLst xmlns:a="http://schemas.openxmlformats.org/drawingml/2006/main">
              <a:ext uri="{FF2B5EF4-FFF2-40B4-BE49-F238E27FC236}">
                <a16:creationId xmlns:a16="http://schemas.microsoft.com/office/drawing/2014/main" id="{FFFC55D9-1AAE-4924-91D1-9E85CD01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907" y="4889791"/>
            <a:ext cx="451954" cy="169483"/>
          </a:xfrm>
          <a:custGeom xmlns:a="http://schemas.openxmlformats.org/drawingml/2006/main">
            <a:pathLst>
              <a:path w="451954" h="169483">
                <a:moveTo>
                  <a:pt x="0" y="0"/>
                </a:moveTo>
                <a:lnTo>
                  <a:pt x="451954" y="0"/>
                </a:lnTo>
                <a:lnTo>
                  <a:pt x="451954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43">
            <a:extLst xmlns:a="http://schemas.openxmlformats.org/drawingml/2006/main">
              <a:ext uri="{FF2B5EF4-FFF2-40B4-BE49-F238E27FC236}">
                <a16:creationId xmlns:a16="http://schemas.microsoft.com/office/drawing/2014/main" id="{5639C6DA-2EEE-468B-8A2F-46109EE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67" y="5027072"/>
            <a:ext cx="204792" cy="244809"/>
          </a:xfrm>
          <a:custGeom xmlns:a="http://schemas.openxmlformats.org/drawingml/2006/main">
            <a:pathLst>
              <a:path w="204792" h="244809">
                <a:moveTo>
                  <a:pt x="0" y="0"/>
                </a:moveTo>
                <a:lnTo>
                  <a:pt x="204792" y="0"/>
                </a:lnTo>
                <a:lnTo>
                  <a:pt x="204792" y="244809"/>
                </a:lnTo>
                <a:lnTo>
                  <a:pt x="0" y="244809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44">
            <a:extLst xmlns:a="http://schemas.openxmlformats.org/drawingml/2006/main">
              <a:ext uri="{FF2B5EF4-FFF2-40B4-BE49-F238E27FC236}">
                <a16:creationId xmlns:a16="http://schemas.microsoft.com/office/drawing/2014/main" id="{ECE641FD-9476-473B-968E-FF2F3200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59" y="5027072"/>
            <a:ext cx="171837" cy="169483"/>
          </a:xfrm>
          <a:custGeom xmlns:a="http://schemas.openxmlformats.org/drawingml/2006/main">
            <a:pathLst>
              <a:path w="171837" h="169483">
                <a:moveTo>
                  <a:pt x="0" y="0"/>
                </a:moveTo>
                <a:lnTo>
                  <a:pt x="171837" y="0"/>
                </a:lnTo>
                <a:lnTo>
                  <a:pt x="171837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45">
            <a:extLst xmlns:a="http://schemas.openxmlformats.org/drawingml/2006/main">
              <a:ext uri="{FF2B5EF4-FFF2-40B4-BE49-F238E27FC236}">
                <a16:creationId xmlns:a16="http://schemas.microsoft.com/office/drawing/2014/main" id="{130BEF0B-6338-41EA-AC2D-76BE754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396" y="5096277"/>
            <a:ext cx="91802" cy="169483"/>
          </a:xfrm>
          <a:custGeom xmlns:a="http://schemas.openxmlformats.org/drawingml/2006/main">
            <a:pathLst>
              <a:path w="91802" h="169483">
                <a:moveTo>
                  <a:pt x="0" y="0"/>
                </a:moveTo>
                <a:lnTo>
                  <a:pt x="91802" y="0"/>
                </a:lnTo>
                <a:lnTo>
                  <a:pt x="91802" y="169483"/>
                </a:lnTo>
                <a:lnTo>
                  <a:pt x="0" y="169483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46">
            <a:extLst xmlns:a="http://schemas.openxmlformats.org/drawingml/2006/main">
              <a:ext uri="{FF2B5EF4-FFF2-40B4-BE49-F238E27FC236}">
                <a16:creationId xmlns:a16="http://schemas.microsoft.com/office/drawing/2014/main" id="{48E81F1F-87EB-44D0-AB24-CB3893C0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98" y="5246929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47">
            <a:extLst xmlns:a="http://schemas.openxmlformats.org/drawingml/2006/main">
              <a:ext uri="{FF2B5EF4-FFF2-40B4-BE49-F238E27FC236}">
                <a16:creationId xmlns:a16="http://schemas.microsoft.com/office/drawing/2014/main" id="{2B76458D-8439-466A-AB0A-0AAF9C30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983" y="5152772"/>
            <a:ext cx="131821" cy="112989"/>
          </a:xfrm>
          <a:custGeom xmlns:a="http://schemas.openxmlformats.org/drawingml/2006/main">
            <a:pathLst>
              <a:path w="131821" h="112989">
                <a:moveTo>
                  <a:pt x="0" y="0"/>
                </a:moveTo>
                <a:lnTo>
                  <a:pt x="131821" y="0"/>
                </a:lnTo>
                <a:lnTo>
                  <a:pt x="131821" y="112989"/>
                </a:lnTo>
                <a:lnTo>
                  <a:pt x="0" y="112989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48">
            <a:extLst xmlns:a="http://schemas.openxmlformats.org/drawingml/2006/main">
              <a:ext uri="{FF2B5EF4-FFF2-40B4-BE49-F238E27FC236}">
                <a16:creationId xmlns:a16="http://schemas.microsoft.com/office/drawing/2014/main" id="{64C78D8A-5DC4-4BAD-BBF2-94360E6B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804" y="5246929"/>
            <a:ext cx="51786" cy="56494"/>
          </a:xfrm>
          <a:custGeom xmlns:a="http://schemas.openxmlformats.org/drawingml/2006/main">
            <a:pathLst>
              <a:path w="51786" h="56494">
                <a:moveTo>
                  <a:pt x="0" y="0"/>
                </a:moveTo>
                <a:lnTo>
                  <a:pt x="51786" y="0"/>
                </a:lnTo>
                <a:lnTo>
                  <a:pt x="51786" y="56494"/>
                </a:lnTo>
                <a:lnTo>
                  <a:pt x="0" y="56494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49">
            <a:extLst xmlns:a="http://schemas.openxmlformats.org/drawingml/2006/main">
              <a:ext uri="{FF2B5EF4-FFF2-40B4-BE49-F238E27FC236}">
                <a16:creationId xmlns:a16="http://schemas.microsoft.com/office/drawing/2014/main" id="{10029B27-5709-4B87-A663-D32C9E9F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590" y="5115109"/>
            <a:ext cx="103573" cy="150652"/>
          </a:xfrm>
          <a:custGeom xmlns:a="http://schemas.openxmlformats.org/drawingml/2006/main">
            <a:pathLst>
              <a:path w="103573" h="150652">
                <a:moveTo>
                  <a:pt x="0" y="0"/>
                </a:moveTo>
                <a:lnTo>
                  <a:pt x="103573" y="0"/>
                </a:lnTo>
                <a:lnTo>
                  <a:pt x="103573" y="150652"/>
                </a:lnTo>
                <a:lnTo>
                  <a:pt x="0" y="150652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50">
            <a:extLst xmlns:a="http://schemas.openxmlformats.org/drawingml/2006/main">
              <a:ext uri="{FF2B5EF4-FFF2-40B4-BE49-F238E27FC236}">
                <a16:creationId xmlns:a16="http://schemas.microsoft.com/office/drawing/2014/main" id="{4EF6B895-03BE-49DC-A945-C41DDB70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501" y="4902812"/>
            <a:ext cx="99637" cy="51639"/>
          </a:xfrm>
          <a:custGeom xmlns:a="http://schemas.openxmlformats.org/drawingml/2006/main">
            <a:pathLst>
              <a:path w="99637" h="51639">
                <a:moveTo>
                  <a:pt x="61901" y="0"/>
                </a:moveTo>
                <a:lnTo>
                  <a:pt x="99637" y="42040"/>
                </a:lnTo>
                <a:lnTo>
                  <a:pt x="90203" y="51639"/>
                </a:lnTo>
                <a:lnTo>
                  <a:pt x="50812" y="21020"/>
                </a:lnTo>
                <a:lnTo>
                  <a:pt x="48991" y="21020"/>
                </a:lnTo>
                <a:lnTo>
                  <a:pt x="9269" y="51639"/>
                </a:lnTo>
                <a:lnTo>
                  <a:pt x="0" y="42040"/>
                </a:lnTo>
                <a:lnTo>
                  <a:pt x="39723" y="0"/>
                </a:lnTo>
                <a:lnTo>
                  <a:pt x="619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51">
            <a:extLst xmlns:a="http://schemas.openxmlformats.org/drawingml/2006/main">
              <a:ext uri="{FF2B5EF4-FFF2-40B4-BE49-F238E27FC236}">
                <a16:creationId xmlns:a16="http://schemas.microsoft.com/office/drawing/2014/main" id="{58BB3DAB-2B18-47C4-8A75-2E66CA6F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883" y="4966086"/>
            <a:ext cx="198282" cy="228570"/>
          </a:xfrm>
          <a:custGeom xmlns:a="http://schemas.openxmlformats.org/drawingml/2006/main">
            <a:pathLst>
              <a:path w="198282" h="228570">
                <a:moveTo>
                  <a:pt x="127609" y="228570"/>
                </a:moveTo>
                <a:lnTo>
                  <a:pt x="129429" y="220460"/>
                </a:lnTo>
                <a:cubicBezTo>
                  <a:pt x="135939" y="219909"/>
                  <a:pt x="140794" y="217371"/>
                  <a:pt x="143994" y="212847"/>
                </a:cubicBezTo>
                <a:cubicBezTo>
                  <a:pt x="147194" y="208323"/>
                  <a:pt x="148794" y="200378"/>
                  <a:pt x="148794" y="189013"/>
                </a:cubicBezTo>
                <a:cubicBezTo>
                  <a:pt x="148794" y="184710"/>
                  <a:pt x="148629" y="180020"/>
                  <a:pt x="148298" y="174945"/>
                </a:cubicBezTo>
                <a:lnTo>
                  <a:pt x="147139" y="153594"/>
                </a:lnTo>
                <a:lnTo>
                  <a:pt x="74314" y="153594"/>
                </a:lnTo>
                <a:lnTo>
                  <a:pt x="65211" y="169814"/>
                </a:lnTo>
                <a:cubicBezTo>
                  <a:pt x="60908" y="177427"/>
                  <a:pt x="57763" y="183965"/>
                  <a:pt x="55777" y="189427"/>
                </a:cubicBezTo>
                <a:cubicBezTo>
                  <a:pt x="53791" y="194889"/>
                  <a:pt x="52798" y="199716"/>
                  <a:pt x="52798" y="203909"/>
                </a:cubicBezTo>
                <a:cubicBezTo>
                  <a:pt x="52798" y="213178"/>
                  <a:pt x="58370" y="218695"/>
                  <a:pt x="69514" y="220460"/>
                </a:cubicBezTo>
                <a:lnTo>
                  <a:pt x="67694" y="228570"/>
                </a:lnTo>
                <a:lnTo>
                  <a:pt x="0" y="228570"/>
                </a:lnTo>
                <a:lnTo>
                  <a:pt x="1821" y="220460"/>
                </a:lnTo>
                <a:cubicBezTo>
                  <a:pt x="5241" y="220019"/>
                  <a:pt x="8469" y="218667"/>
                  <a:pt x="11503" y="216405"/>
                </a:cubicBezTo>
                <a:cubicBezTo>
                  <a:pt x="14537" y="214143"/>
                  <a:pt x="17765" y="210723"/>
                  <a:pt x="21185" y="206144"/>
                </a:cubicBezTo>
                <a:cubicBezTo>
                  <a:pt x="24606" y="201564"/>
                  <a:pt x="29406" y="193979"/>
                  <a:pt x="35585" y="183386"/>
                </a:cubicBezTo>
                <a:lnTo>
                  <a:pt x="141677" y="0"/>
                </a:lnTo>
                <a:lnTo>
                  <a:pt x="166669" y="0"/>
                </a:lnTo>
                <a:lnTo>
                  <a:pt x="178586" y="184544"/>
                </a:lnTo>
                <a:cubicBezTo>
                  <a:pt x="179138" y="193261"/>
                  <a:pt x="180131" y="200075"/>
                  <a:pt x="181565" y="204985"/>
                </a:cubicBezTo>
                <a:cubicBezTo>
                  <a:pt x="183000" y="209895"/>
                  <a:pt x="184958" y="213536"/>
                  <a:pt x="187441" y="215909"/>
                </a:cubicBezTo>
                <a:cubicBezTo>
                  <a:pt x="189924" y="218281"/>
                  <a:pt x="193537" y="219798"/>
                  <a:pt x="198282" y="220460"/>
                </a:cubicBezTo>
                <a:lnTo>
                  <a:pt x="196461" y="228570"/>
                </a:lnTo>
                <a:lnTo>
                  <a:pt x="127609" y="228570"/>
                </a:lnTo>
                <a:moveTo>
                  <a:pt x="81762" y="139194"/>
                </a:moveTo>
                <a:lnTo>
                  <a:pt x="146477" y="139194"/>
                </a:lnTo>
                <a:lnTo>
                  <a:pt x="143663" y="85900"/>
                </a:lnTo>
                <a:cubicBezTo>
                  <a:pt x="143332" y="78618"/>
                  <a:pt x="143056" y="69514"/>
                  <a:pt x="142836" y="58591"/>
                </a:cubicBezTo>
                <a:cubicBezTo>
                  <a:pt x="142615" y="47667"/>
                  <a:pt x="142505" y="39778"/>
                  <a:pt x="142505" y="34923"/>
                </a:cubicBezTo>
                <a:lnTo>
                  <a:pt x="140684" y="34923"/>
                </a:lnTo>
                <a:lnTo>
                  <a:pt x="81762" y="139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52">
            <a:extLst xmlns:a="http://schemas.openxmlformats.org/drawingml/2006/main">
              <a:ext uri="{FF2B5EF4-FFF2-40B4-BE49-F238E27FC236}">
                <a16:creationId xmlns:a16="http://schemas.microsoft.com/office/drawing/2014/main" id="{6835BBFA-4BA4-4622-B4C9-DA3F5B34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085" y="5097946"/>
            <a:ext cx="59051" cy="171175"/>
          </a:xfrm>
          <a:custGeom xmlns:a="http://schemas.openxmlformats.org/drawingml/2006/main">
            <a:pathLst>
              <a:path w="59051" h="171175">
                <a:moveTo>
                  <a:pt x="54508" y="0"/>
                </a:moveTo>
                <a:lnTo>
                  <a:pt x="48651" y="25700"/>
                </a:lnTo>
                <a:lnTo>
                  <a:pt x="24983" y="25700"/>
                </a:lnTo>
                <a:lnTo>
                  <a:pt x="30601" y="0"/>
                </a:lnTo>
                <a:lnTo>
                  <a:pt x="54508" y="0"/>
                </a:lnTo>
                <a:moveTo>
                  <a:pt x="25700" y="127783"/>
                </a:moveTo>
                <a:cubicBezTo>
                  <a:pt x="24584" y="132485"/>
                  <a:pt x="23807" y="136231"/>
                  <a:pt x="23369" y="139020"/>
                </a:cubicBezTo>
                <a:cubicBezTo>
                  <a:pt x="22931" y="141809"/>
                  <a:pt x="22712" y="144319"/>
                  <a:pt x="22712" y="146551"/>
                </a:cubicBezTo>
                <a:cubicBezTo>
                  <a:pt x="22712" y="149579"/>
                  <a:pt x="23329" y="151770"/>
                  <a:pt x="24565" y="153125"/>
                </a:cubicBezTo>
                <a:cubicBezTo>
                  <a:pt x="25800" y="154480"/>
                  <a:pt x="27653" y="155157"/>
                  <a:pt x="30123" y="155157"/>
                </a:cubicBezTo>
                <a:cubicBezTo>
                  <a:pt x="31557" y="155157"/>
                  <a:pt x="32992" y="154878"/>
                  <a:pt x="34426" y="154320"/>
                </a:cubicBezTo>
                <a:cubicBezTo>
                  <a:pt x="35861" y="153762"/>
                  <a:pt x="37395" y="152886"/>
                  <a:pt x="39028" y="151691"/>
                </a:cubicBezTo>
                <a:cubicBezTo>
                  <a:pt x="40662" y="150495"/>
                  <a:pt x="42455" y="148961"/>
                  <a:pt x="44407" y="147088"/>
                </a:cubicBezTo>
                <a:cubicBezTo>
                  <a:pt x="46360" y="145216"/>
                  <a:pt x="48531" y="142964"/>
                  <a:pt x="50922" y="140335"/>
                </a:cubicBezTo>
                <a:lnTo>
                  <a:pt x="59051" y="148224"/>
                </a:lnTo>
                <a:cubicBezTo>
                  <a:pt x="54907" y="152448"/>
                  <a:pt x="51141" y="156014"/>
                  <a:pt x="47754" y="158922"/>
                </a:cubicBezTo>
                <a:cubicBezTo>
                  <a:pt x="44368" y="161831"/>
                  <a:pt x="41160" y="164202"/>
                  <a:pt x="38132" y="166035"/>
                </a:cubicBezTo>
                <a:cubicBezTo>
                  <a:pt x="35104" y="167868"/>
                  <a:pt x="32135" y="169183"/>
                  <a:pt x="29226" y="169979"/>
                </a:cubicBezTo>
                <a:cubicBezTo>
                  <a:pt x="26318" y="170776"/>
                  <a:pt x="23230" y="171175"/>
                  <a:pt x="19962" y="171175"/>
                </a:cubicBezTo>
                <a:cubicBezTo>
                  <a:pt x="16934" y="171175"/>
                  <a:pt x="14205" y="170617"/>
                  <a:pt x="11774" y="169501"/>
                </a:cubicBezTo>
                <a:cubicBezTo>
                  <a:pt x="9344" y="168386"/>
                  <a:pt x="7252" y="166852"/>
                  <a:pt x="5499" y="164899"/>
                </a:cubicBezTo>
                <a:cubicBezTo>
                  <a:pt x="3745" y="162947"/>
                  <a:pt x="2391" y="160616"/>
                  <a:pt x="1434" y="157906"/>
                </a:cubicBezTo>
                <a:cubicBezTo>
                  <a:pt x="478" y="155197"/>
                  <a:pt x="0" y="152209"/>
                  <a:pt x="0" y="148941"/>
                </a:cubicBezTo>
                <a:cubicBezTo>
                  <a:pt x="0" y="146311"/>
                  <a:pt x="319" y="143044"/>
                  <a:pt x="956" y="139139"/>
                </a:cubicBezTo>
                <a:cubicBezTo>
                  <a:pt x="1594" y="135234"/>
                  <a:pt x="2411" y="130991"/>
                  <a:pt x="3407" y="126409"/>
                </a:cubicBezTo>
                <a:cubicBezTo>
                  <a:pt x="4403" y="121827"/>
                  <a:pt x="5499" y="117025"/>
                  <a:pt x="6694" y="112005"/>
                </a:cubicBezTo>
                <a:cubicBezTo>
                  <a:pt x="7889" y="106984"/>
                  <a:pt x="9065" y="102004"/>
                  <a:pt x="10220" y="97063"/>
                </a:cubicBezTo>
                <a:cubicBezTo>
                  <a:pt x="11376" y="92122"/>
                  <a:pt x="12412" y="87361"/>
                  <a:pt x="13328" y="82778"/>
                </a:cubicBezTo>
                <a:cubicBezTo>
                  <a:pt x="14245" y="78196"/>
                  <a:pt x="14902" y="74032"/>
                  <a:pt x="15301" y="70287"/>
                </a:cubicBezTo>
                <a:cubicBezTo>
                  <a:pt x="15460" y="69649"/>
                  <a:pt x="15540" y="69032"/>
                  <a:pt x="15540" y="68434"/>
                </a:cubicBezTo>
                <a:cubicBezTo>
                  <a:pt x="15540" y="67836"/>
                  <a:pt x="15540" y="67298"/>
                  <a:pt x="15540" y="66820"/>
                </a:cubicBezTo>
                <a:cubicBezTo>
                  <a:pt x="15380" y="63712"/>
                  <a:pt x="14284" y="61441"/>
                  <a:pt x="12252" y="60007"/>
                </a:cubicBezTo>
                <a:cubicBezTo>
                  <a:pt x="10220" y="58572"/>
                  <a:pt x="6614" y="57775"/>
                  <a:pt x="1434" y="57616"/>
                </a:cubicBezTo>
                <a:lnTo>
                  <a:pt x="2869" y="49488"/>
                </a:lnTo>
                <a:lnTo>
                  <a:pt x="37534" y="48173"/>
                </a:lnTo>
                <a:lnTo>
                  <a:pt x="43391" y="48173"/>
                </a:lnTo>
                <a:lnTo>
                  <a:pt x="25700" y="127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53">
            <a:extLst xmlns:a="http://schemas.openxmlformats.org/drawingml/2006/main">
              <a:ext uri="{FF2B5EF4-FFF2-40B4-BE49-F238E27FC236}">
                <a16:creationId xmlns:a16="http://schemas.microsoft.com/office/drawing/2014/main" id="{0028AB51-791E-44B9-BC23-2875FC44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681" y="5239236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54">
            <a:extLst xmlns:a="http://schemas.openxmlformats.org/drawingml/2006/main">
              <a:ext uri="{FF2B5EF4-FFF2-40B4-BE49-F238E27FC236}">
                <a16:creationId xmlns:a16="http://schemas.microsoft.com/office/drawing/2014/main" id="{CBD91981-4152-4222-BEA7-CC5F9D48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499" y="5144923"/>
            <a:ext cx="120372" cy="122046"/>
          </a:xfrm>
          <a:custGeom xmlns:a="http://schemas.openxmlformats.org/drawingml/2006/main">
            <a:pathLst>
              <a:path w="120372" h="122046">
                <a:moveTo>
                  <a:pt x="33111" y="44109"/>
                </a:moveTo>
                <a:cubicBezTo>
                  <a:pt x="34227" y="39487"/>
                  <a:pt x="35004" y="35661"/>
                  <a:pt x="35442" y="32633"/>
                </a:cubicBezTo>
                <a:cubicBezTo>
                  <a:pt x="35881" y="29605"/>
                  <a:pt x="36100" y="27055"/>
                  <a:pt x="36100" y="24983"/>
                </a:cubicBezTo>
                <a:cubicBezTo>
                  <a:pt x="36100" y="19166"/>
                  <a:pt x="33749" y="16257"/>
                  <a:pt x="29047" y="16257"/>
                </a:cubicBezTo>
                <a:cubicBezTo>
                  <a:pt x="27533" y="16257"/>
                  <a:pt x="26039" y="16556"/>
                  <a:pt x="24565" y="17153"/>
                </a:cubicBezTo>
                <a:cubicBezTo>
                  <a:pt x="23090" y="17751"/>
                  <a:pt x="21556" y="18648"/>
                  <a:pt x="19962" y="19843"/>
                </a:cubicBezTo>
                <a:cubicBezTo>
                  <a:pt x="18369" y="21038"/>
                  <a:pt x="16615" y="22552"/>
                  <a:pt x="14703" y="24385"/>
                </a:cubicBezTo>
                <a:cubicBezTo>
                  <a:pt x="12790" y="26218"/>
                  <a:pt x="10639" y="28370"/>
                  <a:pt x="8248" y="30840"/>
                </a:cubicBezTo>
                <a:lnTo>
                  <a:pt x="0" y="23070"/>
                </a:lnTo>
                <a:cubicBezTo>
                  <a:pt x="3985" y="19006"/>
                  <a:pt x="7630" y="15520"/>
                  <a:pt x="10937" y="12611"/>
                </a:cubicBezTo>
                <a:cubicBezTo>
                  <a:pt x="14245" y="9702"/>
                  <a:pt x="17412" y="7312"/>
                  <a:pt x="20441" y="5439"/>
                </a:cubicBezTo>
                <a:cubicBezTo>
                  <a:pt x="23469" y="3566"/>
                  <a:pt x="26457" y="2191"/>
                  <a:pt x="29406" y="1315"/>
                </a:cubicBezTo>
                <a:cubicBezTo>
                  <a:pt x="32354" y="438"/>
                  <a:pt x="35422" y="0"/>
                  <a:pt x="38610" y="0"/>
                </a:cubicBezTo>
                <a:cubicBezTo>
                  <a:pt x="44507" y="0"/>
                  <a:pt x="49069" y="1932"/>
                  <a:pt x="52297" y="5797"/>
                </a:cubicBezTo>
                <a:cubicBezTo>
                  <a:pt x="55524" y="9662"/>
                  <a:pt x="57138" y="14743"/>
                  <a:pt x="57138" y="21038"/>
                </a:cubicBezTo>
                <a:cubicBezTo>
                  <a:pt x="57138" y="24624"/>
                  <a:pt x="56580" y="27812"/>
                  <a:pt x="55464" y="30601"/>
                </a:cubicBezTo>
                <a:lnTo>
                  <a:pt x="57138" y="31318"/>
                </a:lnTo>
                <a:cubicBezTo>
                  <a:pt x="65187" y="20560"/>
                  <a:pt x="73016" y="12651"/>
                  <a:pt x="80627" y="7591"/>
                </a:cubicBezTo>
                <a:cubicBezTo>
                  <a:pt x="88237" y="2530"/>
                  <a:pt x="96067" y="0"/>
                  <a:pt x="104115" y="0"/>
                </a:cubicBezTo>
                <a:cubicBezTo>
                  <a:pt x="107144" y="0"/>
                  <a:pt x="109993" y="159"/>
                  <a:pt x="112662" y="478"/>
                </a:cubicBezTo>
                <a:cubicBezTo>
                  <a:pt x="115332" y="797"/>
                  <a:pt x="117902" y="1195"/>
                  <a:pt x="120372" y="1673"/>
                </a:cubicBezTo>
                <a:lnTo>
                  <a:pt x="114276" y="30601"/>
                </a:lnTo>
                <a:lnTo>
                  <a:pt x="100410" y="30601"/>
                </a:lnTo>
                <a:cubicBezTo>
                  <a:pt x="100011" y="25820"/>
                  <a:pt x="98995" y="22393"/>
                  <a:pt x="97362" y="20321"/>
                </a:cubicBezTo>
                <a:cubicBezTo>
                  <a:pt x="95728" y="18249"/>
                  <a:pt x="93357" y="17213"/>
                  <a:pt x="90249" y="17213"/>
                </a:cubicBezTo>
                <a:cubicBezTo>
                  <a:pt x="88416" y="17133"/>
                  <a:pt x="86305" y="17691"/>
                  <a:pt x="83914" y="18887"/>
                </a:cubicBezTo>
                <a:cubicBezTo>
                  <a:pt x="81523" y="20082"/>
                  <a:pt x="78993" y="21795"/>
                  <a:pt x="76323" y="24027"/>
                </a:cubicBezTo>
                <a:cubicBezTo>
                  <a:pt x="73654" y="26258"/>
                  <a:pt x="71004" y="28888"/>
                  <a:pt x="68374" y="31916"/>
                </a:cubicBezTo>
                <a:cubicBezTo>
                  <a:pt x="65745" y="34944"/>
                  <a:pt x="63254" y="38251"/>
                  <a:pt x="60903" y="41837"/>
                </a:cubicBezTo>
                <a:cubicBezTo>
                  <a:pt x="58552" y="45423"/>
                  <a:pt x="56500" y="49229"/>
                  <a:pt x="54747" y="53253"/>
                </a:cubicBezTo>
                <a:cubicBezTo>
                  <a:pt x="52994" y="57277"/>
                  <a:pt x="51679" y="61322"/>
                  <a:pt x="50803" y="65386"/>
                </a:cubicBezTo>
                <a:lnTo>
                  <a:pt x="38610" y="122046"/>
                </a:lnTo>
                <a:lnTo>
                  <a:pt x="15181" y="122046"/>
                </a:lnTo>
                <a:lnTo>
                  <a:pt x="33111" y="441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55">
            <a:extLst xmlns:a="http://schemas.openxmlformats.org/drawingml/2006/main">
              <a:ext uri="{FF2B5EF4-FFF2-40B4-BE49-F238E27FC236}">
                <a16:creationId xmlns:a16="http://schemas.microsoft.com/office/drawing/2014/main" id="{9389EB1A-DF76-48A9-A0A7-605DC9FD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103" y="5239236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56">
            <a:extLst xmlns:a="http://schemas.openxmlformats.org/drawingml/2006/main">
              <a:ext uri="{FF2B5EF4-FFF2-40B4-BE49-F238E27FC236}">
                <a16:creationId xmlns:a16="http://schemas.microsoft.com/office/drawing/2014/main" id="{53CC7223-8392-4B20-9046-6C4695C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995" y="5117071"/>
            <a:ext cx="86902" cy="152049"/>
          </a:xfrm>
          <a:custGeom xmlns:a="http://schemas.openxmlformats.org/drawingml/2006/main">
            <a:pathLst>
              <a:path w="86902" h="152049">
                <a:moveTo>
                  <a:pt x="75307" y="126827"/>
                </a:moveTo>
                <a:cubicBezTo>
                  <a:pt x="71243" y="131369"/>
                  <a:pt x="67378" y="135234"/>
                  <a:pt x="63712" y="138422"/>
                </a:cubicBezTo>
                <a:cubicBezTo>
                  <a:pt x="60047" y="141610"/>
                  <a:pt x="56461" y="144220"/>
                  <a:pt x="52954" y="146252"/>
                </a:cubicBezTo>
                <a:cubicBezTo>
                  <a:pt x="49448" y="148284"/>
                  <a:pt x="45981" y="149758"/>
                  <a:pt x="42555" y="150674"/>
                </a:cubicBezTo>
                <a:cubicBezTo>
                  <a:pt x="39128" y="151591"/>
                  <a:pt x="35622" y="152049"/>
                  <a:pt x="32036" y="152049"/>
                </a:cubicBezTo>
                <a:cubicBezTo>
                  <a:pt x="22552" y="152049"/>
                  <a:pt x="15480" y="149818"/>
                  <a:pt x="10818" y="145355"/>
                </a:cubicBezTo>
                <a:cubicBezTo>
                  <a:pt x="6156" y="140892"/>
                  <a:pt x="3825" y="134318"/>
                  <a:pt x="3825" y="125632"/>
                </a:cubicBezTo>
                <a:cubicBezTo>
                  <a:pt x="3825" y="122683"/>
                  <a:pt x="4044" y="119436"/>
                  <a:pt x="4483" y="115890"/>
                </a:cubicBezTo>
                <a:cubicBezTo>
                  <a:pt x="4921" y="112343"/>
                  <a:pt x="5538" y="108897"/>
                  <a:pt x="6335" y="105550"/>
                </a:cubicBezTo>
                <a:lnTo>
                  <a:pt x="20560" y="43630"/>
                </a:lnTo>
                <a:lnTo>
                  <a:pt x="0" y="43630"/>
                </a:lnTo>
                <a:lnTo>
                  <a:pt x="2391" y="34426"/>
                </a:lnTo>
                <a:cubicBezTo>
                  <a:pt x="7172" y="34426"/>
                  <a:pt x="10898" y="33968"/>
                  <a:pt x="13567" y="33052"/>
                </a:cubicBezTo>
                <a:cubicBezTo>
                  <a:pt x="16237" y="32135"/>
                  <a:pt x="18488" y="30880"/>
                  <a:pt x="20321" y="29286"/>
                </a:cubicBezTo>
                <a:cubicBezTo>
                  <a:pt x="21516" y="28171"/>
                  <a:pt x="22672" y="26796"/>
                  <a:pt x="23788" y="25162"/>
                </a:cubicBezTo>
                <a:cubicBezTo>
                  <a:pt x="24903" y="23529"/>
                  <a:pt x="26019" y="21556"/>
                  <a:pt x="27135" y="19245"/>
                </a:cubicBezTo>
                <a:cubicBezTo>
                  <a:pt x="28250" y="16934"/>
                  <a:pt x="29386" y="14205"/>
                  <a:pt x="30541" y="11057"/>
                </a:cubicBezTo>
                <a:cubicBezTo>
                  <a:pt x="31697" y="7909"/>
                  <a:pt x="32992" y="4224"/>
                  <a:pt x="34426" y="0"/>
                </a:cubicBezTo>
                <a:lnTo>
                  <a:pt x="53074" y="0"/>
                </a:lnTo>
                <a:lnTo>
                  <a:pt x="46260" y="30362"/>
                </a:lnTo>
                <a:lnTo>
                  <a:pt x="86902" y="30362"/>
                </a:lnTo>
                <a:lnTo>
                  <a:pt x="84153" y="43630"/>
                </a:lnTo>
                <a:lnTo>
                  <a:pt x="43630" y="43630"/>
                </a:lnTo>
                <a:lnTo>
                  <a:pt x="31438" y="93716"/>
                </a:lnTo>
                <a:cubicBezTo>
                  <a:pt x="30641" y="97063"/>
                  <a:pt x="29983" y="100071"/>
                  <a:pt x="29465" y="102741"/>
                </a:cubicBezTo>
                <a:cubicBezTo>
                  <a:pt x="28948" y="105410"/>
                  <a:pt x="28529" y="107821"/>
                  <a:pt x="28210" y="109973"/>
                </a:cubicBezTo>
                <a:cubicBezTo>
                  <a:pt x="27892" y="112124"/>
                  <a:pt x="27672" y="114077"/>
                  <a:pt x="27553" y="115830"/>
                </a:cubicBezTo>
                <a:cubicBezTo>
                  <a:pt x="27433" y="117583"/>
                  <a:pt x="27374" y="119217"/>
                  <a:pt x="27374" y="120731"/>
                </a:cubicBezTo>
                <a:cubicBezTo>
                  <a:pt x="27374" y="125512"/>
                  <a:pt x="28370" y="129258"/>
                  <a:pt x="30362" y="131967"/>
                </a:cubicBezTo>
                <a:cubicBezTo>
                  <a:pt x="32354" y="134677"/>
                  <a:pt x="35622" y="136031"/>
                  <a:pt x="40164" y="136031"/>
                </a:cubicBezTo>
                <a:cubicBezTo>
                  <a:pt x="43989" y="136031"/>
                  <a:pt x="48053" y="134617"/>
                  <a:pt x="52357" y="131788"/>
                </a:cubicBezTo>
                <a:cubicBezTo>
                  <a:pt x="56660" y="128959"/>
                  <a:pt x="61561" y="124516"/>
                  <a:pt x="67059" y="118460"/>
                </a:cubicBezTo>
                <a:lnTo>
                  <a:pt x="75307" y="1268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57">
            <a:extLst xmlns:a="http://schemas.openxmlformats.org/drawingml/2006/main">
              <a:ext uri="{FF2B5EF4-FFF2-40B4-BE49-F238E27FC236}">
                <a16:creationId xmlns:a16="http://schemas.microsoft.com/office/drawing/2014/main" id="{644E4965-3373-4522-8902-6549AE14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740" y="5052482"/>
            <a:ext cx="210861" cy="90700"/>
          </a:xfrm>
          <a:custGeom xmlns:a="http://schemas.openxmlformats.org/drawingml/2006/main">
            <a:pathLst>
              <a:path w="210861" h="90700">
                <a:moveTo>
                  <a:pt x="0" y="22013"/>
                </a:moveTo>
                <a:lnTo>
                  <a:pt x="0" y="0"/>
                </a:lnTo>
                <a:lnTo>
                  <a:pt x="203909" y="0"/>
                </a:lnTo>
                <a:lnTo>
                  <a:pt x="203909" y="22013"/>
                </a:lnTo>
                <a:lnTo>
                  <a:pt x="0" y="22013"/>
                </a:lnTo>
                <a:moveTo>
                  <a:pt x="0" y="90700"/>
                </a:moveTo>
                <a:lnTo>
                  <a:pt x="0" y="68687"/>
                </a:lnTo>
                <a:lnTo>
                  <a:pt x="203909" y="68687"/>
                </a:lnTo>
                <a:lnTo>
                  <a:pt x="203909" y="90700"/>
                </a:lnTo>
                <a:lnTo>
                  <a:pt x="0" y="90700"/>
                </a:lnTo>
                <a:moveTo>
                  <a:pt x="210861" y="45350"/>
                </a:moveTo>
                <a:lnTo>
                  <a:pt x="210861" y="45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58">
            <a:extLst xmlns:a="http://schemas.openxmlformats.org/drawingml/2006/main">
              <a:ext uri="{FF2B5EF4-FFF2-40B4-BE49-F238E27FC236}">
                <a16:creationId xmlns:a16="http://schemas.microsoft.com/office/drawing/2014/main" id="{8544FDAF-071C-4585-A6AF-8634BDF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736" y="5033780"/>
            <a:ext cx="137374" cy="163690"/>
          </a:xfrm>
          <a:custGeom xmlns:a="http://schemas.openxmlformats.org/drawingml/2006/main">
            <a:pathLst>
              <a:path w="137374" h="163690">
                <a:moveTo>
                  <a:pt x="116520" y="42867"/>
                </a:moveTo>
                <a:cubicBezTo>
                  <a:pt x="115306" y="33047"/>
                  <a:pt x="112078" y="25599"/>
                  <a:pt x="106837" y="20523"/>
                </a:cubicBezTo>
                <a:cubicBezTo>
                  <a:pt x="101596" y="15448"/>
                  <a:pt x="93348" y="12910"/>
                  <a:pt x="82093" y="12910"/>
                </a:cubicBezTo>
                <a:cubicBezTo>
                  <a:pt x="73376" y="12910"/>
                  <a:pt x="66315" y="15144"/>
                  <a:pt x="60908" y="19613"/>
                </a:cubicBezTo>
                <a:cubicBezTo>
                  <a:pt x="55501" y="24082"/>
                  <a:pt x="52798" y="29957"/>
                  <a:pt x="52798" y="37240"/>
                </a:cubicBezTo>
                <a:cubicBezTo>
                  <a:pt x="52798" y="41212"/>
                  <a:pt x="53488" y="44715"/>
                  <a:pt x="54867" y="47750"/>
                </a:cubicBezTo>
                <a:cubicBezTo>
                  <a:pt x="56246" y="50784"/>
                  <a:pt x="59032" y="54122"/>
                  <a:pt x="63225" y="57763"/>
                </a:cubicBezTo>
                <a:cubicBezTo>
                  <a:pt x="67418" y="61404"/>
                  <a:pt x="73928" y="65873"/>
                  <a:pt x="82755" y="71170"/>
                </a:cubicBezTo>
                <a:cubicBezTo>
                  <a:pt x="89707" y="75363"/>
                  <a:pt x="95279" y="79197"/>
                  <a:pt x="99472" y="82673"/>
                </a:cubicBezTo>
                <a:cubicBezTo>
                  <a:pt x="103665" y="86148"/>
                  <a:pt x="106975" y="89596"/>
                  <a:pt x="109403" y="93017"/>
                </a:cubicBezTo>
                <a:cubicBezTo>
                  <a:pt x="111830" y="96438"/>
                  <a:pt x="113595" y="100051"/>
                  <a:pt x="114699" y="103858"/>
                </a:cubicBezTo>
                <a:cubicBezTo>
                  <a:pt x="115802" y="107665"/>
                  <a:pt x="116354" y="112271"/>
                  <a:pt x="116354" y="117678"/>
                </a:cubicBezTo>
                <a:cubicBezTo>
                  <a:pt x="116354" y="127498"/>
                  <a:pt x="113733" y="135912"/>
                  <a:pt x="108492" y="142918"/>
                </a:cubicBezTo>
                <a:cubicBezTo>
                  <a:pt x="103251" y="149925"/>
                  <a:pt x="96134" y="155139"/>
                  <a:pt x="87141" y="158559"/>
                </a:cubicBezTo>
                <a:cubicBezTo>
                  <a:pt x="78149" y="161980"/>
                  <a:pt x="67915" y="163690"/>
                  <a:pt x="56439" y="163690"/>
                </a:cubicBezTo>
                <a:cubicBezTo>
                  <a:pt x="47281" y="163690"/>
                  <a:pt x="38288" y="163000"/>
                  <a:pt x="29461" y="161621"/>
                </a:cubicBezTo>
                <a:cubicBezTo>
                  <a:pt x="20634" y="160242"/>
                  <a:pt x="10813" y="157897"/>
                  <a:pt x="0" y="154587"/>
                </a:cubicBezTo>
                <a:lnTo>
                  <a:pt x="7945" y="118506"/>
                </a:lnTo>
                <a:lnTo>
                  <a:pt x="20854" y="118506"/>
                </a:lnTo>
                <a:cubicBezTo>
                  <a:pt x="21296" y="129098"/>
                  <a:pt x="24275" y="137098"/>
                  <a:pt x="29792" y="142505"/>
                </a:cubicBezTo>
                <a:cubicBezTo>
                  <a:pt x="35309" y="147911"/>
                  <a:pt x="44081" y="150615"/>
                  <a:pt x="56108" y="150615"/>
                </a:cubicBezTo>
                <a:cubicBezTo>
                  <a:pt x="66590" y="150615"/>
                  <a:pt x="74783" y="148270"/>
                  <a:pt x="80686" y="143581"/>
                </a:cubicBezTo>
                <a:cubicBezTo>
                  <a:pt x="86590" y="138891"/>
                  <a:pt x="89541" y="132243"/>
                  <a:pt x="89541" y="123636"/>
                </a:cubicBezTo>
                <a:cubicBezTo>
                  <a:pt x="89541" y="118671"/>
                  <a:pt x="88714" y="114395"/>
                  <a:pt x="87059" y="110809"/>
                </a:cubicBezTo>
                <a:cubicBezTo>
                  <a:pt x="85404" y="107223"/>
                  <a:pt x="82700" y="103775"/>
                  <a:pt x="78949" y="100465"/>
                </a:cubicBezTo>
                <a:cubicBezTo>
                  <a:pt x="75197" y="97155"/>
                  <a:pt x="69239" y="93017"/>
                  <a:pt x="61073" y="88052"/>
                </a:cubicBezTo>
                <a:cubicBezTo>
                  <a:pt x="52467" y="82866"/>
                  <a:pt x="45764" y="78176"/>
                  <a:pt x="40964" y="73983"/>
                </a:cubicBezTo>
                <a:cubicBezTo>
                  <a:pt x="36164" y="69790"/>
                  <a:pt x="32550" y="65239"/>
                  <a:pt x="30123" y="60329"/>
                </a:cubicBezTo>
                <a:cubicBezTo>
                  <a:pt x="27695" y="55418"/>
                  <a:pt x="26482" y="49764"/>
                  <a:pt x="26482" y="43364"/>
                </a:cubicBezTo>
                <a:cubicBezTo>
                  <a:pt x="26482" y="34647"/>
                  <a:pt x="28826" y="27006"/>
                  <a:pt x="33516" y="20441"/>
                </a:cubicBezTo>
                <a:cubicBezTo>
                  <a:pt x="38205" y="13875"/>
                  <a:pt x="44909" y="8827"/>
                  <a:pt x="53625" y="5296"/>
                </a:cubicBezTo>
                <a:cubicBezTo>
                  <a:pt x="62342" y="1765"/>
                  <a:pt x="72494" y="0"/>
                  <a:pt x="84079" y="0"/>
                </a:cubicBezTo>
                <a:cubicBezTo>
                  <a:pt x="94341" y="0"/>
                  <a:pt x="103692" y="607"/>
                  <a:pt x="112133" y="1821"/>
                </a:cubicBezTo>
                <a:cubicBezTo>
                  <a:pt x="120575" y="3034"/>
                  <a:pt x="128988" y="5131"/>
                  <a:pt x="137374" y="8110"/>
                </a:cubicBezTo>
                <a:lnTo>
                  <a:pt x="129926" y="42867"/>
                </a:lnTo>
                <a:lnTo>
                  <a:pt x="116520" y="428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59">
            <a:extLst xmlns:a="http://schemas.openxmlformats.org/drawingml/2006/main">
              <a:ext uri="{FF2B5EF4-FFF2-40B4-BE49-F238E27FC236}">
                <a16:creationId xmlns:a16="http://schemas.microsoft.com/office/drawing/2014/main" id="{6E0FC7EB-548C-49EE-A96D-7C939D2A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8147" y="5033614"/>
            <a:ext cx="183220" cy="235025"/>
          </a:xfrm>
          <a:custGeom xmlns:a="http://schemas.openxmlformats.org/drawingml/2006/main">
            <a:pathLst>
              <a:path w="183220" h="235025">
                <a:moveTo>
                  <a:pt x="35585" y="175276"/>
                </a:moveTo>
                <a:cubicBezTo>
                  <a:pt x="33488" y="177814"/>
                  <a:pt x="31723" y="180324"/>
                  <a:pt x="30288" y="182807"/>
                </a:cubicBezTo>
                <a:cubicBezTo>
                  <a:pt x="28854" y="185289"/>
                  <a:pt x="27833" y="187689"/>
                  <a:pt x="27227" y="190006"/>
                </a:cubicBezTo>
                <a:cubicBezTo>
                  <a:pt x="26620" y="192323"/>
                  <a:pt x="26316" y="195082"/>
                  <a:pt x="26316" y="198282"/>
                </a:cubicBezTo>
                <a:cubicBezTo>
                  <a:pt x="26316" y="206557"/>
                  <a:pt x="29295" y="212598"/>
                  <a:pt x="35254" y="216405"/>
                </a:cubicBezTo>
                <a:cubicBezTo>
                  <a:pt x="41212" y="220212"/>
                  <a:pt x="50205" y="222115"/>
                  <a:pt x="62232" y="222115"/>
                </a:cubicBezTo>
                <a:cubicBezTo>
                  <a:pt x="75804" y="222115"/>
                  <a:pt x="86700" y="219053"/>
                  <a:pt x="94920" y="212929"/>
                </a:cubicBezTo>
                <a:cubicBezTo>
                  <a:pt x="103141" y="206806"/>
                  <a:pt x="110175" y="196958"/>
                  <a:pt x="116023" y="183386"/>
                </a:cubicBezTo>
                <a:cubicBezTo>
                  <a:pt x="121871" y="169814"/>
                  <a:pt x="127554" y="149291"/>
                  <a:pt x="133071" y="121816"/>
                </a:cubicBezTo>
                <a:lnTo>
                  <a:pt x="130753" y="121319"/>
                </a:lnTo>
                <a:cubicBezTo>
                  <a:pt x="120050" y="135995"/>
                  <a:pt x="110120" y="146698"/>
                  <a:pt x="100962" y="153428"/>
                </a:cubicBezTo>
                <a:cubicBezTo>
                  <a:pt x="91803" y="160159"/>
                  <a:pt x="81928" y="163525"/>
                  <a:pt x="71335" y="163525"/>
                </a:cubicBezTo>
                <a:cubicBezTo>
                  <a:pt x="59308" y="163525"/>
                  <a:pt x="49957" y="159001"/>
                  <a:pt x="43281" y="149953"/>
                </a:cubicBezTo>
                <a:cubicBezTo>
                  <a:pt x="36605" y="140905"/>
                  <a:pt x="33268" y="127995"/>
                  <a:pt x="33268" y="111223"/>
                </a:cubicBezTo>
                <a:cubicBezTo>
                  <a:pt x="33268" y="92355"/>
                  <a:pt x="36964" y="74232"/>
                  <a:pt x="44357" y="56853"/>
                </a:cubicBezTo>
                <a:cubicBezTo>
                  <a:pt x="51750" y="39474"/>
                  <a:pt x="62011" y="25654"/>
                  <a:pt x="75142" y="15392"/>
                </a:cubicBezTo>
                <a:cubicBezTo>
                  <a:pt x="88272" y="5131"/>
                  <a:pt x="102892" y="0"/>
                  <a:pt x="119002" y="0"/>
                </a:cubicBezTo>
                <a:cubicBezTo>
                  <a:pt x="125954" y="0"/>
                  <a:pt x="132519" y="828"/>
                  <a:pt x="138698" y="2483"/>
                </a:cubicBezTo>
                <a:cubicBezTo>
                  <a:pt x="144877" y="4138"/>
                  <a:pt x="151111" y="6951"/>
                  <a:pt x="157401" y="10924"/>
                </a:cubicBezTo>
                <a:lnTo>
                  <a:pt x="172628" y="0"/>
                </a:lnTo>
                <a:lnTo>
                  <a:pt x="183220" y="2648"/>
                </a:lnTo>
                <a:lnTo>
                  <a:pt x="166173" y="79776"/>
                </a:lnTo>
                <a:cubicBezTo>
                  <a:pt x="164959" y="85183"/>
                  <a:pt x="162200" y="98810"/>
                  <a:pt x="157897" y="120657"/>
                </a:cubicBezTo>
                <a:cubicBezTo>
                  <a:pt x="153373" y="143829"/>
                  <a:pt x="149704" y="160214"/>
                  <a:pt x="146891" y="169814"/>
                </a:cubicBezTo>
                <a:cubicBezTo>
                  <a:pt x="144077" y="179414"/>
                  <a:pt x="140574" y="188158"/>
                  <a:pt x="136381" y="196047"/>
                </a:cubicBezTo>
                <a:cubicBezTo>
                  <a:pt x="132188" y="203937"/>
                  <a:pt x="126781" y="210805"/>
                  <a:pt x="120161" y="216653"/>
                </a:cubicBezTo>
                <a:cubicBezTo>
                  <a:pt x="113540" y="222502"/>
                  <a:pt x="105513" y="227025"/>
                  <a:pt x="96079" y="230225"/>
                </a:cubicBezTo>
                <a:cubicBezTo>
                  <a:pt x="86645" y="233425"/>
                  <a:pt x="75473" y="235025"/>
                  <a:pt x="62563" y="235025"/>
                </a:cubicBezTo>
                <a:cubicBezTo>
                  <a:pt x="20854" y="235025"/>
                  <a:pt x="0" y="222888"/>
                  <a:pt x="0" y="198613"/>
                </a:cubicBezTo>
                <a:cubicBezTo>
                  <a:pt x="0" y="192434"/>
                  <a:pt x="1876" y="186806"/>
                  <a:pt x="5627" y="181731"/>
                </a:cubicBezTo>
                <a:cubicBezTo>
                  <a:pt x="9379" y="176655"/>
                  <a:pt x="15392" y="171304"/>
                  <a:pt x="23668" y="165676"/>
                </a:cubicBezTo>
                <a:lnTo>
                  <a:pt x="35585" y="175276"/>
                </a:lnTo>
                <a:moveTo>
                  <a:pt x="83086" y="143994"/>
                </a:moveTo>
                <a:cubicBezTo>
                  <a:pt x="88714" y="143994"/>
                  <a:pt x="94314" y="142063"/>
                  <a:pt x="99886" y="138201"/>
                </a:cubicBezTo>
                <a:cubicBezTo>
                  <a:pt x="105458" y="134340"/>
                  <a:pt x="111416" y="128216"/>
                  <a:pt x="117761" y="119830"/>
                </a:cubicBezTo>
                <a:cubicBezTo>
                  <a:pt x="124105" y="111444"/>
                  <a:pt x="129043" y="103444"/>
                  <a:pt x="132574" y="95831"/>
                </a:cubicBezTo>
                <a:cubicBezTo>
                  <a:pt x="136105" y="88217"/>
                  <a:pt x="139112" y="78728"/>
                  <a:pt x="141594" y="67363"/>
                </a:cubicBezTo>
                <a:cubicBezTo>
                  <a:pt x="144077" y="55998"/>
                  <a:pt x="145318" y="46122"/>
                  <a:pt x="145318" y="37736"/>
                </a:cubicBezTo>
                <a:cubicBezTo>
                  <a:pt x="145318" y="29130"/>
                  <a:pt x="143498" y="22868"/>
                  <a:pt x="139857" y="18951"/>
                </a:cubicBezTo>
                <a:cubicBezTo>
                  <a:pt x="136215" y="15034"/>
                  <a:pt x="130147" y="13075"/>
                  <a:pt x="121650" y="13075"/>
                </a:cubicBezTo>
                <a:cubicBezTo>
                  <a:pt x="110396" y="13075"/>
                  <a:pt x="100299" y="17627"/>
                  <a:pt x="91362" y="26730"/>
                </a:cubicBezTo>
                <a:cubicBezTo>
                  <a:pt x="82424" y="35833"/>
                  <a:pt x="75390" y="48108"/>
                  <a:pt x="70259" y="63556"/>
                </a:cubicBezTo>
                <a:cubicBezTo>
                  <a:pt x="65128" y="79004"/>
                  <a:pt x="62563" y="94396"/>
                  <a:pt x="62563" y="109734"/>
                </a:cubicBezTo>
                <a:cubicBezTo>
                  <a:pt x="62563" y="121209"/>
                  <a:pt x="64218" y="129788"/>
                  <a:pt x="67528" y="135470"/>
                </a:cubicBezTo>
                <a:cubicBezTo>
                  <a:pt x="70839" y="141153"/>
                  <a:pt x="76025" y="143994"/>
                  <a:pt x="83086" y="14399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60">
            <a:extLst xmlns:a="http://schemas.openxmlformats.org/drawingml/2006/main">
              <a:ext uri="{FF2B5EF4-FFF2-40B4-BE49-F238E27FC236}">
                <a16:creationId xmlns:a16="http://schemas.microsoft.com/office/drawing/2014/main" id="{A1ABF9C2-5385-400B-B17E-A1A5C1FF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728" y="4821696"/>
            <a:ext cx="3973697" cy="556116"/>
          </a:xfrm>
          <a:custGeom xmlns:a="http://schemas.openxmlformats.org/drawingml/2006/main">
            <a:pathLst>
              <a:path w="3973697" h="556116">
                <a:moveTo>
                  <a:pt x="3894914" y="0"/>
                </a:moveTo>
                <a:lnTo>
                  <a:pt x="3973697" y="0"/>
                </a:lnTo>
                <a:lnTo>
                  <a:pt x="3973697" y="556116"/>
                </a:lnTo>
                <a:lnTo>
                  <a:pt x="3894914" y="556116"/>
                </a:lnTo>
                <a:lnTo>
                  <a:pt x="3894914" y="541717"/>
                </a:lnTo>
                <a:lnTo>
                  <a:pt x="3943077" y="541717"/>
                </a:lnTo>
                <a:lnTo>
                  <a:pt x="3943077" y="14400"/>
                </a:lnTo>
                <a:lnTo>
                  <a:pt x="3894914" y="14400"/>
                </a:lnTo>
                <a:lnTo>
                  <a:pt x="3894914" y="0"/>
                </a:lnTo>
                <a:moveTo>
                  <a:pt x="0" y="0"/>
                </a:moveTo>
                <a:lnTo>
                  <a:pt x="78783" y="0"/>
                </a:lnTo>
                <a:lnTo>
                  <a:pt x="78783" y="14400"/>
                </a:lnTo>
                <a:lnTo>
                  <a:pt x="30619" y="14400"/>
                </a:lnTo>
                <a:lnTo>
                  <a:pt x="30619" y="541717"/>
                </a:lnTo>
                <a:lnTo>
                  <a:pt x="78783" y="541717"/>
                </a:lnTo>
                <a:lnTo>
                  <a:pt x="78783" y="556116"/>
                </a:lnTo>
                <a:lnTo>
                  <a:pt x="0" y="556116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61">
            <a:extLst xmlns:a="http://schemas.openxmlformats.org/drawingml/2006/main">
              <a:ext uri="{FF2B5EF4-FFF2-40B4-BE49-F238E27FC236}">
                <a16:creationId xmlns:a16="http://schemas.microsoft.com/office/drawing/2014/main" id="{4B1F2F30-F64B-407D-9663-57FC0A96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23" y="4967575"/>
            <a:ext cx="207881" cy="227081"/>
          </a:xfrm>
          <a:custGeom xmlns:a="http://schemas.openxmlformats.org/drawingml/2006/main">
            <a:pathLst>
              <a:path w="207881" h="227081">
                <a:moveTo>
                  <a:pt x="140684" y="157070"/>
                </a:moveTo>
                <a:lnTo>
                  <a:pt x="75969" y="157070"/>
                </a:lnTo>
                <a:lnTo>
                  <a:pt x="73652" y="161207"/>
                </a:lnTo>
                <a:cubicBezTo>
                  <a:pt x="67473" y="172352"/>
                  <a:pt x="63363" y="180793"/>
                  <a:pt x="61322" y="186531"/>
                </a:cubicBezTo>
                <a:cubicBezTo>
                  <a:pt x="59280" y="192268"/>
                  <a:pt x="58260" y="197565"/>
                  <a:pt x="58260" y="202420"/>
                </a:cubicBezTo>
                <a:cubicBezTo>
                  <a:pt x="58260" y="210364"/>
                  <a:pt x="62949" y="214943"/>
                  <a:pt x="72328" y="216157"/>
                </a:cubicBezTo>
                <a:lnTo>
                  <a:pt x="69846" y="227081"/>
                </a:lnTo>
                <a:lnTo>
                  <a:pt x="0" y="227081"/>
                </a:lnTo>
                <a:lnTo>
                  <a:pt x="2483" y="216157"/>
                </a:lnTo>
                <a:cubicBezTo>
                  <a:pt x="6345" y="215274"/>
                  <a:pt x="9738" y="213785"/>
                  <a:pt x="12662" y="211688"/>
                </a:cubicBezTo>
                <a:cubicBezTo>
                  <a:pt x="15586" y="209592"/>
                  <a:pt x="18372" y="206750"/>
                  <a:pt x="21020" y="203164"/>
                </a:cubicBezTo>
                <a:cubicBezTo>
                  <a:pt x="23668" y="199578"/>
                  <a:pt x="27420" y="193427"/>
                  <a:pt x="32275" y="184710"/>
                </a:cubicBezTo>
                <a:lnTo>
                  <a:pt x="135057" y="0"/>
                </a:lnTo>
                <a:lnTo>
                  <a:pt x="182724" y="0"/>
                </a:lnTo>
                <a:lnTo>
                  <a:pt x="189841" y="176931"/>
                </a:lnTo>
                <a:cubicBezTo>
                  <a:pt x="190061" y="183220"/>
                  <a:pt x="190503" y="188875"/>
                  <a:pt x="191165" y="193896"/>
                </a:cubicBezTo>
                <a:cubicBezTo>
                  <a:pt x="191827" y="198916"/>
                  <a:pt x="192875" y="203026"/>
                  <a:pt x="194310" y="206226"/>
                </a:cubicBezTo>
                <a:cubicBezTo>
                  <a:pt x="195744" y="209426"/>
                  <a:pt x="197537" y="211771"/>
                  <a:pt x="199689" y="213261"/>
                </a:cubicBezTo>
                <a:cubicBezTo>
                  <a:pt x="201840" y="214750"/>
                  <a:pt x="204571" y="215716"/>
                  <a:pt x="207881" y="216157"/>
                </a:cubicBezTo>
                <a:lnTo>
                  <a:pt x="205399" y="227081"/>
                </a:lnTo>
                <a:lnTo>
                  <a:pt x="119830" y="227081"/>
                </a:lnTo>
                <a:lnTo>
                  <a:pt x="122312" y="216157"/>
                </a:lnTo>
                <a:cubicBezTo>
                  <a:pt x="127167" y="215826"/>
                  <a:pt x="131002" y="214585"/>
                  <a:pt x="133815" y="212433"/>
                </a:cubicBezTo>
                <a:cubicBezTo>
                  <a:pt x="136629" y="210281"/>
                  <a:pt x="138588" y="207357"/>
                  <a:pt x="139691" y="203661"/>
                </a:cubicBezTo>
                <a:cubicBezTo>
                  <a:pt x="140794" y="199964"/>
                  <a:pt x="141346" y="194806"/>
                  <a:pt x="141346" y="188186"/>
                </a:cubicBezTo>
                <a:cubicBezTo>
                  <a:pt x="141346" y="183441"/>
                  <a:pt x="141236" y="178476"/>
                  <a:pt x="141015" y="173290"/>
                </a:cubicBezTo>
                <a:lnTo>
                  <a:pt x="140684" y="157070"/>
                </a:lnTo>
                <a:moveTo>
                  <a:pt x="86231" y="137705"/>
                </a:moveTo>
                <a:lnTo>
                  <a:pt x="140188" y="137705"/>
                </a:lnTo>
                <a:lnTo>
                  <a:pt x="139526" y="97982"/>
                </a:lnTo>
                <a:cubicBezTo>
                  <a:pt x="139305" y="83859"/>
                  <a:pt x="139194" y="72163"/>
                  <a:pt x="139194" y="62894"/>
                </a:cubicBezTo>
                <a:cubicBezTo>
                  <a:pt x="139194" y="55832"/>
                  <a:pt x="139250" y="48605"/>
                  <a:pt x="139360" y="41212"/>
                </a:cubicBezTo>
                <a:lnTo>
                  <a:pt x="137374" y="41212"/>
                </a:lnTo>
                <a:lnTo>
                  <a:pt x="86231" y="137705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62">
            <a:extLst xmlns:a="http://schemas.openxmlformats.org/drawingml/2006/main">
              <a:ext uri="{FF2B5EF4-FFF2-40B4-BE49-F238E27FC236}">
                <a16:creationId xmlns:a16="http://schemas.microsoft.com/office/drawing/2014/main" id="{5C430EF0-3976-428C-AA1E-E003E0E9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332" y="5136851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63">
            <a:extLst xmlns:a="http://schemas.openxmlformats.org/drawingml/2006/main">
              <a:ext uri="{FF2B5EF4-FFF2-40B4-BE49-F238E27FC236}">
                <a16:creationId xmlns:a16="http://schemas.microsoft.com/office/drawing/2014/main" id="{E92D8417-5BA7-4732-A151-E0E76AD4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269" y="5275393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64">
            <a:extLst xmlns:a="http://schemas.openxmlformats.org/drawingml/2006/main">
              <a:ext uri="{FF2B5EF4-FFF2-40B4-BE49-F238E27FC236}">
                <a16:creationId xmlns:a16="http://schemas.microsoft.com/office/drawing/2014/main" id="{1B20B8C3-1F28-448B-849A-F9F43C2E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6" y="5182633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65">
            <a:extLst xmlns:a="http://schemas.openxmlformats.org/drawingml/2006/main">
              <a:ext uri="{FF2B5EF4-FFF2-40B4-BE49-F238E27FC236}">
                <a16:creationId xmlns:a16="http://schemas.microsoft.com/office/drawing/2014/main" id="{67277817-BD8A-4736-BBC9-B2E1F1EC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7583" y="4865411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66">
            <a:extLst xmlns:a="http://schemas.openxmlformats.org/drawingml/2006/main">
              <a:ext uri="{FF2B5EF4-FFF2-40B4-BE49-F238E27FC236}">
                <a16:creationId xmlns:a16="http://schemas.microsoft.com/office/drawing/2014/main" id="{5FB4005C-650B-4ACB-92B8-C4CC3036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925" y="4893383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67">
            <a:extLst xmlns:a="http://schemas.openxmlformats.org/drawingml/2006/main">
              <a:ext uri="{FF2B5EF4-FFF2-40B4-BE49-F238E27FC236}">
                <a16:creationId xmlns:a16="http://schemas.microsoft.com/office/drawing/2014/main" id="{E3969764-3AD1-47A5-BE31-33B9E25C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459" y="4893383"/>
            <a:ext cx="136629" cy="122404"/>
          </a:xfrm>
          <a:custGeom xmlns:a="http://schemas.openxmlformats.org/drawingml/2006/main">
            <a:pathLst>
              <a:path w="136629" h="122404">
                <a:moveTo>
                  <a:pt x="105908" y="83197"/>
                </a:moveTo>
                <a:cubicBezTo>
                  <a:pt x="104713" y="88217"/>
                  <a:pt x="104115" y="92760"/>
                  <a:pt x="104115" y="96824"/>
                </a:cubicBezTo>
                <a:cubicBezTo>
                  <a:pt x="104115" y="99454"/>
                  <a:pt x="104554" y="101486"/>
                  <a:pt x="105430" y="102920"/>
                </a:cubicBezTo>
                <a:cubicBezTo>
                  <a:pt x="106307" y="104354"/>
                  <a:pt x="107821" y="105072"/>
                  <a:pt x="109973" y="105072"/>
                </a:cubicBezTo>
                <a:cubicBezTo>
                  <a:pt x="112443" y="105072"/>
                  <a:pt x="115113" y="103956"/>
                  <a:pt x="117982" y="101725"/>
                </a:cubicBezTo>
                <a:cubicBezTo>
                  <a:pt x="120850" y="99493"/>
                  <a:pt x="124197" y="96186"/>
                  <a:pt x="128023" y="91803"/>
                </a:cubicBezTo>
                <a:lnTo>
                  <a:pt x="136629" y="100410"/>
                </a:lnTo>
                <a:cubicBezTo>
                  <a:pt x="128262" y="108777"/>
                  <a:pt x="121050" y="114535"/>
                  <a:pt x="114993" y="117683"/>
                </a:cubicBezTo>
                <a:cubicBezTo>
                  <a:pt x="108937" y="120830"/>
                  <a:pt x="102561" y="122404"/>
                  <a:pt x="95867" y="122404"/>
                </a:cubicBezTo>
                <a:cubicBezTo>
                  <a:pt x="89173" y="122404"/>
                  <a:pt x="83874" y="120552"/>
                  <a:pt x="79969" y="116846"/>
                </a:cubicBezTo>
                <a:cubicBezTo>
                  <a:pt x="76064" y="113140"/>
                  <a:pt x="74112" y="108259"/>
                  <a:pt x="74112" y="102203"/>
                </a:cubicBezTo>
                <a:cubicBezTo>
                  <a:pt x="74112" y="100211"/>
                  <a:pt x="74351" y="98298"/>
                  <a:pt x="74829" y="96465"/>
                </a:cubicBezTo>
                <a:lnTo>
                  <a:pt x="73156" y="96226"/>
                </a:lnTo>
                <a:cubicBezTo>
                  <a:pt x="67338" y="103079"/>
                  <a:pt x="62338" y="108239"/>
                  <a:pt x="58154" y="111706"/>
                </a:cubicBezTo>
                <a:cubicBezTo>
                  <a:pt x="53970" y="115172"/>
                  <a:pt x="49528" y="117822"/>
                  <a:pt x="44826" y="119655"/>
                </a:cubicBezTo>
                <a:cubicBezTo>
                  <a:pt x="40124" y="121488"/>
                  <a:pt x="34904" y="122404"/>
                  <a:pt x="29167" y="122404"/>
                </a:cubicBezTo>
                <a:cubicBezTo>
                  <a:pt x="19604" y="122404"/>
                  <a:pt x="12352" y="119157"/>
                  <a:pt x="7411" y="112662"/>
                </a:cubicBezTo>
                <a:cubicBezTo>
                  <a:pt x="2470" y="106167"/>
                  <a:pt x="0" y="96704"/>
                  <a:pt x="0" y="84273"/>
                </a:cubicBezTo>
                <a:cubicBezTo>
                  <a:pt x="0" y="73514"/>
                  <a:pt x="1554" y="62836"/>
                  <a:pt x="4662" y="52237"/>
                </a:cubicBezTo>
                <a:cubicBezTo>
                  <a:pt x="7770" y="41638"/>
                  <a:pt x="12232" y="32494"/>
                  <a:pt x="18050" y="24804"/>
                </a:cubicBezTo>
                <a:cubicBezTo>
                  <a:pt x="23867" y="17113"/>
                  <a:pt x="31179" y="11057"/>
                  <a:pt x="39985" y="6634"/>
                </a:cubicBezTo>
                <a:cubicBezTo>
                  <a:pt x="48790" y="2211"/>
                  <a:pt x="58772" y="0"/>
                  <a:pt x="69928" y="0"/>
                </a:cubicBezTo>
                <a:cubicBezTo>
                  <a:pt x="81802" y="0"/>
                  <a:pt x="91923" y="2869"/>
                  <a:pt x="100290" y="8607"/>
                </a:cubicBezTo>
                <a:lnTo>
                  <a:pt x="111885" y="0"/>
                </a:lnTo>
                <a:lnTo>
                  <a:pt x="125273" y="1913"/>
                </a:lnTo>
                <a:lnTo>
                  <a:pt x="105908" y="83197"/>
                </a:lnTo>
                <a:moveTo>
                  <a:pt x="82240" y="46141"/>
                </a:moveTo>
                <a:cubicBezTo>
                  <a:pt x="83515" y="40244"/>
                  <a:pt x="84153" y="34347"/>
                  <a:pt x="84153" y="28449"/>
                </a:cubicBezTo>
                <a:cubicBezTo>
                  <a:pt x="84153" y="23190"/>
                  <a:pt x="83157" y="19205"/>
                  <a:pt x="81165" y="16496"/>
                </a:cubicBezTo>
                <a:cubicBezTo>
                  <a:pt x="79172" y="13786"/>
                  <a:pt x="75905" y="12432"/>
                  <a:pt x="71363" y="12432"/>
                </a:cubicBezTo>
                <a:cubicBezTo>
                  <a:pt x="63951" y="12432"/>
                  <a:pt x="57377" y="16157"/>
                  <a:pt x="51639" y="23608"/>
                </a:cubicBezTo>
                <a:cubicBezTo>
                  <a:pt x="45902" y="31059"/>
                  <a:pt x="41280" y="41080"/>
                  <a:pt x="37773" y="53671"/>
                </a:cubicBezTo>
                <a:cubicBezTo>
                  <a:pt x="34267" y="66263"/>
                  <a:pt x="32514" y="77539"/>
                  <a:pt x="32514" y="87500"/>
                </a:cubicBezTo>
                <a:cubicBezTo>
                  <a:pt x="32514" y="93317"/>
                  <a:pt x="33370" y="97660"/>
                  <a:pt x="35084" y="100529"/>
                </a:cubicBezTo>
                <a:cubicBezTo>
                  <a:pt x="36797" y="103398"/>
                  <a:pt x="39447" y="104833"/>
                  <a:pt x="43033" y="104833"/>
                </a:cubicBezTo>
                <a:cubicBezTo>
                  <a:pt x="48292" y="104833"/>
                  <a:pt x="53652" y="102263"/>
                  <a:pt x="59110" y="97123"/>
                </a:cubicBezTo>
                <a:cubicBezTo>
                  <a:pt x="64569" y="91983"/>
                  <a:pt x="68972" y="85946"/>
                  <a:pt x="72319" y="79013"/>
                </a:cubicBezTo>
                <a:cubicBezTo>
                  <a:pt x="75666" y="72080"/>
                  <a:pt x="78654" y="62597"/>
                  <a:pt x="81284" y="50564"/>
                </a:cubicBezTo>
                <a:lnTo>
                  <a:pt x="82240" y="46141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68">
            <a:extLst xmlns:a="http://schemas.openxmlformats.org/drawingml/2006/main">
              <a:ext uri="{FF2B5EF4-FFF2-40B4-BE49-F238E27FC236}">
                <a16:creationId xmlns:a16="http://schemas.microsoft.com/office/drawing/2014/main" id="{DC564770-7DD5-4603-9A05-A54189D6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811" y="4847601"/>
            <a:ext cx="106028" cy="219706"/>
          </a:xfrm>
          <a:custGeom xmlns:a="http://schemas.openxmlformats.org/drawingml/2006/main">
            <a:pathLst>
              <a:path w="106028" h="219706">
                <a:moveTo>
                  <a:pt x="106028" y="0"/>
                </a:moveTo>
                <a:lnTo>
                  <a:pt x="99812" y="29286"/>
                </a:lnTo>
                <a:lnTo>
                  <a:pt x="68852" y="29286"/>
                </a:lnTo>
                <a:lnTo>
                  <a:pt x="75427" y="0"/>
                </a:lnTo>
                <a:lnTo>
                  <a:pt x="106028" y="0"/>
                </a:lnTo>
                <a:moveTo>
                  <a:pt x="72319" y="162568"/>
                </a:moveTo>
                <a:cubicBezTo>
                  <a:pt x="68016" y="182411"/>
                  <a:pt x="60983" y="196895"/>
                  <a:pt x="51221" y="206019"/>
                </a:cubicBezTo>
                <a:cubicBezTo>
                  <a:pt x="41459" y="215144"/>
                  <a:pt x="28171" y="219706"/>
                  <a:pt x="11356" y="219706"/>
                </a:cubicBezTo>
                <a:cubicBezTo>
                  <a:pt x="7610" y="219706"/>
                  <a:pt x="3825" y="219188"/>
                  <a:pt x="0" y="218152"/>
                </a:cubicBezTo>
                <a:lnTo>
                  <a:pt x="3227" y="205123"/>
                </a:lnTo>
                <a:cubicBezTo>
                  <a:pt x="5459" y="205760"/>
                  <a:pt x="8089" y="206079"/>
                  <a:pt x="11117" y="206079"/>
                </a:cubicBezTo>
                <a:cubicBezTo>
                  <a:pt x="14703" y="206079"/>
                  <a:pt x="17631" y="205581"/>
                  <a:pt x="19903" y="204585"/>
                </a:cubicBezTo>
                <a:cubicBezTo>
                  <a:pt x="22174" y="203589"/>
                  <a:pt x="24226" y="201876"/>
                  <a:pt x="26059" y="199445"/>
                </a:cubicBezTo>
                <a:cubicBezTo>
                  <a:pt x="27892" y="197014"/>
                  <a:pt x="29605" y="193448"/>
                  <a:pt x="31199" y="188747"/>
                </a:cubicBezTo>
                <a:cubicBezTo>
                  <a:pt x="32793" y="184045"/>
                  <a:pt x="34546" y="177430"/>
                  <a:pt x="36458" y="168904"/>
                </a:cubicBezTo>
                <a:lnTo>
                  <a:pt x="55823" y="82838"/>
                </a:lnTo>
                <a:cubicBezTo>
                  <a:pt x="57656" y="74710"/>
                  <a:pt x="58572" y="68733"/>
                  <a:pt x="58572" y="64908"/>
                </a:cubicBezTo>
                <a:cubicBezTo>
                  <a:pt x="58572" y="61800"/>
                  <a:pt x="57835" y="59588"/>
                  <a:pt x="56361" y="58274"/>
                </a:cubicBezTo>
                <a:cubicBezTo>
                  <a:pt x="54887" y="56959"/>
                  <a:pt x="51799" y="56062"/>
                  <a:pt x="47097" y="55584"/>
                </a:cubicBezTo>
                <a:lnTo>
                  <a:pt x="48890" y="47695"/>
                </a:lnTo>
                <a:lnTo>
                  <a:pt x="83914" y="46380"/>
                </a:lnTo>
                <a:lnTo>
                  <a:pt x="97541" y="46380"/>
                </a:lnTo>
                <a:lnTo>
                  <a:pt x="72319" y="162568"/>
                </a:lnTo>
                <a:close/>
              </a:path>
            </a:pathLst>
          </a:custGeom>
          <a:solidFill xmlns:a="http://schemas.openxmlformats.org/drawingml/2006/main">
            <a:srgbClr val="0079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69">
            <a:extLst xmlns:a="http://schemas.openxmlformats.org/drawingml/2006/main">
              <a:ext uri="{FF2B5EF4-FFF2-40B4-BE49-F238E27FC236}">
                <a16:creationId xmlns:a16="http://schemas.microsoft.com/office/drawing/2014/main" id="{05BB7087-A8D2-4E72-A08B-578EFDD3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523" y="4991409"/>
            <a:ext cx="203909" cy="212681"/>
          </a:xfrm>
          <a:custGeom xmlns:a="http://schemas.openxmlformats.org/drawingml/2006/main">
            <a:pathLst>
              <a:path w="203909" h="212681">
                <a:moveTo>
                  <a:pt x="113706" y="117347"/>
                </a:moveTo>
                <a:lnTo>
                  <a:pt x="113706" y="212681"/>
                </a:lnTo>
                <a:lnTo>
                  <a:pt x="90203" y="212681"/>
                </a:lnTo>
                <a:lnTo>
                  <a:pt x="90203" y="117347"/>
                </a:lnTo>
                <a:lnTo>
                  <a:pt x="0" y="117347"/>
                </a:lnTo>
                <a:lnTo>
                  <a:pt x="0" y="95334"/>
                </a:lnTo>
                <a:lnTo>
                  <a:pt x="90203" y="95334"/>
                </a:lnTo>
                <a:lnTo>
                  <a:pt x="90203" y="0"/>
                </a:lnTo>
                <a:lnTo>
                  <a:pt x="113706" y="0"/>
                </a:lnTo>
                <a:lnTo>
                  <a:pt x="113706" y="95334"/>
                </a:lnTo>
                <a:lnTo>
                  <a:pt x="203909" y="95334"/>
                </a:lnTo>
                <a:lnTo>
                  <a:pt x="203909" y="117347"/>
                </a:lnTo>
                <a:lnTo>
                  <a:pt x="113706" y="1173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70">
            <a:extLst xmlns:a="http://schemas.openxmlformats.org/drawingml/2006/main">
              <a:ext uri="{FF2B5EF4-FFF2-40B4-BE49-F238E27FC236}">
                <a16:creationId xmlns:a16="http://schemas.microsoft.com/office/drawing/2014/main" id="{16E70CB1-38B6-4FAA-BD38-0E3BF95D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4791" y="5027821"/>
            <a:ext cx="204406" cy="169483"/>
          </a:xfrm>
          <a:custGeom xmlns:a="http://schemas.openxmlformats.org/drawingml/2006/main">
            <a:pathLst>
              <a:path w="204406" h="169483">
                <a:moveTo>
                  <a:pt x="143829" y="40219"/>
                </a:moveTo>
                <a:lnTo>
                  <a:pt x="159552" y="2648"/>
                </a:lnTo>
                <a:lnTo>
                  <a:pt x="204406" y="2648"/>
                </a:lnTo>
                <a:lnTo>
                  <a:pt x="202420" y="13572"/>
                </a:lnTo>
                <a:cubicBezTo>
                  <a:pt x="198227" y="18758"/>
                  <a:pt x="191137" y="28220"/>
                  <a:pt x="181151" y="41957"/>
                </a:cubicBezTo>
                <a:cubicBezTo>
                  <a:pt x="171166" y="55694"/>
                  <a:pt x="161538" y="69625"/>
                  <a:pt x="152270" y="83748"/>
                </a:cubicBezTo>
                <a:cubicBezTo>
                  <a:pt x="152159" y="87279"/>
                  <a:pt x="151773" y="93679"/>
                  <a:pt x="151111" y="102948"/>
                </a:cubicBezTo>
                <a:cubicBezTo>
                  <a:pt x="150449" y="111885"/>
                  <a:pt x="150118" y="118340"/>
                  <a:pt x="150118" y="122312"/>
                </a:cubicBezTo>
                <a:cubicBezTo>
                  <a:pt x="150118" y="131471"/>
                  <a:pt x="150946" y="137622"/>
                  <a:pt x="152601" y="140767"/>
                </a:cubicBezTo>
                <a:cubicBezTo>
                  <a:pt x="154256" y="143912"/>
                  <a:pt x="157070" y="145484"/>
                  <a:pt x="161042" y="145484"/>
                </a:cubicBezTo>
                <a:cubicBezTo>
                  <a:pt x="164021" y="145484"/>
                  <a:pt x="167221" y="144270"/>
                  <a:pt x="170642" y="141843"/>
                </a:cubicBezTo>
                <a:cubicBezTo>
                  <a:pt x="174062" y="139415"/>
                  <a:pt x="178476" y="135057"/>
                  <a:pt x="183882" y="128767"/>
                </a:cubicBezTo>
                <a:lnTo>
                  <a:pt x="195799" y="140684"/>
                </a:lnTo>
                <a:cubicBezTo>
                  <a:pt x="185979" y="150725"/>
                  <a:pt x="176683" y="158035"/>
                  <a:pt x="167911" y="162614"/>
                </a:cubicBezTo>
                <a:cubicBezTo>
                  <a:pt x="159139" y="167193"/>
                  <a:pt x="149566" y="169483"/>
                  <a:pt x="139194" y="169483"/>
                </a:cubicBezTo>
                <a:cubicBezTo>
                  <a:pt x="130257" y="169483"/>
                  <a:pt x="123471" y="166835"/>
                  <a:pt x="118837" y="161538"/>
                </a:cubicBezTo>
                <a:cubicBezTo>
                  <a:pt x="114202" y="156242"/>
                  <a:pt x="111885" y="148408"/>
                  <a:pt x="111885" y="138036"/>
                </a:cubicBezTo>
                <a:cubicBezTo>
                  <a:pt x="111885" y="134174"/>
                  <a:pt x="112216" y="130091"/>
                  <a:pt x="112878" y="125788"/>
                </a:cubicBezTo>
                <a:lnTo>
                  <a:pt x="110396" y="125457"/>
                </a:lnTo>
                <a:cubicBezTo>
                  <a:pt x="99913" y="138698"/>
                  <a:pt x="91417" y="148049"/>
                  <a:pt x="84907" y="153511"/>
                </a:cubicBezTo>
                <a:cubicBezTo>
                  <a:pt x="78397" y="158973"/>
                  <a:pt x="71694" y="163000"/>
                  <a:pt x="64797" y="165593"/>
                </a:cubicBezTo>
                <a:cubicBezTo>
                  <a:pt x="57901" y="168186"/>
                  <a:pt x="50095" y="169483"/>
                  <a:pt x="41378" y="169483"/>
                </a:cubicBezTo>
                <a:cubicBezTo>
                  <a:pt x="32550" y="169483"/>
                  <a:pt x="25020" y="167497"/>
                  <a:pt x="18785" y="163525"/>
                </a:cubicBezTo>
                <a:cubicBezTo>
                  <a:pt x="12551" y="159552"/>
                  <a:pt x="7862" y="153594"/>
                  <a:pt x="4717" y="145649"/>
                </a:cubicBezTo>
                <a:cubicBezTo>
                  <a:pt x="1572" y="137705"/>
                  <a:pt x="0" y="128381"/>
                  <a:pt x="0" y="117678"/>
                </a:cubicBezTo>
                <a:cubicBezTo>
                  <a:pt x="0" y="95279"/>
                  <a:pt x="4027" y="75032"/>
                  <a:pt x="12082" y="56936"/>
                </a:cubicBezTo>
                <a:cubicBezTo>
                  <a:pt x="20137" y="38840"/>
                  <a:pt x="31502" y="24827"/>
                  <a:pt x="46177" y="14896"/>
                </a:cubicBezTo>
                <a:cubicBezTo>
                  <a:pt x="60853" y="4965"/>
                  <a:pt x="77459" y="0"/>
                  <a:pt x="95996" y="0"/>
                </a:cubicBezTo>
                <a:cubicBezTo>
                  <a:pt x="109127" y="0"/>
                  <a:pt x="119581" y="3338"/>
                  <a:pt x="127360" y="10013"/>
                </a:cubicBezTo>
                <a:cubicBezTo>
                  <a:pt x="135139" y="16689"/>
                  <a:pt x="139912" y="26758"/>
                  <a:pt x="141677" y="40219"/>
                </a:cubicBezTo>
                <a:lnTo>
                  <a:pt x="143829" y="40219"/>
                </a:lnTo>
                <a:moveTo>
                  <a:pt x="114864" y="82424"/>
                </a:moveTo>
                <a:cubicBezTo>
                  <a:pt x="117071" y="71832"/>
                  <a:pt x="118175" y="60632"/>
                  <a:pt x="118175" y="48826"/>
                </a:cubicBezTo>
                <a:cubicBezTo>
                  <a:pt x="118175" y="38012"/>
                  <a:pt x="116520" y="30040"/>
                  <a:pt x="113209" y="24909"/>
                </a:cubicBezTo>
                <a:cubicBezTo>
                  <a:pt x="109899" y="19779"/>
                  <a:pt x="105210" y="17213"/>
                  <a:pt x="99141" y="17213"/>
                </a:cubicBezTo>
                <a:cubicBezTo>
                  <a:pt x="94838" y="17213"/>
                  <a:pt x="90700" y="18123"/>
                  <a:pt x="86728" y="19944"/>
                </a:cubicBezTo>
                <a:cubicBezTo>
                  <a:pt x="82755" y="21765"/>
                  <a:pt x="78811" y="24634"/>
                  <a:pt x="74894" y="28551"/>
                </a:cubicBezTo>
                <a:cubicBezTo>
                  <a:pt x="70976" y="32468"/>
                  <a:pt x="67142" y="37874"/>
                  <a:pt x="63391" y="44771"/>
                </a:cubicBezTo>
                <a:cubicBezTo>
                  <a:pt x="59639" y="51667"/>
                  <a:pt x="56412" y="59308"/>
                  <a:pt x="53708" y="67694"/>
                </a:cubicBezTo>
                <a:cubicBezTo>
                  <a:pt x="51005" y="76080"/>
                  <a:pt x="48881" y="84769"/>
                  <a:pt x="47336" y="93762"/>
                </a:cubicBezTo>
                <a:cubicBezTo>
                  <a:pt x="45791" y="102755"/>
                  <a:pt x="45019" y="110837"/>
                  <a:pt x="45019" y="118009"/>
                </a:cubicBezTo>
                <a:cubicBezTo>
                  <a:pt x="45019" y="136105"/>
                  <a:pt x="50205" y="145153"/>
                  <a:pt x="60577" y="145153"/>
                </a:cubicBezTo>
                <a:cubicBezTo>
                  <a:pt x="69404" y="145153"/>
                  <a:pt x="78811" y="139608"/>
                  <a:pt x="88796" y="128519"/>
                </a:cubicBezTo>
                <a:cubicBezTo>
                  <a:pt x="98782" y="117430"/>
                  <a:pt x="107472" y="102065"/>
                  <a:pt x="114864" y="82424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71">
            <a:extLst xmlns:a="http://schemas.openxmlformats.org/drawingml/2006/main">
              <a:ext uri="{FF2B5EF4-FFF2-40B4-BE49-F238E27FC236}">
                <a16:creationId xmlns:a16="http://schemas.microsoft.com/office/drawing/2014/main" id="{22CD4A67-A86F-4A10-B9EA-A465743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178" y="4968734"/>
            <a:ext cx="248266" cy="225922"/>
          </a:xfrm>
          <a:custGeom xmlns:a="http://schemas.openxmlformats.org/drawingml/2006/main">
            <a:pathLst>
              <a:path w="248266" h="225922">
                <a:moveTo>
                  <a:pt x="193482" y="181234"/>
                </a:moveTo>
                <a:cubicBezTo>
                  <a:pt x="192710" y="184765"/>
                  <a:pt x="192158" y="187827"/>
                  <a:pt x="191827" y="190420"/>
                </a:cubicBezTo>
                <a:cubicBezTo>
                  <a:pt x="191496" y="193013"/>
                  <a:pt x="191330" y="196406"/>
                  <a:pt x="191330" y="200599"/>
                </a:cubicBezTo>
                <a:cubicBezTo>
                  <a:pt x="191330" y="205233"/>
                  <a:pt x="192406" y="208626"/>
                  <a:pt x="194558" y="210778"/>
                </a:cubicBezTo>
                <a:cubicBezTo>
                  <a:pt x="196709" y="212929"/>
                  <a:pt x="200213" y="214336"/>
                  <a:pt x="205068" y="214998"/>
                </a:cubicBezTo>
                <a:lnTo>
                  <a:pt x="202751" y="225922"/>
                </a:lnTo>
                <a:lnTo>
                  <a:pt x="119499" y="225922"/>
                </a:lnTo>
                <a:lnTo>
                  <a:pt x="121816" y="214998"/>
                </a:lnTo>
                <a:cubicBezTo>
                  <a:pt x="128105" y="213233"/>
                  <a:pt x="132740" y="210143"/>
                  <a:pt x="135719" y="205730"/>
                </a:cubicBezTo>
                <a:cubicBezTo>
                  <a:pt x="138698" y="201316"/>
                  <a:pt x="141512" y="193151"/>
                  <a:pt x="144160" y="181234"/>
                </a:cubicBezTo>
                <a:lnTo>
                  <a:pt x="158063" y="118009"/>
                </a:lnTo>
                <a:lnTo>
                  <a:pt x="87886" y="118009"/>
                </a:lnTo>
                <a:lnTo>
                  <a:pt x="73983" y="181234"/>
                </a:lnTo>
                <a:cubicBezTo>
                  <a:pt x="73211" y="184875"/>
                  <a:pt x="72659" y="187965"/>
                  <a:pt x="72328" y="190503"/>
                </a:cubicBezTo>
                <a:cubicBezTo>
                  <a:pt x="71997" y="193041"/>
                  <a:pt x="71832" y="196406"/>
                  <a:pt x="71832" y="200599"/>
                </a:cubicBezTo>
                <a:cubicBezTo>
                  <a:pt x="71832" y="205233"/>
                  <a:pt x="72907" y="208626"/>
                  <a:pt x="75059" y="210778"/>
                </a:cubicBezTo>
                <a:cubicBezTo>
                  <a:pt x="77211" y="212929"/>
                  <a:pt x="80714" y="214336"/>
                  <a:pt x="85569" y="214998"/>
                </a:cubicBezTo>
                <a:lnTo>
                  <a:pt x="83252" y="225922"/>
                </a:lnTo>
                <a:lnTo>
                  <a:pt x="0" y="225922"/>
                </a:lnTo>
                <a:lnTo>
                  <a:pt x="2317" y="214998"/>
                </a:lnTo>
                <a:cubicBezTo>
                  <a:pt x="8607" y="213233"/>
                  <a:pt x="13241" y="210143"/>
                  <a:pt x="16220" y="205730"/>
                </a:cubicBezTo>
                <a:cubicBezTo>
                  <a:pt x="19199" y="201316"/>
                  <a:pt x="22013" y="193151"/>
                  <a:pt x="24661" y="181234"/>
                </a:cubicBezTo>
                <a:lnTo>
                  <a:pt x="54784" y="44688"/>
                </a:lnTo>
                <a:cubicBezTo>
                  <a:pt x="56218" y="38178"/>
                  <a:pt x="56936" y="31723"/>
                  <a:pt x="56936" y="25323"/>
                </a:cubicBezTo>
                <a:cubicBezTo>
                  <a:pt x="56936" y="20689"/>
                  <a:pt x="55860" y="17296"/>
                  <a:pt x="53708" y="15144"/>
                </a:cubicBezTo>
                <a:cubicBezTo>
                  <a:pt x="51557" y="12993"/>
                  <a:pt x="48053" y="11586"/>
                  <a:pt x="43198" y="10924"/>
                </a:cubicBezTo>
                <a:lnTo>
                  <a:pt x="45515" y="0"/>
                </a:lnTo>
                <a:lnTo>
                  <a:pt x="128767" y="0"/>
                </a:lnTo>
                <a:lnTo>
                  <a:pt x="126450" y="10924"/>
                </a:lnTo>
                <a:cubicBezTo>
                  <a:pt x="120161" y="12689"/>
                  <a:pt x="115526" y="15779"/>
                  <a:pt x="112547" y="20192"/>
                </a:cubicBezTo>
                <a:cubicBezTo>
                  <a:pt x="109568" y="24606"/>
                  <a:pt x="106754" y="32771"/>
                  <a:pt x="104106" y="44688"/>
                </a:cubicBezTo>
                <a:lnTo>
                  <a:pt x="92520" y="97155"/>
                </a:lnTo>
                <a:lnTo>
                  <a:pt x="162697" y="97155"/>
                </a:lnTo>
                <a:lnTo>
                  <a:pt x="174283" y="44688"/>
                </a:lnTo>
                <a:cubicBezTo>
                  <a:pt x="175717" y="38178"/>
                  <a:pt x="176434" y="31723"/>
                  <a:pt x="176434" y="25323"/>
                </a:cubicBezTo>
                <a:cubicBezTo>
                  <a:pt x="176434" y="20689"/>
                  <a:pt x="175359" y="17296"/>
                  <a:pt x="173207" y="15144"/>
                </a:cubicBezTo>
                <a:cubicBezTo>
                  <a:pt x="171055" y="12993"/>
                  <a:pt x="167552" y="11586"/>
                  <a:pt x="162697" y="10924"/>
                </a:cubicBezTo>
                <a:lnTo>
                  <a:pt x="165014" y="0"/>
                </a:lnTo>
                <a:lnTo>
                  <a:pt x="248266" y="0"/>
                </a:lnTo>
                <a:lnTo>
                  <a:pt x="245949" y="10924"/>
                </a:lnTo>
                <a:cubicBezTo>
                  <a:pt x="239659" y="12689"/>
                  <a:pt x="235025" y="15779"/>
                  <a:pt x="232046" y="20192"/>
                </a:cubicBezTo>
                <a:cubicBezTo>
                  <a:pt x="229067" y="24606"/>
                  <a:pt x="226253" y="32771"/>
                  <a:pt x="223605" y="44688"/>
                </a:cubicBezTo>
                <a:lnTo>
                  <a:pt x="193482" y="181234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path-372">
            <a:extLst xmlns:a="http://schemas.openxmlformats.org/drawingml/2006/main">
              <a:ext uri="{FF2B5EF4-FFF2-40B4-BE49-F238E27FC236}">
                <a16:creationId xmlns:a16="http://schemas.microsoft.com/office/drawing/2014/main" id="{589B2611-6770-4933-AB94-7578512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473" y="5100695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path-373">
            <a:extLst xmlns:a="http://schemas.openxmlformats.org/drawingml/2006/main">
              <a:ext uri="{FF2B5EF4-FFF2-40B4-BE49-F238E27FC236}">
                <a16:creationId xmlns:a16="http://schemas.microsoft.com/office/drawing/2014/main" id="{5B3E74F3-6080-46AF-B4BF-7518B7F4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10" y="5239236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path-374">
            <a:extLst xmlns:a="http://schemas.openxmlformats.org/drawingml/2006/main">
              <a:ext uri="{FF2B5EF4-FFF2-40B4-BE49-F238E27FC236}">
                <a16:creationId xmlns:a16="http://schemas.microsoft.com/office/drawing/2014/main" id="{5EE7C545-F283-48F3-9026-E463FC0B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077" y="5146477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path-375">
            <a:extLst xmlns:a="http://schemas.openxmlformats.org/drawingml/2006/main">
              <a:ext uri="{FF2B5EF4-FFF2-40B4-BE49-F238E27FC236}">
                <a16:creationId xmlns:a16="http://schemas.microsoft.com/office/drawing/2014/main" id="{6F35018D-6139-4A5C-8BC1-54359152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728" y="4956983"/>
            <a:ext cx="177593" cy="240322"/>
          </a:xfrm>
          <a:custGeom xmlns:a="http://schemas.openxmlformats.org/drawingml/2006/main">
            <a:pathLst>
              <a:path w="177593" h="240322">
                <a:moveTo>
                  <a:pt x="76962" y="85569"/>
                </a:moveTo>
                <a:cubicBezTo>
                  <a:pt x="68356" y="76190"/>
                  <a:pt x="62177" y="68190"/>
                  <a:pt x="58425" y="61570"/>
                </a:cubicBezTo>
                <a:cubicBezTo>
                  <a:pt x="54674" y="54950"/>
                  <a:pt x="52798" y="47391"/>
                  <a:pt x="52798" y="38895"/>
                </a:cubicBezTo>
                <a:cubicBezTo>
                  <a:pt x="52798" y="31392"/>
                  <a:pt x="55032" y="24689"/>
                  <a:pt x="59501" y="18785"/>
                </a:cubicBezTo>
                <a:cubicBezTo>
                  <a:pt x="63970" y="12882"/>
                  <a:pt x="70287" y="8276"/>
                  <a:pt x="78452" y="4965"/>
                </a:cubicBezTo>
                <a:cubicBezTo>
                  <a:pt x="86617" y="1655"/>
                  <a:pt x="95941" y="0"/>
                  <a:pt x="106423" y="0"/>
                </a:cubicBezTo>
                <a:cubicBezTo>
                  <a:pt x="129595" y="0"/>
                  <a:pt x="153318" y="7338"/>
                  <a:pt x="177593" y="22013"/>
                </a:cubicBezTo>
                <a:lnTo>
                  <a:pt x="170311" y="52963"/>
                </a:lnTo>
                <a:lnTo>
                  <a:pt x="147801" y="52963"/>
                </a:lnTo>
                <a:cubicBezTo>
                  <a:pt x="143277" y="40936"/>
                  <a:pt x="137650" y="31971"/>
                  <a:pt x="130919" y="26068"/>
                </a:cubicBezTo>
                <a:cubicBezTo>
                  <a:pt x="124188" y="20165"/>
                  <a:pt x="116464" y="17213"/>
                  <a:pt x="107747" y="17213"/>
                </a:cubicBezTo>
                <a:cubicBezTo>
                  <a:pt x="102230" y="17213"/>
                  <a:pt x="97844" y="18537"/>
                  <a:pt x="94589" y="21185"/>
                </a:cubicBezTo>
                <a:cubicBezTo>
                  <a:pt x="91334" y="23834"/>
                  <a:pt x="89707" y="27530"/>
                  <a:pt x="89707" y="32275"/>
                </a:cubicBezTo>
                <a:cubicBezTo>
                  <a:pt x="89707" y="36026"/>
                  <a:pt x="90534" y="39750"/>
                  <a:pt x="92189" y="43447"/>
                </a:cubicBezTo>
                <a:cubicBezTo>
                  <a:pt x="93845" y="47143"/>
                  <a:pt x="96575" y="51391"/>
                  <a:pt x="100382" y="56191"/>
                </a:cubicBezTo>
                <a:cubicBezTo>
                  <a:pt x="104189" y="60991"/>
                  <a:pt x="110892" y="68521"/>
                  <a:pt x="120492" y="78783"/>
                </a:cubicBezTo>
                <a:cubicBezTo>
                  <a:pt x="129429" y="88383"/>
                  <a:pt x="136464" y="96879"/>
                  <a:pt x="141594" y="104272"/>
                </a:cubicBezTo>
                <a:cubicBezTo>
                  <a:pt x="146725" y="111665"/>
                  <a:pt x="150697" y="119581"/>
                  <a:pt x="153511" y="128023"/>
                </a:cubicBezTo>
                <a:cubicBezTo>
                  <a:pt x="156325" y="136464"/>
                  <a:pt x="157732" y="145705"/>
                  <a:pt x="157732" y="155746"/>
                </a:cubicBezTo>
                <a:cubicBezTo>
                  <a:pt x="157732" y="171745"/>
                  <a:pt x="153815" y="186282"/>
                  <a:pt x="145980" y="199358"/>
                </a:cubicBezTo>
                <a:cubicBezTo>
                  <a:pt x="138146" y="212433"/>
                  <a:pt x="127278" y="222529"/>
                  <a:pt x="113375" y="229646"/>
                </a:cubicBezTo>
                <a:cubicBezTo>
                  <a:pt x="99472" y="236763"/>
                  <a:pt x="83969" y="240322"/>
                  <a:pt x="66866" y="240322"/>
                </a:cubicBezTo>
                <a:cubicBezTo>
                  <a:pt x="53184" y="240322"/>
                  <a:pt x="41322" y="237949"/>
                  <a:pt x="31282" y="233205"/>
                </a:cubicBezTo>
                <a:cubicBezTo>
                  <a:pt x="21241" y="228460"/>
                  <a:pt x="13517" y="221536"/>
                  <a:pt x="8110" y="212433"/>
                </a:cubicBezTo>
                <a:cubicBezTo>
                  <a:pt x="2703" y="203330"/>
                  <a:pt x="0" y="192544"/>
                  <a:pt x="0" y="180076"/>
                </a:cubicBezTo>
                <a:cubicBezTo>
                  <a:pt x="0" y="160766"/>
                  <a:pt x="6731" y="142698"/>
                  <a:pt x="20192" y="125871"/>
                </a:cubicBezTo>
                <a:cubicBezTo>
                  <a:pt x="33654" y="109044"/>
                  <a:pt x="52577" y="95610"/>
                  <a:pt x="76962" y="85569"/>
                </a:cubicBezTo>
                <a:moveTo>
                  <a:pt x="92024" y="100796"/>
                </a:moveTo>
                <a:cubicBezTo>
                  <a:pt x="77459" y="110065"/>
                  <a:pt x="66122" y="122616"/>
                  <a:pt x="58011" y="138450"/>
                </a:cubicBezTo>
                <a:cubicBezTo>
                  <a:pt x="49901" y="154284"/>
                  <a:pt x="45846" y="171028"/>
                  <a:pt x="45846" y="188682"/>
                </a:cubicBezTo>
                <a:cubicBezTo>
                  <a:pt x="45846" y="200268"/>
                  <a:pt x="47833" y="208902"/>
                  <a:pt x="51805" y="214585"/>
                </a:cubicBezTo>
                <a:cubicBezTo>
                  <a:pt x="55777" y="220267"/>
                  <a:pt x="61901" y="223108"/>
                  <a:pt x="70177" y="223108"/>
                </a:cubicBezTo>
                <a:cubicBezTo>
                  <a:pt x="77238" y="223108"/>
                  <a:pt x="83886" y="220350"/>
                  <a:pt x="90121" y="214833"/>
                </a:cubicBezTo>
                <a:cubicBezTo>
                  <a:pt x="96355" y="209316"/>
                  <a:pt x="101320" y="201509"/>
                  <a:pt x="105017" y="191413"/>
                </a:cubicBezTo>
                <a:cubicBezTo>
                  <a:pt x="108713" y="181317"/>
                  <a:pt x="110561" y="169924"/>
                  <a:pt x="110561" y="157235"/>
                </a:cubicBezTo>
                <a:cubicBezTo>
                  <a:pt x="110561" y="145649"/>
                  <a:pt x="108989" y="135029"/>
                  <a:pt x="105844" y="125374"/>
                </a:cubicBezTo>
                <a:cubicBezTo>
                  <a:pt x="102699" y="115720"/>
                  <a:pt x="98093" y="107527"/>
                  <a:pt x="92024" y="100796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path-376">
            <a:extLst xmlns:a="http://schemas.openxmlformats.org/drawingml/2006/main">
              <a:ext uri="{FF2B5EF4-FFF2-40B4-BE49-F238E27FC236}">
                <a16:creationId xmlns:a16="http://schemas.microsoft.com/office/drawing/2014/main" id="{B547CE16-4D5A-49F5-BFD3-ED91710F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642" y="5114254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77">
            <a:extLst xmlns:a="http://schemas.openxmlformats.org/drawingml/2006/main">
              <a:ext uri="{FF2B5EF4-FFF2-40B4-BE49-F238E27FC236}">
                <a16:creationId xmlns:a16="http://schemas.microsoft.com/office/drawing/2014/main" id="{9F9B198F-9679-41F1-AF7D-2045C344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79" y="5252795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78">
            <a:extLst xmlns:a="http://schemas.openxmlformats.org/drawingml/2006/main">
              <a:ext uri="{FF2B5EF4-FFF2-40B4-BE49-F238E27FC236}">
                <a16:creationId xmlns:a16="http://schemas.microsoft.com/office/drawing/2014/main" id="{C6986E32-3F09-4BF8-A1AF-23289B15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246" y="5160036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path-379">
            <a:extLst xmlns:a="http://schemas.openxmlformats.org/drawingml/2006/main">
              <a:ext uri="{FF2B5EF4-FFF2-40B4-BE49-F238E27FC236}">
                <a16:creationId xmlns:a16="http://schemas.microsoft.com/office/drawing/2014/main" id="{61004877-7148-4706-918C-B1142ED6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186" y="5252795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path-380">
            <a:extLst xmlns:a="http://schemas.openxmlformats.org/drawingml/2006/main">
              <a:ext uri="{FF2B5EF4-FFF2-40B4-BE49-F238E27FC236}">
                <a16:creationId xmlns:a16="http://schemas.microsoft.com/office/drawing/2014/main" id="{B7BD61C7-CFCF-41AE-9119-D211E11C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089" y="5132065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path-381">
            <a:extLst xmlns:a="http://schemas.openxmlformats.org/drawingml/2006/main">
              <a:ext uri="{FF2B5EF4-FFF2-40B4-BE49-F238E27FC236}">
                <a16:creationId xmlns:a16="http://schemas.microsoft.com/office/drawing/2014/main" id="{22416DA4-61A0-4D20-86C7-E6505F1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458" y="4938578"/>
            <a:ext cx="106865" cy="122404"/>
          </a:xfrm>
          <a:custGeom xmlns:a="http://schemas.openxmlformats.org/drawingml/2006/main">
            <a:pathLst>
              <a:path w="106865" h="122404">
                <a:moveTo>
                  <a:pt x="81523" y="88815"/>
                </a:moveTo>
                <a:lnTo>
                  <a:pt x="91206" y="99214"/>
                </a:lnTo>
                <a:cubicBezTo>
                  <a:pt x="82838" y="107582"/>
                  <a:pt x="74471" y="113539"/>
                  <a:pt x="66103" y="117085"/>
                </a:cubicBezTo>
                <a:cubicBezTo>
                  <a:pt x="57736" y="120631"/>
                  <a:pt x="48531" y="122404"/>
                  <a:pt x="38490" y="122404"/>
                </a:cubicBezTo>
                <a:cubicBezTo>
                  <a:pt x="26298" y="122404"/>
                  <a:pt x="16835" y="118599"/>
                  <a:pt x="10101" y="110989"/>
                </a:cubicBezTo>
                <a:cubicBezTo>
                  <a:pt x="3367" y="103378"/>
                  <a:pt x="0" y="92799"/>
                  <a:pt x="0" y="79252"/>
                </a:cubicBezTo>
                <a:cubicBezTo>
                  <a:pt x="0" y="66581"/>
                  <a:pt x="2849" y="53671"/>
                  <a:pt x="8547" y="40523"/>
                </a:cubicBezTo>
                <a:cubicBezTo>
                  <a:pt x="14245" y="27374"/>
                  <a:pt x="22672" y="17333"/>
                  <a:pt x="33829" y="10400"/>
                </a:cubicBezTo>
                <a:cubicBezTo>
                  <a:pt x="44985" y="3467"/>
                  <a:pt x="58054" y="0"/>
                  <a:pt x="73036" y="0"/>
                </a:cubicBezTo>
                <a:cubicBezTo>
                  <a:pt x="78375" y="0"/>
                  <a:pt x="84153" y="418"/>
                  <a:pt x="90369" y="1255"/>
                </a:cubicBezTo>
                <a:cubicBezTo>
                  <a:pt x="96585" y="2092"/>
                  <a:pt x="102083" y="3267"/>
                  <a:pt x="106865" y="4781"/>
                </a:cubicBezTo>
                <a:lnTo>
                  <a:pt x="100171" y="33948"/>
                </a:lnTo>
                <a:lnTo>
                  <a:pt x="78654" y="33948"/>
                </a:lnTo>
                <a:cubicBezTo>
                  <a:pt x="78814" y="32275"/>
                  <a:pt x="78893" y="30561"/>
                  <a:pt x="78893" y="28808"/>
                </a:cubicBezTo>
                <a:cubicBezTo>
                  <a:pt x="78893" y="23070"/>
                  <a:pt x="78017" y="18907"/>
                  <a:pt x="76264" y="16317"/>
                </a:cubicBezTo>
                <a:cubicBezTo>
                  <a:pt x="74510" y="13727"/>
                  <a:pt x="71921" y="12432"/>
                  <a:pt x="68494" y="12432"/>
                </a:cubicBezTo>
                <a:cubicBezTo>
                  <a:pt x="62597" y="12432"/>
                  <a:pt x="56979" y="15819"/>
                  <a:pt x="51639" y="22592"/>
                </a:cubicBezTo>
                <a:cubicBezTo>
                  <a:pt x="46300" y="29366"/>
                  <a:pt x="41837" y="38769"/>
                  <a:pt x="38251" y="50803"/>
                </a:cubicBezTo>
                <a:cubicBezTo>
                  <a:pt x="34665" y="62836"/>
                  <a:pt x="32872" y="73395"/>
                  <a:pt x="32872" y="82479"/>
                </a:cubicBezTo>
                <a:cubicBezTo>
                  <a:pt x="32872" y="97461"/>
                  <a:pt x="38331" y="104952"/>
                  <a:pt x="49249" y="104952"/>
                </a:cubicBezTo>
                <a:cubicBezTo>
                  <a:pt x="54747" y="104952"/>
                  <a:pt x="59947" y="103717"/>
                  <a:pt x="64848" y="101247"/>
                </a:cubicBezTo>
                <a:cubicBezTo>
                  <a:pt x="69749" y="98776"/>
                  <a:pt x="75307" y="94632"/>
                  <a:pt x="81523" y="88815"/>
                </a:cubicBez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path-382">
            <a:extLst xmlns:a="http://schemas.openxmlformats.org/drawingml/2006/main">
              <a:ext uri="{FF2B5EF4-FFF2-40B4-BE49-F238E27FC236}">
                <a16:creationId xmlns:a16="http://schemas.microsoft.com/office/drawing/2014/main" id="{D2553900-C0C4-4E3F-AF33-C97DE01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411" y="4938578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path-383">
            <a:extLst xmlns:a="http://schemas.openxmlformats.org/drawingml/2006/main">
              <a:ext uri="{FF2B5EF4-FFF2-40B4-BE49-F238E27FC236}">
                <a16:creationId xmlns:a16="http://schemas.microsoft.com/office/drawing/2014/main" id="{D37EE522-9594-4251-BCCF-29C01F3C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2250" y="4892796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path-384">
            <a:extLst xmlns:a="http://schemas.openxmlformats.org/drawingml/2006/main">
              <a:ext uri="{FF2B5EF4-FFF2-40B4-BE49-F238E27FC236}">
                <a16:creationId xmlns:a16="http://schemas.microsoft.com/office/drawing/2014/main" id="{6EABCB1C-0FD9-45BC-8435-CD6F769A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206" y="4910606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B66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path-385">
            <a:extLst xmlns:a="http://schemas.openxmlformats.org/drawingml/2006/main">
              <a:ext uri="{FF2B5EF4-FFF2-40B4-BE49-F238E27FC236}">
                <a16:creationId xmlns:a16="http://schemas.microsoft.com/office/drawing/2014/main" id="{0D974C93-40E4-4F44-BDCF-6D477C7F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877" y="5086743"/>
            <a:ext cx="203909" cy="22013"/>
          </a:xfrm>
          <a:custGeom xmlns:a="http://schemas.openxmlformats.org/drawingml/2006/main">
            <a:pathLst>
              <a:path w="203909" h="22013">
                <a:moveTo>
                  <a:pt x="0" y="22013"/>
                </a:moveTo>
                <a:lnTo>
                  <a:pt x="0" y="0"/>
                </a:lnTo>
                <a:lnTo>
                  <a:pt x="203909" y="0"/>
                </a:lnTo>
                <a:lnTo>
                  <a:pt x="203909" y="22013"/>
                </a:lnTo>
                <a:lnTo>
                  <a:pt x="0" y="220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386">
            <a:extLst xmlns:a="http://schemas.openxmlformats.org/drawingml/2006/main">
              <a:ext uri="{FF2B5EF4-FFF2-40B4-BE49-F238E27FC236}">
                <a16:creationId xmlns:a16="http://schemas.microsoft.com/office/drawing/2014/main" id="{0FAE5277-71F6-48D4-B191-7AC614D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739" y="5027821"/>
            <a:ext cx="183386" cy="238335"/>
          </a:xfrm>
          <a:custGeom xmlns:a="http://schemas.openxmlformats.org/drawingml/2006/main">
            <a:pathLst>
              <a:path w="183386" h="238335">
                <a:moveTo>
                  <a:pt x="84741" y="36578"/>
                </a:moveTo>
                <a:cubicBezTo>
                  <a:pt x="93789" y="24771"/>
                  <a:pt x="103196" y="15724"/>
                  <a:pt x="112961" y="9434"/>
                </a:cubicBezTo>
                <a:cubicBezTo>
                  <a:pt x="122726" y="3145"/>
                  <a:pt x="133788" y="0"/>
                  <a:pt x="146146" y="0"/>
                </a:cubicBezTo>
                <a:cubicBezTo>
                  <a:pt x="157842" y="0"/>
                  <a:pt x="166973" y="3172"/>
                  <a:pt x="173538" y="9517"/>
                </a:cubicBezTo>
                <a:cubicBezTo>
                  <a:pt x="180103" y="15861"/>
                  <a:pt x="183386" y="24606"/>
                  <a:pt x="183386" y="35750"/>
                </a:cubicBezTo>
                <a:cubicBezTo>
                  <a:pt x="183386" y="39392"/>
                  <a:pt x="183000" y="43805"/>
                  <a:pt x="182227" y="48991"/>
                </a:cubicBezTo>
                <a:cubicBezTo>
                  <a:pt x="181455" y="54177"/>
                  <a:pt x="180682" y="58536"/>
                  <a:pt x="179910" y="62067"/>
                </a:cubicBezTo>
                <a:lnTo>
                  <a:pt x="142174" y="238335"/>
                </a:lnTo>
                <a:lnTo>
                  <a:pt x="94341" y="238335"/>
                </a:lnTo>
                <a:lnTo>
                  <a:pt x="130257" y="77293"/>
                </a:lnTo>
                <a:cubicBezTo>
                  <a:pt x="134560" y="57984"/>
                  <a:pt x="136712" y="45405"/>
                  <a:pt x="136712" y="39557"/>
                </a:cubicBezTo>
                <a:cubicBezTo>
                  <a:pt x="136712" y="29295"/>
                  <a:pt x="132740" y="24165"/>
                  <a:pt x="124795" y="24165"/>
                </a:cubicBezTo>
                <a:cubicBezTo>
                  <a:pt x="120712" y="24165"/>
                  <a:pt x="116464" y="25709"/>
                  <a:pt x="112051" y="28799"/>
                </a:cubicBezTo>
                <a:cubicBezTo>
                  <a:pt x="107637" y="31888"/>
                  <a:pt x="103030" y="36026"/>
                  <a:pt x="98231" y="41212"/>
                </a:cubicBezTo>
                <a:cubicBezTo>
                  <a:pt x="93431" y="46398"/>
                  <a:pt x="89624" y="51860"/>
                  <a:pt x="86810" y="57598"/>
                </a:cubicBezTo>
                <a:cubicBezTo>
                  <a:pt x="83997" y="63335"/>
                  <a:pt x="81873" y="69183"/>
                  <a:pt x="80438" y="75142"/>
                </a:cubicBezTo>
                <a:lnTo>
                  <a:pt x="59418" y="166835"/>
                </a:lnTo>
                <a:lnTo>
                  <a:pt x="11917" y="166835"/>
                </a:lnTo>
                <a:lnTo>
                  <a:pt x="38729" y="54287"/>
                </a:lnTo>
                <a:cubicBezTo>
                  <a:pt x="40385" y="47336"/>
                  <a:pt x="41212" y="41047"/>
                  <a:pt x="41212" y="35419"/>
                </a:cubicBezTo>
                <a:cubicBezTo>
                  <a:pt x="41212" y="31778"/>
                  <a:pt x="40633" y="28964"/>
                  <a:pt x="39474" y="26978"/>
                </a:cubicBezTo>
                <a:cubicBezTo>
                  <a:pt x="38316" y="24992"/>
                  <a:pt x="36247" y="23999"/>
                  <a:pt x="33268" y="23999"/>
                </a:cubicBezTo>
                <a:cubicBezTo>
                  <a:pt x="30178" y="23999"/>
                  <a:pt x="26923" y="25130"/>
                  <a:pt x="23503" y="27392"/>
                </a:cubicBezTo>
                <a:cubicBezTo>
                  <a:pt x="20082" y="29654"/>
                  <a:pt x="16220" y="33268"/>
                  <a:pt x="11917" y="38233"/>
                </a:cubicBezTo>
                <a:lnTo>
                  <a:pt x="0" y="26482"/>
                </a:lnTo>
                <a:cubicBezTo>
                  <a:pt x="9489" y="17875"/>
                  <a:pt x="16855" y="12000"/>
                  <a:pt x="22096" y="8855"/>
                </a:cubicBezTo>
                <a:cubicBezTo>
                  <a:pt x="27337" y="5710"/>
                  <a:pt x="32385" y="3448"/>
                  <a:pt x="37240" y="2069"/>
                </a:cubicBezTo>
                <a:cubicBezTo>
                  <a:pt x="42095" y="690"/>
                  <a:pt x="47391" y="0"/>
                  <a:pt x="53129" y="0"/>
                </a:cubicBezTo>
                <a:cubicBezTo>
                  <a:pt x="62618" y="0"/>
                  <a:pt x="69983" y="2483"/>
                  <a:pt x="75225" y="7448"/>
                </a:cubicBezTo>
                <a:cubicBezTo>
                  <a:pt x="80466" y="12413"/>
                  <a:pt x="83086" y="18979"/>
                  <a:pt x="83086" y="27144"/>
                </a:cubicBezTo>
                <a:cubicBezTo>
                  <a:pt x="83086" y="30785"/>
                  <a:pt x="82866" y="33709"/>
                  <a:pt x="82424" y="35916"/>
                </a:cubicBezTo>
                <a:lnTo>
                  <a:pt x="84741" y="3657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path-387">
            <a:extLst xmlns:a="http://schemas.openxmlformats.org/drawingml/2006/main">
              <a:ext uri="{FF2B5EF4-FFF2-40B4-BE49-F238E27FC236}">
                <a16:creationId xmlns:a16="http://schemas.microsoft.com/office/drawing/2014/main" id="{58385B2A-67B2-4800-BA35-4326D82A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938" y="5027821"/>
            <a:ext cx="147967" cy="169483"/>
          </a:xfrm>
          <a:custGeom xmlns:a="http://schemas.openxmlformats.org/drawingml/2006/main">
            <a:pathLst>
              <a:path w="147967" h="169483">
                <a:moveTo>
                  <a:pt x="112878" y="122974"/>
                </a:moveTo>
                <a:lnTo>
                  <a:pt x="126285" y="137374"/>
                </a:lnTo>
                <a:cubicBezTo>
                  <a:pt x="114699" y="148960"/>
                  <a:pt x="103113" y="157208"/>
                  <a:pt x="91527" y="162118"/>
                </a:cubicBezTo>
                <a:cubicBezTo>
                  <a:pt x="79942" y="167028"/>
                  <a:pt x="67197" y="169483"/>
                  <a:pt x="53294" y="169483"/>
                </a:cubicBezTo>
                <a:cubicBezTo>
                  <a:pt x="36412" y="169483"/>
                  <a:pt x="23309" y="164214"/>
                  <a:pt x="13986" y="153677"/>
                </a:cubicBezTo>
                <a:cubicBezTo>
                  <a:pt x="4662" y="143139"/>
                  <a:pt x="0" y="128491"/>
                  <a:pt x="0" y="109734"/>
                </a:cubicBezTo>
                <a:cubicBezTo>
                  <a:pt x="0" y="92189"/>
                  <a:pt x="3945" y="74314"/>
                  <a:pt x="11834" y="56108"/>
                </a:cubicBezTo>
                <a:cubicBezTo>
                  <a:pt x="19723" y="37902"/>
                  <a:pt x="31392" y="23999"/>
                  <a:pt x="46840" y="14399"/>
                </a:cubicBezTo>
                <a:cubicBezTo>
                  <a:pt x="62287" y="4800"/>
                  <a:pt x="80383" y="0"/>
                  <a:pt x="101127" y="0"/>
                </a:cubicBezTo>
                <a:cubicBezTo>
                  <a:pt x="108520" y="0"/>
                  <a:pt x="116520" y="579"/>
                  <a:pt x="125126" y="1738"/>
                </a:cubicBezTo>
                <a:cubicBezTo>
                  <a:pt x="133733" y="2896"/>
                  <a:pt x="141346" y="4524"/>
                  <a:pt x="147967" y="6620"/>
                </a:cubicBezTo>
                <a:lnTo>
                  <a:pt x="138698" y="47005"/>
                </a:lnTo>
                <a:lnTo>
                  <a:pt x="108906" y="47005"/>
                </a:lnTo>
                <a:cubicBezTo>
                  <a:pt x="109127" y="44688"/>
                  <a:pt x="109237" y="42316"/>
                  <a:pt x="109237" y="39888"/>
                </a:cubicBezTo>
                <a:cubicBezTo>
                  <a:pt x="109237" y="31944"/>
                  <a:pt x="108023" y="26178"/>
                  <a:pt x="105596" y="22592"/>
                </a:cubicBezTo>
                <a:cubicBezTo>
                  <a:pt x="103168" y="19006"/>
                  <a:pt x="99582" y="17213"/>
                  <a:pt x="94838" y="17213"/>
                </a:cubicBezTo>
                <a:cubicBezTo>
                  <a:pt x="86672" y="17213"/>
                  <a:pt x="78893" y="21903"/>
                  <a:pt x="71501" y="31282"/>
                </a:cubicBezTo>
                <a:cubicBezTo>
                  <a:pt x="64108" y="40660"/>
                  <a:pt x="57929" y="53681"/>
                  <a:pt x="52963" y="70342"/>
                </a:cubicBezTo>
                <a:cubicBezTo>
                  <a:pt x="47998" y="87003"/>
                  <a:pt x="45515" y="101624"/>
                  <a:pt x="45515" y="114202"/>
                </a:cubicBezTo>
                <a:cubicBezTo>
                  <a:pt x="45515" y="134946"/>
                  <a:pt x="53074" y="145318"/>
                  <a:pt x="68190" y="145318"/>
                </a:cubicBezTo>
                <a:cubicBezTo>
                  <a:pt x="75804" y="145318"/>
                  <a:pt x="83004" y="143608"/>
                  <a:pt x="89790" y="140188"/>
                </a:cubicBezTo>
                <a:cubicBezTo>
                  <a:pt x="96575" y="136767"/>
                  <a:pt x="104272" y="131029"/>
                  <a:pt x="112878" y="122974"/>
                </a:cubicBez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path-388">
            <a:extLst xmlns:a="http://schemas.openxmlformats.org/drawingml/2006/main">
              <a:ext uri="{FF2B5EF4-FFF2-40B4-BE49-F238E27FC236}">
                <a16:creationId xmlns:a16="http://schemas.microsoft.com/office/drawing/2014/main" id="{6E7AA5B6-70BB-40C0-8588-C138952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31" y="5100695"/>
            <a:ext cx="65745" cy="168186"/>
          </a:xfrm>
          <a:custGeom xmlns:a="http://schemas.openxmlformats.org/drawingml/2006/main">
            <a:pathLst>
              <a:path w="65745" h="168186">
                <a:moveTo>
                  <a:pt x="62637" y="0"/>
                </a:moveTo>
                <a:lnTo>
                  <a:pt x="56421" y="29286"/>
                </a:lnTo>
                <a:lnTo>
                  <a:pt x="25461" y="29286"/>
                </a:lnTo>
                <a:lnTo>
                  <a:pt x="32036" y="0"/>
                </a:lnTo>
                <a:lnTo>
                  <a:pt x="62637" y="0"/>
                </a:lnTo>
                <a:moveTo>
                  <a:pt x="35263" y="128620"/>
                </a:moveTo>
                <a:cubicBezTo>
                  <a:pt x="34466" y="131967"/>
                  <a:pt x="33928" y="134557"/>
                  <a:pt x="33649" y="136390"/>
                </a:cubicBezTo>
                <a:cubicBezTo>
                  <a:pt x="33370" y="138223"/>
                  <a:pt x="33231" y="140295"/>
                  <a:pt x="33231" y="142606"/>
                </a:cubicBezTo>
                <a:cubicBezTo>
                  <a:pt x="33231" y="145714"/>
                  <a:pt x="33749" y="147865"/>
                  <a:pt x="34785" y="149061"/>
                </a:cubicBezTo>
                <a:cubicBezTo>
                  <a:pt x="35821" y="150256"/>
                  <a:pt x="37295" y="150854"/>
                  <a:pt x="39208" y="150854"/>
                </a:cubicBezTo>
                <a:cubicBezTo>
                  <a:pt x="41519" y="150854"/>
                  <a:pt x="44109" y="149758"/>
                  <a:pt x="46977" y="147567"/>
                </a:cubicBezTo>
                <a:cubicBezTo>
                  <a:pt x="49846" y="145375"/>
                  <a:pt x="53233" y="142048"/>
                  <a:pt x="57138" y="137585"/>
                </a:cubicBezTo>
                <a:lnTo>
                  <a:pt x="65745" y="146192"/>
                </a:lnTo>
                <a:cubicBezTo>
                  <a:pt x="57935" y="154161"/>
                  <a:pt x="50942" y="159819"/>
                  <a:pt x="44766" y="163166"/>
                </a:cubicBezTo>
                <a:cubicBezTo>
                  <a:pt x="38590" y="166513"/>
                  <a:pt x="31796" y="168186"/>
                  <a:pt x="24385" y="168186"/>
                </a:cubicBezTo>
                <a:cubicBezTo>
                  <a:pt x="15938" y="168186"/>
                  <a:pt x="9762" y="166114"/>
                  <a:pt x="5857" y="161971"/>
                </a:cubicBezTo>
                <a:cubicBezTo>
                  <a:pt x="1952" y="157827"/>
                  <a:pt x="0" y="151571"/>
                  <a:pt x="0" y="143204"/>
                </a:cubicBezTo>
                <a:cubicBezTo>
                  <a:pt x="0" y="137864"/>
                  <a:pt x="877" y="131609"/>
                  <a:pt x="2630" y="124436"/>
                </a:cubicBezTo>
                <a:lnTo>
                  <a:pt x="12671" y="82838"/>
                </a:lnTo>
                <a:cubicBezTo>
                  <a:pt x="14504" y="75268"/>
                  <a:pt x="15420" y="69291"/>
                  <a:pt x="15420" y="64908"/>
                </a:cubicBezTo>
                <a:cubicBezTo>
                  <a:pt x="15420" y="61800"/>
                  <a:pt x="14683" y="59588"/>
                  <a:pt x="13209" y="58274"/>
                </a:cubicBezTo>
                <a:cubicBezTo>
                  <a:pt x="11734" y="56959"/>
                  <a:pt x="8646" y="56062"/>
                  <a:pt x="3945" y="55584"/>
                </a:cubicBezTo>
                <a:lnTo>
                  <a:pt x="5738" y="47695"/>
                </a:lnTo>
                <a:lnTo>
                  <a:pt x="40762" y="46380"/>
                </a:lnTo>
                <a:lnTo>
                  <a:pt x="54389" y="46380"/>
                </a:lnTo>
                <a:lnTo>
                  <a:pt x="35263" y="12862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389">
            <a:extLst xmlns:a="http://schemas.openxmlformats.org/drawingml/2006/main">
              <a:ext uri="{FF2B5EF4-FFF2-40B4-BE49-F238E27FC236}">
                <a16:creationId xmlns:a16="http://schemas.microsoft.com/office/drawing/2014/main" id="{09483004-1381-46E7-917B-8F293A1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067" y="5239236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path-390">
            <a:extLst xmlns:a="http://schemas.openxmlformats.org/drawingml/2006/main">
              <a:ext uri="{FF2B5EF4-FFF2-40B4-BE49-F238E27FC236}">
                <a16:creationId xmlns:a16="http://schemas.microsoft.com/office/drawing/2014/main" id="{98748454-8223-4BCD-9126-4B3A3B17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2732" y="5146477"/>
            <a:ext cx="124317" cy="120492"/>
          </a:xfrm>
          <a:custGeom xmlns:a="http://schemas.openxmlformats.org/drawingml/2006/main">
            <a:pathLst>
              <a:path w="124317" h="120492">
                <a:moveTo>
                  <a:pt x="62158" y="28689"/>
                </a:moveTo>
                <a:cubicBezTo>
                  <a:pt x="68852" y="19285"/>
                  <a:pt x="75865" y="12153"/>
                  <a:pt x="83197" y="7292"/>
                </a:cubicBezTo>
                <a:cubicBezTo>
                  <a:pt x="90528" y="2431"/>
                  <a:pt x="98657" y="0"/>
                  <a:pt x="107582" y="0"/>
                </a:cubicBezTo>
                <a:cubicBezTo>
                  <a:pt x="112841" y="0"/>
                  <a:pt x="118420" y="757"/>
                  <a:pt x="124317" y="2271"/>
                </a:cubicBezTo>
                <a:lnTo>
                  <a:pt x="117264" y="34426"/>
                </a:lnTo>
                <a:lnTo>
                  <a:pt x="95867" y="34426"/>
                </a:lnTo>
                <a:cubicBezTo>
                  <a:pt x="95867" y="29087"/>
                  <a:pt x="95290" y="25381"/>
                  <a:pt x="94134" y="23309"/>
                </a:cubicBezTo>
                <a:cubicBezTo>
                  <a:pt x="92979" y="21237"/>
                  <a:pt x="91006" y="20201"/>
                  <a:pt x="88217" y="20201"/>
                </a:cubicBezTo>
                <a:cubicBezTo>
                  <a:pt x="86066" y="20201"/>
                  <a:pt x="83715" y="20959"/>
                  <a:pt x="81165" y="22473"/>
                </a:cubicBezTo>
                <a:cubicBezTo>
                  <a:pt x="78615" y="23987"/>
                  <a:pt x="75566" y="26935"/>
                  <a:pt x="72020" y="31318"/>
                </a:cubicBezTo>
                <a:cubicBezTo>
                  <a:pt x="68474" y="35701"/>
                  <a:pt x="65804" y="39885"/>
                  <a:pt x="64011" y="43870"/>
                </a:cubicBezTo>
                <a:cubicBezTo>
                  <a:pt x="62218" y="47854"/>
                  <a:pt x="60644" y="52954"/>
                  <a:pt x="59290" y="59170"/>
                </a:cubicBezTo>
                <a:lnTo>
                  <a:pt x="45782" y="120492"/>
                </a:lnTo>
                <a:lnTo>
                  <a:pt x="11475" y="120492"/>
                </a:lnTo>
                <a:lnTo>
                  <a:pt x="30721" y="37415"/>
                </a:lnTo>
                <a:cubicBezTo>
                  <a:pt x="31916" y="32235"/>
                  <a:pt x="32514" y="28290"/>
                  <a:pt x="32514" y="25581"/>
                </a:cubicBezTo>
                <a:cubicBezTo>
                  <a:pt x="32514" y="22951"/>
                  <a:pt x="32075" y="20919"/>
                  <a:pt x="31199" y="19484"/>
                </a:cubicBezTo>
                <a:cubicBezTo>
                  <a:pt x="30322" y="18050"/>
                  <a:pt x="28808" y="17333"/>
                  <a:pt x="26656" y="17333"/>
                </a:cubicBezTo>
                <a:cubicBezTo>
                  <a:pt x="24186" y="17333"/>
                  <a:pt x="21516" y="18448"/>
                  <a:pt x="18648" y="20680"/>
                </a:cubicBezTo>
                <a:cubicBezTo>
                  <a:pt x="15779" y="22911"/>
                  <a:pt x="12432" y="26218"/>
                  <a:pt x="8607" y="30601"/>
                </a:cubicBezTo>
                <a:lnTo>
                  <a:pt x="0" y="21995"/>
                </a:lnTo>
                <a:cubicBezTo>
                  <a:pt x="7969" y="13866"/>
                  <a:pt x="15042" y="8168"/>
                  <a:pt x="21218" y="4901"/>
                </a:cubicBezTo>
                <a:cubicBezTo>
                  <a:pt x="27394" y="1634"/>
                  <a:pt x="33908" y="0"/>
                  <a:pt x="40762" y="0"/>
                </a:cubicBezTo>
                <a:cubicBezTo>
                  <a:pt x="47376" y="0"/>
                  <a:pt x="52655" y="1853"/>
                  <a:pt x="56600" y="5558"/>
                </a:cubicBezTo>
                <a:cubicBezTo>
                  <a:pt x="60545" y="9264"/>
                  <a:pt x="62517" y="14145"/>
                  <a:pt x="62517" y="20201"/>
                </a:cubicBezTo>
                <a:cubicBezTo>
                  <a:pt x="62517" y="22353"/>
                  <a:pt x="62079" y="25063"/>
                  <a:pt x="61202" y="28330"/>
                </a:cubicBezTo>
                <a:lnTo>
                  <a:pt x="62158" y="28689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path-391">
            <a:extLst xmlns:a="http://schemas.openxmlformats.org/drawingml/2006/main">
              <a:ext uri="{FF2B5EF4-FFF2-40B4-BE49-F238E27FC236}">
                <a16:creationId xmlns:a16="http://schemas.microsoft.com/office/drawing/2014/main" id="{F82A1422-9DC1-4A66-8B60-8A6AEB6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673" y="5239236"/>
            <a:ext cx="35741" cy="60724"/>
          </a:xfrm>
          <a:custGeom xmlns:a="http://schemas.openxmlformats.org/drawingml/2006/main">
            <a:pathLst>
              <a:path w="35741" h="60724">
                <a:moveTo>
                  <a:pt x="34068" y="0"/>
                </a:moveTo>
                <a:cubicBezTo>
                  <a:pt x="35183" y="5578"/>
                  <a:pt x="35741" y="11077"/>
                  <a:pt x="35741" y="16496"/>
                </a:cubicBezTo>
                <a:cubicBezTo>
                  <a:pt x="35741" y="22074"/>
                  <a:pt x="34785" y="27174"/>
                  <a:pt x="32872" y="31796"/>
                </a:cubicBezTo>
                <a:cubicBezTo>
                  <a:pt x="30960" y="36418"/>
                  <a:pt x="27912" y="41021"/>
                  <a:pt x="23728" y="45603"/>
                </a:cubicBezTo>
                <a:cubicBezTo>
                  <a:pt x="19544" y="50185"/>
                  <a:pt x="13786" y="55225"/>
                  <a:pt x="6455" y="60724"/>
                </a:cubicBezTo>
                <a:lnTo>
                  <a:pt x="0" y="53432"/>
                </a:lnTo>
                <a:cubicBezTo>
                  <a:pt x="4064" y="49607"/>
                  <a:pt x="7013" y="46161"/>
                  <a:pt x="8846" y="43093"/>
                </a:cubicBezTo>
                <a:cubicBezTo>
                  <a:pt x="10679" y="40024"/>
                  <a:pt x="11993" y="36538"/>
                  <a:pt x="12790" y="32633"/>
                </a:cubicBezTo>
                <a:cubicBezTo>
                  <a:pt x="13587" y="28728"/>
                  <a:pt x="13986" y="23827"/>
                  <a:pt x="13986" y="17930"/>
                </a:cubicBezTo>
                <a:cubicBezTo>
                  <a:pt x="13986" y="11874"/>
                  <a:pt x="13707" y="5897"/>
                  <a:pt x="13149" y="0"/>
                </a:cubicBezTo>
                <a:lnTo>
                  <a:pt x="34068" y="0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392">
            <a:extLst xmlns:a="http://schemas.openxmlformats.org/drawingml/2006/main">
              <a:ext uri="{FF2B5EF4-FFF2-40B4-BE49-F238E27FC236}">
                <a16:creationId xmlns:a16="http://schemas.microsoft.com/office/drawing/2014/main" id="{85ACA4E9-9208-4925-BCA4-D6DD7BF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576" y="5118506"/>
            <a:ext cx="85109" cy="150376"/>
          </a:xfrm>
          <a:custGeom xmlns:a="http://schemas.openxmlformats.org/drawingml/2006/main">
            <a:pathLst>
              <a:path w="85109" h="150376">
                <a:moveTo>
                  <a:pt x="76264" y="126708"/>
                </a:moveTo>
                <a:cubicBezTo>
                  <a:pt x="68215" y="135553"/>
                  <a:pt x="60824" y="141709"/>
                  <a:pt x="54090" y="145176"/>
                </a:cubicBezTo>
                <a:cubicBezTo>
                  <a:pt x="47356" y="148642"/>
                  <a:pt x="39407" y="150376"/>
                  <a:pt x="30242" y="150376"/>
                </a:cubicBezTo>
                <a:cubicBezTo>
                  <a:pt x="21158" y="150376"/>
                  <a:pt x="14185" y="148045"/>
                  <a:pt x="9324" y="143383"/>
                </a:cubicBezTo>
                <a:cubicBezTo>
                  <a:pt x="4463" y="138721"/>
                  <a:pt x="2032" y="132286"/>
                  <a:pt x="2032" y="124078"/>
                </a:cubicBezTo>
                <a:cubicBezTo>
                  <a:pt x="2032" y="120332"/>
                  <a:pt x="2311" y="116766"/>
                  <a:pt x="2869" y="113379"/>
                </a:cubicBezTo>
                <a:cubicBezTo>
                  <a:pt x="3427" y="109993"/>
                  <a:pt x="4582" y="104434"/>
                  <a:pt x="6335" y="96704"/>
                </a:cubicBezTo>
                <a:lnTo>
                  <a:pt x="18648" y="44826"/>
                </a:lnTo>
                <a:lnTo>
                  <a:pt x="0" y="44826"/>
                </a:lnTo>
                <a:lnTo>
                  <a:pt x="2271" y="35143"/>
                </a:lnTo>
                <a:cubicBezTo>
                  <a:pt x="7849" y="35143"/>
                  <a:pt x="12073" y="34625"/>
                  <a:pt x="14942" y="33589"/>
                </a:cubicBezTo>
                <a:cubicBezTo>
                  <a:pt x="17811" y="32553"/>
                  <a:pt x="20221" y="31000"/>
                  <a:pt x="22174" y="28928"/>
                </a:cubicBezTo>
                <a:cubicBezTo>
                  <a:pt x="24126" y="26856"/>
                  <a:pt x="26019" y="23708"/>
                  <a:pt x="27852" y="19484"/>
                </a:cubicBezTo>
                <a:cubicBezTo>
                  <a:pt x="29685" y="15261"/>
                  <a:pt x="31836" y="8766"/>
                  <a:pt x="34307" y="0"/>
                </a:cubicBezTo>
                <a:lnTo>
                  <a:pt x="62995" y="0"/>
                </a:lnTo>
                <a:lnTo>
                  <a:pt x="56062" y="29884"/>
                </a:lnTo>
                <a:lnTo>
                  <a:pt x="85109" y="29884"/>
                </a:lnTo>
                <a:lnTo>
                  <a:pt x="81882" y="44826"/>
                </a:lnTo>
                <a:lnTo>
                  <a:pt x="52596" y="44826"/>
                </a:lnTo>
                <a:lnTo>
                  <a:pt x="41001" y="92640"/>
                </a:lnTo>
                <a:cubicBezTo>
                  <a:pt x="39008" y="100848"/>
                  <a:pt x="37634" y="107084"/>
                  <a:pt x="36877" y="111347"/>
                </a:cubicBezTo>
                <a:cubicBezTo>
                  <a:pt x="36120" y="115611"/>
                  <a:pt x="35741" y="119217"/>
                  <a:pt x="35741" y="122165"/>
                </a:cubicBezTo>
                <a:cubicBezTo>
                  <a:pt x="35741" y="125911"/>
                  <a:pt x="36418" y="128640"/>
                  <a:pt x="37773" y="130353"/>
                </a:cubicBezTo>
                <a:cubicBezTo>
                  <a:pt x="39128" y="132067"/>
                  <a:pt x="41120" y="132923"/>
                  <a:pt x="43750" y="132923"/>
                </a:cubicBezTo>
                <a:cubicBezTo>
                  <a:pt x="47336" y="132923"/>
                  <a:pt x="51022" y="131648"/>
                  <a:pt x="54807" y="129098"/>
                </a:cubicBezTo>
                <a:cubicBezTo>
                  <a:pt x="58592" y="126548"/>
                  <a:pt x="62676" y="122604"/>
                  <a:pt x="67059" y="117264"/>
                </a:cubicBezTo>
                <a:lnTo>
                  <a:pt x="76264" y="126708"/>
                </a:lnTo>
                <a:close/>
              </a:path>
            </a:pathLst>
          </a:custGeom>
          <a:solidFill xmlns:a="http://schemas.openxmlformats.org/drawingml/2006/main">
            <a:srgbClr val="F40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93">
            <a:extLst xmlns:a="http://schemas.openxmlformats.org/drawingml/2006/main">
              <a:ext uri="{FF2B5EF4-FFF2-40B4-BE49-F238E27FC236}">
                <a16:creationId xmlns:a16="http://schemas.microsoft.com/office/drawing/2014/main" id="{252C1EFF-C674-44B1-83FF-D5DA95F8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42" y="5465462"/>
            <a:ext cx="951552" cy="263640"/>
          </a:xfrm>
          <a:custGeom xmlns:a="http://schemas.openxmlformats.org/drawingml/2006/main">
            <a:pathLst>
              <a:path w="951552" h="263640">
                <a:moveTo>
                  <a:pt x="0" y="0"/>
                </a:moveTo>
                <a:lnTo>
                  <a:pt x="0" y="263640"/>
                </a:lnTo>
                <a:lnTo>
                  <a:pt x="951552" y="263640"/>
                </a:lnTo>
                <a:lnTo>
                  <a:pt x="951552" y="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path-394">
            <a:extLst xmlns:a="http://schemas.openxmlformats.org/drawingml/2006/main">
              <a:ext uri="{FF2B5EF4-FFF2-40B4-BE49-F238E27FC236}">
                <a16:creationId xmlns:a16="http://schemas.microsoft.com/office/drawing/2014/main" id="{D87E6F85-A9AD-4AF0-A436-1D3E7E7E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694" y="5465462"/>
            <a:ext cx="68263" cy="263640"/>
          </a:xfrm>
          <a:custGeom xmlns:a="http://schemas.openxmlformats.org/drawingml/2006/main">
            <a:pathLst>
              <a:path w="68263" h="263640">
                <a:moveTo>
                  <a:pt x="0" y="0"/>
                </a:moveTo>
                <a:lnTo>
                  <a:pt x="68263" y="0"/>
                </a:lnTo>
                <a:lnTo>
                  <a:pt x="68263" y="263640"/>
                </a:lnTo>
                <a:lnTo>
                  <a:pt x="0" y="26364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395">
            <a:extLst xmlns:a="http://schemas.openxmlformats.org/drawingml/2006/main">
              <a:ext uri="{FF2B5EF4-FFF2-40B4-BE49-F238E27FC236}">
                <a16:creationId xmlns:a16="http://schemas.microsoft.com/office/drawing/2014/main" id="{88DC48C0-9336-4DC4-B9C3-F0D01A3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57" y="5465462"/>
            <a:ext cx="1499925" cy="263640"/>
          </a:xfrm>
          <a:custGeom xmlns:a="http://schemas.openxmlformats.org/drawingml/2006/main">
            <a:pathLst>
              <a:path w="1499925" h="263640">
                <a:moveTo>
                  <a:pt x="0" y="0"/>
                </a:moveTo>
                <a:lnTo>
                  <a:pt x="0" y="263640"/>
                </a:lnTo>
                <a:lnTo>
                  <a:pt x="1499925" y="263640"/>
                </a:lnTo>
                <a:lnTo>
                  <a:pt x="1499925" y="0"/>
                </a:lnTo>
                <a:close/>
              </a:path>
            </a:pathLst>
          </a:cu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text-396 Trajectory">
            <a:extLst xmlns:a="http://schemas.openxmlformats.org/drawingml/2006/main">
              <a:ext uri="{FF2B5EF4-FFF2-40B4-BE49-F238E27FC236}">
                <a16:creationId xmlns:a16="http://schemas.microsoft.com/office/drawing/2014/main" id="{24C656EC-0981-4E60-B0D3-7898F74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142" y="5446484"/>
            <a:ext cx="992905" cy="3181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9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Trajectory</a:t>
            </a:r>
          </a:p>
        </p:txBody>
      </p:sp>
      <p:sp>
        <p:nvSpPr>
          <p:cNvPr id="411" name="text-397 -">
            <a:extLst xmlns:a="http://schemas.openxmlformats.org/drawingml/2006/main">
              <a:ext uri="{FF2B5EF4-FFF2-40B4-BE49-F238E27FC236}">
                <a16:creationId xmlns:a16="http://schemas.microsoft.com/office/drawing/2014/main" id="{9E3C1BC1-E489-4EB0-BDC1-6D616556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8694" y="5447647"/>
            <a:ext cx="109878" cy="316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12" name="text-398 level">
            <a:extLst xmlns:a="http://schemas.openxmlformats.org/drawingml/2006/main">
              <a:ext uri="{FF2B5EF4-FFF2-40B4-BE49-F238E27FC236}">
                <a16:creationId xmlns:a16="http://schemas.microsoft.com/office/drawing/2014/main" id="{F69C4E1C-98E6-44CD-BB10-CCA6C5EC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6957" y="5447596"/>
            <a:ext cx="478106" cy="316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1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413" name="text-398 advantage">
            <a:extLst xmlns:a="http://schemas.openxmlformats.org/drawingml/2006/main">
              <a:ext uri="{FF2B5EF4-FFF2-40B4-BE49-F238E27FC236}">
                <a16:creationId xmlns:a16="http://schemas.microsoft.com/office/drawing/2014/main" id="{D924F358-E09E-4A7B-B94F-97974968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7102" y="5446852"/>
            <a:ext cx="1050778" cy="317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defRPr>
            </a:pPr>
            <a:r>
              <a:rPr sz="1786" b="1" i="1">
                <a:solidFill>
                  <a:srgbClr val="0079F5"/>
                </a:solidFill>
                <a:latin typeface="Calibri"/>
                <a:ea typeface="Calibri"/>
                <a:cs typeface="Calibri"/>
              </a:rPr>
              <a:t>advantage</a:t>
            </a:r>
          </a:p>
        </p:txBody>
      </p:sp>
      <p:sp>
        <p:nvSpPr>
          <p:cNvPr id="414" name="path-399">
            <a:extLst xmlns:a="http://schemas.openxmlformats.org/drawingml/2006/main">
              <a:ext uri="{FF2B5EF4-FFF2-40B4-BE49-F238E27FC236}">
                <a16:creationId xmlns:a16="http://schemas.microsoft.com/office/drawing/2014/main" id="{69261E3A-A3C4-41E4-AA24-E0AD1C7B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222" y="5465465"/>
            <a:ext cx="809752" cy="263641"/>
          </a:xfrm>
          <a:custGeom xmlns:a="http://schemas.openxmlformats.org/drawingml/2006/main">
            <a:pathLst>
              <a:path w="809752" h="263641">
                <a:moveTo>
                  <a:pt x="0" y="0"/>
                </a:moveTo>
                <a:lnTo>
                  <a:pt x="809752" y="0"/>
                </a:lnTo>
                <a:lnTo>
                  <a:pt x="809752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00">
            <a:extLst xmlns:a="http://schemas.openxmlformats.org/drawingml/2006/main">
              <a:ext uri="{FF2B5EF4-FFF2-40B4-BE49-F238E27FC236}">
                <a16:creationId xmlns:a16="http://schemas.microsoft.com/office/drawing/2014/main" id="{5E4DC88B-6B4C-4162-9F6D-72047110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2975" y="5465465"/>
            <a:ext cx="51786" cy="263641"/>
          </a:xfrm>
          <a:custGeom xmlns:a="http://schemas.openxmlformats.org/drawingml/2006/main">
            <a:pathLst>
              <a:path w="51786" h="263641">
                <a:moveTo>
                  <a:pt x="0" y="0"/>
                </a:moveTo>
                <a:lnTo>
                  <a:pt x="51786" y="0"/>
                </a:lnTo>
                <a:lnTo>
                  <a:pt x="5178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path-401">
            <a:extLst xmlns:a="http://schemas.openxmlformats.org/drawingml/2006/main">
              <a:ext uri="{FF2B5EF4-FFF2-40B4-BE49-F238E27FC236}">
                <a16:creationId xmlns:a16="http://schemas.microsoft.com/office/drawing/2014/main" id="{8963DB84-3C94-49F1-8E78-BA95941C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761" y="5465465"/>
            <a:ext cx="746196" cy="263641"/>
          </a:xfrm>
          <a:custGeom xmlns:a="http://schemas.openxmlformats.org/drawingml/2006/main">
            <a:pathLst>
              <a:path w="746196" h="263641">
                <a:moveTo>
                  <a:pt x="0" y="0"/>
                </a:moveTo>
                <a:lnTo>
                  <a:pt x="746196" y="0"/>
                </a:lnTo>
                <a:lnTo>
                  <a:pt x="74619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text-402 Progress">
            <a:extLst xmlns:a="http://schemas.openxmlformats.org/drawingml/2006/main">
              <a:ext uri="{FF2B5EF4-FFF2-40B4-BE49-F238E27FC236}">
                <a16:creationId xmlns:a16="http://schemas.microsoft.com/office/drawing/2014/main" id="{5D62D154-97E8-40A9-A504-2552DA36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222" y="5447008"/>
            <a:ext cx="850134" cy="317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85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Progress</a:t>
            </a:r>
          </a:p>
        </p:txBody>
      </p:sp>
      <p:sp>
        <p:nvSpPr>
          <p:cNvPr id="418" name="text-403 shaping">
            <a:extLst xmlns:a="http://schemas.openxmlformats.org/drawingml/2006/main">
              <a:ext uri="{FF2B5EF4-FFF2-40B4-BE49-F238E27FC236}">
                <a16:creationId xmlns:a16="http://schemas.microsoft.com/office/drawing/2014/main" id="{0179DB9F-B59C-4F18-9DB9-3E71D70C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4761" y="5446410"/>
            <a:ext cx="785881" cy="31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defRPr>
            </a:pPr>
            <a:r>
              <a:rPr sz="1790" b="1" i="1">
                <a:solidFill>
                  <a:srgbClr val="FB6611"/>
                </a:solidFill>
                <a:latin typeface="Calibri"/>
                <a:ea typeface="Calibri"/>
                <a:cs typeface="Calibri"/>
              </a:rPr>
              <a:t>shaping</a:t>
            </a:r>
          </a:p>
        </p:txBody>
      </p:sp>
      <p:sp>
        <p:nvSpPr>
          <p:cNvPr id="419" name="path-405">
            <a:extLst xmlns:a="http://schemas.openxmlformats.org/drawingml/2006/main">
              <a:ext uri="{FF2B5EF4-FFF2-40B4-BE49-F238E27FC236}">
                <a16:creationId xmlns:a16="http://schemas.microsoft.com/office/drawing/2014/main" id="{436D60D4-600A-48DE-9E81-BC7140A8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368" y="5465465"/>
            <a:ext cx="425308" cy="263641"/>
          </a:xfrm>
          <a:custGeom xmlns:a="http://schemas.openxmlformats.org/drawingml/2006/main">
            <a:pathLst>
              <a:path w="425308" h="263641">
                <a:moveTo>
                  <a:pt x="0" y="0"/>
                </a:moveTo>
                <a:lnTo>
                  <a:pt x="0" y="263641"/>
                </a:lnTo>
                <a:lnTo>
                  <a:pt x="425308" y="263641"/>
                </a:lnTo>
                <a:lnTo>
                  <a:pt x="425308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06">
            <a:extLst xmlns:a="http://schemas.openxmlformats.org/drawingml/2006/main">
              <a:ext uri="{FF2B5EF4-FFF2-40B4-BE49-F238E27FC236}">
                <a16:creationId xmlns:a16="http://schemas.microsoft.com/office/drawing/2014/main" id="{23693975-175B-4F9F-BB12-FC2D45D3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676" y="5465465"/>
            <a:ext cx="68264" cy="263641"/>
          </a:xfrm>
          <a:custGeom xmlns:a="http://schemas.openxmlformats.org/drawingml/2006/main">
            <a:pathLst>
              <a:path w="68264" h="263641">
                <a:moveTo>
                  <a:pt x="0" y="0"/>
                </a:moveTo>
                <a:lnTo>
                  <a:pt x="68264" y="0"/>
                </a:lnTo>
                <a:lnTo>
                  <a:pt x="68264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07">
            <a:extLst xmlns:a="http://schemas.openxmlformats.org/drawingml/2006/main">
              <a:ext uri="{FF2B5EF4-FFF2-40B4-BE49-F238E27FC236}">
                <a16:creationId xmlns:a16="http://schemas.microsoft.com/office/drawing/2014/main" id="{91989557-4518-4F81-8DE1-6DAC21E7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940" y="5465465"/>
            <a:ext cx="438302" cy="263641"/>
          </a:xfrm>
          <a:custGeom xmlns:a="http://schemas.openxmlformats.org/drawingml/2006/main">
            <a:pathLst>
              <a:path w="438302" h="263641">
                <a:moveTo>
                  <a:pt x="0" y="0"/>
                </a:moveTo>
                <a:lnTo>
                  <a:pt x="0" y="263641"/>
                </a:lnTo>
                <a:lnTo>
                  <a:pt x="438302" y="263641"/>
                </a:lnTo>
                <a:lnTo>
                  <a:pt x="438302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path-408">
            <a:extLst xmlns:a="http://schemas.openxmlformats.org/drawingml/2006/main">
              <a:ext uri="{FF2B5EF4-FFF2-40B4-BE49-F238E27FC236}">
                <a16:creationId xmlns:a16="http://schemas.microsoft.com/office/drawing/2014/main" id="{54C00D88-D6DB-4736-93A5-D1D0CEF2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1242" y="5465465"/>
            <a:ext cx="51786" cy="263641"/>
          </a:xfrm>
          <a:custGeom xmlns:a="http://schemas.openxmlformats.org/drawingml/2006/main">
            <a:pathLst>
              <a:path w="51786" h="263641">
                <a:moveTo>
                  <a:pt x="0" y="0"/>
                </a:moveTo>
                <a:lnTo>
                  <a:pt x="51786" y="0"/>
                </a:lnTo>
                <a:lnTo>
                  <a:pt x="51786" y="263641"/>
                </a:lnTo>
                <a:lnTo>
                  <a:pt x="0" y="263641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path-409">
            <a:extLst xmlns:a="http://schemas.openxmlformats.org/drawingml/2006/main">
              <a:ext uri="{FF2B5EF4-FFF2-40B4-BE49-F238E27FC236}">
                <a16:creationId xmlns:a16="http://schemas.microsoft.com/office/drawing/2014/main" id="{881E6FF6-F3E2-47CC-AE6B-EBF6DD4D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028" y="5465465"/>
            <a:ext cx="909276" cy="263641"/>
          </a:xfrm>
          <a:custGeom xmlns:a="http://schemas.openxmlformats.org/drawingml/2006/main">
            <a:pathLst>
              <a:path w="909276" h="263641">
                <a:moveTo>
                  <a:pt x="0" y="0"/>
                </a:moveTo>
                <a:lnTo>
                  <a:pt x="0" y="263641"/>
                </a:lnTo>
                <a:lnTo>
                  <a:pt x="909276" y="263641"/>
                </a:lnTo>
                <a:lnTo>
                  <a:pt x="909276" y="0"/>
                </a:lnTo>
                <a:close/>
              </a:path>
            </a:pathLst>
          </a:custGeom>
          <a:solidFill xmlns:a="http://schemas.openxmlformats.org/drawingml/2006/main">
            <a:srgbClr val="FF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text-410 Turn">
            <a:extLst xmlns:a="http://schemas.openxmlformats.org/drawingml/2006/main">
              <a:ext uri="{FF2B5EF4-FFF2-40B4-BE49-F238E27FC236}">
                <a16:creationId xmlns:a16="http://schemas.microsoft.com/office/drawing/2014/main" id="{58EE1FB3-7026-4FEF-A48B-898B829C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9368" y="5446334"/>
            <a:ext cx="465439" cy="318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1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25" name="text-411 -">
            <a:extLst xmlns:a="http://schemas.openxmlformats.org/drawingml/2006/main">
              <a:ext uri="{FF2B5EF4-FFF2-40B4-BE49-F238E27FC236}">
                <a16:creationId xmlns:a16="http://schemas.microsoft.com/office/drawing/2014/main" id="{6D164DCF-29D6-4111-B980-A742BA59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676" y="5447647"/>
            <a:ext cx="109878" cy="316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26" name="text-412 level">
            <a:extLst xmlns:a="http://schemas.openxmlformats.org/drawingml/2006/main">
              <a:ext uri="{FF2B5EF4-FFF2-40B4-BE49-F238E27FC236}">
                <a16:creationId xmlns:a16="http://schemas.microsoft.com/office/drawing/2014/main" id="{825468EE-3D24-42E1-86A1-1C6975E3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2940" y="5447596"/>
            <a:ext cx="478106" cy="316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1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level</a:t>
            </a:r>
          </a:p>
        </p:txBody>
      </p:sp>
      <p:sp>
        <p:nvSpPr>
          <p:cNvPr id="427" name="text-413 trace">
            <a:extLst xmlns:a="http://schemas.openxmlformats.org/drawingml/2006/main">
              <a:ext uri="{FF2B5EF4-FFF2-40B4-BE49-F238E27FC236}">
                <a16:creationId xmlns:a16="http://schemas.microsoft.com/office/drawing/2014/main" id="{7142E72B-5E02-4681-A82A-2BD8D6C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3028" y="5446730"/>
            <a:ext cx="522420" cy="317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87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428" name="text-413 cost">
            <a:extLst xmlns:a="http://schemas.openxmlformats.org/drawingml/2006/main">
              <a:ext uri="{FF2B5EF4-FFF2-40B4-BE49-F238E27FC236}">
                <a16:creationId xmlns:a16="http://schemas.microsoft.com/office/drawing/2014/main" id="{F3CB8EE5-D45A-4E54-BBCC-8A9395B1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6154" y="5446172"/>
            <a:ext cx="418292" cy="3185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defRPr>
            </a:pPr>
            <a:r>
              <a:rPr sz="1792" b="1" i="1">
                <a:solidFill>
                  <a:srgbClr val="F4007A"/>
                </a:solidFill>
                <a:latin typeface="Calibri"/>
                <a:ea typeface="Calibri"/>
                <a:cs typeface="Calibri"/>
              </a:rPr>
              <a:t>cost</a:t>
            </a:r>
          </a:p>
        </p:txBody>
      </p:sp>
      <p:sp>
        <p:nvSpPr>
          <p:cNvPr id="429" name="path-414">
            <a:extLst xmlns:a="http://schemas.openxmlformats.org/drawingml/2006/main">
              <a:ext uri="{FF2B5EF4-FFF2-40B4-BE49-F238E27FC236}">
                <a16:creationId xmlns:a16="http://schemas.microsoft.com/office/drawing/2014/main" id="{84B620AC-8E4F-48D3-8DA4-2E37348A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31" y="4541685"/>
            <a:ext cx="3501476" cy="1385735"/>
          </a:xfrm>
          <a:custGeom xmlns:a="http://schemas.openxmlformats.org/drawingml/2006/main">
            <a:pathLst>
              <a:path w="3501476" h="1385735">
                <a:moveTo>
                  <a:pt x="0" y="116789"/>
                </a:moveTo>
                <a:cubicBezTo>
                  <a:pt x="0" y="52289"/>
                  <a:pt x="52288" y="0"/>
                  <a:pt x="116789" y="0"/>
                </a:cubicBezTo>
                <a:lnTo>
                  <a:pt x="3384688" y="0"/>
                </a:lnTo>
                <a:cubicBezTo>
                  <a:pt x="3449187" y="0"/>
                  <a:pt x="3501476" y="52289"/>
                  <a:pt x="3501476" y="116789"/>
                </a:cubicBezTo>
                <a:lnTo>
                  <a:pt x="3501476" y="1268946"/>
                </a:lnTo>
                <a:cubicBezTo>
                  <a:pt x="3501476" y="1333446"/>
                  <a:pt x="3449187" y="1385735"/>
                  <a:pt x="3384688" y="1385735"/>
                </a:cubicBezTo>
                <a:lnTo>
                  <a:pt x="116789" y="1385735"/>
                </a:lnTo>
                <a:cubicBezTo>
                  <a:pt x="52288" y="1385735"/>
                  <a:pt x="0" y="1333446"/>
                  <a:pt x="0" y="1268946"/>
                </a:cubicBezTo>
                <a:lnTo>
                  <a:pt x="0" y="11678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15">
            <a:extLst xmlns:a="http://schemas.openxmlformats.org/drawingml/2006/main">
              <a:ext uri="{FF2B5EF4-FFF2-40B4-BE49-F238E27FC236}">
                <a16:creationId xmlns:a16="http://schemas.microsoft.com/office/drawing/2014/main" id="{ECB0FEBB-C59D-4509-B605-BCCC1B51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1531" y="4541685"/>
            <a:ext cx="3501477" cy="1385735"/>
          </a:xfrm>
          <a:custGeom xmlns:a="http://schemas.openxmlformats.org/drawingml/2006/main">
            <a:pathLst>
              <a:path w="3501477" h="1385735">
                <a:moveTo>
                  <a:pt x="0" y="116789"/>
                </a:moveTo>
                <a:cubicBezTo>
                  <a:pt x="0" y="52288"/>
                  <a:pt x="52288" y="0"/>
                  <a:pt x="116788" y="0"/>
                </a:cubicBezTo>
                <a:lnTo>
                  <a:pt x="3384688" y="0"/>
                </a:lnTo>
                <a:cubicBezTo>
                  <a:pt x="3449188" y="0"/>
                  <a:pt x="3501477" y="52288"/>
                  <a:pt x="3501477" y="116789"/>
                </a:cubicBezTo>
                <a:lnTo>
                  <a:pt x="3501477" y="1268946"/>
                </a:lnTo>
                <a:cubicBezTo>
                  <a:pt x="3501477" y="1333446"/>
                  <a:pt x="3449188" y="1385735"/>
                  <a:pt x="3384688" y="1385735"/>
                </a:cubicBezTo>
                <a:lnTo>
                  <a:pt x="116788" y="1385735"/>
                </a:lnTo>
                <a:cubicBezTo>
                  <a:pt x="52288" y="1385735"/>
                  <a:pt x="0" y="1333446"/>
                  <a:pt x="0" y="1268946"/>
                </a:cubicBezTo>
                <a:lnTo>
                  <a:pt x="0" y="116789"/>
                </a:lnTo>
              </a:path>
            </a:pathLst>
          </a:custGeom>
          <a:noFill xmlns:a="http://schemas.openxmlformats.org/drawingml/2006/main"/>
          <a:ln xmlns:a="http://schemas.openxmlformats.org/drawingml/2006/main" w="37663">
            <a:solidFill>
              <a:srgbClr val="BFBFBF"/>
            </a:solidFill>
            <a:prstDash val="solid"/>
          </a:ln>
        </p:spPr>
      </p:sp>
      <p:sp>
        <p:nvSpPr>
          <p:cNvPr id="431" name="text-416 Turn">
            <a:extLst xmlns:a="http://schemas.openxmlformats.org/drawingml/2006/main">
              <a:ext uri="{FF2B5EF4-FFF2-40B4-BE49-F238E27FC236}">
                <a16:creationId xmlns:a16="http://schemas.microsoft.com/office/drawing/2014/main" id="{A4DC8AC0-EE8A-40C3-98C8-3C645E70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5503" y="4561638"/>
            <a:ext cx="694335" cy="474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32" name="text-417 -">
            <a:extLst xmlns:a="http://schemas.openxmlformats.org/drawingml/2006/main">
              <a:ext uri="{FF2B5EF4-FFF2-40B4-BE49-F238E27FC236}">
                <a16:creationId xmlns:a16="http://schemas.microsoft.com/office/drawing/2014/main" id="{91088F16-E6E2-4D3A-B37A-5E7C3611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8711" y="4561764"/>
            <a:ext cx="164817" cy="474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-</a:t>
            </a:r>
          </a:p>
        </p:txBody>
      </p:sp>
      <p:sp>
        <p:nvSpPr>
          <p:cNvPr id="433" name="text-418 Balanced">
            <a:extLst xmlns:a="http://schemas.openxmlformats.org/drawingml/2006/main">
              <a:ext uri="{FF2B5EF4-FFF2-40B4-BE49-F238E27FC236}">
                <a16:creationId xmlns:a16="http://schemas.microsoft.com/office/drawing/2014/main" id="{77D155D0-1DBC-41CE-9D0B-39B7323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22284" y="4561846"/>
            <a:ext cx="1353278" cy="474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0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Balanced</a:t>
            </a:r>
          </a:p>
        </p:txBody>
      </p:sp>
      <p:sp>
        <p:nvSpPr>
          <p:cNvPr id="434" name="text-419 GRPO">
            <a:extLst xmlns:a="http://schemas.openxmlformats.org/drawingml/2006/main">
              <a:ext uri="{FF2B5EF4-FFF2-40B4-BE49-F238E27FC236}">
                <a16:creationId xmlns:a16="http://schemas.microsoft.com/office/drawing/2014/main" id="{DB2F9979-8377-4E15-AE5F-D674C03A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2178" y="4561236"/>
            <a:ext cx="876403" cy="475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defRPr>
            </a:pPr>
            <a:r>
              <a:rPr sz="2674" b="1" i="1">
                <a:solidFill>
                  <a:srgbClr val="5F03A8"/>
                </a:solidFill>
                <a:latin typeface="Calibri"/>
                <a:ea typeface="Calibri"/>
                <a:cs typeface="Calibri"/>
              </a:rPr>
              <a:t>GRPO</a:t>
            </a:r>
          </a:p>
        </p:txBody>
      </p:sp>
      <p:sp>
        <p:nvSpPr>
          <p:cNvPr id="435" name="text-420 Token">
            <a:extLst xmlns:a="http://schemas.openxmlformats.org/drawingml/2006/main">
              <a:ext uri="{FF2B5EF4-FFF2-40B4-BE49-F238E27FC236}">
                <a16:creationId xmlns:a16="http://schemas.microsoft.com/office/drawing/2014/main" id="{4E725363-822E-4E1F-845C-3045D4F1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83204" y="4965939"/>
            <a:ext cx="781996" cy="421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0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Token</a:t>
            </a:r>
          </a:p>
        </p:txBody>
      </p:sp>
      <p:sp>
        <p:nvSpPr>
          <p:cNvPr id="436" name="path-421">
            <a:extLst xmlns:a="http://schemas.openxmlformats.org/drawingml/2006/main">
              <a:ext uri="{FF2B5EF4-FFF2-40B4-BE49-F238E27FC236}">
                <a16:creationId xmlns:a16="http://schemas.microsoft.com/office/drawing/2014/main" id="{58DB5A21-071D-4E4A-9C8D-AA5B2D47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377" y="5120142"/>
            <a:ext cx="218621" cy="121522"/>
          </a:xfrm>
          <a:custGeom xmlns:a="http://schemas.openxmlformats.org/drawingml/2006/main">
            <a:pathLst>
              <a:path w="218621" h="121522">
                <a:moveTo>
                  <a:pt x="0" y="50904"/>
                </a:moveTo>
                <a:lnTo>
                  <a:pt x="185813" y="50904"/>
                </a:lnTo>
                <a:lnTo>
                  <a:pt x="152123" y="8092"/>
                </a:lnTo>
                <a:lnTo>
                  <a:pt x="160803" y="0"/>
                </a:lnTo>
                <a:lnTo>
                  <a:pt x="218621" y="56053"/>
                </a:lnTo>
                <a:lnTo>
                  <a:pt x="218621" y="65469"/>
                </a:lnTo>
                <a:lnTo>
                  <a:pt x="160803" y="121522"/>
                </a:lnTo>
                <a:lnTo>
                  <a:pt x="152123" y="113430"/>
                </a:lnTo>
                <a:lnTo>
                  <a:pt x="185813" y="70471"/>
                </a:lnTo>
                <a:lnTo>
                  <a:pt x="0" y="70471"/>
                </a:lnTo>
                <a:lnTo>
                  <a:pt x="0" y="50904"/>
                </a:ln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text-422 Turn">
            <a:extLst xmlns:a="http://schemas.openxmlformats.org/drawingml/2006/main">
              <a:ext uri="{FF2B5EF4-FFF2-40B4-BE49-F238E27FC236}">
                <a16:creationId xmlns:a16="http://schemas.microsoft.com/office/drawing/2014/main" id="{01B90FBB-FEBF-4AE0-B472-028D94CF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6239" y="4965486"/>
            <a:ext cx="617054" cy="422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4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Turn</a:t>
            </a:r>
          </a:p>
        </p:txBody>
      </p:sp>
      <p:sp>
        <p:nvSpPr>
          <p:cNvPr id="438" name="path-423">
            <a:extLst xmlns:a="http://schemas.openxmlformats.org/drawingml/2006/main">
              <a:ext uri="{FF2B5EF4-FFF2-40B4-BE49-F238E27FC236}">
                <a16:creationId xmlns:a16="http://schemas.microsoft.com/office/drawing/2014/main" id="{994A617B-FCF0-4302-A442-42B023C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5329" y="5120142"/>
            <a:ext cx="218621" cy="121522"/>
          </a:xfrm>
          <a:custGeom xmlns:a="http://schemas.openxmlformats.org/drawingml/2006/main">
            <a:pathLst>
              <a:path w="218621" h="121522">
                <a:moveTo>
                  <a:pt x="0" y="50904"/>
                </a:moveTo>
                <a:lnTo>
                  <a:pt x="185813" y="50904"/>
                </a:lnTo>
                <a:lnTo>
                  <a:pt x="152123" y="8092"/>
                </a:lnTo>
                <a:lnTo>
                  <a:pt x="160803" y="0"/>
                </a:lnTo>
                <a:lnTo>
                  <a:pt x="218621" y="56053"/>
                </a:lnTo>
                <a:lnTo>
                  <a:pt x="218621" y="65469"/>
                </a:lnTo>
                <a:lnTo>
                  <a:pt x="160803" y="121522"/>
                </a:lnTo>
                <a:lnTo>
                  <a:pt x="152123" y="113430"/>
                </a:lnTo>
                <a:lnTo>
                  <a:pt x="185813" y="70471"/>
                </a:lnTo>
                <a:lnTo>
                  <a:pt x="0" y="70471"/>
                </a:lnTo>
                <a:lnTo>
                  <a:pt x="0" y="50904"/>
                </a:lnTo>
                <a:close/>
              </a:path>
            </a:pathLst>
          </a:custGeom>
          <a:solidFill xmlns:a="http://schemas.openxmlformats.org/drawingml/2006/main">
            <a:srgbClr val="7E3A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text-424 Rollout">
            <a:extLst xmlns:a="http://schemas.openxmlformats.org/drawingml/2006/main">
              <a:ext uri="{FF2B5EF4-FFF2-40B4-BE49-F238E27FC236}">
                <a16:creationId xmlns:a16="http://schemas.microsoft.com/office/drawing/2014/main" id="{94E3C7D1-3721-4F07-98F6-270C72DA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542" y="4965104"/>
            <a:ext cx="949351" cy="422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defRPr>
            </a:pPr>
            <a:r>
              <a:rPr sz="2377" b="1" i="1">
                <a:solidFill>
                  <a:srgbClr val="7E3ABB"/>
                </a:solidFill>
                <a:latin typeface="Calibri"/>
                <a:ea typeface="Calibri"/>
                <a:cs typeface="Calibri"/>
              </a:rPr>
              <a:t>Rollout</a:t>
            </a:r>
          </a:p>
        </p:txBody>
      </p:sp>
      <p:sp>
        <p:nvSpPr>
          <p:cNvPr id="440" name="path-425">
            <a:extLst xmlns:a="http://schemas.openxmlformats.org/drawingml/2006/main">
              <a:ext uri="{FF2B5EF4-FFF2-40B4-BE49-F238E27FC236}">
                <a16:creationId xmlns:a16="http://schemas.microsoft.com/office/drawing/2014/main" id="{140BDB2F-80BC-44D6-9D24-73912C8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1835" y="4149323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26">
            <a:extLst xmlns:a="http://schemas.openxmlformats.org/drawingml/2006/main">
              <a:ext uri="{FF2B5EF4-FFF2-40B4-BE49-F238E27FC236}">
                <a16:creationId xmlns:a16="http://schemas.microsoft.com/office/drawing/2014/main" id="{E1B01D6A-2900-4A2A-9BB3-9911866A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5637" y="4245883"/>
            <a:ext cx="88603" cy="112658"/>
          </a:xfrm>
          <a:custGeom xmlns:a="http://schemas.openxmlformats.org/drawingml/2006/main">
            <a:pathLst>
              <a:path w="88603" h="112658">
                <a:moveTo>
                  <a:pt x="35199" y="20744"/>
                </a:moveTo>
                <a:cubicBezTo>
                  <a:pt x="35419" y="20891"/>
                  <a:pt x="35603" y="20983"/>
                  <a:pt x="35750" y="21020"/>
                </a:cubicBezTo>
                <a:cubicBezTo>
                  <a:pt x="35897" y="21057"/>
                  <a:pt x="36081" y="21149"/>
                  <a:pt x="36302" y="21296"/>
                </a:cubicBezTo>
                <a:cubicBezTo>
                  <a:pt x="39833" y="17471"/>
                  <a:pt x="43088" y="14197"/>
                  <a:pt x="46067" y="11475"/>
                </a:cubicBezTo>
                <a:cubicBezTo>
                  <a:pt x="49046" y="8754"/>
                  <a:pt x="52062" y="6547"/>
                  <a:pt x="55115" y="4855"/>
                </a:cubicBezTo>
                <a:cubicBezTo>
                  <a:pt x="58168" y="3163"/>
                  <a:pt x="61331" y="1931"/>
                  <a:pt x="64604" y="1159"/>
                </a:cubicBezTo>
                <a:cubicBezTo>
                  <a:pt x="67878" y="386"/>
                  <a:pt x="71537" y="0"/>
                  <a:pt x="75583" y="0"/>
                </a:cubicBezTo>
                <a:cubicBezTo>
                  <a:pt x="80144" y="0"/>
                  <a:pt x="84484" y="441"/>
                  <a:pt x="88603" y="1324"/>
                </a:cubicBezTo>
                <a:lnTo>
                  <a:pt x="88603" y="28689"/>
                </a:lnTo>
                <a:lnTo>
                  <a:pt x="74480" y="28689"/>
                </a:lnTo>
                <a:cubicBezTo>
                  <a:pt x="73671" y="26629"/>
                  <a:pt x="72825" y="24845"/>
                  <a:pt x="71942" y="23337"/>
                </a:cubicBezTo>
                <a:cubicBezTo>
                  <a:pt x="71059" y="21829"/>
                  <a:pt x="70048" y="20579"/>
                  <a:pt x="68908" y="19585"/>
                </a:cubicBezTo>
                <a:cubicBezTo>
                  <a:pt x="67767" y="18592"/>
                  <a:pt x="66443" y="17857"/>
                  <a:pt x="64935" y="17379"/>
                </a:cubicBezTo>
                <a:cubicBezTo>
                  <a:pt x="63427" y="16900"/>
                  <a:pt x="61644" y="16661"/>
                  <a:pt x="59584" y="16661"/>
                </a:cubicBezTo>
                <a:cubicBezTo>
                  <a:pt x="57451" y="16661"/>
                  <a:pt x="55042" y="17342"/>
                  <a:pt x="52357" y="18703"/>
                </a:cubicBezTo>
                <a:cubicBezTo>
                  <a:pt x="49672" y="20064"/>
                  <a:pt x="47152" y="21921"/>
                  <a:pt x="44798" y="24275"/>
                </a:cubicBezTo>
                <a:cubicBezTo>
                  <a:pt x="42444" y="26629"/>
                  <a:pt x="40477" y="29351"/>
                  <a:pt x="38895" y="32440"/>
                </a:cubicBezTo>
                <a:cubicBezTo>
                  <a:pt x="37313" y="35530"/>
                  <a:pt x="36523" y="38803"/>
                  <a:pt x="36523" y="42260"/>
                </a:cubicBezTo>
                <a:lnTo>
                  <a:pt x="36523" y="84521"/>
                </a:lnTo>
                <a:cubicBezTo>
                  <a:pt x="36523" y="89155"/>
                  <a:pt x="36725" y="92704"/>
                  <a:pt x="37130" y="95169"/>
                </a:cubicBezTo>
                <a:cubicBezTo>
                  <a:pt x="37534" y="97633"/>
                  <a:pt x="38288" y="99490"/>
                  <a:pt x="39392" y="100741"/>
                </a:cubicBezTo>
                <a:cubicBezTo>
                  <a:pt x="40495" y="101991"/>
                  <a:pt x="42003" y="102892"/>
                  <a:pt x="43916" y="103444"/>
                </a:cubicBezTo>
                <a:cubicBezTo>
                  <a:pt x="45828" y="103996"/>
                  <a:pt x="48329" y="104713"/>
                  <a:pt x="51419" y="105596"/>
                </a:cubicBezTo>
                <a:lnTo>
                  <a:pt x="51419" y="112658"/>
                </a:lnTo>
                <a:lnTo>
                  <a:pt x="1655" y="112658"/>
                </a:lnTo>
                <a:lnTo>
                  <a:pt x="1655" y="105596"/>
                </a:lnTo>
                <a:cubicBezTo>
                  <a:pt x="4524" y="104566"/>
                  <a:pt x="6823" y="103757"/>
                  <a:pt x="8551" y="103168"/>
                </a:cubicBezTo>
                <a:cubicBezTo>
                  <a:pt x="10280" y="102580"/>
                  <a:pt x="11604" y="101679"/>
                  <a:pt x="12524" y="100465"/>
                </a:cubicBezTo>
                <a:cubicBezTo>
                  <a:pt x="13443" y="99251"/>
                  <a:pt x="14032" y="97467"/>
                  <a:pt x="14289" y="95113"/>
                </a:cubicBezTo>
                <a:cubicBezTo>
                  <a:pt x="14547" y="92760"/>
                  <a:pt x="14675" y="89339"/>
                  <a:pt x="14675" y="84852"/>
                </a:cubicBezTo>
                <a:lnTo>
                  <a:pt x="14675" y="37405"/>
                </a:lnTo>
                <a:cubicBezTo>
                  <a:pt x="14675" y="32330"/>
                  <a:pt x="14657" y="28174"/>
                  <a:pt x="14620" y="24937"/>
                </a:cubicBezTo>
                <a:cubicBezTo>
                  <a:pt x="14583" y="21700"/>
                  <a:pt x="14142" y="19071"/>
                  <a:pt x="13296" y="17048"/>
                </a:cubicBezTo>
                <a:cubicBezTo>
                  <a:pt x="12450" y="15025"/>
                  <a:pt x="11016" y="13480"/>
                  <a:pt x="8993" y="12413"/>
                </a:cubicBezTo>
                <a:cubicBezTo>
                  <a:pt x="6970" y="11347"/>
                  <a:pt x="3972" y="10482"/>
                  <a:pt x="0" y="9820"/>
                </a:cubicBezTo>
                <a:lnTo>
                  <a:pt x="0" y="2317"/>
                </a:lnTo>
                <a:lnTo>
                  <a:pt x="28909" y="1103"/>
                </a:lnTo>
                <a:lnTo>
                  <a:pt x="36743" y="1103"/>
                </a:lnTo>
                <a:lnTo>
                  <a:pt x="35199" y="2074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path-427">
            <a:extLst xmlns:a="http://schemas.openxmlformats.org/drawingml/2006/main">
              <a:ext uri="{FF2B5EF4-FFF2-40B4-BE49-F238E27FC236}">
                <a16:creationId xmlns:a16="http://schemas.microsoft.com/office/drawing/2014/main" id="{06BD1EE8-BF60-4709-81D6-0B569DB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1740" y="4245883"/>
            <a:ext cx="98424" cy="114644"/>
          </a:xfrm>
          <a:custGeom xmlns:a="http://schemas.openxmlformats.org/drawingml/2006/main">
            <a:pathLst>
              <a:path w="98424" h="114644">
                <a:moveTo>
                  <a:pt x="96769" y="92355"/>
                </a:moveTo>
                <a:cubicBezTo>
                  <a:pt x="92649" y="96401"/>
                  <a:pt x="88732" y="99840"/>
                  <a:pt x="85017" y="102672"/>
                </a:cubicBezTo>
                <a:cubicBezTo>
                  <a:pt x="81303" y="105504"/>
                  <a:pt x="77606" y="107803"/>
                  <a:pt x="73928" y="109568"/>
                </a:cubicBezTo>
                <a:cubicBezTo>
                  <a:pt x="70250" y="111334"/>
                  <a:pt x="66499" y="112621"/>
                  <a:pt x="62673" y="113430"/>
                </a:cubicBezTo>
                <a:cubicBezTo>
                  <a:pt x="58848" y="114239"/>
                  <a:pt x="54802" y="114644"/>
                  <a:pt x="50536" y="114644"/>
                </a:cubicBezTo>
                <a:cubicBezTo>
                  <a:pt x="33764" y="114644"/>
                  <a:pt x="21149" y="109844"/>
                  <a:pt x="12689" y="100244"/>
                </a:cubicBezTo>
                <a:cubicBezTo>
                  <a:pt x="4230" y="90645"/>
                  <a:pt x="0" y="76503"/>
                  <a:pt x="0" y="57818"/>
                </a:cubicBezTo>
                <a:cubicBezTo>
                  <a:pt x="0" y="49212"/>
                  <a:pt x="1251" y="41359"/>
                  <a:pt x="3752" y="34261"/>
                </a:cubicBezTo>
                <a:cubicBezTo>
                  <a:pt x="6253" y="27162"/>
                  <a:pt x="9820" y="21075"/>
                  <a:pt x="14455" y="15999"/>
                </a:cubicBezTo>
                <a:cubicBezTo>
                  <a:pt x="19089" y="10924"/>
                  <a:pt x="24643" y="6988"/>
                  <a:pt x="31116" y="4193"/>
                </a:cubicBezTo>
                <a:cubicBezTo>
                  <a:pt x="37589" y="1398"/>
                  <a:pt x="44798" y="0"/>
                  <a:pt x="52743" y="0"/>
                </a:cubicBezTo>
                <a:cubicBezTo>
                  <a:pt x="60540" y="0"/>
                  <a:pt x="67271" y="1195"/>
                  <a:pt x="72935" y="3586"/>
                </a:cubicBezTo>
                <a:cubicBezTo>
                  <a:pt x="78599" y="5977"/>
                  <a:pt x="83197" y="9269"/>
                  <a:pt x="86728" y="13462"/>
                </a:cubicBezTo>
                <a:cubicBezTo>
                  <a:pt x="88493" y="15521"/>
                  <a:pt x="90075" y="17875"/>
                  <a:pt x="91472" y="20523"/>
                </a:cubicBezTo>
                <a:cubicBezTo>
                  <a:pt x="92870" y="23171"/>
                  <a:pt x="94065" y="26243"/>
                  <a:pt x="95058" y="29737"/>
                </a:cubicBezTo>
                <a:cubicBezTo>
                  <a:pt x="96051" y="33231"/>
                  <a:pt x="96824" y="37222"/>
                  <a:pt x="97375" y="41709"/>
                </a:cubicBezTo>
                <a:cubicBezTo>
                  <a:pt x="97927" y="46196"/>
                  <a:pt x="98277" y="51308"/>
                  <a:pt x="98424" y="57046"/>
                </a:cubicBezTo>
                <a:lnTo>
                  <a:pt x="22840" y="57046"/>
                </a:lnTo>
                <a:lnTo>
                  <a:pt x="22840" y="58039"/>
                </a:lnTo>
                <a:cubicBezTo>
                  <a:pt x="22840" y="71942"/>
                  <a:pt x="25433" y="82351"/>
                  <a:pt x="30619" y="89265"/>
                </a:cubicBezTo>
                <a:cubicBezTo>
                  <a:pt x="35805" y="96180"/>
                  <a:pt x="44026" y="99637"/>
                  <a:pt x="55281" y="99637"/>
                </a:cubicBezTo>
                <a:cubicBezTo>
                  <a:pt x="58297" y="99637"/>
                  <a:pt x="61184" y="99325"/>
                  <a:pt x="63942" y="98700"/>
                </a:cubicBezTo>
                <a:cubicBezTo>
                  <a:pt x="66701" y="98074"/>
                  <a:pt x="69441" y="97100"/>
                  <a:pt x="72163" y="95776"/>
                </a:cubicBezTo>
                <a:cubicBezTo>
                  <a:pt x="74884" y="94451"/>
                  <a:pt x="77625" y="92741"/>
                  <a:pt x="80383" y="90645"/>
                </a:cubicBezTo>
                <a:cubicBezTo>
                  <a:pt x="83142" y="88548"/>
                  <a:pt x="86029" y="86066"/>
                  <a:pt x="89045" y="83197"/>
                </a:cubicBezTo>
                <a:lnTo>
                  <a:pt x="96769" y="92355"/>
                </a:lnTo>
                <a:moveTo>
                  <a:pt x="74700" y="46122"/>
                </a:moveTo>
                <a:cubicBezTo>
                  <a:pt x="73965" y="34132"/>
                  <a:pt x="71776" y="25268"/>
                  <a:pt x="68135" y="19530"/>
                </a:cubicBezTo>
                <a:cubicBezTo>
                  <a:pt x="64494" y="13793"/>
                  <a:pt x="58922" y="10924"/>
                  <a:pt x="51419" y="10924"/>
                </a:cubicBezTo>
                <a:cubicBezTo>
                  <a:pt x="47446" y="10924"/>
                  <a:pt x="43860" y="11714"/>
                  <a:pt x="40660" y="13296"/>
                </a:cubicBezTo>
                <a:cubicBezTo>
                  <a:pt x="37461" y="14878"/>
                  <a:pt x="34665" y="17176"/>
                  <a:pt x="32275" y="20192"/>
                </a:cubicBezTo>
                <a:cubicBezTo>
                  <a:pt x="29884" y="23208"/>
                  <a:pt x="27935" y="26905"/>
                  <a:pt x="26427" y="31282"/>
                </a:cubicBezTo>
                <a:cubicBezTo>
                  <a:pt x="24919" y="35658"/>
                  <a:pt x="23944" y="40605"/>
                  <a:pt x="23503" y="46122"/>
                </a:cubicBezTo>
                <a:lnTo>
                  <a:pt x="74700" y="46122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path-428">
            <a:extLst xmlns:a="http://schemas.openxmlformats.org/drawingml/2006/main">
              <a:ext uri="{FF2B5EF4-FFF2-40B4-BE49-F238E27FC236}">
                <a16:creationId xmlns:a16="http://schemas.microsoft.com/office/drawing/2014/main" id="{4DD4B22C-E4CB-4E08-A598-3AC3F21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83" y="4196781"/>
            <a:ext cx="80769" cy="161759"/>
          </a:xfrm>
          <a:custGeom xmlns:a="http://schemas.openxmlformats.org/drawingml/2006/main">
            <a:pathLst>
              <a:path w="80769" h="161759">
                <a:moveTo>
                  <a:pt x="65322" y="63666"/>
                </a:moveTo>
                <a:lnTo>
                  <a:pt x="36302" y="63666"/>
                </a:lnTo>
                <a:lnTo>
                  <a:pt x="36302" y="133622"/>
                </a:lnTo>
                <a:cubicBezTo>
                  <a:pt x="36302" y="137962"/>
                  <a:pt x="36412" y="141328"/>
                  <a:pt x="36633" y="143718"/>
                </a:cubicBezTo>
                <a:cubicBezTo>
                  <a:pt x="36854" y="146109"/>
                  <a:pt x="37461" y="147948"/>
                  <a:pt x="38454" y="149235"/>
                </a:cubicBezTo>
                <a:cubicBezTo>
                  <a:pt x="39447" y="150523"/>
                  <a:pt x="40936" y="151516"/>
                  <a:pt x="42922" y="152215"/>
                </a:cubicBezTo>
                <a:cubicBezTo>
                  <a:pt x="44909" y="152913"/>
                  <a:pt x="47667" y="153741"/>
                  <a:pt x="51198" y="154697"/>
                </a:cubicBezTo>
                <a:lnTo>
                  <a:pt x="51198" y="161759"/>
                </a:lnTo>
                <a:lnTo>
                  <a:pt x="993" y="161759"/>
                </a:lnTo>
                <a:lnTo>
                  <a:pt x="993" y="154697"/>
                </a:lnTo>
                <a:cubicBezTo>
                  <a:pt x="4303" y="153594"/>
                  <a:pt x="6859" y="152748"/>
                  <a:pt x="8662" y="152159"/>
                </a:cubicBezTo>
                <a:cubicBezTo>
                  <a:pt x="10464" y="151571"/>
                  <a:pt x="11806" y="150670"/>
                  <a:pt x="12689" y="149456"/>
                </a:cubicBezTo>
                <a:cubicBezTo>
                  <a:pt x="13572" y="148242"/>
                  <a:pt x="14105" y="146440"/>
                  <a:pt x="14289" y="144049"/>
                </a:cubicBezTo>
                <a:cubicBezTo>
                  <a:pt x="14473" y="141659"/>
                  <a:pt x="14565" y="138183"/>
                  <a:pt x="14565" y="133622"/>
                </a:cubicBezTo>
                <a:lnTo>
                  <a:pt x="14565" y="63666"/>
                </a:lnTo>
                <a:lnTo>
                  <a:pt x="0" y="63666"/>
                </a:lnTo>
                <a:lnTo>
                  <a:pt x="0" y="56936"/>
                </a:lnTo>
                <a:cubicBezTo>
                  <a:pt x="2501" y="56789"/>
                  <a:pt x="4616" y="56476"/>
                  <a:pt x="6345" y="55998"/>
                </a:cubicBezTo>
                <a:cubicBezTo>
                  <a:pt x="8073" y="55520"/>
                  <a:pt x="9489" y="54784"/>
                  <a:pt x="10593" y="53791"/>
                </a:cubicBezTo>
                <a:cubicBezTo>
                  <a:pt x="11696" y="52798"/>
                  <a:pt x="12524" y="51437"/>
                  <a:pt x="13075" y="49708"/>
                </a:cubicBezTo>
                <a:cubicBezTo>
                  <a:pt x="13627" y="47980"/>
                  <a:pt x="14050" y="45791"/>
                  <a:pt x="14344" y="43143"/>
                </a:cubicBezTo>
                <a:cubicBezTo>
                  <a:pt x="15227" y="35051"/>
                  <a:pt x="17121" y="28247"/>
                  <a:pt x="20027" y="22730"/>
                </a:cubicBezTo>
                <a:cubicBezTo>
                  <a:pt x="22932" y="17213"/>
                  <a:pt x="26592" y="12781"/>
                  <a:pt x="31006" y="9434"/>
                </a:cubicBezTo>
                <a:cubicBezTo>
                  <a:pt x="35419" y="6087"/>
                  <a:pt x="40458" y="3678"/>
                  <a:pt x="46122" y="2207"/>
                </a:cubicBezTo>
                <a:cubicBezTo>
                  <a:pt x="51786" y="736"/>
                  <a:pt x="57818" y="0"/>
                  <a:pt x="64218" y="0"/>
                </a:cubicBezTo>
                <a:cubicBezTo>
                  <a:pt x="67381" y="0"/>
                  <a:pt x="70342" y="166"/>
                  <a:pt x="73101" y="497"/>
                </a:cubicBezTo>
                <a:cubicBezTo>
                  <a:pt x="75859" y="828"/>
                  <a:pt x="78415" y="1287"/>
                  <a:pt x="80769" y="1876"/>
                </a:cubicBezTo>
                <a:lnTo>
                  <a:pt x="80769" y="22620"/>
                </a:lnTo>
                <a:lnTo>
                  <a:pt x="68080" y="22620"/>
                </a:lnTo>
                <a:cubicBezTo>
                  <a:pt x="66830" y="18500"/>
                  <a:pt x="65119" y="15484"/>
                  <a:pt x="62949" y="13572"/>
                </a:cubicBezTo>
                <a:cubicBezTo>
                  <a:pt x="60779" y="11659"/>
                  <a:pt x="57929" y="10703"/>
                  <a:pt x="54398" y="10703"/>
                </a:cubicBezTo>
                <a:cubicBezTo>
                  <a:pt x="51823" y="10850"/>
                  <a:pt x="49708" y="11255"/>
                  <a:pt x="48053" y="11917"/>
                </a:cubicBezTo>
                <a:cubicBezTo>
                  <a:pt x="46398" y="12579"/>
                  <a:pt x="44945" y="13498"/>
                  <a:pt x="43695" y="14675"/>
                </a:cubicBezTo>
                <a:cubicBezTo>
                  <a:pt x="42591" y="15632"/>
                  <a:pt x="41580" y="16717"/>
                  <a:pt x="40660" y="17930"/>
                </a:cubicBezTo>
                <a:cubicBezTo>
                  <a:pt x="39741" y="19144"/>
                  <a:pt x="38950" y="20762"/>
                  <a:pt x="38288" y="22785"/>
                </a:cubicBezTo>
                <a:cubicBezTo>
                  <a:pt x="37626" y="24808"/>
                  <a:pt x="37130" y="27309"/>
                  <a:pt x="36799" y="30288"/>
                </a:cubicBezTo>
                <a:cubicBezTo>
                  <a:pt x="36468" y="33268"/>
                  <a:pt x="36302" y="37001"/>
                  <a:pt x="36302" y="41488"/>
                </a:cubicBezTo>
                <a:lnTo>
                  <a:pt x="36302" y="51419"/>
                </a:lnTo>
                <a:lnTo>
                  <a:pt x="65322" y="51419"/>
                </a:lnTo>
                <a:lnTo>
                  <a:pt x="65322" y="6366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path-429">
            <a:extLst xmlns:a="http://schemas.openxmlformats.org/drawingml/2006/main">
              <a:ext uri="{FF2B5EF4-FFF2-40B4-BE49-F238E27FC236}">
                <a16:creationId xmlns:a16="http://schemas.microsoft.com/office/drawing/2014/main" id="{28394DDF-08EB-4E5E-BA98-95DD2B74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639" y="4168890"/>
            <a:ext cx="187432" cy="80622"/>
          </a:xfrm>
          <a:custGeom xmlns:a="http://schemas.openxmlformats.org/drawingml/2006/main">
            <a:pathLst>
              <a:path w="187432" h="80622">
                <a:moveTo>
                  <a:pt x="0" y="19567"/>
                </a:moveTo>
                <a:lnTo>
                  <a:pt x="0" y="0"/>
                </a:lnTo>
                <a:lnTo>
                  <a:pt x="181253" y="0"/>
                </a:lnTo>
                <a:lnTo>
                  <a:pt x="181253" y="19567"/>
                </a:lnTo>
                <a:lnTo>
                  <a:pt x="0" y="19567"/>
                </a:lnTo>
                <a:moveTo>
                  <a:pt x="0" y="80622"/>
                </a:moveTo>
                <a:lnTo>
                  <a:pt x="0" y="61055"/>
                </a:lnTo>
                <a:lnTo>
                  <a:pt x="181253" y="61055"/>
                </a:lnTo>
                <a:lnTo>
                  <a:pt x="181253" y="80622"/>
                </a:lnTo>
                <a:lnTo>
                  <a:pt x="0" y="80622"/>
                </a:lnTo>
                <a:moveTo>
                  <a:pt x="187432" y="40311"/>
                </a:moveTo>
                <a:lnTo>
                  <a:pt x="187432" y="4031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path-430">
            <a:extLst xmlns:a="http://schemas.openxmlformats.org/drawingml/2006/main">
              <a:ext uri="{FF2B5EF4-FFF2-40B4-BE49-F238E27FC236}">
                <a16:creationId xmlns:a16="http://schemas.microsoft.com/office/drawing/2014/main" id="{9A24CF86-37CB-482B-AF13-CA4CBDB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8548" y="4149323"/>
            <a:ext cx="199201" cy="148298"/>
          </a:xfrm>
          <a:custGeom xmlns:a="http://schemas.openxmlformats.org/drawingml/2006/main">
            <a:pathLst>
              <a:path w="199201" h="148298">
                <a:moveTo>
                  <a:pt x="49433" y="27364"/>
                </a:moveTo>
                <a:lnTo>
                  <a:pt x="46490" y="27364"/>
                </a:lnTo>
                <a:cubicBezTo>
                  <a:pt x="41390" y="27364"/>
                  <a:pt x="37197" y="27806"/>
                  <a:pt x="33911" y="28689"/>
                </a:cubicBezTo>
                <a:cubicBezTo>
                  <a:pt x="30626" y="29571"/>
                  <a:pt x="27364" y="31116"/>
                  <a:pt x="24128" y="33323"/>
                </a:cubicBezTo>
                <a:cubicBezTo>
                  <a:pt x="20891" y="35530"/>
                  <a:pt x="16968" y="39085"/>
                  <a:pt x="12358" y="43989"/>
                </a:cubicBezTo>
                <a:lnTo>
                  <a:pt x="0" y="32955"/>
                </a:lnTo>
                <a:cubicBezTo>
                  <a:pt x="8141" y="23147"/>
                  <a:pt x="14835" y="16036"/>
                  <a:pt x="20082" y="11623"/>
                </a:cubicBezTo>
                <a:cubicBezTo>
                  <a:pt x="25329" y="7209"/>
                  <a:pt x="30699" y="4168"/>
                  <a:pt x="36192" y="2501"/>
                </a:cubicBezTo>
                <a:cubicBezTo>
                  <a:pt x="41684" y="834"/>
                  <a:pt x="49040" y="0"/>
                  <a:pt x="58260" y="0"/>
                </a:cubicBezTo>
                <a:lnTo>
                  <a:pt x="199201" y="0"/>
                </a:lnTo>
                <a:lnTo>
                  <a:pt x="192875" y="27364"/>
                </a:lnTo>
                <a:lnTo>
                  <a:pt x="156831" y="27364"/>
                </a:lnTo>
                <a:lnTo>
                  <a:pt x="140353" y="97688"/>
                </a:lnTo>
                <a:cubicBezTo>
                  <a:pt x="138490" y="105633"/>
                  <a:pt x="137558" y="112008"/>
                  <a:pt x="137558" y="116814"/>
                </a:cubicBezTo>
                <a:cubicBezTo>
                  <a:pt x="137558" y="120639"/>
                  <a:pt x="138195" y="123287"/>
                  <a:pt x="139470" y="124758"/>
                </a:cubicBezTo>
                <a:cubicBezTo>
                  <a:pt x="140745" y="126229"/>
                  <a:pt x="142560" y="126965"/>
                  <a:pt x="144914" y="126965"/>
                </a:cubicBezTo>
                <a:cubicBezTo>
                  <a:pt x="147856" y="126965"/>
                  <a:pt x="150946" y="125739"/>
                  <a:pt x="154182" y="123287"/>
                </a:cubicBezTo>
                <a:cubicBezTo>
                  <a:pt x="157419" y="120835"/>
                  <a:pt x="161244" y="117108"/>
                  <a:pt x="165658" y="112106"/>
                </a:cubicBezTo>
                <a:lnTo>
                  <a:pt x="176250" y="122699"/>
                </a:lnTo>
                <a:cubicBezTo>
                  <a:pt x="167619" y="131722"/>
                  <a:pt x="159356" y="138244"/>
                  <a:pt x="151461" y="142266"/>
                </a:cubicBezTo>
                <a:cubicBezTo>
                  <a:pt x="143565" y="146287"/>
                  <a:pt x="135498" y="148298"/>
                  <a:pt x="127259" y="148298"/>
                </a:cubicBezTo>
                <a:cubicBezTo>
                  <a:pt x="117549" y="148298"/>
                  <a:pt x="110414" y="145846"/>
                  <a:pt x="105853" y="140942"/>
                </a:cubicBezTo>
                <a:cubicBezTo>
                  <a:pt x="101293" y="136038"/>
                  <a:pt x="99012" y="128240"/>
                  <a:pt x="99012" y="117549"/>
                </a:cubicBezTo>
                <a:cubicBezTo>
                  <a:pt x="99012" y="111763"/>
                  <a:pt x="100091" y="104063"/>
                  <a:pt x="102249" y="94451"/>
                </a:cubicBezTo>
                <a:lnTo>
                  <a:pt x="103573" y="88567"/>
                </a:lnTo>
                <a:cubicBezTo>
                  <a:pt x="107692" y="70127"/>
                  <a:pt x="113528" y="50119"/>
                  <a:pt x="121080" y="28541"/>
                </a:cubicBezTo>
                <a:lnTo>
                  <a:pt x="120345" y="27364"/>
                </a:lnTo>
                <a:lnTo>
                  <a:pt x="81505" y="27364"/>
                </a:lnTo>
                <a:lnTo>
                  <a:pt x="68852" y="86948"/>
                </a:lnTo>
                <a:cubicBezTo>
                  <a:pt x="63850" y="110684"/>
                  <a:pt x="59142" y="130349"/>
                  <a:pt x="54729" y="145944"/>
                </a:cubicBezTo>
                <a:lnTo>
                  <a:pt x="9416" y="145944"/>
                </a:lnTo>
                <a:lnTo>
                  <a:pt x="11475" y="136675"/>
                </a:lnTo>
                <a:cubicBezTo>
                  <a:pt x="16870" y="130594"/>
                  <a:pt x="22362" y="120663"/>
                  <a:pt x="27953" y="106883"/>
                </a:cubicBezTo>
                <a:cubicBezTo>
                  <a:pt x="33543" y="93103"/>
                  <a:pt x="37957" y="78955"/>
                  <a:pt x="41194" y="64439"/>
                </a:cubicBezTo>
                <a:lnTo>
                  <a:pt x="49433" y="27364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31">
            <a:extLst xmlns:a="http://schemas.openxmlformats.org/drawingml/2006/main">
              <a:ext uri="{FF2B5EF4-FFF2-40B4-BE49-F238E27FC236}">
                <a16:creationId xmlns:a16="http://schemas.microsoft.com/office/drawing/2014/main" id="{0C128EBD-B505-4109-B140-2E00A91D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772" y="4205719"/>
            <a:ext cx="97762" cy="155359"/>
          </a:xfrm>
          <a:custGeom xmlns:a="http://schemas.openxmlformats.org/drawingml/2006/main">
            <a:pathLst>
              <a:path w="97762" h="155359">
                <a:moveTo>
                  <a:pt x="13131" y="116961"/>
                </a:moveTo>
                <a:cubicBezTo>
                  <a:pt x="14234" y="121742"/>
                  <a:pt x="15650" y="125807"/>
                  <a:pt x="17379" y="129154"/>
                </a:cubicBezTo>
                <a:cubicBezTo>
                  <a:pt x="19107" y="132501"/>
                  <a:pt x="21296" y="135222"/>
                  <a:pt x="23944" y="137319"/>
                </a:cubicBezTo>
                <a:cubicBezTo>
                  <a:pt x="26592" y="139415"/>
                  <a:pt x="29755" y="140923"/>
                  <a:pt x="33433" y="141843"/>
                </a:cubicBezTo>
                <a:cubicBezTo>
                  <a:pt x="37111" y="142762"/>
                  <a:pt x="41451" y="143222"/>
                  <a:pt x="46453" y="143222"/>
                </a:cubicBezTo>
                <a:cubicBezTo>
                  <a:pt x="55648" y="143222"/>
                  <a:pt x="62692" y="141089"/>
                  <a:pt x="67584" y="136822"/>
                </a:cubicBezTo>
                <a:cubicBezTo>
                  <a:pt x="72475" y="132556"/>
                  <a:pt x="74921" y="126413"/>
                  <a:pt x="74921" y="118395"/>
                </a:cubicBezTo>
                <a:cubicBezTo>
                  <a:pt x="74774" y="114717"/>
                  <a:pt x="74222" y="111481"/>
                  <a:pt x="73266" y="108685"/>
                </a:cubicBezTo>
                <a:cubicBezTo>
                  <a:pt x="72310" y="105890"/>
                  <a:pt x="70581" y="103224"/>
                  <a:pt x="68080" y="100686"/>
                </a:cubicBezTo>
                <a:cubicBezTo>
                  <a:pt x="65579" y="98148"/>
                  <a:pt x="62103" y="95555"/>
                  <a:pt x="57653" y="92907"/>
                </a:cubicBezTo>
                <a:cubicBezTo>
                  <a:pt x="53202" y="90259"/>
                  <a:pt x="47336" y="87206"/>
                  <a:pt x="40054" y="83748"/>
                </a:cubicBezTo>
                <a:cubicBezTo>
                  <a:pt x="33801" y="81027"/>
                  <a:pt x="28302" y="78231"/>
                  <a:pt x="23558" y="75363"/>
                </a:cubicBezTo>
                <a:cubicBezTo>
                  <a:pt x="18813" y="72494"/>
                  <a:pt x="14822" y="69367"/>
                  <a:pt x="11586" y="65984"/>
                </a:cubicBezTo>
                <a:cubicBezTo>
                  <a:pt x="8349" y="62600"/>
                  <a:pt x="5903" y="58903"/>
                  <a:pt x="4248" y="54894"/>
                </a:cubicBezTo>
                <a:cubicBezTo>
                  <a:pt x="2593" y="50885"/>
                  <a:pt x="1765" y="46343"/>
                  <a:pt x="1765" y="41267"/>
                </a:cubicBezTo>
                <a:cubicBezTo>
                  <a:pt x="1765" y="34353"/>
                  <a:pt x="3108" y="28321"/>
                  <a:pt x="5793" y="23171"/>
                </a:cubicBezTo>
                <a:cubicBezTo>
                  <a:pt x="8478" y="18022"/>
                  <a:pt x="12193" y="13737"/>
                  <a:pt x="16937" y="10317"/>
                </a:cubicBezTo>
                <a:cubicBezTo>
                  <a:pt x="21682" y="6896"/>
                  <a:pt x="27291" y="4322"/>
                  <a:pt x="33764" y="2593"/>
                </a:cubicBezTo>
                <a:cubicBezTo>
                  <a:pt x="40237" y="864"/>
                  <a:pt x="47262" y="0"/>
                  <a:pt x="54839" y="0"/>
                </a:cubicBezTo>
                <a:cubicBezTo>
                  <a:pt x="57929" y="0"/>
                  <a:pt x="60853" y="55"/>
                  <a:pt x="63611" y="166"/>
                </a:cubicBezTo>
                <a:cubicBezTo>
                  <a:pt x="66370" y="276"/>
                  <a:pt x="69275" y="497"/>
                  <a:pt x="72328" y="828"/>
                </a:cubicBezTo>
                <a:cubicBezTo>
                  <a:pt x="75381" y="1159"/>
                  <a:pt x="78710" y="1692"/>
                  <a:pt x="82314" y="2427"/>
                </a:cubicBezTo>
                <a:cubicBezTo>
                  <a:pt x="85918" y="3163"/>
                  <a:pt x="90075" y="4119"/>
                  <a:pt x="94782" y="5296"/>
                </a:cubicBezTo>
                <a:lnTo>
                  <a:pt x="94782" y="36743"/>
                </a:lnTo>
                <a:lnTo>
                  <a:pt x="81983" y="36743"/>
                </a:lnTo>
                <a:cubicBezTo>
                  <a:pt x="80732" y="31815"/>
                  <a:pt x="79206" y="27751"/>
                  <a:pt x="77404" y="24551"/>
                </a:cubicBezTo>
                <a:cubicBezTo>
                  <a:pt x="75602" y="21351"/>
                  <a:pt x="73468" y="18813"/>
                  <a:pt x="71004" y="16937"/>
                </a:cubicBezTo>
                <a:cubicBezTo>
                  <a:pt x="68540" y="15061"/>
                  <a:pt x="65671" y="13737"/>
                  <a:pt x="62398" y="12965"/>
                </a:cubicBezTo>
                <a:cubicBezTo>
                  <a:pt x="59124" y="12193"/>
                  <a:pt x="55391" y="11806"/>
                  <a:pt x="51198" y="11806"/>
                </a:cubicBezTo>
                <a:cubicBezTo>
                  <a:pt x="47226" y="11806"/>
                  <a:pt x="43584" y="12321"/>
                  <a:pt x="40274" y="13351"/>
                </a:cubicBezTo>
                <a:cubicBezTo>
                  <a:pt x="36964" y="14381"/>
                  <a:pt x="34095" y="15852"/>
                  <a:pt x="31668" y="17765"/>
                </a:cubicBezTo>
                <a:cubicBezTo>
                  <a:pt x="29240" y="19677"/>
                  <a:pt x="27364" y="22013"/>
                  <a:pt x="26040" y="24771"/>
                </a:cubicBezTo>
                <a:cubicBezTo>
                  <a:pt x="24716" y="27530"/>
                  <a:pt x="24054" y="30601"/>
                  <a:pt x="24054" y="33985"/>
                </a:cubicBezTo>
                <a:cubicBezTo>
                  <a:pt x="24201" y="37516"/>
                  <a:pt x="24735" y="40605"/>
                  <a:pt x="25654" y="43253"/>
                </a:cubicBezTo>
                <a:cubicBezTo>
                  <a:pt x="26574" y="45902"/>
                  <a:pt x="28192" y="48421"/>
                  <a:pt x="30509" y="50812"/>
                </a:cubicBezTo>
                <a:cubicBezTo>
                  <a:pt x="32826" y="53202"/>
                  <a:pt x="36026" y="55593"/>
                  <a:pt x="40109" y="57984"/>
                </a:cubicBezTo>
                <a:cubicBezTo>
                  <a:pt x="44191" y="60375"/>
                  <a:pt x="49469" y="63115"/>
                  <a:pt x="55943" y="66204"/>
                </a:cubicBezTo>
                <a:cubicBezTo>
                  <a:pt x="63299" y="69588"/>
                  <a:pt x="69625" y="72843"/>
                  <a:pt x="74921" y="75969"/>
                </a:cubicBezTo>
                <a:cubicBezTo>
                  <a:pt x="80218" y="79096"/>
                  <a:pt x="84558" y="82388"/>
                  <a:pt x="87941" y="85845"/>
                </a:cubicBezTo>
                <a:cubicBezTo>
                  <a:pt x="91325" y="89302"/>
                  <a:pt x="93808" y="93146"/>
                  <a:pt x="95389" y="97375"/>
                </a:cubicBezTo>
                <a:cubicBezTo>
                  <a:pt x="96971" y="101605"/>
                  <a:pt x="97762" y="106515"/>
                  <a:pt x="97762" y="112106"/>
                </a:cubicBezTo>
                <a:cubicBezTo>
                  <a:pt x="97762" y="119536"/>
                  <a:pt x="96548" y="125972"/>
                  <a:pt x="94120" y="131415"/>
                </a:cubicBezTo>
                <a:cubicBezTo>
                  <a:pt x="91693" y="136859"/>
                  <a:pt x="88162" y="141346"/>
                  <a:pt x="83528" y="144877"/>
                </a:cubicBezTo>
                <a:cubicBezTo>
                  <a:pt x="78893" y="148408"/>
                  <a:pt x="73248" y="151038"/>
                  <a:pt x="66590" y="152766"/>
                </a:cubicBezTo>
                <a:cubicBezTo>
                  <a:pt x="59933" y="154495"/>
                  <a:pt x="52412" y="155359"/>
                  <a:pt x="44026" y="155359"/>
                </a:cubicBezTo>
                <a:cubicBezTo>
                  <a:pt x="37553" y="155359"/>
                  <a:pt x="30711" y="154808"/>
                  <a:pt x="23503" y="153704"/>
                </a:cubicBezTo>
                <a:cubicBezTo>
                  <a:pt x="16294" y="152601"/>
                  <a:pt x="8459" y="151019"/>
                  <a:pt x="0" y="148960"/>
                </a:cubicBezTo>
                <a:lnTo>
                  <a:pt x="0" y="116961"/>
                </a:lnTo>
                <a:lnTo>
                  <a:pt x="13131" y="11696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32">
            <a:extLst xmlns:a="http://schemas.openxmlformats.org/drawingml/2006/main">
              <a:ext uri="{FF2B5EF4-FFF2-40B4-BE49-F238E27FC236}">
                <a16:creationId xmlns:a16="http://schemas.microsoft.com/office/drawing/2014/main" id="{A10AAC7F-1B79-423A-B299-DA1E53F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8184" y="4207926"/>
            <a:ext cx="110671" cy="150615"/>
          </a:xfrm>
          <a:custGeom xmlns:a="http://schemas.openxmlformats.org/drawingml/2006/main">
            <a:pathLst>
              <a:path w="110671" h="150615">
                <a:moveTo>
                  <a:pt x="110671" y="0"/>
                </a:moveTo>
                <a:lnTo>
                  <a:pt x="110671" y="35750"/>
                </a:lnTo>
                <a:lnTo>
                  <a:pt x="98203" y="35750"/>
                </a:lnTo>
                <a:cubicBezTo>
                  <a:pt x="96658" y="30895"/>
                  <a:pt x="95169" y="26923"/>
                  <a:pt x="93734" y="23834"/>
                </a:cubicBezTo>
                <a:cubicBezTo>
                  <a:pt x="92300" y="20744"/>
                  <a:pt x="90663" y="18353"/>
                  <a:pt x="88824" y="16661"/>
                </a:cubicBezTo>
                <a:cubicBezTo>
                  <a:pt x="86985" y="14970"/>
                  <a:pt x="84778" y="13811"/>
                  <a:pt x="82204" y="13186"/>
                </a:cubicBezTo>
                <a:cubicBezTo>
                  <a:pt x="79629" y="12560"/>
                  <a:pt x="76429" y="12248"/>
                  <a:pt x="72604" y="12248"/>
                </a:cubicBezTo>
                <a:lnTo>
                  <a:pt x="37736" y="12248"/>
                </a:lnTo>
                <a:lnTo>
                  <a:pt x="37736" y="68852"/>
                </a:lnTo>
                <a:lnTo>
                  <a:pt x="62342" y="68852"/>
                </a:lnTo>
                <a:cubicBezTo>
                  <a:pt x="64917" y="68852"/>
                  <a:pt x="67069" y="68558"/>
                  <a:pt x="68797" y="67970"/>
                </a:cubicBezTo>
                <a:cubicBezTo>
                  <a:pt x="70526" y="67381"/>
                  <a:pt x="71997" y="66370"/>
                  <a:pt x="73211" y="64935"/>
                </a:cubicBezTo>
                <a:cubicBezTo>
                  <a:pt x="74425" y="63501"/>
                  <a:pt x="75454" y="61588"/>
                  <a:pt x="76300" y="59198"/>
                </a:cubicBezTo>
                <a:cubicBezTo>
                  <a:pt x="77146" y="56807"/>
                  <a:pt x="77900" y="53846"/>
                  <a:pt x="78562" y="50315"/>
                </a:cubicBezTo>
                <a:lnTo>
                  <a:pt x="90921" y="50315"/>
                </a:lnTo>
                <a:lnTo>
                  <a:pt x="90921" y="98755"/>
                </a:lnTo>
                <a:lnTo>
                  <a:pt x="78562" y="98755"/>
                </a:lnTo>
                <a:cubicBezTo>
                  <a:pt x="77753" y="95077"/>
                  <a:pt x="76926" y="92079"/>
                  <a:pt x="76080" y="89762"/>
                </a:cubicBezTo>
                <a:cubicBezTo>
                  <a:pt x="75234" y="87445"/>
                  <a:pt x="74204" y="85624"/>
                  <a:pt x="72990" y="84300"/>
                </a:cubicBezTo>
                <a:cubicBezTo>
                  <a:pt x="71776" y="82976"/>
                  <a:pt x="70324" y="82075"/>
                  <a:pt x="68632" y="81597"/>
                </a:cubicBezTo>
                <a:cubicBezTo>
                  <a:pt x="66940" y="81119"/>
                  <a:pt x="64843" y="80880"/>
                  <a:pt x="62342" y="80880"/>
                </a:cubicBezTo>
                <a:lnTo>
                  <a:pt x="37736" y="80880"/>
                </a:lnTo>
                <a:lnTo>
                  <a:pt x="37736" y="122257"/>
                </a:lnTo>
                <a:cubicBezTo>
                  <a:pt x="37736" y="126450"/>
                  <a:pt x="37939" y="129760"/>
                  <a:pt x="38343" y="132188"/>
                </a:cubicBezTo>
                <a:cubicBezTo>
                  <a:pt x="38748" y="134615"/>
                  <a:pt x="39575" y="136546"/>
                  <a:pt x="40826" y="137981"/>
                </a:cubicBezTo>
                <a:cubicBezTo>
                  <a:pt x="42076" y="139415"/>
                  <a:pt x="43805" y="140500"/>
                  <a:pt x="46012" y="141236"/>
                </a:cubicBezTo>
                <a:cubicBezTo>
                  <a:pt x="48219" y="141971"/>
                  <a:pt x="51161" y="142744"/>
                  <a:pt x="54839" y="143553"/>
                </a:cubicBezTo>
                <a:lnTo>
                  <a:pt x="54839" y="150615"/>
                </a:lnTo>
                <a:lnTo>
                  <a:pt x="0" y="150615"/>
                </a:lnTo>
                <a:lnTo>
                  <a:pt x="0" y="143553"/>
                </a:lnTo>
                <a:cubicBezTo>
                  <a:pt x="3531" y="142450"/>
                  <a:pt x="6253" y="141548"/>
                  <a:pt x="8165" y="140850"/>
                </a:cubicBezTo>
                <a:cubicBezTo>
                  <a:pt x="10078" y="140151"/>
                  <a:pt x="11475" y="139158"/>
                  <a:pt x="12358" y="137870"/>
                </a:cubicBezTo>
                <a:cubicBezTo>
                  <a:pt x="13241" y="136583"/>
                  <a:pt x="13737" y="134781"/>
                  <a:pt x="13848" y="132464"/>
                </a:cubicBezTo>
                <a:cubicBezTo>
                  <a:pt x="13958" y="130147"/>
                  <a:pt x="14013" y="126818"/>
                  <a:pt x="14013" y="122478"/>
                </a:cubicBezTo>
                <a:lnTo>
                  <a:pt x="14013" y="28137"/>
                </a:lnTo>
                <a:cubicBezTo>
                  <a:pt x="14013" y="23650"/>
                  <a:pt x="13921" y="20247"/>
                  <a:pt x="13737" y="17930"/>
                </a:cubicBezTo>
                <a:cubicBezTo>
                  <a:pt x="13553" y="15613"/>
                  <a:pt x="13020" y="13848"/>
                  <a:pt x="12137" y="12634"/>
                </a:cubicBezTo>
                <a:cubicBezTo>
                  <a:pt x="11255" y="11420"/>
                  <a:pt x="9875" y="10501"/>
                  <a:pt x="8000" y="9875"/>
                </a:cubicBezTo>
                <a:cubicBezTo>
                  <a:pt x="6124" y="9250"/>
                  <a:pt x="3457" y="8386"/>
                  <a:pt x="0" y="7282"/>
                </a:cubicBezTo>
                <a:lnTo>
                  <a:pt x="0" y="0"/>
                </a:lnTo>
                <a:lnTo>
                  <a:pt x="1106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33">
            <a:extLst xmlns:a="http://schemas.openxmlformats.org/drawingml/2006/main">
              <a:ext uri="{FF2B5EF4-FFF2-40B4-BE49-F238E27FC236}">
                <a16:creationId xmlns:a16="http://schemas.microsoft.com/office/drawing/2014/main" id="{995F451E-6E40-492E-B90B-1A17103A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0209" y="4207926"/>
            <a:ext cx="131084" cy="150615"/>
          </a:xfrm>
          <a:custGeom xmlns:a="http://schemas.openxmlformats.org/drawingml/2006/main">
            <a:pathLst>
              <a:path w="131084" h="150615">
                <a:moveTo>
                  <a:pt x="0" y="0"/>
                </a:moveTo>
                <a:lnTo>
                  <a:pt x="131084" y="0"/>
                </a:lnTo>
                <a:lnTo>
                  <a:pt x="131084" y="40716"/>
                </a:lnTo>
                <a:lnTo>
                  <a:pt x="118616" y="40716"/>
                </a:lnTo>
                <a:cubicBezTo>
                  <a:pt x="117071" y="34978"/>
                  <a:pt x="115582" y="30288"/>
                  <a:pt x="114147" y="26647"/>
                </a:cubicBezTo>
                <a:cubicBezTo>
                  <a:pt x="112713" y="23006"/>
                  <a:pt x="111039" y="20137"/>
                  <a:pt x="109127" y="18041"/>
                </a:cubicBezTo>
                <a:cubicBezTo>
                  <a:pt x="107214" y="15944"/>
                  <a:pt x="104934" y="14491"/>
                  <a:pt x="102286" y="13682"/>
                </a:cubicBezTo>
                <a:cubicBezTo>
                  <a:pt x="99637" y="12873"/>
                  <a:pt x="96327" y="12395"/>
                  <a:pt x="92355" y="12248"/>
                </a:cubicBezTo>
                <a:lnTo>
                  <a:pt x="77349" y="12248"/>
                </a:lnTo>
                <a:lnTo>
                  <a:pt x="77349" y="122257"/>
                </a:lnTo>
                <a:cubicBezTo>
                  <a:pt x="77422" y="125935"/>
                  <a:pt x="77606" y="128970"/>
                  <a:pt x="77900" y="131360"/>
                </a:cubicBezTo>
                <a:cubicBezTo>
                  <a:pt x="78195" y="133751"/>
                  <a:pt x="78875" y="135719"/>
                  <a:pt x="79942" y="137264"/>
                </a:cubicBezTo>
                <a:cubicBezTo>
                  <a:pt x="81008" y="138808"/>
                  <a:pt x="82608" y="140040"/>
                  <a:pt x="84741" y="140960"/>
                </a:cubicBezTo>
                <a:cubicBezTo>
                  <a:pt x="86875" y="141879"/>
                  <a:pt x="89854" y="142744"/>
                  <a:pt x="93679" y="143553"/>
                </a:cubicBezTo>
                <a:lnTo>
                  <a:pt x="93679" y="150615"/>
                </a:lnTo>
                <a:lnTo>
                  <a:pt x="37405" y="150615"/>
                </a:lnTo>
                <a:lnTo>
                  <a:pt x="37405" y="143553"/>
                </a:lnTo>
                <a:cubicBezTo>
                  <a:pt x="40274" y="143038"/>
                  <a:pt x="42720" y="142486"/>
                  <a:pt x="44743" y="141898"/>
                </a:cubicBezTo>
                <a:cubicBezTo>
                  <a:pt x="46766" y="141309"/>
                  <a:pt x="48439" y="140335"/>
                  <a:pt x="49764" y="138974"/>
                </a:cubicBezTo>
                <a:cubicBezTo>
                  <a:pt x="51088" y="137613"/>
                  <a:pt x="52062" y="135627"/>
                  <a:pt x="52688" y="133015"/>
                </a:cubicBezTo>
                <a:cubicBezTo>
                  <a:pt x="53313" y="130404"/>
                  <a:pt x="53625" y="126818"/>
                  <a:pt x="53625" y="122257"/>
                </a:cubicBezTo>
                <a:lnTo>
                  <a:pt x="53625" y="12248"/>
                </a:lnTo>
                <a:lnTo>
                  <a:pt x="38730" y="12248"/>
                </a:lnTo>
                <a:cubicBezTo>
                  <a:pt x="36596" y="12248"/>
                  <a:pt x="34739" y="12340"/>
                  <a:pt x="33157" y="12524"/>
                </a:cubicBezTo>
                <a:cubicBezTo>
                  <a:pt x="31576" y="12708"/>
                  <a:pt x="30160" y="13020"/>
                  <a:pt x="28909" y="13462"/>
                </a:cubicBezTo>
                <a:cubicBezTo>
                  <a:pt x="27659" y="13903"/>
                  <a:pt x="26518" y="14473"/>
                  <a:pt x="25489" y="15172"/>
                </a:cubicBezTo>
                <a:cubicBezTo>
                  <a:pt x="24459" y="15871"/>
                  <a:pt x="23466" y="16698"/>
                  <a:pt x="22509" y="17654"/>
                </a:cubicBezTo>
                <a:cubicBezTo>
                  <a:pt x="20670" y="19420"/>
                  <a:pt x="18942" y="22050"/>
                  <a:pt x="17323" y="25544"/>
                </a:cubicBezTo>
                <a:cubicBezTo>
                  <a:pt x="15705" y="29038"/>
                  <a:pt x="14160" y="34095"/>
                  <a:pt x="12689" y="40716"/>
                </a:cubicBezTo>
                <a:lnTo>
                  <a:pt x="0" y="407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97A1D907-3536-4C20-B0D2-617C3DC0F7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52d6f07f340ba"/>
          <a:stretch xmlns:a="http://schemas.openxmlformats.org/drawingml/2006/main"/>
        </p:blipFill>
        <p:spPr>
          <a:xfrm xmlns:a="http://schemas.openxmlformats.org/drawingml/2006/main">
            <a:off x="11108555" y="3874948"/>
            <a:ext cx="686971" cy="686971"/>
          </a:xfrm>
          <a:prstGeom xmlns:a="http://schemas.openxmlformats.org/drawingml/2006/main" prst="rect">
            <a:avLst/>
          </a:prstGeom>
        </p:spPr>
      </p:pic>
      <p:pic>
        <p:nvPic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0978FE3-0052-4FAE-8032-AB9AC4711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0736173234ab3"/>
          <a:stretch xmlns:a="http://schemas.openxmlformats.org/drawingml/2006/main"/>
        </p:blipFill>
        <p:spPr>
          <a:xfrm xmlns:a="http://schemas.openxmlformats.org/drawingml/2006/main">
            <a:off x="11142542" y="3905229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451" name="text-436 next">
            <a:extLst xmlns:a="http://schemas.openxmlformats.org/drawingml/2006/main">
              <a:ext uri="{FF2B5EF4-FFF2-40B4-BE49-F238E27FC236}">
                <a16:creationId xmlns:a16="http://schemas.microsoft.com/office/drawing/2014/main" id="{F87E3A13-2189-44DB-8982-1F60C406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8524" y="5375775"/>
            <a:ext cx="599285" cy="423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382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452" name="text-437 ：">
            <a:extLst xmlns:a="http://schemas.openxmlformats.org/drawingml/2006/main">
              <a:ext uri="{FF2B5EF4-FFF2-40B4-BE49-F238E27FC236}">
                <a16:creationId xmlns:a16="http://schemas.microsoft.com/office/drawing/2014/main" id="{3406E924-1792-4451-AF2F-ACC83886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82282" y="5376917"/>
            <a:ext cx="355542" cy="421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defRPr>
            </a:pPr>
            <a:r>
              <a:rPr sz="2373" b="1" i="0">
                <a:solidFill>
                  <a:srgbClr val="0179F6"/>
                </a:solidFill>
                <a:latin typeface="DengXian"/>
                <a:ea typeface="DengXian"/>
                <a:cs typeface="DengXian"/>
              </a:rPr>
              <a:t>：</a:t>
            </a:r>
          </a:p>
        </p:txBody>
      </p:sp>
      <p:sp>
        <p:nvSpPr>
          <p:cNvPr id="453" name="path-438">
            <a:extLst xmlns:a="http://schemas.openxmlformats.org/drawingml/2006/main">
              <a:ext uri="{FF2B5EF4-FFF2-40B4-BE49-F238E27FC236}">
                <a16:creationId xmlns:a16="http://schemas.microsoft.com/office/drawing/2014/main" id="{FBBE2E0D-DD92-40DB-ADF6-B03AF4F3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0507" y="5471984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39">
            <a:extLst xmlns:a="http://schemas.openxmlformats.org/drawingml/2006/main">
              <a:ext uri="{FF2B5EF4-FFF2-40B4-BE49-F238E27FC236}">
                <a16:creationId xmlns:a16="http://schemas.microsoft.com/office/drawing/2014/main" id="{D4900434-CDFE-4527-B2D7-2338C415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4038" y="5630298"/>
            <a:ext cx="106037" cy="112989"/>
          </a:xfrm>
          <a:custGeom xmlns:a="http://schemas.openxmlformats.org/drawingml/2006/main">
            <a:pathLst>
              <a:path w="106037" h="112989">
                <a:moveTo>
                  <a:pt x="41047" y="112989"/>
                </a:moveTo>
                <a:cubicBezTo>
                  <a:pt x="32955" y="112989"/>
                  <a:pt x="25838" y="111536"/>
                  <a:pt x="19696" y="108630"/>
                </a:cubicBezTo>
                <a:cubicBezTo>
                  <a:pt x="13553" y="105725"/>
                  <a:pt x="8735" y="101311"/>
                  <a:pt x="5241" y="95389"/>
                </a:cubicBezTo>
                <a:cubicBezTo>
                  <a:pt x="1747" y="89468"/>
                  <a:pt x="0" y="82240"/>
                  <a:pt x="0" y="73707"/>
                </a:cubicBezTo>
                <a:cubicBezTo>
                  <a:pt x="0" y="65027"/>
                  <a:pt x="1361" y="55924"/>
                  <a:pt x="4083" y="46398"/>
                </a:cubicBezTo>
                <a:cubicBezTo>
                  <a:pt x="6804" y="36872"/>
                  <a:pt x="11034" y="28486"/>
                  <a:pt x="16772" y="21241"/>
                </a:cubicBezTo>
                <a:cubicBezTo>
                  <a:pt x="22509" y="13995"/>
                  <a:pt x="29443" y="8643"/>
                  <a:pt x="37571" y="5186"/>
                </a:cubicBezTo>
                <a:cubicBezTo>
                  <a:pt x="45699" y="1729"/>
                  <a:pt x="54802" y="0"/>
                  <a:pt x="64880" y="0"/>
                </a:cubicBezTo>
                <a:cubicBezTo>
                  <a:pt x="74002" y="0"/>
                  <a:pt x="81652" y="1673"/>
                  <a:pt x="87831" y="5020"/>
                </a:cubicBezTo>
                <a:cubicBezTo>
                  <a:pt x="94010" y="8367"/>
                  <a:pt x="98589" y="13020"/>
                  <a:pt x="101568" y="18979"/>
                </a:cubicBezTo>
                <a:cubicBezTo>
                  <a:pt x="104548" y="24937"/>
                  <a:pt x="106037" y="31852"/>
                  <a:pt x="106037" y="39723"/>
                </a:cubicBezTo>
                <a:cubicBezTo>
                  <a:pt x="106037" y="49433"/>
                  <a:pt x="104419" y="59179"/>
                  <a:pt x="101182" y="68963"/>
                </a:cubicBezTo>
                <a:cubicBezTo>
                  <a:pt x="97946" y="78746"/>
                  <a:pt x="93477" y="86948"/>
                  <a:pt x="87776" y="93569"/>
                </a:cubicBezTo>
                <a:cubicBezTo>
                  <a:pt x="82075" y="100189"/>
                  <a:pt x="75326" y="105081"/>
                  <a:pt x="67528" y="108244"/>
                </a:cubicBezTo>
                <a:cubicBezTo>
                  <a:pt x="59731" y="111407"/>
                  <a:pt x="50904" y="112989"/>
                  <a:pt x="41047" y="112989"/>
                </a:cubicBezTo>
                <a:moveTo>
                  <a:pt x="29682" y="80880"/>
                </a:moveTo>
                <a:cubicBezTo>
                  <a:pt x="29682" y="87794"/>
                  <a:pt x="30803" y="92962"/>
                  <a:pt x="33047" y="96382"/>
                </a:cubicBezTo>
                <a:cubicBezTo>
                  <a:pt x="35291" y="99803"/>
                  <a:pt x="38840" y="101513"/>
                  <a:pt x="43695" y="101513"/>
                </a:cubicBezTo>
                <a:cubicBezTo>
                  <a:pt x="49947" y="101513"/>
                  <a:pt x="55373" y="98479"/>
                  <a:pt x="59970" y="92410"/>
                </a:cubicBezTo>
                <a:cubicBezTo>
                  <a:pt x="64568" y="86341"/>
                  <a:pt x="68411" y="77165"/>
                  <a:pt x="71501" y="64880"/>
                </a:cubicBezTo>
                <a:cubicBezTo>
                  <a:pt x="74590" y="52596"/>
                  <a:pt x="76135" y="41929"/>
                  <a:pt x="76135" y="32881"/>
                </a:cubicBezTo>
                <a:cubicBezTo>
                  <a:pt x="76135" y="25525"/>
                  <a:pt x="75013" y="20119"/>
                  <a:pt x="72770" y="16661"/>
                </a:cubicBezTo>
                <a:cubicBezTo>
                  <a:pt x="70526" y="13204"/>
                  <a:pt x="67050" y="11475"/>
                  <a:pt x="62342" y="11475"/>
                </a:cubicBezTo>
                <a:cubicBezTo>
                  <a:pt x="56163" y="11475"/>
                  <a:pt x="50812" y="14473"/>
                  <a:pt x="46288" y="20468"/>
                </a:cubicBezTo>
                <a:cubicBezTo>
                  <a:pt x="41764" y="26463"/>
                  <a:pt x="37865" y="35732"/>
                  <a:pt x="34592" y="48274"/>
                </a:cubicBezTo>
                <a:cubicBezTo>
                  <a:pt x="31318" y="60816"/>
                  <a:pt x="29682" y="71685"/>
                  <a:pt x="29682" y="80880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path-440">
            <a:extLst xmlns:a="http://schemas.openxmlformats.org/drawingml/2006/main">
              <a:ext uri="{FF2B5EF4-FFF2-40B4-BE49-F238E27FC236}">
                <a16:creationId xmlns:a16="http://schemas.microsoft.com/office/drawing/2014/main" id="{86F1F437-A82D-4ED9-AFB8-C9E3A75A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4240" y="5583514"/>
            <a:ext cx="60687" cy="159773"/>
          </a:xfrm>
          <a:custGeom xmlns:a="http://schemas.openxmlformats.org/drawingml/2006/main">
            <a:pathLst>
              <a:path w="60687" h="159773">
                <a:moveTo>
                  <a:pt x="22178" y="33323"/>
                </a:moveTo>
                <a:cubicBezTo>
                  <a:pt x="23797" y="26261"/>
                  <a:pt x="24606" y="21001"/>
                  <a:pt x="24606" y="17544"/>
                </a:cubicBezTo>
                <a:cubicBezTo>
                  <a:pt x="24606" y="15926"/>
                  <a:pt x="24440" y="14657"/>
                  <a:pt x="24109" y="13737"/>
                </a:cubicBezTo>
                <a:cubicBezTo>
                  <a:pt x="23778" y="12818"/>
                  <a:pt x="23282" y="12064"/>
                  <a:pt x="22620" y="11475"/>
                </a:cubicBezTo>
                <a:cubicBezTo>
                  <a:pt x="21958" y="10887"/>
                  <a:pt x="21075" y="10427"/>
                  <a:pt x="19972" y="10096"/>
                </a:cubicBezTo>
                <a:cubicBezTo>
                  <a:pt x="18868" y="9765"/>
                  <a:pt x="16698" y="9379"/>
                  <a:pt x="13462" y="8938"/>
                </a:cubicBezTo>
                <a:lnTo>
                  <a:pt x="15227" y="1765"/>
                </a:lnTo>
                <a:lnTo>
                  <a:pt x="48219" y="0"/>
                </a:lnTo>
                <a:lnTo>
                  <a:pt x="60687" y="0"/>
                </a:lnTo>
                <a:lnTo>
                  <a:pt x="32440" y="123250"/>
                </a:lnTo>
                <a:cubicBezTo>
                  <a:pt x="31263" y="128400"/>
                  <a:pt x="30675" y="132703"/>
                  <a:pt x="30675" y="136160"/>
                </a:cubicBezTo>
                <a:cubicBezTo>
                  <a:pt x="30675" y="139029"/>
                  <a:pt x="31153" y="141015"/>
                  <a:pt x="32109" y="142119"/>
                </a:cubicBezTo>
                <a:cubicBezTo>
                  <a:pt x="33065" y="143222"/>
                  <a:pt x="34426" y="143774"/>
                  <a:pt x="36192" y="143774"/>
                </a:cubicBezTo>
                <a:cubicBezTo>
                  <a:pt x="38325" y="143774"/>
                  <a:pt x="40716" y="142762"/>
                  <a:pt x="43364" y="140739"/>
                </a:cubicBezTo>
                <a:cubicBezTo>
                  <a:pt x="46012" y="138716"/>
                  <a:pt x="49138" y="135645"/>
                  <a:pt x="52743" y="131526"/>
                </a:cubicBezTo>
                <a:lnTo>
                  <a:pt x="60687" y="139470"/>
                </a:lnTo>
                <a:cubicBezTo>
                  <a:pt x="53478" y="146826"/>
                  <a:pt x="47023" y="152049"/>
                  <a:pt x="41323" y="155139"/>
                </a:cubicBezTo>
                <a:cubicBezTo>
                  <a:pt x="35622" y="158228"/>
                  <a:pt x="29351" y="159773"/>
                  <a:pt x="22509" y="159773"/>
                </a:cubicBezTo>
                <a:cubicBezTo>
                  <a:pt x="14712" y="159773"/>
                  <a:pt x="9011" y="157860"/>
                  <a:pt x="5407" y="154035"/>
                </a:cubicBezTo>
                <a:cubicBezTo>
                  <a:pt x="1802" y="150210"/>
                  <a:pt x="0" y="144436"/>
                  <a:pt x="0" y="136712"/>
                </a:cubicBezTo>
                <a:cubicBezTo>
                  <a:pt x="0" y="132372"/>
                  <a:pt x="809" y="126597"/>
                  <a:pt x="2427" y="119388"/>
                </a:cubicBezTo>
                <a:lnTo>
                  <a:pt x="22178" y="3332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6" name="path-441">
            <a:extLst xmlns:a="http://schemas.openxmlformats.org/drawingml/2006/main">
              <a:ext uri="{FF2B5EF4-FFF2-40B4-BE49-F238E27FC236}">
                <a16:creationId xmlns:a16="http://schemas.microsoft.com/office/drawing/2014/main" id="{2246AB92-008E-4688-819B-02401DC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2967" y="5583514"/>
            <a:ext cx="126119" cy="159773"/>
          </a:xfrm>
          <a:custGeom xmlns:a="http://schemas.openxmlformats.org/drawingml/2006/main">
            <a:pathLst>
              <a:path w="126119" h="159773">
                <a:moveTo>
                  <a:pt x="118175" y="131526"/>
                </a:moveTo>
                <a:lnTo>
                  <a:pt x="126119" y="139470"/>
                </a:lnTo>
                <a:cubicBezTo>
                  <a:pt x="118395" y="147194"/>
                  <a:pt x="111738" y="152509"/>
                  <a:pt x="106148" y="155415"/>
                </a:cubicBezTo>
                <a:cubicBezTo>
                  <a:pt x="100557" y="158320"/>
                  <a:pt x="94672" y="159773"/>
                  <a:pt x="88493" y="159773"/>
                </a:cubicBezTo>
                <a:cubicBezTo>
                  <a:pt x="82314" y="159773"/>
                  <a:pt x="77422" y="158063"/>
                  <a:pt x="73818" y="154642"/>
                </a:cubicBezTo>
                <a:cubicBezTo>
                  <a:pt x="70213" y="151222"/>
                  <a:pt x="68411" y="146716"/>
                  <a:pt x="68411" y="141125"/>
                </a:cubicBezTo>
                <a:cubicBezTo>
                  <a:pt x="68411" y="139286"/>
                  <a:pt x="68632" y="137521"/>
                  <a:pt x="69073" y="135829"/>
                </a:cubicBezTo>
                <a:lnTo>
                  <a:pt x="67639" y="135498"/>
                </a:lnTo>
                <a:cubicBezTo>
                  <a:pt x="60650" y="143958"/>
                  <a:pt x="54122" y="150118"/>
                  <a:pt x="48053" y="153980"/>
                </a:cubicBezTo>
                <a:cubicBezTo>
                  <a:pt x="41985" y="157842"/>
                  <a:pt x="34720" y="159773"/>
                  <a:pt x="26261" y="159773"/>
                </a:cubicBezTo>
                <a:cubicBezTo>
                  <a:pt x="17949" y="159773"/>
                  <a:pt x="11494" y="156757"/>
                  <a:pt x="6896" y="150725"/>
                </a:cubicBezTo>
                <a:cubicBezTo>
                  <a:pt x="2299" y="144693"/>
                  <a:pt x="0" y="135976"/>
                  <a:pt x="0" y="124574"/>
                </a:cubicBezTo>
                <a:cubicBezTo>
                  <a:pt x="0" y="114644"/>
                  <a:pt x="1434" y="104787"/>
                  <a:pt x="4303" y="95003"/>
                </a:cubicBezTo>
                <a:cubicBezTo>
                  <a:pt x="7172" y="85220"/>
                  <a:pt x="11292" y="76779"/>
                  <a:pt x="16661" y="69680"/>
                </a:cubicBezTo>
                <a:cubicBezTo>
                  <a:pt x="22031" y="62581"/>
                  <a:pt x="28780" y="56991"/>
                  <a:pt x="36909" y="52908"/>
                </a:cubicBezTo>
                <a:cubicBezTo>
                  <a:pt x="45037" y="48826"/>
                  <a:pt x="54214" y="46784"/>
                  <a:pt x="64439" y="46784"/>
                </a:cubicBezTo>
                <a:cubicBezTo>
                  <a:pt x="70986" y="46784"/>
                  <a:pt x="77312" y="47925"/>
                  <a:pt x="83417" y="50205"/>
                </a:cubicBezTo>
                <a:lnTo>
                  <a:pt x="87169" y="33323"/>
                </a:lnTo>
                <a:cubicBezTo>
                  <a:pt x="87610" y="31484"/>
                  <a:pt x="88125" y="28836"/>
                  <a:pt x="88714" y="25378"/>
                </a:cubicBezTo>
                <a:cubicBezTo>
                  <a:pt x="89302" y="21921"/>
                  <a:pt x="89596" y="19310"/>
                  <a:pt x="89596" y="17544"/>
                </a:cubicBezTo>
                <a:cubicBezTo>
                  <a:pt x="89596" y="15926"/>
                  <a:pt x="89431" y="14657"/>
                  <a:pt x="89100" y="13737"/>
                </a:cubicBezTo>
                <a:cubicBezTo>
                  <a:pt x="88769" y="12818"/>
                  <a:pt x="88272" y="12064"/>
                  <a:pt x="87610" y="11475"/>
                </a:cubicBezTo>
                <a:cubicBezTo>
                  <a:pt x="86948" y="10887"/>
                  <a:pt x="86066" y="10427"/>
                  <a:pt x="84962" y="10096"/>
                </a:cubicBezTo>
                <a:cubicBezTo>
                  <a:pt x="83859" y="9765"/>
                  <a:pt x="81689" y="9379"/>
                  <a:pt x="78452" y="8938"/>
                </a:cubicBezTo>
                <a:lnTo>
                  <a:pt x="80218" y="1765"/>
                </a:lnTo>
                <a:lnTo>
                  <a:pt x="113209" y="0"/>
                </a:lnTo>
                <a:lnTo>
                  <a:pt x="125678" y="0"/>
                </a:lnTo>
                <a:lnTo>
                  <a:pt x="97762" y="123581"/>
                </a:lnTo>
                <a:cubicBezTo>
                  <a:pt x="96658" y="128436"/>
                  <a:pt x="96107" y="132629"/>
                  <a:pt x="96107" y="136160"/>
                </a:cubicBezTo>
                <a:cubicBezTo>
                  <a:pt x="96107" y="138588"/>
                  <a:pt x="96511" y="140463"/>
                  <a:pt x="97320" y="141787"/>
                </a:cubicBezTo>
                <a:cubicBezTo>
                  <a:pt x="98129" y="143112"/>
                  <a:pt x="99527" y="143774"/>
                  <a:pt x="101513" y="143774"/>
                </a:cubicBezTo>
                <a:cubicBezTo>
                  <a:pt x="103794" y="143774"/>
                  <a:pt x="106258" y="142744"/>
                  <a:pt x="108906" y="140684"/>
                </a:cubicBezTo>
                <a:cubicBezTo>
                  <a:pt x="111554" y="138624"/>
                  <a:pt x="114644" y="135572"/>
                  <a:pt x="118175" y="131526"/>
                </a:cubicBezTo>
                <a:moveTo>
                  <a:pt x="75914" y="89376"/>
                </a:moveTo>
                <a:cubicBezTo>
                  <a:pt x="77091" y="83932"/>
                  <a:pt x="77680" y="78526"/>
                  <a:pt x="77680" y="73156"/>
                </a:cubicBezTo>
                <a:cubicBezTo>
                  <a:pt x="77680" y="68227"/>
                  <a:pt x="76760" y="64512"/>
                  <a:pt x="74921" y="62011"/>
                </a:cubicBezTo>
                <a:cubicBezTo>
                  <a:pt x="73082" y="59510"/>
                  <a:pt x="70066" y="58260"/>
                  <a:pt x="65873" y="58260"/>
                </a:cubicBezTo>
                <a:cubicBezTo>
                  <a:pt x="59032" y="58260"/>
                  <a:pt x="52963" y="61699"/>
                  <a:pt x="47667" y="68577"/>
                </a:cubicBezTo>
                <a:cubicBezTo>
                  <a:pt x="42371" y="75454"/>
                  <a:pt x="38104" y="84705"/>
                  <a:pt x="34868" y="96327"/>
                </a:cubicBezTo>
                <a:cubicBezTo>
                  <a:pt x="31631" y="107950"/>
                  <a:pt x="30013" y="118359"/>
                  <a:pt x="30013" y="127554"/>
                </a:cubicBezTo>
                <a:cubicBezTo>
                  <a:pt x="30013" y="132923"/>
                  <a:pt x="30803" y="136933"/>
                  <a:pt x="32385" y="139581"/>
                </a:cubicBezTo>
                <a:cubicBezTo>
                  <a:pt x="33966" y="142229"/>
                  <a:pt x="36412" y="143553"/>
                  <a:pt x="39723" y="143553"/>
                </a:cubicBezTo>
                <a:cubicBezTo>
                  <a:pt x="44578" y="143553"/>
                  <a:pt x="49524" y="141181"/>
                  <a:pt x="54563" y="136436"/>
                </a:cubicBezTo>
                <a:cubicBezTo>
                  <a:pt x="59602" y="131691"/>
                  <a:pt x="63666" y="126119"/>
                  <a:pt x="66756" y="119719"/>
                </a:cubicBezTo>
                <a:cubicBezTo>
                  <a:pt x="69846" y="113320"/>
                  <a:pt x="72604" y="104566"/>
                  <a:pt x="75032" y="93458"/>
                </a:cubicBezTo>
                <a:lnTo>
                  <a:pt x="75914" y="8937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7" name="path-442">
            <a:extLst xmlns:a="http://schemas.openxmlformats.org/drawingml/2006/main">
              <a:ext uri="{FF2B5EF4-FFF2-40B4-BE49-F238E27FC236}">
                <a16:creationId xmlns:a16="http://schemas.microsoft.com/office/drawing/2014/main" id="{C970EF39-5E13-41A1-8212-577DC14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785" y="5531421"/>
            <a:ext cx="218621" cy="121522"/>
          </a:xfrm>
          <a:custGeom xmlns:a="http://schemas.openxmlformats.org/drawingml/2006/main">
            <a:pathLst>
              <a:path w="218621" h="121522">
                <a:moveTo>
                  <a:pt x="218621" y="70471"/>
                </a:moveTo>
                <a:lnTo>
                  <a:pt x="32808" y="70471"/>
                </a:lnTo>
                <a:lnTo>
                  <a:pt x="66499" y="113430"/>
                </a:lnTo>
                <a:lnTo>
                  <a:pt x="57818" y="121522"/>
                </a:lnTo>
                <a:lnTo>
                  <a:pt x="0" y="65469"/>
                </a:lnTo>
                <a:lnTo>
                  <a:pt x="0" y="56053"/>
                </a:lnTo>
                <a:lnTo>
                  <a:pt x="57818" y="0"/>
                </a:lnTo>
                <a:lnTo>
                  <a:pt x="66499" y="8092"/>
                </a:lnTo>
                <a:lnTo>
                  <a:pt x="32808" y="50904"/>
                </a:lnTo>
                <a:lnTo>
                  <a:pt x="218621" y="50904"/>
                </a:lnTo>
                <a:lnTo>
                  <a:pt x="218621" y="70471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43">
            <a:extLst xmlns:a="http://schemas.openxmlformats.org/drawingml/2006/main">
              <a:ext uri="{FF2B5EF4-FFF2-40B4-BE49-F238E27FC236}">
                <a16:creationId xmlns:a16="http://schemas.microsoft.com/office/drawing/2014/main" id="{18D1C80B-03B7-4A7B-9198-A8B29EE1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1361" y="5471984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92E93D7B-C444-4DFF-81CD-AA1D69F77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baa3dd0924e85"/>
          <a:stretch xmlns:a="http://schemas.openxmlformats.org/drawingml/2006/main"/>
        </p:blipFill>
        <p:spPr>
          <a:xfrm xmlns:a="http://schemas.openxmlformats.org/drawingml/2006/main">
            <a:off x="14267717" y="5294085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AE960F58-2329-4A28-9254-14369667E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0a8fbe53a41d8"/>
          <a:stretch xmlns:a="http://schemas.openxmlformats.org/drawingml/2006/main"/>
        </p:blipFill>
        <p:spPr>
          <a:xfrm xmlns:a="http://schemas.openxmlformats.org/drawingml/2006/main">
            <a:off x="14304842" y="5324454"/>
            <a:ext cx="542925" cy="552450"/>
          </a:xfrm>
          <a:prstGeom xmlns:a="http://schemas.openxmlformats.org/drawingml/2006/main" prst="rect">
            <a:avLst/>
          </a:prstGeom>
        </p:spPr>
      </p:pic>
      <p:sp>
        <p:nvSpPr>
          <p:cNvPr id="461" name="path-446">
            <a:extLst xmlns:a="http://schemas.openxmlformats.org/drawingml/2006/main">
              <a:ext uri="{FF2B5EF4-FFF2-40B4-BE49-F238E27FC236}">
                <a16:creationId xmlns:a16="http://schemas.microsoft.com/office/drawing/2014/main" id="{3BC825E9-1203-4226-823F-2E69CA2D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680" y="5220427"/>
            <a:ext cx="374851" cy="70620"/>
          </a:xfrm>
          <a:custGeom xmlns:a="http://schemas.openxmlformats.org/drawingml/2006/main">
            <a:pathLst>
              <a:path w="374851" h="70620">
                <a:moveTo>
                  <a:pt x="0" y="0"/>
                </a:moveTo>
                <a:lnTo>
                  <a:pt x="280694" y="2"/>
                </a:lnTo>
                <a:lnTo>
                  <a:pt x="280694" y="28249"/>
                </a:lnTo>
                <a:lnTo>
                  <a:pt x="0" y="28247"/>
                </a:lnTo>
                <a:lnTo>
                  <a:pt x="0" y="0"/>
                </a:lnTo>
                <a:moveTo>
                  <a:pt x="261862" y="-42369"/>
                </a:moveTo>
                <a:lnTo>
                  <a:pt x="374851" y="14126"/>
                </a:lnTo>
                <a:lnTo>
                  <a:pt x="261862" y="70620"/>
                </a:lnTo>
                <a:lnTo>
                  <a:pt x="261862" y="-423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2" name="path-447">
            <a:extLst xmlns:a="http://schemas.openxmlformats.org/drawingml/2006/main">
              <a:ext uri="{FF2B5EF4-FFF2-40B4-BE49-F238E27FC236}">
                <a16:creationId xmlns:a16="http://schemas.microsoft.com/office/drawing/2014/main" id="{1F26B431-5A47-41ED-A7E4-82E50BC3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3028" y="5220409"/>
            <a:ext cx="282816" cy="70619"/>
          </a:xfrm>
          <a:custGeom xmlns:a="http://schemas.openxmlformats.org/drawingml/2006/main">
            <a:pathLst>
              <a:path w="282816" h="70619">
                <a:moveTo>
                  <a:pt x="0" y="0"/>
                </a:moveTo>
                <a:lnTo>
                  <a:pt x="188659" y="1"/>
                </a:lnTo>
                <a:lnTo>
                  <a:pt x="188659" y="28248"/>
                </a:lnTo>
                <a:lnTo>
                  <a:pt x="0" y="28247"/>
                </a:lnTo>
                <a:lnTo>
                  <a:pt x="0" y="0"/>
                </a:lnTo>
                <a:moveTo>
                  <a:pt x="169827" y="-42370"/>
                </a:moveTo>
                <a:lnTo>
                  <a:pt x="282816" y="14125"/>
                </a:lnTo>
                <a:lnTo>
                  <a:pt x="169827" y="70619"/>
                </a:lnTo>
                <a:lnTo>
                  <a:pt x="169827" y="-4237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EA4D0160-FB14-4B30-88EF-C0765B46A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df775ac5c4bc4"/>
          <a:stretch xmlns:a="http://schemas.openxmlformats.org/drawingml/2006/main"/>
        </p:blipFill>
        <p:spPr>
          <a:xfrm xmlns:a="http://schemas.openxmlformats.org/drawingml/2006/main">
            <a:off x="10774109" y="5253410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F38E9519-FC4C-4DE7-9991-D4226E7641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c1ae9d0c241ab"/>
          <a:stretch xmlns:a="http://schemas.openxmlformats.org/drawingml/2006/main"/>
        </p:blipFill>
        <p:spPr>
          <a:xfrm xmlns:a="http://schemas.openxmlformats.org/drawingml/2006/main">
            <a:off x="10790117" y="5324454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3D717AED-2D42-468D-BCA0-5BC82ECF77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0de8e743947c2"/>
          <a:stretch xmlns:a="http://schemas.openxmlformats.org/drawingml/2006/main"/>
        </p:blipFill>
        <p:spPr>
          <a:xfrm xmlns:a="http://schemas.openxmlformats.org/drawingml/2006/main">
            <a:off x="9689418" y="5253410"/>
            <a:ext cx="691490" cy="691490"/>
          </a:xfrm>
          <a:prstGeom xmlns:a="http://schemas.openxmlformats.org/drawingml/2006/main" prst="rect">
            <a:avLst/>
          </a:prstGeom>
        </p:spPr>
      </p:pic>
      <p:pic>
        <p:nvPic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42CE79A7-BB34-422D-8761-0590CB37B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188cbdc5d41ac"/>
          <a:stretch xmlns:a="http://schemas.openxmlformats.org/drawingml/2006/main"/>
        </p:blipFill>
        <p:spPr>
          <a:xfrm xmlns:a="http://schemas.openxmlformats.org/drawingml/2006/main">
            <a:off x="9704267" y="5324454"/>
            <a:ext cx="542925" cy="542925"/>
          </a:xfrm>
          <a:prstGeom xmlns:a="http://schemas.openxmlformats.org/drawingml/2006/main" prst="rect">
            <a:avLst/>
          </a:prstGeom>
        </p:spPr>
      </p:pic>
      <p:pic>
        <p:nvPic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1F6E1C1D-53CF-4854-96BC-5AA4FBA03B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27a140748b4e04"/>
          <a:stretch xmlns:a="http://schemas.openxmlformats.org/drawingml/2006/main"/>
        </p:blipFill>
        <p:spPr>
          <a:xfrm xmlns:a="http://schemas.openxmlformats.org/drawingml/2006/main">
            <a:off x="8663482" y="5253410"/>
            <a:ext cx="686971" cy="691490"/>
          </a:xfrm>
          <a:prstGeom xmlns:a="http://schemas.openxmlformats.org/drawingml/2006/main" prst="rect">
            <a:avLst/>
          </a:prstGeom>
        </p:spPr>
      </p:pic>
      <p:pic>
        <p:nvPic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81F7D76A-7381-4752-9D5E-7F05EF075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bb6a9ee8748cf"/>
          <a:stretch xmlns:a="http://schemas.openxmlformats.org/drawingml/2006/main"/>
        </p:blipFill>
        <p:spPr>
          <a:xfrm xmlns:a="http://schemas.openxmlformats.org/drawingml/2006/main">
            <a:off x="8675567" y="5324454"/>
            <a:ext cx="542925" cy="542925"/>
          </a:xfrm>
          <a:prstGeom xmlns:a="http://schemas.openxmlformats.org/drawingml/2006/main" prst="rect">
            <a:avLst/>
          </a:prstGeom>
        </p:spPr>
      </p:pic>
      <p:sp>
        <p:nvSpPr>
          <p:cNvPr id="469" name="text-454 maximize">
            <a:extLst xmlns:a="http://schemas.openxmlformats.org/drawingml/2006/main">
              <a:ext uri="{FF2B5EF4-FFF2-40B4-BE49-F238E27FC236}">
                <a16:creationId xmlns:a16="http://schemas.microsoft.com/office/drawing/2014/main" id="{E4B97776-1CBB-4597-9466-0EE2FC59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2741" y="4983429"/>
            <a:ext cx="1249594" cy="422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defRPr>
            </a:pPr>
            <a:r>
              <a:rPr sz="2375" b="1" i="1">
                <a:solidFill>
                  <a:srgbClr val="0179F6"/>
                </a:solidFill>
                <a:latin typeface="Calibri"/>
                <a:ea typeface="Calibri"/>
                <a:cs typeface="Calibri"/>
              </a:rPr>
              <a:t>maximize</a:t>
            </a:r>
          </a:p>
        </p:txBody>
      </p:sp>
      <p:sp>
        <p:nvSpPr>
          <p:cNvPr id="470" name="path-455">
            <a:extLst xmlns:a="http://schemas.openxmlformats.org/drawingml/2006/main">
              <a:ext uri="{FF2B5EF4-FFF2-40B4-BE49-F238E27FC236}">
                <a16:creationId xmlns:a16="http://schemas.microsoft.com/office/drawing/2014/main" id="{5EA25092-1D25-4114-9113-EECD5964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274" y="5084227"/>
            <a:ext cx="187726" cy="244956"/>
          </a:xfrm>
          <a:custGeom xmlns:a="http://schemas.openxmlformats.org/drawingml/2006/main">
            <a:pathLst>
              <a:path w="187726" h="244956">
                <a:moveTo>
                  <a:pt x="151976" y="165216"/>
                </a:moveTo>
                <a:cubicBezTo>
                  <a:pt x="149131" y="178261"/>
                  <a:pt x="144987" y="189540"/>
                  <a:pt x="139544" y="199054"/>
                </a:cubicBezTo>
                <a:cubicBezTo>
                  <a:pt x="134100" y="208568"/>
                  <a:pt x="126867" y="216856"/>
                  <a:pt x="117844" y="223918"/>
                </a:cubicBezTo>
                <a:cubicBezTo>
                  <a:pt x="108820" y="230979"/>
                  <a:pt x="99380" y="236251"/>
                  <a:pt x="89523" y="239733"/>
                </a:cubicBezTo>
                <a:cubicBezTo>
                  <a:pt x="79666" y="243215"/>
                  <a:pt x="69833" y="244956"/>
                  <a:pt x="60025" y="244956"/>
                </a:cubicBezTo>
                <a:cubicBezTo>
                  <a:pt x="50021" y="244956"/>
                  <a:pt x="41267" y="243681"/>
                  <a:pt x="33764" y="241131"/>
                </a:cubicBezTo>
                <a:cubicBezTo>
                  <a:pt x="26261" y="238581"/>
                  <a:pt x="20008" y="235172"/>
                  <a:pt x="15006" y="230906"/>
                </a:cubicBezTo>
                <a:cubicBezTo>
                  <a:pt x="10004" y="226639"/>
                  <a:pt x="6253" y="221809"/>
                  <a:pt x="3752" y="216414"/>
                </a:cubicBezTo>
                <a:cubicBezTo>
                  <a:pt x="1251" y="211020"/>
                  <a:pt x="0" y="205478"/>
                  <a:pt x="0" y="199790"/>
                </a:cubicBezTo>
                <a:cubicBezTo>
                  <a:pt x="0" y="190472"/>
                  <a:pt x="2060" y="182062"/>
                  <a:pt x="6179" y="174559"/>
                </a:cubicBezTo>
                <a:cubicBezTo>
                  <a:pt x="10298" y="167055"/>
                  <a:pt x="16085" y="160092"/>
                  <a:pt x="23539" y="153667"/>
                </a:cubicBezTo>
                <a:cubicBezTo>
                  <a:pt x="30993" y="147243"/>
                  <a:pt x="41243" y="140010"/>
                  <a:pt x="54287" y="131967"/>
                </a:cubicBezTo>
                <a:lnTo>
                  <a:pt x="65027" y="146385"/>
                </a:lnTo>
                <a:cubicBezTo>
                  <a:pt x="57181" y="152564"/>
                  <a:pt x="51100" y="158179"/>
                  <a:pt x="46784" y="163230"/>
                </a:cubicBezTo>
                <a:cubicBezTo>
                  <a:pt x="42469" y="168281"/>
                  <a:pt x="39379" y="173284"/>
                  <a:pt x="37516" y="178237"/>
                </a:cubicBezTo>
                <a:cubicBezTo>
                  <a:pt x="35652" y="183190"/>
                  <a:pt x="34720" y="188707"/>
                  <a:pt x="34720" y="194788"/>
                </a:cubicBezTo>
                <a:cubicBezTo>
                  <a:pt x="34720" y="200378"/>
                  <a:pt x="35922" y="205601"/>
                  <a:pt x="38325" y="210456"/>
                </a:cubicBezTo>
                <a:cubicBezTo>
                  <a:pt x="40728" y="215311"/>
                  <a:pt x="44234" y="219112"/>
                  <a:pt x="48844" y="221858"/>
                </a:cubicBezTo>
                <a:cubicBezTo>
                  <a:pt x="53454" y="224604"/>
                  <a:pt x="58848" y="225977"/>
                  <a:pt x="65027" y="225977"/>
                </a:cubicBezTo>
                <a:cubicBezTo>
                  <a:pt x="75816" y="225977"/>
                  <a:pt x="84398" y="222103"/>
                  <a:pt x="90773" y="214355"/>
                </a:cubicBezTo>
                <a:cubicBezTo>
                  <a:pt x="97149" y="206606"/>
                  <a:pt x="102151" y="194641"/>
                  <a:pt x="105780" y="178457"/>
                </a:cubicBezTo>
                <a:lnTo>
                  <a:pt x="128142" y="77827"/>
                </a:lnTo>
                <a:cubicBezTo>
                  <a:pt x="131183" y="64194"/>
                  <a:pt x="134444" y="53012"/>
                  <a:pt x="137926" y="44283"/>
                </a:cubicBezTo>
                <a:cubicBezTo>
                  <a:pt x="141407" y="35554"/>
                  <a:pt x="145698" y="28002"/>
                  <a:pt x="150799" y="21627"/>
                </a:cubicBezTo>
                <a:lnTo>
                  <a:pt x="149916" y="20008"/>
                </a:lnTo>
                <a:lnTo>
                  <a:pt x="143148" y="20008"/>
                </a:lnTo>
                <a:cubicBezTo>
                  <a:pt x="129809" y="20008"/>
                  <a:pt x="119413" y="20646"/>
                  <a:pt x="111959" y="21921"/>
                </a:cubicBezTo>
                <a:cubicBezTo>
                  <a:pt x="104505" y="23196"/>
                  <a:pt x="99037" y="25305"/>
                  <a:pt x="95555" y="28247"/>
                </a:cubicBezTo>
                <a:cubicBezTo>
                  <a:pt x="92073" y="31190"/>
                  <a:pt x="90332" y="35799"/>
                  <a:pt x="90332" y="42076"/>
                </a:cubicBezTo>
                <a:cubicBezTo>
                  <a:pt x="90332" y="48452"/>
                  <a:pt x="92735" y="55268"/>
                  <a:pt x="97541" y="62526"/>
                </a:cubicBezTo>
                <a:lnTo>
                  <a:pt x="62968" y="76797"/>
                </a:lnTo>
                <a:cubicBezTo>
                  <a:pt x="60123" y="71599"/>
                  <a:pt x="58162" y="67332"/>
                  <a:pt x="57083" y="63997"/>
                </a:cubicBezTo>
                <a:cubicBezTo>
                  <a:pt x="56004" y="60663"/>
                  <a:pt x="55464" y="57328"/>
                  <a:pt x="55464" y="53993"/>
                </a:cubicBezTo>
                <a:cubicBezTo>
                  <a:pt x="55464" y="50462"/>
                  <a:pt x="56445" y="46637"/>
                  <a:pt x="58407" y="42518"/>
                </a:cubicBezTo>
                <a:cubicBezTo>
                  <a:pt x="60761" y="37516"/>
                  <a:pt x="64292" y="32514"/>
                  <a:pt x="69000" y="27512"/>
                </a:cubicBezTo>
                <a:cubicBezTo>
                  <a:pt x="73511" y="22902"/>
                  <a:pt x="79102" y="18537"/>
                  <a:pt x="85771" y="14418"/>
                </a:cubicBezTo>
                <a:cubicBezTo>
                  <a:pt x="91852" y="10593"/>
                  <a:pt x="97345" y="7699"/>
                  <a:pt x="102249" y="5738"/>
                </a:cubicBezTo>
                <a:cubicBezTo>
                  <a:pt x="108036" y="3482"/>
                  <a:pt x="114509" y="1913"/>
                  <a:pt x="121669" y="1030"/>
                </a:cubicBezTo>
                <a:cubicBezTo>
                  <a:pt x="127848" y="343"/>
                  <a:pt x="136626" y="0"/>
                  <a:pt x="148003" y="0"/>
                </a:cubicBezTo>
                <a:lnTo>
                  <a:pt x="181694" y="0"/>
                </a:lnTo>
                <a:lnTo>
                  <a:pt x="187726" y="10740"/>
                </a:lnTo>
                <a:cubicBezTo>
                  <a:pt x="185568" y="16232"/>
                  <a:pt x="183656" y="22289"/>
                  <a:pt x="181988" y="28909"/>
                </a:cubicBezTo>
                <a:cubicBezTo>
                  <a:pt x="180321" y="35530"/>
                  <a:pt x="178702" y="42420"/>
                  <a:pt x="177133" y="49580"/>
                </a:cubicBezTo>
                <a:lnTo>
                  <a:pt x="151976" y="165216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1" name="path-456">
            <a:extLst xmlns:a="http://schemas.openxmlformats.org/drawingml/2006/main">
              <a:ext uri="{FF2B5EF4-FFF2-40B4-BE49-F238E27FC236}">
                <a16:creationId xmlns:a16="http://schemas.microsoft.com/office/drawing/2014/main" id="{6CBEC798-26EF-4432-B95A-50BF972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723" y="5197706"/>
            <a:ext cx="134505" cy="151387"/>
          </a:xfrm>
          <a:custGeom xmlns:a="http://schemas.openxmlformats.org/drawingml/2006/main">
            <a:pathLst>
              <a:path w="134505" h="151387">
                <a:moveTo>
                  <a:pt x="82755" y="48219"/>
                </a:moveTo>
                <a:cubicBezTo>
                  <a:pt x="88493" y="37479"/>
                  <a:pt x="92006" y="30252"/>
                  <a:pt x="93293" y="26537"/>
                </a:cubicBezTo>
                <a:cubicBezTo>
                  <a:pt x="94580" y="22822"/>
                  <a:pt x="95224" y="19457"/>
                  <a:pt x="95224" y="16441"/>
                </a:cubicBezTo>
                <a:cubicBezTo>
                  <a:pt x="95224" y="11144"/>
                  <a:pt x="92098" y="8092"/>
                  <a:pt x="85845" y="7282"/>
                </a:cubicBezTo>
                <a:lnTo>
                  <a:pt x="87500" y="0"/>
                </a:lnTo>
                <a:lnTo>
                  <a:pt x="134505" y="0"/>
                </a:lnTo>
                <a:lnTo>
                  <a:pt x="132850" y="7282"/>
                </a:lnTo>
                <a:cubicBezTo>
                  <a:pt x="130202" y="7871"/>
                  <a:pt x="127903" y="8882"/>
                  <a:pt x="125954" y="10317"/>
                </a:cubicBezTo>
                <a:cubicBezTo>
                  <a:pt x="124004" y="11751"/>
                  <a:pt x="122184" y="13627"/>
                  <a:pt x="120492" y="15944"/>
                </a:cubicBezTo>
                <a:cubicBezTo>
                  <a:pt x="118800" y="18261"/>
                  <a:pt x="116299" y="22362"/>
                  <a:pt x="112989" y="28247"/>
                </a:cubicBezTo>
                <a:lnTo>
                  <a:pt x="44467" y="151387"/>
                </a:lnTo>
                <a:lnTo>
                  <a:pt x="16772" y="151387"/>
                </a:lnTo>
                <a:lnTo>
                  <a:pt x="12027" y="33433"/>
                </a:lnTo>
                <a:cubicBezTo>
                  <a:pt x="11880" y="29240"/>
                  <a:pt x="11586" y="25470"/>
                  <a:pt x="11144" y="22123"/>
                </a:cubicBezTo>
                <a:cubicBezTo>
                  <a:pt x="10703" y="18776"/>
                  <a:pt x="10004" y="16036"/>
                  <a:pt x="9048" y="13903"/>
                </a:cubicBezTo>
                <a:cubicBezTo>
                  <a:pt x="8092" y="11770"/>
                  <a:pt x="6896" y="10206"/>
                  <a:pt x="5462" y="9213"/>
                </a:cubicBezTo>
                <a:cubicBezTo>
                  <a:pt x="4027" y="8220"/>
                  <a:pt x="2207" y="7577"/>
                  <a:pt x="0" y="7282"/>
                </a:cubicBezTo>
                <a:lnTo>
                  <a:pt x="1655" y="0"/>
                </a:lnTo>
                <a:lnTo>
                  <a:pt x="58701" y="0"/>
                </a:lnTo>
                <a:lnTo>
                  <a:pt x="57046" y="7282"/>
                </a:lnTo>
                <a:cubicBezTo>
                  <a:pt x="53809" y="7503"/>
                  <a:pt x="51290" y="8312"/>
                  <a:pt x="49488" y="9710"/>
                </a:cubicBezTo>
                <a:cubicBezTo>
                  <a:pt x="47685" y="11108"/>
                  <a:pt x="46398" y="12983"/>
                  <a:pt x="45626" y="15337"/>
                </a:cubicBezTo>
                <a:cubicBezTo>
                  <a:pt x="44853" y="17691"/>
                  <a:pt x="44467" y="21222"/>
                  <a:pt x="44467" y="25930"/>
                </a:cubicBezTo>
                <a:lnTo>
                  <a:pt x="44467" y="30675"/>
                </a:lnTo>
                <a:cubicBezTo>
                  <a:pt x="44467" y="32293"/>
                  <a:pt x="44504" y="34022"/>
                  <a:pt x="44578" y="35861"/>
                </a:cubicBezTo>
                <a:lnTo>
                  <a:pt x="45350" y="74590"/>
                </a:lnTo>
                <a:cubicBezTo>
                  <a:pt x="45644" y="89376"/>
                  <a:pt x="45791" y="102874"/>
                  <a:pt x="45791" y="115085"/>
                </a:cubicBezTo>
                <a:lnTo>
                  <a:pt x="47115" y="115085"/>
                </a:lnTo>
                <a:lnTo>
                  <a:pt x="82755" y="48219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57">
            <a:extLst xmlns:a="http://schemas.openxmlformats.org/drawingml/2006/main">
              <a:ext uri="{FF2B5EF4-FFF2-40B4-BE49-F238E27FC236}">
                <a16:creationId xmlns:a16="http://schemas.microsoft.com/office/drawing/2014/main" id="{251A3FD8-5D76-483D-A9F3-DD9381A0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554" y="5197706"/>
            <a:ext cx="129871" cy="150615"/>
          </a:xfrm>
          <a:custGeom xmlns:a="http://schemas.openxmlformats.org/drawingml/2006/main">
            <a:pathLst>
              <a:path w="129871" h="150615">
                <a:moveTo>
                  <a:pt x="129871" y="0"/>
                </a:moveTo>
                <a:lnTo>
                  <a:pt x="121154" y="39943"/>
                </a:lnTo>
                <a:lnTo>
                  <a:pt x="107030" y="39943"/>
                </a:lnTo>
                <a:cubicBezTo>
                  <a:pt x="106957" y="31778"/>
                  <a:pt x="106479" y="26059"/>
                  <a:pt x="105596" y="22785"/>
                </a:cubicBezTo>
                <a:cubicBezTo>
                  <a:pt x="104713" y="19512"/>
                  <a:pt x="103297" y="17048"/>
                  <a:pt x="101348" y="15392"/>
                </a:cubicBezTo>
                <a:cubicBezTo>
                  <a:pt x="99398" y="13737"/>
                  <a:pt x="96658" y="12910"/>
                  <a:pt x="93127" y="12910"/>
                </a:cubicBezTo>
                <a:lnTo>
                  <a:pt x="83307" y="12910"/>
                </a:lnTo>
                <a:lnTo>
                  <a:pt x="59584" y="120823"/>
                </a:lnTo>
                <a:cubicBezTo>
                  <a:pt x="59069" y="123250"/>
                  <a:pt x="58701" y="125310"/>
                  <a:pt x="58480" y="127002"/>
                </a:cubicBezTo>
                <a:cubicBezTo>
                  <a:pt x="58260" y="128694"/>
                  <a:pt x="58149" y="130937"/>
                  <a:pt x="58149" y="133733"/>
                </a:cubicBezTo>
                <a:cubicBezTo>
                  <a:pt x="58149" y="137116"/>
                  <a:pt x="59014" y="139507"/>
                  <a:pt x="60742" y="140905"/>
                </a:cubicBezTo>
                <a:cubicBezTo>
                  <a:pt x="62471" y="142302"/>
                  <a:pt x="65174" y="143112"/>
                  <a:pt x="68852" y="143332"/>
                </a:cubicBezTo>
                <a:lnTo>
                  <a:pt x="67308" y="150615"/>
                </a:lnTo>
                <a:lnTo>
                  <a:pt x="8717" y="150615"/>
                </a:lnTo>
                <a:lnTo>
                  <a:pt x="10262" y="143332"/>
                </a:lnTo>
                <a:cubicBezTo>
                  <a:pt x="13498" y="142891"/>
                  <a:pt x="16073" y="141935"/>
                  <a:pt x="17985" y="140463"/>
                </a:cubicBezTo>
                <a:cubicBezTo>
                  <a:pt x="19898" y="138992"/>
                  <a:pt x="21498" y="136804"/>
                  <a:pt x="22785" y="133898"/>
                </a:cubicBezTo>
                <a:cubicBezTo>
                  <a:pt x="24073" y="130993"/>
                  <a:pt x="25378" y="126634"/>
                  <a:pt x="26702" y="120823"/>
                </a:cubicBezTo>
                <a:lnTo>
                  <a:pt x="50426" y="12910"/>
                </a:lnTo>
                <a:lnTo>
                  <a:pt x="41598" y="12910"/>
                </a:lnTo>
                <a:cubicBezTo>
                  <a:pt x="37553" y="12910"/>
                  <a:pt x="34279" y="13517"/>
                  <a:pt x="31778" y="14730"/>
                </a:cubicBezTo>
                <a:cubicBezTo>
                  <a:pt x="29277" y="15944"/>
                  <a:pt x="26482" y="18482"/>
                  <a:pt x="23392" y="22344"/>
                </a:cubicBezTo>
                <a:cubicBezTo>
                  <a:pt x="20303" y="26206"/>
                  <a:pt x="17323" y="31300"/>
                  <a:pt x="14455" y="37626"/>
                </a:cubicBezTo>
                <a:lnTo>
                  <a:pt x="0" y="37626"/>
                </a:lnTo>
                <a:lnTo>
                  <a:pt x="8276" y="0"/>
                </a:lnTo>
                <a:lnTo>
                  <a:pt x="129871" y="0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3" name="path-458">
            <a:extLst xmlns:a="http://schemas.openxmlformats.org/drawingml/2006/main">
              <a:ext uri="{FF2B5EF4-FFF2-40B4-BE49-F238E27FC236}">
                <a16:creationId xmlns:a16="http://schemas.microsoft.com/office/drawing/2014/main" id="{4A0340CC-16EF-4F07-980F-347AD01D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4257" y="5195941"/>
            <a:ext cx="123581" cy="154146"/>
          </a:xfrm>
          <a:custGeom xmlns:a="http://schemas.openxmlformats.org/drawingml/2006/main">
            <a:pathLst>
              <a:path w="123581" h="154146">
                <a:moveTo>
                  <a:pt x="123581" y="5407"/>
                </a:moveTo>
                <a:lnTo>
                  <a:pt x="116520" y="37626"/>
                </a:lnTo>
                <a:lnTo>
                  <a:pt x="102065" y="37626"/>
                </a:lnTo>
                <a:cubicBezTo>
                  <a:pt x="101844" y="31079"/>
                  <a:pt x="101182" y="26151"/>
                  <a:pt x="100079" y="22840"/>
                </a:cubicBezTo>
                <a:cubicBezTo>
                  <a:pt x="98975" y="19530"/>
                  <a:pt x="97247" y="17048"/>
                  <a:pt x="94893" y="15392"/>
                </a:cubicBezTo>
                <a:cubicBezTo>
                  <a:pt x="92539" y="13737"/>
                  <a:pt x="89339" y="12910"/>
                  <a:pt x="85293" y="12910"/>
                </a:cubicBezTo>
                <a:cubicBezTo>
                  <a:pt x="79114" y="12910"/>
                  <a:pt x="73009" y="15337"/>
                  <a:pt x="66977" y="20192"/>
                </a:cubicBezTo>
                <a:cubicBezTo>
                  <a:pt x="60945" y="25047"/>
                  <a:pt x="55373" y="32385"/>
                  <a:pt x="50260" y="42205"/>
                </a:cubicBezTo>
                <a:cubicBezTo>
                  <a:pt x="45148" y="52026"/>
                  <a:pt x="41028" y="63630"/>
                  <a:pt x="37902" y="77018"/>
                </a:cubicBezTo>
                <a:cubicBezTo>
                  <a:pt x="34776" y="90406"/>
                  <a:pt x="33212" y="102470"/>
                  <a:pt x="33212" y="113209"/>
                </a:cubicBezTo>
                <a:cubicBezTo>
                  <a:pt x="33212" y="119388"/>
                  <a:pt x="33783" y="124501"/>
                  <a:pt x="34923" y="128547"/>
                </a:cubicBezTo>
                <a:cubicBezTo>
                  <a:pt x="36063" y="132592"/>
                  <a:pt x="38049" y="135719"/>
                  <a:pt x="40881" y="137926"/>
                </a:cubicBezTo>
                <a:cubicBezTo>
                  <a:pt x="43713" y="140132"/>
                  <a:pt x="47630" y="141236"/>
                  <a:pt x="52632" y="141236"/>
                </a:cubicBezTo>
                <a:cubicBezTo>
                  <a:pt x="60283" y="141236"/>
                  <a:pt x="66627" y="139323"/>
                  <a:pt x="71666" y="135498"/>
                </a:cubicBezTo>
                <a:cubicBezTo>
                  <a:pt x="76705" y="131673"/>
                  <a:pt x="81247" y="125089"/>
                  <a:pt x="85293" y="115747"/>
                </a:cubicBezTo>
                <a:lnTo>
                  <a:pt x="99748" y="115747"/>
                </a:lnTo>
                <a:lnTo>
                  <a:pt x="92686" y="148298"/>
                </a:lnTo>
                <a:cubicBezTo>
                  <a:pt x="85551" y="150357"/>
                  <a:pt x="78452" y="151847"/>
                  <a:pt x="71390" y="152766"/>
                </a:cubicBezTo>
                <a:cubicBezTo>
                  <a:pt x="64328" y="153686"/>
                  <a:pt x="56752" y="154146"/>
                  <a:pt x="48660" y="154146"/>
                </a:cubicBezTo>
                <a:cubicBezTo>
                  <a:pt x="32992" y="154146"/>
                  <a:pt x="20965" y="149861"/>
                  <a:pt x="12579" y="141291"/>
                </a:cubicBezTo>
                <a:cubicBezTo>
                  <a:pt x="4193" y="132721"/>
                  <a:pt x="0" y="120381"/>
                  <a:pt x="0" y="104272"/>
                </a:cubicBezTo>
                <a:cubicBezTo>
                  <a:pt x="0" y="98166"/>
                  <a:pt x="662" y="91141"/>
                  <a:pt x="1986" y="83197"/>
                </a:cubicBezTo>
                <a:cubicBezTo>
                  <a:pt x="4119" y="70618"/>
                  <a:pt x="7650" y="58995"/>
                  <a:pt x="12579" y="48329"/>
                </a:cubicBezTo>
                <a:cubicBezTo>
                  <a:pt x="17507" y="37663"/>
                  <a:pt x="23705" y="28707"/>
                  <a:pt x="31171" y="21461"/>
                </a:cubicBezTo>
                <a:cubicBezTo>
                  <a:pt x="38638" y="14216"/>
                  <a:pt x="47023" y="8827"/>
                  <a:pt x="56329" y="5296"/>
                </a:cubicBezTo>
                <a:cubicBezTo>
                  <a:pt x="65634" y="1765"/>
                  <a:pt x="75694" y="0"/>
                  <a:pt x="86507" y="0"/>
                </a:cubicBezTo>
                <a:cubicBezTo>
                  <a:pt x="99086" y="0"/>
                  <a:pt x="111444" y="1802"/>
                  <a:pt x="123581" y="5407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4" name="path-459">
            <a:extLst xmlns:a="http://schemas.openxmlformats.org/drawingml/2006/main">
              <a:ext uri="{FF2B5EF4-FFF2-40B4-BE49-F238E27FC236}">
                <a16:creationId xmlns:a16="http://schemas.microsoft.com/office/drawing/2014/main" id="{F5008EEE-5CB8-4488-B6C8-F0602E4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812" y="5196934"/>
            <a:ext cx="138588" cy="151387"/>
          </a:xfrm>
          <a:custGeom xmlns:a="http://schemas.openxmlformats.org/drawingml/2006/main">
            <a:pathLst>
              <a:path w="138588" h="151387">
                <a:moveTo>
                  <a:pt x="93789" y="104713"/>
                </a:moveTo>
                <a:lnTo>
                  <a:pt x="50646" y="104713"/>
                </a:lnTo>
                <a:lnTo>
                  <a:pt x="49102" y="107472"/>
                </a:lnTo>
                <a:cubicBezTo>
                  <a:pt x="44982" y="114901"/>
                  <a:pt x="42242" y="120529"/>
                  <a:pt x="40881" y="124354"/>
                </a:cubicBezTo>
                <a:cubicBezTo>
                  <a:pt x="39520" y="128179"/>
                  <a:pt x="38840" y="131710"/>
                  <a:pt x="38840" y="134946"/>
                </a:cubicBezTo>
                <a:cubicBezTo>
                  <a:pt x="38840" y="140243"/>
                  <a:pt x="41966" y="143295"/>
                  <a:pt x="48219" y="144105"/>
                </a:cubicBezTo>
                <a:lnTo>
                  <a:pt x="46564" y="151387"/>
                </a:lnTo>
                <a:lnTo>
                  <a:pt x="0" y="151387"/>
                </a:lnTo>
                <a:lnTo>
                  <a:pt x="1655" y="144105"/>
                </a:lnTo>
                <a:cubicBezTo>
                  <a:pt x="4230" y="143516"/>
                  <a:pt x="6492" y="142523"/>
                  <a:pt x="8441" y="141125"/>
                </a:cubicBezTo>
                <a:cubicBezTo>
                  <a:pt x="10390" y="139728"/>
                  <a:pt x="12248" y="137834"/>
                  <a:pt x="14013" y="135443"/>
                </a:cubicBezTo>
                <a:cubicBezTo>
                  <a:pt x="15779" y="133052"/>
                  <a:pt x="18280" y="128951"/>
                  <a:pt x="21516" y="123140"/>
                </a:cubicBezTo>
                <a:lnTo>
                  <a:pt x="90038" y="0"/>
                </a:lnTo>
                <a:lnTo>
                  <a:pt x="121816" y="0"/>
                </a:lnTo>
                <a:lnTo>
                  <a:pt x="126561" y="117954"/>
                </a:lnTo>
                <a:cubicBezTo>
                  <a:pt x="126708" y="122147"/>
                  <a:pt x="127002" y="125917"/>
                  <a:pt x="127443" y="129264"/>
                </a:cubicBezTo>
                <a:cubicBezTo>
                  <a:pt x="127885" y="132611"/>
                  <a:pt x="128583" y="135351"/>
                  <a:pt x="129540" y="137484"/>
                </a:cubicBezTo>
                <a:cubicBezTo>
                  <a:pt x="130496" y="139617"/>
                  <a:pt x="131691" y="141181"/>
                  <a:pt x="133126" y="142174"/>
                </a:cubicBezTo>
                <a:cubicBezTo>
                  <a:pt x="134560" y="143167"/>
                  <a:pt x="136381" y="143810"/>
                  <a:pt x="138588" y="144105"/>
                </a:cubicBezTo>
                <a:lnTo>
                  <a:pt x="136933" y="151387"/>
                </a:lnTo>
                <a:lnTo>
                  <a:pt x="79886" y="151387"/>
                </a:lnTo>
                <a:lnTo>
                  <a:pt x="81542" y="144105"/>
                </a:lnTo>
                <a:cubicBezTo>
                  <a:pt x="84778" y="143884"/>
                  <a:pt x="87334" y="143056"/>
                  <a:pt x="89210" y="141622"/>
                </a:cubicBezTo>
                <a:cubicBezTo>
                  <a:pt x="91086" y="140188"/>
                  <a:pt x="92392" y="138238"/>
                  <a:pt x="93127" y="135774"/>
                </a:cubicBezTo>
                <a:cubicBezTo>
                  <a:pt x="93863" y="133310"/>
                  <a:pt x="94231" y="129871"/>
                  <a:pt x="94231" y="125457"/>
                </a:cubicBezTo>
                <a:cubicBezTo>
                  <a:pt x="94231" y="122294"/>
                  <a:pt x="94157" y="118984"/>
                  <a:pt x="94010" y="115526"/>
                </a:cubicBezTo>
                <a:lnTo>
                  <a:pt x="93789" y="104713"/>
                </a:lnTo>
                <a:moveTo>
                  <a:pt x="57487" y="91803"/>
                </a:moveTo>
                <a:lnTo>
                  <a:pt x="93458" y="91803"/>
                </a:lnTo>
                <a:lnTo>
                  <a:pt x="93017" y="65322"/>
                </a:lnTo>
                <a:cubicBezTo>
                  <a:pt x="92870" y="55906"/>
                  <a:pt x="92796" y="48108"/>
                  <a:pt x="92796" y="41929"/>
                </a:cubicBezTo>
                <a:cubicBezTo>
                  <a:pt x="92796" y="37222"/>
                  <a:pt x="92833" y="32403"/>
                  <a:pt x="92907" y="27475"/>
                </a:cubicBezTo>
                <a:lnTo>
                  <a:pt x="91583" y="27475"/>
                </a:lnTo>
                <a:lnTo>
                  <a:pt x="57487" y="91803"/>
                </a:ln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60">
            <a:extLst xmlns:a="http://schemas.openxmlformats.org/drawingml/2006/main">
              <a:ext uri="{FF2B5EF4-FFF2-40B4-BE49-F238E27FC236}">
                <a16:creationId xmlns:a16="http://schemas.microsoft.com/office/drawing/2014/main" id="{304A4A75-21E4-4641-9C53-F8910A54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3188" y="5072458"/>
            <a:ext cx="92980" cy="279088"/>
          </a:xfrm>
          <a:custGeom xmlns:a="http://schemas.openxmlformats.org/drawingml/2006/main">
            <a:pathLst>
              <a:path w="92980" h="279088">
                <a:moveTo>
                  <a:pt x="25452" y="138146"/>
                </a:moveTo>
                <a:cubicBezTo>
                  <a:pt x="25452" y="172474"/>
                  <a:pt x="30969" y="200771"/>
                  <a:pt x="42003" y="223035"/>
                </a:cubicBezTo>
                <a:cubicBezTo>
                  <a:pt x="53037" y="245299"/>
                  <a:pt x="69882" y="260207"/>
                  <a:pt x="92539" y="267759"/>
                </a:cubicBezTo>
                <a:lnTo>
                  <a:pt x="89008" y="279088"/>
                </a:lnTo>
                <a:cubicBezTo>
                  <a:pt x="60270" y="271536"/>
                  <a:pt x="38251" y="255279"/>
                  <a:pt x="22951" y="230317"/>
                </a:cubicBezTo>
                <a:cubicBezTo>
                  <a:pt x="7650" y="205356"/>
                  <a:pt x="0" y="175123"/>
                  <a:pt x="0" y="139617"/>
                </a:cubicBezTo>
                <a:cubicBezTo>
                  <a:pt x="0" y="104210"/>
                  <a:pt x="7675" y="73977"/>
                  <a:pt x="23024" y="48918"/>
                </a:cubicBezTo>
                <a:cubicBezTo>
                  <a:pt x="38374" y="23858"/>
                  <a:pt x="60368" y="7552"/>
                  <a:pt x="89008" y="0"/>
                </a:cubicBezTo>
                <a:lnTo>
                  <a:pt x="92980" y="11328"/>
                </a:lnTo>
                <a:cubicBezTo>
                  <a:pt x="70029" y="18880"/>
                  <a:pt x="53037" y="33617"/>
                  <a:pt x="42003" y="55538"/>
                </a:cubicBezTo>
                <a:cubicBezTo>
                  <a:pt x="30969" y="77459"/>
                  <a:pt x="25452" y="104995"/>
                  <a:pt x="25452" y="138146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6" name="path-461">
            <a:extLst xmlns:a="http://schemas.openxmlformats.org/drawingml/2006/main">
              <a:ext uri="{FF2B5EF4-FFF2-40B4-BE49-F238E27FC236}">
                <a16:creationId xmlns:a16="http://schemas.microsoft.com/office/drawing/2014/main" id="{5220F852-D298-4D7A-8304-AEC158B6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8385" y="5078784"/>
            <a:ext cx="154182" cy="208617"/>
          </a:xfrm>
          <a:custGeom xmlns:a="http://schemas.openxmlformats.org/drawingml/2006/main">
            <a:pathLst>
              <a:path w="154182" h="208617">
                <a:moveTo>
                  <a:pt x="154182" y="62085"/>
                </a:moveTo>
                <a:cubicBezTo>
                  <a:pt x="154182" y="76601"/>
                  <a:pt x="151804" y="93691"/>
                  <a:pt x="147047" y="113356"/>
                </a:cubicBezTo>
                <a:cubicBezTo>
                  <a:pt x="142290" y="133022"/>
                  <a:pt x="135572" y="150088"/>
                  <a:pt x="126892" y="164554"/>
                </a:cubicBezTo>
                <a:cubicBezTo>
                  <a:pt x="118211" y="179021"/>
                  <a:pt x="107741" y="189982"/>
                  <a:pt x="95481" y="197436"/>
                </a:cubicBezTo>
                <a:cubicBezTo>
                  <a:pt x="83221" y="204890"/>
                  <a:pt x="69392" y="208617"/>
                  <a:pt x="53993" y="208617"/>
                </a:cubicBezTo>
                <a:cubicBezTo>
                  <a:pt x="36045" y="208617"/>
                  <a:pt x="22558" y="203468"/>
                  <a:pt x="13535" y="193169"/>
                </a:cubicBezTo>
                <a:cubicBezTo>
                  <a:pt x="4512" y="182871"/>
                  <a:pt x="0" y="167816"/>
                  <a:pt x="0" y="148003"/>
                </a:cubicBezTo>
                <a:cubicBezTo>
                  <a:pt x="0" y="133487"/>
                  <a:pt x="2329" y="116323"/>
                  <a:pt x="6988" y="96511"/>
                </a:cubicBezTo>
                <a:cubicBezTo>
                  <a:pt x="11647" y="76699"/>
                  <a:pt x="18292" y="59486"/>
                  <a:pt x="26923" y="44872"/>
                </a:cubicBezTo>
                <a:cubicBezTo>
                  <a:pt x="35554" y="30258"/>
                  <a:pt x="46000" y="19126"/>
                  <a:pt x="58260" y="11475"/>
                </a:cubicBezTo>
                <a:cubicBezTo>
                  <a:pt x="70520" y="3825"/>
                  <a:pt x="84545" y="0"/>
                  <a:pt x="100336" y="0"/>
                </a:cubicBezTo>
                <a:cubicBezTo>
                  <a:pt x="118383" y="0"/>
                  <a:pt x="131869" y="5174"/>
                  <a:pt x="140794" y="15521"/>
                </a:cubicBezTo>
                <a:cubicBezTo>
                  <a:pt x="149720" y="25869"/>
                  <a:pt x="154182" y="41390"/>
                  <a:pt x="154182" y="62085"/>
                </a:cubicBezTo>
                <a:moveTo>
                  <a:pt x="49727" y="94304"/>
                </a:moveTo>
                <a:lnTo>
                  <a:pt x="108722" y="94304"/>
                </a:lnTo>
                <a:cubicBezTo>
                  <a:pt x="110880" y="84398"/>
                  <a:pt x="112572" y="75277"/>
                  <a:pt x="113798" y="66940"/>
                </a:cubicBezTo>
                <a:cubicBezTo>
                  <a:pt x="115024" y="58603"/>
                  <a:pt x="115637" y="50855"/>
                  <a:pt x="115637" y="43695"/>
                </a:cubicBezTo>
                <a:cubicBezTo>
                  <a:pt x="115637" y="33494"/>
                  <a:pt x="114435" y="26212"/>
                  <a:pt x="112032" y="21847"/>
                </a:cubicBezTo>
                <a:cubicBezTo>
                  <a:pt x="109629" y="17483"/>
                  <a:pt x="105633" y="15301"/>
                  <a:pt x="100042" y="15301"/>
                </a:cubicBezTo>
                <a:cubicBezTo>
                  <a:pt x="90038" y="15301"/>
                  <a:pt x="80696" y="21970"/>
                  <a:pt x="72016" y="35309"/>
                </a:cubicBezTo>
                <a:cubicBezTo>
                  <a:pt x="63335" y="48648"/>
                  <a:pt x="55906" y="68313"/>
                  <a:pt x="49727" y="94304"/>
                </a:cubicBezTo>
                <a:moveTo>
                  <a:pt x="104750" y="112841"/>
                </a:moveTo>
                <a:lnTo>
                  <a:pt x="45755" y="112841"/>
                </a:lnTo>
                <a:cubicBezTo>
                  <a:pt x="43204" y="123336"/>
                  <a:pt x="41365" y="133291"/>
                  <a:pt x="40237" y="142707"/>
                </a:cubicBezTo>
                <a:cubicBezTo>
                  <a:pt x="39110" y="152123"/>
                  <a:pt x="38546" y="160460"/>
                  <a:pt x="38546" y="167717"/>
                </a:cubicBezTo>
                <a:cubicBezTo>
                  <a:pt x="38546" y="176349"/>
                  <a:pt x="39845" y="182773"/>
                  <a:pt x="42444" y="186990"/>
                </a:cubicBezTo>
                <a:cubicBezTo>
                  <a:pt x="45043" y="191208"/>
                  <a:pt x="49138" y="193316"/>
                  <a:pt x="54729" y="193316"/>
                </a:cubicBezTo>
                <a:cubicBezTo>
                  <a:pt x="64537" y="193316"/>
                  <a:pt x="73781" y="186402"/>
                  <a:pt x="82461" y="172572"/>
                </a:cubicBezTo>
                <a:cubicBezTo>
                  <a:pt x="91141" y="158743"/>
                  <a:pt x="98571" y="138833"/>
                  <a:pt x="104750" y="112841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7" name="path-462">
            <a:extLst xmlns:a="http://schemas.openxmlformats.org/drawingml/2006/main">
              <a:ext uri="{FF2B5EF4-FFF2-40B4-BE49-F238E27FC236}">
                <a16:creationId xmlns:a16="http://schemas.microsoft.com/office/drawing/2014/main" id="{BD957975-C387-4F85-850B-BB53800A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5372" y="5072458"/>
            <a:ext cx="92980" cy="279088"/>
          </a:xfrm>
          <a:custGeom xmlns:a="http://schemas.openxmlformats.org/drawingml/2006/main">
            <a:pathLst>
              <a:path w="92980" h="279088">
                <a:moveTo>
                  <a:pt x="67528" y="138146"/>
                </a:moveTo>
                <a:cubicBezTo>
                  <a:pt x="67528" y="104995"/>
                  <a:pt x="62036" y="77459"/>
                  <a:pt x="51051" y="55538"/>
                </a:cubicBezTo>
                <a:cubicBezTo>
                  <a:pt x="40066" y="33617"/>
                  <a:pt x="23049" y="18880"/>
                  <a:pt x="0" y="11328"/>
                </a:cubicBezTo>
                <a:lnTo>
                  <a:pt x="3972" y="0"/>
                </a:lnTo>
                <a:cubicBezTo>
                  <a:pt x="32612" y="7552"/>
                  <a:pt x="54606" y="23858"/>
                  <a:pt x="69956" y="48918"/>
                </a:cubicBezTo>
                <a:cubicBezTo>
                  <a:pt x="85305" y="73977"/>
                  <a:pt x="92980" y="104210"/>
                  <a:pt x="92980" y="139617"/>
                </a:cubicBezTo>
                <a:cubicBezTo>
                  <a:pt x="92980" y="175123"/>
                  <a:pt x="85330" y="205356"/>
                  <a:pt x="70029" y="230317"/>
                </a:cubicBezTo>
                <a:cubicBezTo>
                  <a:pt x="54729" y="255279"/>
                  <a:pt x="32710" y="271536"/>
                  <a:pt x="3972" y="279088"/>
                </a:cubicBezTo>
                <a:lnTo>
                  <a:pt x="441" y="267759"/>
                </a:lnTo>
                <a:cubicBezTo>
                  <a:pt x="23098" y="260207"/>
                  <a:pt x="39943" y="245299"/>
                  <a:pt x="50977" y="223035"/>
                </a:cubicBezTo>
                <a:cubicBezTo>
                  <a:pt x="62011" y="200771"/>
                  <a:pt x="67528" y="172474"/>
                  <a:pt x="67528" y="138146"/>
                </a:cubicBezTo>
                <a:close/>
              </a:path>
            </a:pathLst>
          </a:custGeom>
          <a:solidFill xmlns:a="http://schemas.openxmlformats.org/drawingml/2006/main">
            <a:srgbClr val="0179F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7335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2026-10-15T09:22:33.6380000Z</dcterms:created>
  <dcterms:modified xsi:type="dcterms:W3CDTF">2026-10-15T09:22:33.6380000Z</dcterms:modified>
</coreProperties>
</file>