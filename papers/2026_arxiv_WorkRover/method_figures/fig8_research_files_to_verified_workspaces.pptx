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9f2f1c0fe9b4362" /><Relationship Type="http://schemas.openxmlformats.org/officeDocument/2006/relationships/extended-properties" Target="/docProps/app.xml" Id="R0ac11852034840dd" /><Relationship Type="http://schemas.openxmlformats.org/officeDocument/2006/relationships/officeDocument" Target="/ppt/presentation.xml" Id="R21e6bd144b0441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777c3e140494798"/>
  </p:sldMasterIdLst>
  <p:notesMasterIdLst>
    <p:notesMasterId xmlns:r="http://schemas.openxmlformats.org/officeDocument/2006/relationships" r:id="R34737c612f7444d1"/>
  </p:notesMasterIdLst>
  <p:sldIdLst>
    <p:sldId xmlns:r="http://schemas.openxmlformats.org/officeDocument/2006/relationships" id="256" r:id="R0f3cdecb7c744042"/>
  </p:sldIdLst>
  <p:sldSz cx="15240000" cy="9268009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ba15de3e684ce9" /><Relationship Type="http://schemas.openxmlformats.org/officeDocument/2006/relationships/slideMaster" Target="/ppt/slideMasters/slideMaster1.xml" Id="R7777c3e140494798" /><Relationship Type="http://schemas.openxmlformats.org/officeDocument/2006/relationships/notesMaster" Target="/ppt/notesMasters/notesMaster1.xml" Id="R34737c612f7444d1" /><Relationship Type="http://schemas.openxmlformats.org/officeDocument/2006/relationships/presProps" Target="/ppt/presProps.xml" Id="R8d8a9ff0d59b4c34" /><Relationship Type="http://schemas.openxmlformats.org/officeDocument/2006/relationships/tableStyles" Target="/ppt/tableStyles.xml" Id="R89a69d4095b44ed7" /><Relationship Type="http://schemas.openxmlformats.org/officeDocument/2006/relationships/slide" Target="/ppt/slides/slide1.xml" Id="R0f3cdecb7c74404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d4180fdd2354c7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46589ef11bd42e8" /><Relationship Type="http://schemas.openxmlformats.org/officeDocument/2006/relationships/notesMaster" Target="/ppt/notesMasters/notesMaster1.xml" Id="R78f91277d61143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ReFigure editable reconstruction — not author-provided PowerPoint.</a:t>
            </a:r>
          </a:p>
          <a:p xmlns:a="http://schemas.openxmlformats.org/drawingml/2006/main">
            <a:r>
              <a:t>Research files to verified workspaces</a:t>
            </a:r>
          </a:p>
          <a:p xmlns:a="http://schemas.openxmlformats.org/drawingml/2006/main">
            <a:r>
              <a:t>Source: https://arxiv.org/abs/2610.18067v1</a:t>
            </a:r>
          </a:p>
          <a:p xmlns:a="http://schemas.openxmlformats.org/drawingml/2006/main">
            <a:r>
              <a:t>Approved image: fig8_research_files_to_verified_workspaces.png; SHA-256: c24a60f20b6c8e41bb5bc80e29f3dee684d6b006e7679a29ef6b2e4e9c27e8c3</a:t>
            </a:r>
          </a:p>
          <a:p xmlns:a="http://schemas.openxmlformats.org/drawingml/2006/main">
            <a:r>
              <a:t>Readable diagram labels and vector geometry are native editable PowerPoint objects. Some equations, small ticks, and unavailable font symbols are exact or traced native vector outlines rather than typeable text/live equations. Arrow paths are not endpoint-bound connectors; plot paths are not data-bound charts. Photos/screenshots/complex illustrations and local effects remain independent raster objects (20), whose internal pixels are not editable.</a:t>
            </a:r>
          </a:p>
          <a:p xmlns:a="http://schemas.openxmlformats.org/drawingml/2006/main">
            <a:r>
              <a:t>Font substitution: source PDF families mapped to Calibri (installed Windows fonts). Some shadows, gradients, and antialiasing are approximate; this is not pixel-identical author source. Source crop boundaries are preserved.</a:t>
            </a:r>
          </a:p>
          <a:p xmlns:a="http://schemas.openxmlformats.org/drawingml/2006/main">
            <a:r>
              <a:t>Final-file renderer: Artifact Tool PPTX roundtrip; this is not a PowerPoint application compatibility test.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8767db19f4e8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4d7b832d8e4d81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9743dd8f00482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26517a703944e0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d38da636aa4cc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cf5484c26045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D214338-7587-4256-9707-4744AE87648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01248"/>
            <a:ext cx="12192000" cy="1338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96D4B290-AB3F-4A38-AF48-700F01D0FBE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5097405"/>
            <a:ext cx="10668000" cy="10297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7D41755-D73F-462C-BAD3-E43453A941C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861670"/>
            <a:ext cx="12192000" cy="15446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65CD530-7098-49CF-8870-2B39C380CE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20845"/>
            <a:ext cx="13525500" cy="1132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B79F6498-FB1F-42FC-BA0A-0937054F64C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574447"/>
            <a:ext cx="13525500" cy="5766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9A856247-99CA-4501-81DB-F9BA3AD4FC9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20845"/>
            <a:ext cx="13525500" cy="1132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5250C3A-4672-4469-B896-2F0BC870C61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574447"/>
            <a:ext cx="6286500" cy="5766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950A628F-DA9F-4644-A0AD-5DB8D4693B6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574447"/>
            <a:ext cx="6286500" cy="5766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1932E3-505C-4BAD-A9FB-35236ED0371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720845"/>
            <a:ext cx="13525500" cy="11327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E7C6D31-9207-476A-B5FB-B3F9FEFDF4C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574447"/>
            <a:ext cx="6286500" cy="57667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52f8d614dd5429f" /><Relationship Type="http://schemas.openxmlformats.org/officeDocument/2006/relationships/slideLayout" Target="/ppt/slideLayouts/slideLayout1.xml" Id="R94334d7d1bfb4f12" /><Relationship Type="http://schemas.openxmlformats.org/officeDocument/2006/relationships/slideLayout" Target="/ppt/slideLayouts/slideLayout2.xml" Id="R52951dd199bf45fe" /><Relationship Type="http://schemas.openxmlformats.org/officeDocument/2006/relationships/slideLayout" Target="/ppt/slideLayouts/slideLayout3.xml" Id="R6b346818773e4009" /><Relationship Type="http://schemas.openxmlformats.org/officeDocument/2006/relationships/slideLayout" Target="/ppt/slideLayouts/slideLayout4.xml" Id="R2f64a0deeba74ca7" /><Relationship Type="http://schemas.openxmlformats.org/officeDocument/2006/relationships/slideLayout" Target="/ppt/slideLayouts/slideLayout5.xml" Id="R658b763b94bd47c7" /><Relationship Type="http://schemas.openxmlformats.org/officeDocument/2006/relationships/slideLayout" Target="/ppt/slideLayouts/slideLayout6.xml" Id="Rea423fdf552c488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334d7d1bfb4f12"/>
    <p:sldLayoutId xmlns:r="http://schemas.openxmlformats.org/officeDocument/2006/relationships" id="2147483650" r:id="R52951dd199bf45fe"/>
    <p:sldLayoutId xmlns:r="http://schemas.openxmlformats.org/officeDocument/2006/relationships" id="2147483651" r:id="R6b346818773e4009"/>
    <p:sldLayoutId xmlns:r="http://schemas.openxmlformats.org/officeDocument/2006/relationships" id="2147483652" r:id="R2f64a0deeba74ca7"/>
    <p:sldLayoutId xmlns:r="http://schemas.openxmlformats.org/officeDocument/2006/relationships" id="2147483653" r:id="R658b763b94bd47c7"/>
    <p:sldLayoutId xmlns:r="http://schemas.openxmlformats.org/officeDocument/2006/relationships" id="2147483654" r:id="Rea423fdf552c488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2d19d0d7254fd8" /><Relationship Type="http://schemas.openxmlformats.org/officeDocument/2006/relationships/image" Target="/ppt/media/image.png" Id="Rc8d99c477f5c4c19" /><Relationship Type="http://schemas.openxmlformats.org/officeDocument/2006/relationships/image" Target="/ppt/media/image2.png" Id="R91ceffbf60934c61" /><Relationship Type="http://schemas.openxmlformats.org/officeDocument/2006/relationships/image" Target="/ppt/media/image3.png" Id="R61053f7ce8694e98" /><Relationship Type="http://schemas.openxmlformats.org/officeDocument/2006/relationships/image" Target="/ppt/media/image4.png" Id="R7c29428e96f44929" /><Relationship Type="http://schemas.openxmlformats.org/officeDocument/2006/relationships/image" Target="/ppt/media/image5.png" Id="Ra7ae020c8b484aae" /><Relationship Type="http://schemas.openxmlformats.org/officeDocument/2006/relationships/image" Target="/ppt/media/image6.png" Id="R8066145a2f1c466c" /><Relationship Type="http://schemas.openxmlformats.org/officeDocument/2006/relationships/image" Target="/ppt/media/image7.png" Id="R88e13311f5c74d3a" /><Relationship Type="http://schemas.openxmlformats.org/officeDocument/2006/relationships/image" Target="/ppt/media/image8.png" Id="Rfc8fa96cf617433a" /><Relationship Type="http://schemas.openxmlformats.org/officeDocument/2006/relationships/image" Target="/ppt/media/image9.png" Id="Rcd529260725b43ee" /><Relationship Type="http://schemas.openxmlformats.org/officeDocument/2006/relationships/image" Target="/ppt/media/image10.png" Id="Rdfd273e0644a4500" /><Relationship Type="http://schemas.openxmlformats.org/officeDocument/2006/relationships/image" Target="/ppt/media/image11.png" Id="Rce5b10fabd9043d0" /><Relationship Type="http://schemas.openxmlformats.org/officeDocument/2006/relationships/image" Target="/ppt/media/image12.png" Id="Rf365110d3dc94113" /><Relationship Type="http://schemas.openxmlformats.org/officeDocument/2006/relationships/image" Target="/ppt/media/image13.png" Id="R97f217c97d4d4119" /><Relationship Type="http://schemas.openxmlformats.org/officeDocument/2006/relationships/image" Target="/ppt/media/image14.png" Id="R666fb66306ad4e51" /><Relationship Type="http://schemas.openxmlformats.org/officeDocument/2006/relationships/image" Target="/ppt/media/image15.png" Id="R9496ca439beb48ff" /><Relationship Type="http://schemas.openxmlformats.org/officeDocument/2006/relationships/image" Target="/ppt/media/image16.png" Id="R771938b4e2d24b66" /><Relationship Type="http://schemas.openxmlformats.org/officeDocument/2006/relationships/image" Target="/ppt/media/image17.png" Id="R4a235796a9824ee4" /><Relationship Type="http://schemas.openxmlformats.org/officeDocument/2006/relationships/image" Target="/ppt/media/image18.png" Id="R15882ec8efc1421a" /><Relationship Type="http://schemas.openxmlformats.org/officeDocument/2006/relationships/image" Target="/ppt/media/image19.png" Id="Rfdb4507332214686" /><Relationship Type="http://schemas.openxmlformats.org/officeDocument/2006/relationships/image" Target="/ppt/media/image20.png" Id="R93727d83e441495e" /><Relationship Type="http://schemas.openxmlformats.org/officeDocument/2006/relationships/notesSlide" Target="/ppt/notesSlides/notesSlide1.xml" Id="R8cdf929b188746c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0" name="path-1">
            <a:extLst xmlns:a="http://schemas.openxmlformats.org/drawingml/2006/main">
              <a:ext uri="{FF2B5EF4-FFF2-40B4-BE49-F238E27FC236}">
                <a16:creationId xmlns:a16="http://schemas.microsoft.com/office/drawing/2014/main" id="{87D9D6C3-BBAA-442A-9447-649D0327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5240000" cy="9268009"/>
          </a:xfrm>
          <a:custGeom xmlns:a="http://schemas.openxmlformats.org/drawingml/2006/main">
            <a:pathLst>
              <a:path w="15240000" h="9268009">
                <a:moveTo>
                  <a:pt x="0" y="9268009"/>
                </a:moveTo>
                <a:lnTo>
                  <a:pt x="15240000" y="9268009"/>
                </a:lnTo>
                <a:lnTo>
                  <a:pt x="15240000" y="0"/>
                </a:lnTo>
                <a:lnTo>
                  <a:pt x="0" y="0"/>
                </a:lnTo>
                <a:lnTo>
                  <a:pt x="0" y="92680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ext-2 From">
            <a:extLst xmlns:a="http://schemas.openxmlformats.org/drawingml/2006/main">
              <a:ext uri="{FF2B5EF4-FFF2-40B4-BE49-F238E27FC236}">
                <a16:creationId xmlns:a16="http://schemas.microsoft.com/office/drawing/2014/main" id="{AC202A77-4736-4D2C-ABD4-7295E84D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28463" y="2371"/>
            <a:ext cx="784157" cy="474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7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7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7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3" name="text-2 Deep">
            <a:extLst xmlns:a="http://schemas.openxmlformats.org/drawingml/2006/main">
              <a:ext uri="{FF2B5EF4-FFF2-40B4-BE49-F238E27FC236}">
                <a16:creationId xmlns:a16="http://schemas.microsoft.com/office/drawing/2014/main" id="{895A377D-5B3C-4390-A6F8-8AB7DAD0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627962" y="4009"/>
            <a:ext cx="783227" cy="472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5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5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5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Deep</a:t>
            </a:r>
          </a:p>
        </p:txBody>
      </p:sp>
      <p:sp>
        <p:nvSpPr>
          <p:cNvPr id="4" name="text-2 Research">
            <a:extLst xmlns:a="http://schemas.openxmlformats.org/drawingml/2006/main">
              <a:ext uri="{FF2B5EF4-FFF2-40B4-BE49-F238E27FC236}">
                <a16:creationId xmlns:a16="http://schemas.microsoft.com/office/drawing/2014/main" id="{0B9B956D-D2A3-4B62-9C3B-CCF377837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6786" y="2562"/>
            <a:ext cx="1329940" cy="4746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6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5" name="text-2 Files">
            <a:extLst xmlns:a="http://schemas.openxmlformats.org/drawingml/2006/main">
              <a:ext uri="{FF2B5EF4-FFF2-40B4-BE49-F238E27FC236}">
                <a16:creationId xmlns:a16="http://schemas.microsoft.com/office/drawing/2014/main" id="{47527E34-2DC9-48EC-B0C8-89E480D9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71889" y="3748"/>
            <a:ext cx="680706" cy="4729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6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6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6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6" name="text-2 to">
            <a:extLst xmlns:a="http://schemas.openxmlformats.org/drawingml/2006/main">
              <a:ext uri="{FF2B5EF4-FFF2-40B4-BE49-F238E27FC236}">
                <a16:creationId xmlns:a16="http://schemas.microsoft.com/office/drawing/2014/main" id="{05428D3C-B6C3-4B0B-B89E-DDC28DB66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68074" y="-480"/>
            <a:ext cx="356773" cy="4788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9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to</a:t>
            </a:r>
          </a:p>
        </p:txBody>
      </p:sp>
      <p:sp>
        <p:nvSpPr>
          <p:cNvPr id="7" name="text-2 Verified">
            <a:extLst xmlns:a="http://schemas.openxmlformats.org/drawingml/2006/main">
              <a:ext uri="{FF2B5EF4-FFF2-40B4-BE49-F238E27FC236}">
                <a16:creationId xmlns:a16="http://schemas.microsoft.com/office/drawing/2014/main" id="{0B89D37C-E4F4-4849-BC0C-60D7F399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39463" y="-2301"/>
            <a:ext cx="1162842" cy="4814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70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Verified</a:t>
            </a:r>
          </a:p>
        </p:txBody>
      </p:sp>
      <p:sp>
        <p:nvSpPr>
          <p:cNvPr id="8" name="text-2 Task">
            <a:extLst xmlns:a="http://schemas.openxmlformats.org/drawingml/2006/main">
              <a:ext uri="{FF2B5EF4-FFF2-40B4-BE49-F238E27FC236}">
                <a16:creationId xmlns:a16="http://schemas.microsoft.com/office/drawing/2014/main" id="{BF664B7F-F2DF-4292-B0B9-F54655C6D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6765" y="-9952"/>
            <a:ext cx="703748" cy="4921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76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76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76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9" name="text-2 Workspaces">
            <a:extLst xmlns:a="http://schemas.openxmlformats.org/drawingml/2006/main">
              <a:ext uri="{FF2B5EF4-FFF2-40B4-BE49-F238E27FC236}">
                <a16:creationId xmlns:a16="http://schemas.microsoft.com/office/drawing/2014/main" id="{44D6AA4F-00AC-4346-89BB-A770BD8DD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33547" y="226"/>
            <a:ext cx="1753980" cy="4779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68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68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68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Workspaces</a:t>
            </a:r>
          </a:p>
        </p:txBody>
      </p:sp>
      <p:sp>
        <p:nvSpPr>
          <p:cNvPr id="10" name="text-3 Context-grounded">
            <a:extLst xmlns:a="http://schemas.openxmlformats.org/drawingml/2006/main">
              <a:ext uri="{FF2B5EF4-FFF2-40B4-BE49-F238E27FC236}">
                <a16:creationId xmlns:a16="http://schemas.microsoft.com/office/drawing/2014/main" id="{45516A1B-C914-48F2-949F-27451E2D0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44290" y="489163"/>
            <a:ext cx="1775410" cy="3252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Context-grounded</a:t>
            </a:r>
          </a:p>
        </p:txBody>
      </p:sp>
      <p:sp>
        <p:nvSpPr>
          <p:cNvPr id="11" name="text-3 task">
            <a:extLst xmlns:a="http://schemas.openxmlformats.org/drawingml/2006/main">
              <a:ext uri="{FF2B5EF4-FFF2-40B4-BE49-F238E27FC236}">
                <a16:creationId xmlns:a16="http://schemas.microsoft.com/office/drawing/2014/main" id="{248463C1-3855-4D7F-BCEF-1A32081F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29950" y="489510"/>
            <a:ext cx="444365" cy="32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2" name="text-3 synthesis">
            <a:extLst xmlns:a="http://schemas.openxmlformats.org/drawingml/2006/main">
              <a:ext uri="{FF2B5EF4-FFF2-40B4-BE49-F238E27FC236}">
                <a16:creationId xmlns:a16="http://schemas.microsoft.com/office/drawing/2014/main" id="{8D343618-9B21-409C-9F0D-8F24E3723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84594" y="489674"/>
            <a:ext cx="914189" cy="3245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synthesis</a:t>
            </a:r>
          </a:p>
        </p:txBody>
      </p:sp>
      <p:sp>
        <p:nvSpPr>
          <p:cNvPr id="13" name="text-3 from">
            <a:extLst xmlns:a="http://schemas.openxmlformats.org/drawingml/2006/main">
              <a:ext uri="{FF2B5EF4-FFF2-40B4-BE49-F238E27FC236}">
                <a16:creationId xmlns:a16="http://schemas.microsoft.com/office/drawing/2014/main" id="{3F540E7F-5625-4EFE-9B65-A48394CEC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09076" y="491239"/>
            <a:ext cx="501543" cy="3223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14" name="text-3 research">
            <a:extLst xmlns:a="http://schemas.openxmlformats.org/drawingml/2006/main">
              <a:ext uri="{FF2B5EF4-FFF2-40B4-BE49-F238E27FC236}">
                <a16:creationId xmlns:a16="http://schemas.microsoft.com/office/drawing/2014/main" id="{6A4D2033-30FD-4F6E-86CE-6C4E935DF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1270" y="491149"/>
            <a:ext cx="858054" cy="322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15" name="text-3 files">
            <a:extLst xmlns:a="http://schemas.openxmlformats.org/drawingml/2006/main">
              <a:ext uri="{FF2B5EF4-FFF2-40B4-BE49-F238E27FC236}">
                <a16:creationId xmlns:a16="http://schemas.microsoft.com/office/drawing/2014/main" id="{23222DF2-6B4C-4D76-8E39-613265DC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9813" y="490032"/>
            <a:ext cx="431397" cy="3240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16" name="path-4">
            <a:extLst xmlns:a="http://schemas.openxmlformats.org/drawingml/2006/main">
              <a:ext uri="{FF2B5EF4-FFF2-40B4-BE49-F238E27FC236}">
                <a16:creationId xmlns:a16="http://schemas.microsoft.com/office/drawing/2014/main" id="{D1D247D7-B84D-47B7-843F-F2E18FFCE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86" y="830994"/>
            <a:ext cx="11793899" cy="191"/>
          </a:xfrm>
          <a:custGeom xmlns:a="http://schemas.openxmlformats.org/drawingml/2006/main">
            <a:pathLst>
              <a:path w="11793899" h="191">
                <a:moveTo>
                  <a:pt x="0" y="0"/>
                </a:moveTo>
                <a:lnTo>
                  <a:pt x="1179389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17" name="path-5">
            <a:extLst xmlns:a="http://schemas.openxmlformats.org/drawingml/2006/main">
              <a:ext uri="{FF2B5EF4-FFF2-40B4-BE49-F238E27FC236}">
                <a16:creationId xmlns:a16="http://schemas.microsoft.com/office/drawing/2014/main" id="{8EFE0FA8-B348-4B76-A639-E330592DB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86" y="830994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18" name="path-6">
            <a:extLst xmlns:a="http://schemas.openxmlformats.org/drawingml/2006/main">
              <a:ext uri="{FF2B5EF4-FFF2-40B4-BE49-F238E27FC236}">
                <a16:creationId xmlns:a16="http://schemas.microsoft.com/office/drawing/2014/main" id="{1E44E4B5-7654-4219-A176-AD10D5C94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17785" y="830994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19" name="text-7 WorkRover">
            <a:extLst xmlns:a="http://schemas.openxmlformats.org/drawingml/2006/main">
              <a:ext uri="{FF2B5EF4-FFF2-40B4-BE49-F238E27FC236}">
                <a16:creationId xmlns:a16="http://schemas.microsoft.com/office/drawing/2014/main" id="{130CFB7A-6F19-4206-A3EE-22429FB29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96641" y="490512"/>
            <a:ext cx="1079317" cy="3154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74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74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74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WorkRover</a:t>
            </a:r>
          </a:p>
        </p:txBody>
      </p:sp>
      <p:sp>
        <p:nvSpPr>
          <p:cNvPr id="20" name="text-7 admission">
            <a:extLst xmlns:a="http://schemas.openxmlformats.org/drawingml/2006/main">
              <a:ext uri="{FF2B5EF4-FFF2-40B4-BE49-F238E27FC236}">
                <a16:creationId xmlns:a16="http://schemas.microsoft.com/office/drawing/2014/main" id="{7D60EFDA-B652-4547-9558-3DD0EBE26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85686" y="493184"/>
            <a:ext cx="973423" cy="3116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admission</a:t>
            </a:r>
          </a:p>
        </p:txBody>
      </p:sp>
      <p:sp>
        <p:nvSpPr>
          <p:cNvPr id="21" name="path-8">
            <a:extLst xmlns:a="http://schemas.openxmlformats.org/drawingml/2006/main">
              <a:ext uri="{FF2B5EF4-FFF2-40B4-BE49-F238E27FC236}">
                <a16:creationId xmlns:a16="http://schemas.microsoft.com/office/drawing/2014/main" id="{66BFA545-6736-4B9A-96DA-F920EB05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58" y="830994"/>
            <a:ext cx="2685662" cy="191"/>
          </a:xfrm>
          <a:custGeom xmlns:a="http://schemas.openxmlformats.org/drawingml/2006/main">
            <a:pathLst>
              <a:path w="2685662" h="191">
                <a:moveTo>
                  <a:pt x="0" y="0"/>
                </a:moveTo>
                <a:lnTo>
                  <a:pt x="268566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2" name="path-9">
            <a:extLst xmlns:a="http://schemas.openxmlformats.org/drawingml/2006/main">
              <a:ext uri="{FF2B5EF4-FFF2-40B4-BE49-F238E27FC236}">
                <a16:creationId xmlns:a16="http://schemas.microsoft.com/office/drawing/2014/main" id="{96EC94D1-B0AB-4FBC-9818-0D445BB47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0758" y="830994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3" name="path-10">
            <a:extLst xmlns:a="http://schemas.openxmlformats.org/drawingml/2006/main">
              <a:ext uri="{FF2B5EF4-FFF2-40B4-BE49-F238E27FC236}">
                <a16:creationId xmlns:a16="http://schemas.microsoft.com/office/drawing/2014/main" id="{CFA27BF7-59C5-4611-9D26-BE3C82EBB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56421" y="830994"/>
            <a:ext cx="191" cy="99754"/>
          </a:xfrm>
          <a:custGeom xmlns:a="http://schemas.openxmlformats.org/drawingml/2006/main">
            <a:pathLst>
              <a:path w="191" h="99754">
                <a:moveTo>
                  <a:pt x="0" y="0"/>
                </a:moveTo>
                <a:lnTo>
                  <a:pt x="0" y="99754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4" name="path-11">
            <a:extLst xmlns:a="http://schemas.openxmlformats.org/drawingml/2006/main">
              <a:ext uri="{FF2B5EF4-FFF2-40B4-BE49-F238E27FC236}">
                <a16:creationId xmlns:a16="http://schemas.microsoft.com/office/drawing/2014/main" id="{8A2682F2-1E8E-4A83-BDAC-530E42748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0" y="1045847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3" y="0"/>
                </a:moveTo>
                <a:lnTo>
                  <a:pt x="2762396" y="0"/>
                </a:lnTo>
                <a:cubicBezTo>
                  <a:pt x="2844245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5" y="4872561"/>
                  <a:pt x="2762396" y="4872561"/>
                </a:cubicBezTo>
                <a:lnTo>
                  <a:pt x="122773" y="4872561"/>
                </a:lnTo>
                <a:cubicBezTo>
                  <a:pt x="40924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4" y="0"/>
                  <a:pt x="122773" y="0"/>
                </a:cubicBez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42630">
            <a:solidFill>
              <a:srgbClr val="619FD2"/>
            </a:solidFill>
            <a:prstDash val="dash"/>
          </a:ln>
        </p:spPr>
      </p:sp>
      <p:sp>
        <p:nvSpPr>
          <p:cNvPr id="25" name="path-12">
            <a:extLst xmlns:a="http://schemas.openxmlformats.org/drawingml/2006/main">
              <a:ext uri="{FF2B5EF4-FFF2-40B4-BE49-F238E27FC236}">
                <a16:creationId xmlns:a16="http://schemas.microsoft.com/office/drawing/2014/main" id="{A7863939-AD48-4726-8175-12EBA1B1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743" y="1187803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6" y="0"/>
                </a:moveTo>
                <a:cubicBezTo>
                  <a:pt x="237854" y="0"/>
                  <a:pt x="285676" y="19809"/>
                  <a:pt x="320930" y="55063"/>
                </a:cubicBezTo>
                <a:cubicBezTo>
                  <a:pt x="356184" y="90318"/>
                  <a:pt x="375993" y="138139"/>
                  <a:pt x="375993" y="187997"/>
                </a:cubicBezTo>
                <a:cubicBezTo>
                  <a:pt x="375993" y="237854"/>
                  <a:pt x="356184" y="285676"/>
                  <a:pt x="320930" y="320930"/>
                </a:cubicBezTo>
                <a:cubicBezTo>
                  <a:pt x="285676" y="356185"/>
                  <a:pt x="237854" y="375993"/>
                  <a:pt x="187996" y="375993"/>
                </a:cubicBezTo>
                <a:cubicBezTo>
                  <a:pt x="138139" y="375993"/>
                  <a:pt x="90317" y="356185"/>
                  <a:pt x="55063" y="320930"/>
                </a:cubicBezTo>
                <a:cubicBezTo>
                  <a:pt x="19808" y="285676"/>
                  <a:pt x="0" y="237854"/>
                  <a:pt x="0" y="187997"/>
                </a:cubicBezTo>
                <a:cubicBezTo>
                  <a:pt x="0" y="138139"/>
                  <a:pt x="19808" y="90318"/>
                  <a:pt x="55063" y="55063"/>
                </a:cubicBezTo>
                <a:cubicBezTo>
                  <a:pt x="90317" y="19809"/>
                  <a:pt x="138139" y="0"/>
                  <a:pt x="187996" y="0"/>
                </a:cubicBez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text-13 1">
            <a:extLst xmlns:a="http://schemas.openxmlformats.org/drawingml/2006/main">
              <a:ext uri="{FF2B5EF4-FFF2-40B4-BE49-F238E27FC236}">
                <a16:creationId xmlns:a16="http://schemas.microsoft.com/office/drawing/2014/main" id="{7BADA269-F0B4-4492-BC08-FCD76C465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65137" y="1159042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7" name="text-14 Index">
            <a:extLst xmlns:a="http://schemas.openxmlformats.org/drawingml/2006/main">
              <a:ext uri="{FF2B5EF4-FFF2-40B4-BE49-F238E27FC236}">
                <a16:creationId xmlns:a16="http://schemas.microsoft.com/office/drawing/2014/main" id="{A8EB2894-F076-4130-A8F0-90E8B98C6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72" y="1070997"/>
            <a:ext cx="640339" cy="3691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Index</a:t>
            </a:r>
          </a:p>
        </p:txBody>
      </p:sp>
      <p:sp>
        <p:nvSpPr>
          <p:cNvPr id="28" name="text-14 source">
            <a:extLst xmlns:a="http://schemas.openxmlformats.org/drawingml/2006/main">
              <a:ext uri="{FF2B5EF4-FFF2-40B4-BE49-F238E27FC236}">
                <a16:creationId xmlns:a16="http://schemas.microsoft.com/office/drawing/2014/main" id="{64D3BA49-7E8F-441E-80ED-4050923E9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7383" y="1072989"/>
            <a:ext cx="752357" cy="366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29" name="text-15 workspace">
            <a:extLst xmlns:a="http://schemas.openxmlformats.org/drawingml/2006/main">
              <a:ext uri="{FF2B5EF4-FFF2-40B4-BE49-F238E27FC236}">
                <a16:creationId xmlns:a16="http://schemas.microsoft.com/office/drawing/2014/main" id="{716C2883-DAF0-4404-8980-34A1BCAB2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5672" y="1298823"/>
            <a:ext cx="1210011" cy="3667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workspace</a:t>
            </a:r>
          </a:p>
        </p:txBody>
      </p:sp>
      <p:sp>
        <p:nvSpPr>
          <p:cNvPr id="30" name="path-16">
            <a:extLst xmlns:a="http://schemas.openxmlformats.org/drawingml/2006/main">
              <a:ext uri="{FF2B5EF4-FFF2-40B4-BE49-F238E27FC236}">
                <a16:creationId xmlns:a16="http://schemas.microsoft.com/office/drawing/2014/main" id="{F4DDE16D-E327-41C5-AFCE-9E49082B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5095" y="1045847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4" y="0"/>
                </a:moveTo>
                <a:lnTo>
                  <a:pt x="2762396" y="0"/>
                </a:lnTo>
                <a:cubicBezTo>
                  <a:pt x="2844246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6" y="4872561"/>
                  <a:pt x="2762396" y="4872561"/>
                </a:cubicBezTo>
                <a:lnTo>
                  <a:pt x="122774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4" y="0"/>
                </a:cubicBezTo>
              </a:path>
            </a:pathLst>
          </a:custGeom>
          <a:solidFill xmlns:a="http://schemas.openxmlformats.org/drawingml/2006/main">
            <a:srgbClr val="F3FBFB"/>
          </a:solidFill>
          <a:ln xmlns:a="http://schemas.openxmlformats.org/drawingml/2006/main" w="42630">
            <a:solidFill>
              <a:srgbClr val="65D1D2"/>
            </a:solidFill>
            <a:prstDash val="dash"/>
          </a:ln>
        </p:spPr>
      </p:sp>
      <p:sp>
        <p:nvSpPr>
          <p:cNvPr id="31" name="path-17">
            <a:extLst xmlns:a="http://schemas.openxmlformats.org/drawingml/2006/main">
              <a:ext uri="{FF2B5EF4-FFF2-40B4-BE49-F238E27FC236}">
                <a16:creationId xmlns:a16="http://schemas.microsoft.com/office/drawing/2014/main" id="{AD32E9D0-00ED-442E-A124-622E886D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9379" y="1187803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7" y="0"/>
                </a:moveTo>
                <a:cubicBezTo>
                  <a:pt x="237854" y="0"/>
                  <a:pt x="285676" y="19809"/>
                  <a:pt x="320930" y="55063"/>
                </a:cubicBezTo>
                <a:cubicBezTo>
                  <a:pt x="356185" y="90318"/>
                  <a:pt x="375993" y="138139"/>
                  <a:pt x="375993" y="187997"/>
                </a:cubicBezTo>
                <a:cubicBezTo>
                  <a:pt x="375993" y="237854"/>
                  <a:pt x="356185" y="285676"/>
                  <a:pt x="320930" y="320930"/>
                </a:cubicBezTo>
                <a:cubicBezTo>
                  <a:pt x="285676" y="356185"/>
                  <a:pt x="237854" y="375993"/>
                  <a:pt x="187997" y="375993"/>
                </a:cubicBezTo>
                <a:cubicBezTo>
                  <a:pt x="138140" y="375993"/>
                  <a:pt x="90317" y="356185"/>
                  <a:pt x="55063" y="320930"/>
                </a:cubicBezTo>
                <a:cubicBezTo>
                  <a:pt x="19809" y="285676"/>
                  <a:pt x="0" y="237854"/>
                  <a:pt x="0" y="187997"/>
                </a:cubicBezTo>
                <a:cubicBezTo>
                  <a:pt x="0" y="138139"/>
                  <a:pt x="19809" y="90318"/>
                  <a:pt x="55063" y="55063"/>
                </a:cubicBezTo>
                <a:cubicBezTo>
                  <a:pt x="90317" y="19809"/>
                  <a:pt x="138140" y="0"/>
                  <a:pt x="187997" y="0"/>
                </a:cubicBezTo>
              </a:path>
            </a:pathLst>
          </a:custGeom>
          <a:solidFill xmlns:a="http://schemas.openxmlformats.org/drawingml/2006/main">
            <a:srgbClr val="65D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text-18 2">
            <a:extLst xmlns:a="http://schemas.openxmlformats.org/drawingml/2006/main">
              <a:ext uri="{FF2B5EF4-FFF2-40B4-BE49-F238E27FC236}">
                <a16:creationId xmlns:a16="http://schemas.microsoft.com/office/drawing/2014/main" id="{887A0C76-DD1A-46CE-A523-9E863BAB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403773" y="1159042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33" name="text-19 Match">
            <a:extLst xmlns:a="http://schemas.openxmlformats.org/drawingml/2006/main">
              <a:ext uri="{FF2B5EF4-FFF2-40B4-BE49-F238E27FC236}">
                <a16:creationId xmlns:a16="http://schemas.microsoft.com/office/drawing/2014/main" id="{B82886C2-2C85-48EB-813E-01C6614A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309" y="1072546"/>
            <a:ext cx="748559" cy="3670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Match</a:t>
            </a:r>
          </a:p>
        </p:txBody>
      </p:sp>
      <p:sp>
        <p:nvSpPr>
          <p:cNvPr id="34" name="text-20 capabilities">
            <a:extLst xmlns:a="http://schemas.openxmlformats.org/drawingml/2006/main">
              <a:ext uri="{FF2B5EF4-FFF2-40B4-BE49-F238E27FC236}">
                <a16:creationId xmlns:a16="http://schemas.microsoft.com/office/drawing/2014/main" id="{475009FF-FA54-47B9-B656-C946112C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784309" y="1298793"/>
            <a:ext cx="1283805" cy="366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6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capabilities</a:t>
            </a:r>
          </a:p>
        </p:txBody>
      </p:sp>
      <p:sp>
        <p:nvSpPr>
          <p:cNvPr id="35" name="path-21">
            <a:extLst xmlns:a="http://schemas.openxmlformats.org/drawingml/2006/main">
              <a:ext uri="{FF2B5EF4-FFF2-40B4-BE49-F238E27FC236}">
                <a16:creationId xmlns:a16="http://schemas.microsoft.com/office/drawing/2014/main" id="{FE9769D8-AB7B-4696-9ADF-2A3B5B9B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3732" y="1045847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3" y="0"/>
                </a:moveTo>
                <a:lnTo>
                  <a:pt x="2762397" y="0"/>
                </a:lnTo>
                <a:cubicBezTo>
                  <a:pt x="2844246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6" y="4872561"/>
                  <a:pt x="2762397" y="4872561"/>
                </a:cubicBezTo>
                <a:lnTo>
                  <a:pt x="122773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3" y="0"/>
                </a:cubicBezTo>
              </a:path>
            </a:pathLst>
          </a:custGeom>
          <a:solidFill xmlns:a="http://schemas.openxmlformats.org/drawingml/2006/main">
            <a:srgbClr val="F3FBF6"/>
          </a:solidFill>
          <a:ln xmlns:a="http://schemas.openxmlformats.org/drawingml/2006/main" w="42630">
            <a:solidFill>
              <a:srgbClr val="66D28E"/>
            </a:solidFill>
            <a:prstDash val="dash"/>
          </a:ln>
        </p:spPr>
      </p:sp>
      <p:sp>
        <p:nvSpPr>
          <p:cNvPr id="36" name="path-22">
            <a:extLst xmlns:a="http://schemas.openxmlformats.org/drawingml/2006/main">
              <a:ext uri="{FF2B5EF4-FFF2-40B4-BE49-F238E27FC236}">
                <a16:creationId xmlns:a16="http://schemas.microsoft.com/office/drawing/2014/main" id="{0E96938F-0066-4445-8D7C-3FB909097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8016" y="1187803"/>
            <a:ext cx="375992" cy="375993"/>
          </a:xfrm>
          <a:custGeom xmlns:a="http://schemas.openxmlformats.org/drawingml/2006/main">
            <a:pathLst>
              <a:path w="375992" h="375993">
                <a:moveTo>
                  <a:pt x="187996" y="0"/>
                </a:moveTo>
                <a:cubicBezTo>
                  <a:pt x="237853" y="0"/>
                  <a:pt x="285676" y="19809"/>
                  <a:pt x="320931" y="55063"/>
                </a:cubicBezTo>
                <a:cubicBezTo>
                  <a:pt x="356184" y="90318"/>
                  <a:pt x="375992" y="138139"/>
                  <a:pt x="375992" y="187997"/>
                </a:cubicBezTo>
                <a:cubicBezTo>
                  <a:pt x="375992" y="237854"/>
                  <a:pt x="356184" y="285676"/>
                  <a:pt x="320931" y="320930"/>
                </a:cubicBezTo>
                <a:cubicBezTo>
                  <a:pt x="285676" y="356185"/>
                  <a:pt x="237853" y="375993"/>
                  <a:pt x="187996" y="375993"/>
                </a:cubicBezTo>
                <a:cubicBezTo>
                  <a:pt x="138139" y="375993"/>
                  <a:pt x="90317" y="356185"/>
                  <a:pt x="55062" y="320930"/>
                </a:cubicBezTo>
                <a:cubicBezTo>
                  <a:pt x="19809" y="285676"/>
                  <a:pt x="0" y="237854"/>
                  <a:pt x="0" y="187997"/>
                </a:cubicBezTo>
                <a:cubicBezTo>
                  <a:pt x="0" y="138139"/>
                  <a:pt x="19809" y="90318"/>
                  <a:pt x="55062" y="55063"/>
                </a:cubicBezTo>
                <a:cubicBezTo>
                  <a:pt x="90317" y="19809"/>
                  <a:pt x="138139" y="0"/>
                  <a:pt x="187996" y="0"/>
                </a:cubicBez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text-23 3">
            <a:extLst xmlns:a="http://schemas.openxmlformats.org/drawingml/2006/main">
              <a:ext uri="{FF2B5EF4-FFF2-40B4-BE49-F238E27FC236}">
                <a16:creationId xmlns:a16="http://schemas.microsoft.com/office/drawing/2014/main" id="{E0D9AE94-64D6-4343-A5B6-84AB2998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42409" y="1159042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8" name="text-24 Plan">
            <a:extLst xmlns:a="http://schemas.openxmlformats.org/drawingml/2006/main">
              <a:ext uri="{FF2B5EF4-FFF2-40B4-BE49-F238E27FC236}">
                <a16:creationId xmlns:a16="http://schemas.microsoft.com/office/drawing/2014/main" id="{7525015B-79E9-4937-9B6A-76943B3F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2945" y="1073622"/>
            <a:ext cx="525301" cy="3655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39" name="text-24 task">
            <a:extLst xmlns:a="http://schemas.openxmlformats.org/drawingml/2006/main">
              <a:ext uri="{FF2B5EF4-FFF2-40B4-BE49-F238E27FC236}">
                <a16:creationId xmlns:a16="http://schemas.microsoft.com/office/drawing/2014/main" id="{5CEF417B-61A4-4F8D-9CF5-63E43F65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0123" y="1071860"/>
            <a:ext cx="503609" cy="3679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40" name="text-25 branches">
            <a:extLst xmlns:a="http://schemas.openxmlformats.org/drawingml/2006/main">
              <a:ext uri="{FF2B5EF4-FFF2-40B4-BE49-F238E27FC236}">
                <a16:creationId xmlns:a16="http://schemas.microsoft.com/office/drawing/2014/main" id="{08F77A78-42D2-46DB-A9CD-C95180677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822945" y="1299775"/>
            <a:ext cx="1027692" cy="3654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branches</a:t>
            </a:r>
          </a:p>
        </p:txBody>
      </p:sp>
      <p:sp>
        <p:nvSpPr>
          <p:cNvPr id="41" name="path-26">
            <a:extLst xmlns:a="http://schemas.openxmlformats.org/drawingml/2006/main">
              <a:ext uri="{FF2B5EF4-FFF2-40B4-BE49-F238E27FC236}">
                <a16:creationId xmlns:a16="http://schemas.microsoft.com/office/drawing/2014/main" id="{F428C6BD-75AE-4572-90A8-6E8BBDE16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2368" y="1045847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4" y="0"/>
                </a:moveTo>
                <a:lnTo>
                  <a:pt x="2762397" y="0"/>
                </a:lnTo>
                <a:cubicBezTo>
                  <a:pt x="2844245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5" y="4872561"/>
                  <a:pt x="2762397" y="4872561"/>
                </a:cubicBezTo>
                <a:lnTo>
                  <a:pt x="122774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4" y="0"/>
                </a:cubicBezTo>
              </a:path>
            </a:pathLst>
          </a:custGeom>
          <a:solidFill xmlns:a="http://schemas.openxmlformats.org/drawingml/2006/main">
            <a:srgbClr val="FEF5EC"/>
          </a:solidFill>
          <a:ln xmlns:a="http://schemas.openxmlformats.org/drawingml/2006/main" w="42630">
            <a:solidFill>
              <a:srgbClr val="F07F0F"/>
            </a:solidFill>
            <a:prstDash val="dash"/>
          </a:ln>
        </p:spPr>
      </p:sp>
      <p:sp>
        <p:nvSpPr>
          <p:cNvPr id="42" name="path-27">
            <a:extLst xmlns:a="http://schemas.openxmlformats.org/drawingml/2006/main">
              <a:ext uri="{FF2B5EF4-FFF2-40B4-BE49-F238E27FC236}">
                <a16:creationId xmlns:a16="http://schemas.microsoft.com/office/drawing/2014/main" id="{A6BD6828-5F50-4E3B-9514-57104F729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6651" y="1187803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7" y="0"/>
                </a:moveTo>
                <a:cubicBezTo>
                  <a:pt x="237854" y="0"/>
                  <a:pt x="285677" y="19809"/>
                  <a:pt x="320931" y="55063"/>
                </a:cubicBezTo>
                <a:cubicBezTo>
                  <a:pt x="356185" y="90318"/>
                  <a:pt x="375993" y="138139"/>
                  <a:pt x="375993" y="187997"/>
                </a:cubicBezTo>
                <a:cubicBezTo>
                  <a:pt x="375993" y="237854"/>
                  <a:pt x="356185" y="285676"/>
                  <a:pt x="320931" y="320930"/>
                </a:cubicBezTo>
                <a:cubicBezTo>
                  <a:pt x="285677" y="356185"/>
                  <a:pt x="237854" y="375993"/>
                  <a:pt x="187997" y="375993"/>
                </a:cubicBezTo>
                <a:cubicBezTo>
                  <a:pt x="138140" y="375993"/>
                  <a:pt x="90318" y="356185"/>
                  <a:pt x="55064" y="320930"/>
                </a:cubicBezTo>
                <a:cubicBezTo>
                  <a:pt x="19810" y="285676"/>
                  <a:pt x="0" y="237854"/>
                  <a:pt x="0" y="187997"/>
                </a:cubicBezTo>
                <a:cubicBezTo>
                  <a:pt x="0" y="138139"/>
                  <a:pt x="19810" y="90318"/>
                  <a:pt x="55064" y="55063"/>
                </a:cubicBezTo>
                <a:cubicBezTo>
                  <a:pt x="90318" y="19809"/>
                  <a:pt x="138140" y="0"/>
                  <a:pt x="187997" y="0"/>
                </a:cubicBezTo>
              </a:path>
            </a:pathLst>
          </a:custGeom>
          <a:solidFill xmlns:a="http://schemas.openxmlformats.org/drawingml/2006/main">
            <a:srgbClr val="F07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text-28 4">
            <a:extLst xmlns:a="http://schemas.openxmlformats.org/drawingml/2006/main">
              <a:ext uri="{FF2B5EF4-FFF2-40B4-BE49-F238E27FC236}">
                <a16:creationId xmlns:a16="http://schemas.microsoft.com/office/drawing/2014/main" id="{5AB9933C-58D9-4245-BD81-FA0984649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81046" y="1159042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4</a:t>
            </a:r>
          </a:p>
        </p:txBody>
      </p:sp>
      <p:sp>
        <p:nvSpPr>
          <p:cNvPr id="44" name="text-29 Assemble">
            <a:extLst xmlns:a="http://schemas.openxmlformats.org/drawingml/2006/main">
              <a:ext uri="{FF2B5EF4-FFF2-40B4-BE49-F238E27FC236}">
                <a16:creationId xmlns:a16="http://schemas.microsoft.com/office/drawing/2014/main" id="{161D3C35-E838-45EC-86BF-2DAFEF6F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1581" y="1073623"/>
            <a:ext cx="1078620" cy="3655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Assemble</a:t>
            </a:r>
          </a:p>
        </p:txBody>
      </p:sp>
      <p:sp>
        <p:nvSpPr>
          <p:cNvPr id="45" name="text-30 Starter">
            <a:extLst xmlns:a="http://schemas.openxmlformats.org/drawingml/2006/main">
              <a:ext uri="{FF2B5EF4-FFF2-40B4-BE49-F238E27FC236}">
                <a16:creationId xmlns:a16="http://schemas.microsoft.com/office/drawing/2014/main" id="{5F62F1BE-E0F6-4AF9-8466-2BCBF988D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861581" y="1297873"/>
            <a:ext cx="799233" cy="368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46" name="text-30 State">
            <a:extLst xmlns:a="http://schemas.openxmlformats.org/drawingml/2006/main">
              <a:ext uri="{FF2B5EF4-FFF2-40B4-BE49-F238E27FC236}">
                <a16:creationId xmlns:a16="http://schemas.microsoft.com/office/drawing/2014/main" id="{76ED1E7F-DB66-4C3F-8D42-AC71B9068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2437" y="1297202"/>
            <a:ext cx="615727" cy="3690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47" name="path-31">
            <a:extLst xmlns:a="http://schemas.openxmlformats.org/drawingml/2006/main">
              <a:ext uri="{FF2B5EF4-FFF2-40B4-BE49-F238E27FC236}">
                <a16:creationId xmlns:a16="http://schemas.microsoft.com/office/drawing/2014/main" id="{59F416E0-AB96-42F7-983D-8D47F027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71004" y="1045847"/>
            <a:ext cx="2885170" cy="4872561"/>
          </a:xfrm>
          <a:custGeom xmlns:a="http://schemas.openxmlformats.org/drawingml/2006/main">
            <a:pathLst>
              <a:path w="2885170" h="4872561">
                <a:moveTo>
                  <a:pt x="122774" y="0"/>
                </a:moveTo>
                <a:lnTo>
                  <a:pt x="2762397" y="0"/>
                </a:lnTo>
                <a:cubicBezTo>
                  <a:pt x="2844244" y="0"/>
                  <a:pt x="2885170" y="40925"/>
                  <a:pt x="2885170" y="122773"/>
                </a:cubicBezTo>
                <a:lnTo>
                  <a:pt x="2885170" y="4749788"/>
                </a:lnTo>
                <a:cubicBezTo>
                  <a:pt x="2885170" y="4831636"/>
                  <a:pt x="2844244" y="4872561"/>
                  <a:pt x="2762397" y="4872561"/>
                </a:cubicBezTo>
                <a:lnTo>
                  <a:pt x="122774" y="4872561"/>
                </a:lnTo>
                <a:cubicBezTo>
                  <a:pt x="40925" y="4872561"/>
                  <a:pt x="0" y="4831636"/>
                  <a:pt x="0" y="4749788"/>
                </a:cubicBezTo>
                <a:lnTo>
                  <a:pt x="0" y="122773"/>
                </a:lnTo>
                <a:cubicBezTo>
                  <a:pt x="0" y="40925"/>
                  <a:pt x="40925" y="0"/>
                  <a:pt x="122774" y="0"/>
                </a:cubicBezTo>
              </a:path>
            </a:pathLst>
          </a:custGeom>
          <a:solidFill xmlns:a="http://schemas.openxmlformats.org/drawingml/2006/main">
            <a:srgbClr val="FEF3F3"/>
          </a:solidFill>
          <a:ln xmlns:a="http://schemas.openxmlformats.org/drawingml/2006/main" w="42630">
            <a:solidFill>
              <a:srgbClr val="F76666"/>
            </a:solidFill>
            <a:prstDash val="dash"/>
          </a:ln>
        </p:spPr>
      </p:sp>
      <p:sp>
        <p:nvSpPr>
          <p:cNvPr id="48" name="path-32">
            <a:extLst xmlns:a="http://schemas.openxmlformats.org/drawingml/2006/main">
              <a:ext uri="{FF2B5EF4-FFF2-40B4-BE49-F238E27FC236}">
                <a16:creationId xmlns:a16="http://schemas.microsoft.com/office/drawing/2014/main" id="{6B3BAB58-0C68-4211-82F4-D5B174BA9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05287" y="1187803"/>
            <a:ext cx="375993" cy="375993"/>
          </a:xfrm>
          <a:custGeom xmlns:a="http://schemas.openxmlformats.org/drawingml/2006/main">
            <a:pathLst>
              <a:path w="375993" h="375993">
                <a:moveTo>
                  <a:pt x="187997" y="0"/>
                </a:moveTo>
                <a:cubicBezTo>
                  <a:pt x="237855" y="0"/>
                  <a:pt x="285677" y="19809"/>
                  <a:pt x="320931" y="55063"/>
                </a:cubicBezTo>
                <a:cubicBezTo>
                  <a:pt x="356186" y="90318"/>
                  <a:pt x="375993" y="138139"/>
                  <a:pt x="375993" y="187997"/>
                </a:cubicBezTo>
                <a:cubicBezTo>
                  <a:pt x="375993" y="237854"/>
                  <a:pt x="356186" y="285676"/>
                  <a:pt x="320931" y="320930"/>
                </a:cubicBezTo>
                <a:cubicBezTo>
                  <a:pt x="285677" y="356185"/>
                  <a:pt x="237855" y="375993"/>
                  <a:pt x="187997" y="375993"/>
                </a:cubicBezTo>
                <a:cubicBezTo>
                  <a:pt x="138139" y="375993"/>
                  <a:pt x="90318" y="356185"/>
                  <a:pt x="55064" y="320930"/>
                </a:cubicBezTo>
                <a:cubicBezTo>
                  <a:pt x="19809" y="285676"/>
                  <a:pt x="0" y="237854"/>
                  <a:pt x="0" y="187997"/>
                </a:cubicBezTo>
                <a:cubicBezTo>
                  <a:pt x="0" y="138139"/>
                  <a:pt x="19809" y="90318"/>
                  <a:pt x="55064" y="55063"/>
                </a:cubicBezTo>
                <a:cubicBezTo>
                  <a:pt x="90318" y="19809"/>
                  <a:pt x="138139" y="0"/>
                  <a:pt x="187997" y="0"/>
                </a:cubicBezTo>
              </a:path>
            </a:pathLst>
          </a:custGeom>
          <a:solidFill xmlns:a="http://schemas.openxmlformats.org/drawingml/2006/main">
            <a:srgbClr val="F7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text-33 5">
            <a:extLst xmlns:a="http://schemas.openxmlformats.org/drawingml/2006/main">
              <a:ext uri="{FF2B5EF4-FFF2-40B4-BE49-F238E27FC236}">
                <a16:creationId xmlns:a16="http://schemas.microsoft.com/office/drawing/2014/main" id="{1D210AAA-3A1C-47B1-BD61-3B814FD09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9682" y="1159042"/>
            <a:ext cx="200291" cy="40836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2297" b="1" i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</a:t>
            </a:r>
          </a:p>
        </p:txBody>
      </p:sp>
      <p:sp>
        <p:nvSpPr>
          <p:cNvPr id="50" name="text-34 Execute">
            <a:extLst xmlns:a="http://schemas.openxmlformats.org/drawingml/2006/main">
              <a:ext uri="{FF2B5EF4-FFF2-40B4-BE49-F238E27FC236}">
                <a16:creationId xmlns:a16="http://schemas.microsoft.com/office/drawing/2014/main" id="{64E38924-EC9F-4173-AE0B-AEC943F22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0218" y="1070624"/>
            <a:ext cx="886236" cy="3687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Execute</a:t>
            </a:r>
          </a:p>
        </p:txBody>
      </p:sp>
      <p:sp>
        <p:nvSpPr>
          <p:cNvPr id="51" name="text-34 and">
            <a:extLst xmlns:a="http://schemas.openxmlformats.org/drawingml/2006/main">
              <a:ext uri="{FF2B5EF4-FFF2-40B4-BE49-F238E27FC236}">
                <a16:creationId xmlns:a16="http://schemas.microsoft.com/office/drawing/2014/main" id="{E3C02929-E419-49E6-A27F-07CC824B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97951" y="1072977"/>
            <a:ext cx="459936" cy="365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5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52" name="text-35 verify">
            <a:extLst xmlns:a="http://schemas.openxmlformats.org/drawingml/2006/main">
              <a:ext uri="{FF2B5EF4-FFF2-40B4-BE49-F238E27FC236}">
                <a16:creationId xmlns:a16="http://schemas.microsoft.com/office/drawing/2014/main" id="{1FB2D10C-9EC4-4646-812E-DEBA90B7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00218" y="1300993"/>
            <a:ext cx="658418" cy="3642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4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4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4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verify</a:t>
            </a:r>
          </a:p>
        </p:txBody>
      </p:sp>
      <p:sp>
        <p:nvSpPr>
          <p:cNvPr id="53" name="path-36">
            <a:extLst xmlns:a="http://schemas.openxmlformats.org/drawingml/2006/main">
              <a:ext uri="{FF2B5EF4-FFF2-40B4-BE49-F238E27FC236}">
                <a16:creationId xmlns:a16="http://schemas.microsoft.com/office/drawing/2014/main" id="{BF5BB2AC-E290-47F2-8B94-2AD7E105C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1629" y="1598326"/>
            <a:ext cx="53713" cy="191"/>
          </a:xfrm>
          <a:custGeom xmlns:a="http://schemas.openxmlformats.org/drawingml/2006/main">
            <a:pathLst>
              <a:path w="53713" h="191">
                <a:moveTo>
                  <a:pt x="0" y="0"/>
                </a:moveTo>
                <a:lnTo>
                  <a:pt x="53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54" name="path-37">
            <a:extLst xmlns:a="http://schemas.openxmlformats.org/drawingml/2006/main">
              <a:ext uri="{FF2B5EF4-FFF2-40B4-BE49-F238E27FC236}">
                <a16:creationId xmlns:a16="http://schemas.microsoft.com/office/drawing/2014/main" id="{5AA33573-6672-4F27-BE23-E841DEF1C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7669" y="1536940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path-38">
            <a:extLst xmlns:a="http://schemas.openxmlformats.org/drawingml/2006/main">
              <a:ext uri="{FF2B5EF4-FFF2-40B4-BE49-F238E27FC236}">
                <a16:creationId xmlns:a16="http://schemas.microsoft.com/office/drawing/2014/main" id="{71CEA1F7-8698-46FD-ABC8-A69715D76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0266" y="1598326"/>
            <a:ext cx="53714" cy="191"/>
          </a:xfrm>
          <a:custGeom xmlns:a="http://schemas.openxmlformats.org/drawingml/2006/main">
            <a:pathLst>
              <a:path w="53714" h="191">
                <a:moveTo>
                  <a:pt x="0" y="0"/>
                </a:moveTo>
                <a:lnTo>
                  <a:pt x="53714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56" name="path-39">
            <a:extLst xmlns:a="http://schemas.openxmlformats.org/drawingml/2006/main">
              <a:ext uri="{FF2B5EF4-FFF2-40B4-BE49-F238E27FC236}">
                <a16:creationId xmlns:a16="http://schemas.microsoft.com/office/drawing/2014/main" id="{DEFBF066-1B6F-4F1C-9EA8-68EA323F5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305" y="1536940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path-40">
            <a:extLst xmlns:a="http://schemas.openxmlformats.org/drawingml/2006/main">
              <a:ext uri="{FF2B5EF4-FFF2-40B4-BE49-F238E27FC236}">
                <a16:creationId xmlns:a16="http://schemas.microsoft.com/office/drawing/2014/main" id="{201B36BF-F50F-4195-9E6E-F02C6175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8902" y="1598326"/>
            <a:ext cx="53713" cy="191"/>
          </a:xfrm>
          <a:custGeom xmlns:a="http://schemas.openxmlformats.org/drawingml/2006/main">
            <a:pathLst>
              <a:path w="53713" h="191">
                <a:moveTo>
                  <a:pt x="0" y="0"/>
                </a:moveTo>
                <a:lnTo>
                  <a:pt x="53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58" name="path-41">
            <a:extLst xmlns:a="http://schemas.openxmlformats.org/drawingml/2006/main">
              <a:ext uri="{FF2B5EF4-FFF2-40B4-BE49-F238E27FC236}">
                <a16:creationId xmlns:a16="http://schemas.microsoft.com/office/drawing/2014/main" id="{B75D6E10-A026-49DD-8AFF-6C2561F33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42" y="1536940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path-42">
            <a:extLst xmlns:a="http://schemas.openxmlformats.org/drawingml/2006/main">
              <a:ext uri="{FF2B5EF4-FFF2-40B4-BE49-F238E27FC236}">
                <a16:creationId xmlns:a16="http://schemas.microsoft.com/office/drawing/2014/main" id="{1129DF97-8F5D-4BF1-AE7D-E291C127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7538" y="1598326"/>
            <a:ext cx="53713" cy="191"/>
          </a:xfrm>
          <a:custGeom xmlns:a="http://schemas.openxmlformats.org/drawingml/2006/main">
            <a:pathLst>
              <a:path w="53713" h="191">
                <a:moveTo>
                  <a:pt x="0" y="0"/>
                </a:moveTo>
                <a:lnTo>
                  <a:pt x="5371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59647A"/>
            </a:solidFill>
            <a:prstDash val="solid"/>
          </a:ln>
        </p:spPr>
      </p:sp>
      <p:sp>
        <p:nvSpPr>
          <p:cNvPr id="60" name="path-43">
            <a:extLst xmlns:a="http://schemas.openxmlformats.org/drawingml/2006/main">
              <a:ext uri="{FF2B5EF4-FFF2-40B4-BE49-F238E27FC236}">
                <a16:creationId xmlns:a16="http://schemas.microsoft.com/office/drawing/2014/main" id="{B8C6051C-6440-4EF8-8F41-B60F0B04D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3579" y="1536940"/>
            <a:ext cx="107425" cy="122773"/>
          </a:xfrm>
          <a:custGeom xmlns:a="http://schemas.openxmlformats.org/drawingml/2006/main">
            <a:pathLst>
              <a:path w="107425" h="122773">
                <a:moveTo>
                  <a:pt x="107425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5" y="61387"/>
                </a:lnTo>
              </a:path>
            </a:pathLst>
          </a:custGeom>
          <a:solidFill xmlns:a="http://schemas.openxmlformats.org/drawingml/2006/main">
            <a:srgbClr val="5964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path-44">
            <a:extLst xmlns:a="http://schemas.openxmlformats.org/drawingml/2006/main">
              <a:ext uri="{FF2B5EF4-FFF2-40B4-BE49-F238E27FC236}">
                <a16:creationId xmlns:a16="http://schemas.microsoft.com/office/drawing/2014/main" id="{DB980367-C21E-47C6-8883-2A6D8DD43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59" y="1736446"/>
            <a:ext cx="2654970" cy="736639"/>
          </a:xfrm>
          <a:custGeom xmlns:a="http://schemas.openxmlformats.org/drawingml/2006/main">
            <a:pathLst>
              <a:path w="2654970" h="736639">
                <a:moveTo>
                  <a:pt x="84406" y="0"/>
                </a:moveTo>
                <a:lnTo>
                  <a:pt x="2570563" y="0"/>
                </a:lnTo>
                <a:cubicBezTo>
                  <a:pt x="2626835" y="0"/>
                  <a:pt x="2654970" y="28135"/>
                  <a:pt x="2654970" y="84406"/>
                </a:cubicBezTo>
                <a:lnTo>
                  <a:pt x="2654970" y="652232"/>
                </a:lnTo>
                <a:cubicBezTo>
                  <a:pt x="2654970" y="708504"/>
                  <a:pt x="2626835" y="736639"/>
                  <a:pt x="2570563" y="736639"/>
                </a:cubicBezTo>
                <a:lnTo>
                  <a:pt x="84406" y="736639"/>
                </a:lnTo>
                <a:cubicBezTo>
                  <a:pt x="28136" y="736639"/>
                  <a:pt x="0" y="708504"/>
                  <a:pt x="0" y="652232"/>
                </a:cubicBezTo>
                <a:lnTo>
                  <a:pt x="0" y="84406"/>
                </a:lnTo>
                <a:cubicBezTo>
                  <a:pt x="0" y="28135"/>
                  <a:pt x="28136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8028BA87-C261-4097-8BE1-4527754FC6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d99c477f5c4c19"/>
          <a:stretch xmlns:a="http://schemas.openxmlformats.org/drawingml/2006/main"/>
        </p:blipFill>
        <p:spPr>
          <a:xfrm xmlns:a="http://schemas.openxmlformats.org/drawingml/2006/main">
            <a:off x="345939" y="180889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63" name="text-46 Exported">
            <a:extLst xmlns:a="http://schemas.openxmlformats.org/drawingml/2006/main">
              <a:ext uri="{FF2B5EF4-FFF2-40B4-BE49-F238E27FC236}">
                <a16:creationId xmlns:a16="http://schemas.microsoft.com/office/drawing/2014/main" id="{DF028DF9-959A-494E-AACB-51A1D409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1713715"/>
            <a:ext cx="927770" cy="3338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Exported</a:t>
            </a:r>
          </a:p>
        </p:txBody>
      </p:sp>
      <p:sp>
        <p:nvSpPr>
          <p:cNvPr id="64" name="text-47 research">
            <a:extLst xmlns:a="http://schemas.openxmlformats.org/drawingml/2006/main">
              <a:ext uri="{FF2B5EF4-FFF2-40B4-BE49-F238E27FC236}">
                <a16:creationId xmlns:a16="http://schemas.microsoft.com/office/drawing/2014/main" id="{54F6D8CD-0786-40DE-AA2B-2B8F9124B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1922477"/>
            <a:ext cx="886644" cy="3330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research</a:t>
            </a:r>
          </a:p>
        </p:txBody>
      </p:sp>
      <p:sp>
        <p:nvSpPr>
          <p:cNvPr id="65" name="text-47 files">
            <a:extLst xmlns:a="http://schemas.openxmlformats.org/drawingml/2006/main">
              <a:ext uri="{FF2B5EF4-FFF2-40B4-BE49-F238E27FC236}">
                <a16:creationId xmlns:a16="http://schemas.microsoft.com/office/drawing/2014/main" id="{165E418C-AF11-46F3-BC53-3D6A47999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35247" y="1921335"/>
            <a:ext cx="445762" cy="334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66" name="path-48">
            <a:extLst xmlns:a="http://schemas.openxmlformats.org/drawingml/2006/main">
              <a:ext uri="{FF2B5EF4-FFF2-40B4-BE49-F238E27FC236}">
                <a16:creationId xmlns:a16="http://schemas.microsoft.com/office/drawing/2014/main" id="{7524DFD6-0E39-4E17-99FF-B808AAF1F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44" y="2473085"/>
            <a:ext cx="191" cy="161140"/>
          </a:xfrm>
          <a:custGeom xmlns:a="http://schemas.openxmlformats.org/drawingml/2006/main">
            <a:pathLst>
              <a:path w="191" h="161140">
                <a:moveTo>
                  <a:pt x="0" y="0"/>
                </a:moveTo>
                <a:lnTo>
                  <a:pt x="0" y="16114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67" name="path-49">
            <a:extLst xmlns:a="http://schemas.openxmlformats.org/drawingml/2006/main">
              <a:ext uri="{FF2B5EF4-FFF2-40B4-BE49-F238E27FC236}">
                <a16:creationId xmlns:a16="http://schemas.microsoft.com/office/drawing/2014/main" id="{95D958DE-FD4C-4905-AD10-E035DF290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58" y="2626551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6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6" y="10742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path-50">
            <a:extLst xmlns:a="http://schemas.openxmlformats.org/drawingml/2006/main">
              <a:ext uri="{FF2B5EF4-FFF2-40B4-BE49-F238E27FC236}">
                <a16:creationId xmlns:a16="http://schemas.microsoft.com/office/drawing/2014/main" id="{94FDB09B-3661-4353-B57A-F0642C28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59" y="2733978"/>
            <a:ext cx="2654970" cy="1542338"/>
          </a:xfrm>
          <a:custGeom xmlns:a="http://schemas.openxmlformats.org/drawingml/2006/main">
            <a:pathLst>
              <a:path w="2654970" h="1542338">
                <a:moveTo>
                  <a:pt x="84406" y="0"/>
                </a:moveTo>
                <a:lnTo>
                  <a:pt x="2570563" y="0"/>
                </a:lnTo>
                <a:cubicBezTo>
                  <a:pt x="2626835" y="0"/>
                  <a:pt x="2654970" y="28135"/>
                  <a:pt x="2654970" y="84406"/>
                </a:cubicBezTo>
                <a:lnTo>
                  <a:pt x="2654970" y="1457932"/>
                </a:lnTo>
                <a:cubicBezTo>
                  <a:pt x="2654970" y="1514202"/>
                  <a:pt x="2626835" y="1542338"/>
                  <a:pt x="2570563" y="1542338"/>
                </a:cubicBezTo>
                <a:lnTo>
                  <a:pt x="84406" y="1542338"/>
                </a:lnTo>
                <a:cubicBezTo>
                  <a:pt x="28136" y="1542338"/>
                  <a:pt x="0" y="1514202"/>
                  <a:pt x="0" y="1457932"/>
                </a:cubicBezTo>
                <a:lnTo>
                  <a:pt x="0" y="84406"/>
                </a:lnTo>
                <a:cubicBezTo>
                  <a:pt x="0" y="28135"/>
                  <a:pt x="28136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FE5E1AB-B105-49A1-ACBB-00757DFB226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ceffbf60934c61"/>
          <a:stretch xmlns:a="http://schemas.openxmlformats.org/drawingml/2006/main"/>
        </p:blipFill>
        <p:spPr>
          <a:xfrm xmlns:a="http://schemas.openxmlformats.org/drawingml/2006/main">
            <a:off x="345939" y="2809018"/>
            <a:ext cx="371475" cy="371475"/>
          </a:xfrm>
          <a:prstGeom xmlns:a="http://schemas.openxmlformats.org/drawingml/2006/main" prst="rect">
            <a:avLst/>
          </a:prstGeom>
        </p:spPr>
      </p:pic>
      <p:sp>
        <p:nvSpPr>
          <p:cNvPr id="70" name="text-52 Shared">
            <a:extLst xmlns:a="http://schemas.openxmlformats.org/drawingml/2006/main">
              <a:ext uri="{FF2B5EF4-FFF2-40B4-BE49-F238E27FC236}">
                <a16:creationId xmlns:a16="http://schemas.microsoft.com/office/drawing/2014/main" id="{9E41BECF-3D6C-4BE6-8DC0-450A745D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2816299"/>
            <a:ext cx="730465" cy="3329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Shared</a:t>
            </a:r>
          </a:p>
        </p:txBody>
      </p:sp>
      <p:sp>
        <p:nvSpPr>
          <p:cNvPr id="71" name="text-52 file">
            <a:extLst xmlns:a="http://schemas.openxmlformats.org/drawingml/2006/main">
              <a:ext uri="{FF2B5EF4-FFF2-40B4-BE49-F238E27FC236}">
                <a16:creationId xmlns:a16="http://schemas.microsoft.com/office/drawing/2014/main" id="{5AE88C26-9208-4FC5-865C-A5834DE4E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79202" y="2814761"/>
            <a:ext cx="352137" cy="3351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72" name="text-52 index">
            <a:extLst xmlns:a="http://schemas.openxmlformats.org/drawingml/2006/main">
              <a:ext uri="{FF2B5EF4-FFF2-40B4-BE49-F238E27FC236}">
                <a16:creationId xmlns:a16="http://schemas.microsoft.com/office/drawing/2014/main" id="{0FDA3D76-F214-4E53-B72A-C0BB72F59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41959" y="2813769"/>
            <a:ext cx="578834" cy="3365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9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index</a:t>
            </a:r>
          </a:p>
        </p:txBody>
      </p:sp>
      <p:pic>
        <p:nvPic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78B5EFCC-CEE7-4568-B3E7-38273D5343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53f7ce8694e98"/>
          <a:stretch xmlns:a="http://schemas.openxmlformats.org/drawingml/2006/main"/>
        </p:blipFill>
        <p:spPr>
          <a:xfrm xmlns:a="http://schemas.openxmlformats.org/drawingml/2006/main">
            <a:off x="298314" y="3247168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4" name="text-54 File">
            <a:extLst xmlns:a="http://schemas.openxmlformats.org/drawingml/2006/main">
              <a:ext uri="{FF2B5EF4-FFF2-40B4-BE49-F238E27FC236}">
                <a16:creationId xmlns:a16="http://schemas.microsoft.com/office/drawing/2014/main" id="{887D53E0-C573-4750-BFA7-C16CD421C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72" y="3215074"/>
            <a:ext cx="362438" cy="32211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75" name="text-54 metadata">
            <a:extLst xmlns:a="http://schemas.openxmlformats.org/drawingml/2006/main">
              <a:ext uri="{FF2B5EF4-FFF2-40B4-BE49-F238E27FC236}">
                <a16:creationId xmlns:a16="http://schemas.microsoft.com/office/drawing/2014/main" id="{43957D3D-A93A-464B-8CC9-DBBD4E9B9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726" y="3212952"/>
            <a:ext cx="961482" cy="3250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8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metadata</a:t>
            </a:r>
          </a:p>
        </p:txBody>
      </p:sp>
      <p:pic>
        <p:nvPic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6ED2201-3ACF-46CE-86C1-17FA8511D1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29428e96f44929"/>
          <a:stretch xmlns:a="http://schemas.openxmlformats.org/drawingml/2006/main"/>
        </p:blipFill>
        <p:spPr>
          <a:xfrm xmlns:a="http://schemas.openxmlformats.org/drawingml/2006/main">
            <a:off x="298314" y="3580543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77" name="text-56 Document">
            <a:extLst xmlns:a="http://schemas.openxmlformats.org/drawingml/2006/main">
              <a:ext uri="{FF2B5EF4-FFF2-40B4-BE49-F238E27FC236}">
                <a16:creationId xmlns:a16="http://schemas.microsoft.com/office/drawing/2014/main" id="{D6EDAE13-ED56-47B8-9446-D34B11CC6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72" y="3551959"/>
            <a:ext cx="1002854" cy="323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Document</a:t>
            </a:r>
          </a:p>
        </p:txBody>
      </p:sp>
      <p:sp>
        <p:nvSpPr>
          <p:cNvPr id="78" name="text-56 structure">
            <a:extLst xmlns:a="http://schemas.openxmlformats.org/drawingml/2006/main">
              <a:ext uri="{FF2B5EF4-FFF2-40B4-BE49-F238E27FC236}">
                <a16:creationId xmlns:a16="http://schemas.microsoft.com/office/drawing/2014/main" id="{73C5247C-45A2-49E3-88C4-8BA12CB3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3911" y="3551771"/>
            <a:ext cx="885619" cy="32342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structure</a:t>
            </a:r>
          </a:p>
        </p:txBody>
      </p:sp>
      <p:pic>
        <p:nvPic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6C5BAF5-5551-4417-B271-F84A51E34C4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ae020c8b484aae"/>
          <a:stretch xmlns:a="http://schemas.openxmlformats.org/drawingml/2006/main"/>
        </p:blipFill>
        <p:spPr>
          <a:xfrm xmlns:a="http://schemas.openxmlformats.org/drawingml/2006/main">
            <a:off x="298314" y="3913918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80" name="text-58 Source">
            <a:extLst xmlns:a="http://schemas.openxmlformats.org/drawingml/2006/main">
              <a:ext uri="{FF2B5EF4-FFF2-40B4-BE49-F238E27FC236}">
                <a16:creationId xmlns:a16="http://schemas.microsoft.com/office/drawing/2014/main" id="{D4F422E0-EA6D-4E90-9173-9E316EE7E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0572" y="3889583"/>
            <a:ext cx="666665" cy="3231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8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81" name="text-58 relations">
            <a:extLst xmlns:a="http://schemas.openxmlformats.org/drawingml/2006/main">
              <a:ext uri="{FF2B5EF4-FFF2-40B4-BE49-F238E27FC236}">
                <a16:creationId xmlns:a16="http://schemas.microsoft.com/office/drawing/2014/main" id="{24C64A9D-9A49-4AAE-A8CE-4FB7A6A5D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7820" y="3889687"/>
            <a:ext cx="857396" cy="32301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7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7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7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relations</a:t>
            </a:r>
          </a:p>
        </p:txBody>
      </p:sp>
      <p:sp>
        <p:nvSpPr>
          <p:cNvPr id="82" name="path-59">
            <a:extLst xmlns:a="http://schemas.openxmlformats.org/drawingml/2006/main">
              <a:ext uri="{FF2B5EF4-FFF2-40B4-BE49-F238E27FC236}">
                <a16:creationId xmlns:a16="http://schemas.microsoft.com/office/drawing/2014/main" id="{893C80E0-2FDC-4DA9-A303-32334DC1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9044" y="4276316"/>
            <a:ext cx="191" cy="314607"/>
          </a:xfrm>
          <a:custGeom xmlns:a="http://schemas.openxmlformats.org/drawingml/2006/main">
            <a:pathLst>
              <a:path w="191" h="314607">
                <a:moveTo>
                  <a:pt x="0" y="0"/>
                </a:moveTo>
                <a:lnTo>
                  <a:pt x="0" y="314607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83" name="path-60">
            <a:extLst xmlns:a="http://schemas.openxmlformats.org/drawingml/2006/main">
              <a:ext uri="{FF2B5EF4-FFF2-40B4-BE49-F238E27FC236}">
                <a16:creationId xmlns:a16="http://schemas.microsoft.com/office/drawing/2014/main" id="{3A3A185C-BBCC-42C3-AD2C-F8A21350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58" y="4583249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6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6" y="10742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text-61 Eligibility">
            <a:extLst xmlns:a="http://schemas.openxmlformats.org/drawingml/2006/main">
              <a:ext uri="{FF2B5EF4-FFF2-40B4-BE49-F238E27FC236}">
                <a16:creationId xmlns:a16="http://schemas.microsoft.com/office/drawing/2014/main" id="{A50B8DD6-83BB-42E0-9A64-E22BAE168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58551" y="4316877"/>
            <a:ext cx="768532" cy="279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570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Eligibility</a:t>
            </a:r>
          </a:p>
        </p:txBody>
      </p:sp>
      <p:sp>
        <p:nvSpPr>
          <p:cNvPr id="85" name="path-62">
            <a:extLst xmlns:a="http://schemas.openxmlformats.org/drawingml/2006/main">
              <a:ext uri="{FF2B5EF4-FFF2-40B4-BE49-F238E27FC236}">
                <a16:creationId xmlns:a16="http://schemas.microsoft.com/office/drawing/2014/main" id="{A0ABCAF3-98D8-42BF-89CF-F28F0D9C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559" y="4690676"/>
            <a:ext cx="2654970" cy="506439"/>
          </a:xfrm>
          <a:custGeom xmlns:a="http://schemas.openxmlformats.org/drawingml/2006/main">
            <a:pathLst>
              <a:path w="2654970" h="506439">
                <a:moveTo>
                  <a:pt x="84406" y="0"/>
                </a:moveTo>
                <a:lnTo>
                  <a:pt x="2570563" y="0"/>
                </a:lnTo>
                <a:cubicBezTo>
                  <a:pt x="2626835" y="0"/>
                  <a:pt x="2654970" y="28135"/>
                  <a:pt x="2654970" y="84406"/>
                </a:cubicBezTo>
                <a:lnTo>
                  <a:pt x="2654970" y="422033"/>
                </a:lnTo>
                <a:cubicBezTo>
                  <a:pt x="2654970" y="478304"/>
                  <a:pt x="2626835" y="506439"/>
                  <a:pt x="2570563" y="506439"/>
                </a:cubicBezTo>
                <a:lnTo>
                  <a:pt x="84406" y="506439"/>
                </a:lnTo>
                <a:cubicBezTo>
                  <a:pt x="28136" y="506439"/>
                  <a:pt x="0" y="478304"/>
                  <a:pt x="0" y="422033"/>
                </a:cubicBezTo>
                <a:lnTo>
                  <a:pt x="0" y="84406"/>
                </a:lnTo>
                <a:cubicBezTo>
                  <a:pt x="0" y="28135"/>
                  <a:pt x="28136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4EACF33-2B62-4E53-9C0C-FE69DBAEBE2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66145a2f1c466c"/>
          <a:stretch xmlns:a="http://schemas.openxmlformats.org/drawingml/2006/main"/>
        </p:blipFill>
        <p:spPr>
          <a:xfrm xmlns:a="http://schemas.openxmlformats.org/drawingml/2006/main">
            <a:off x="345939" y="4742593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87" name="text-64 Eligible">
            <a:extLst xmlns:a="http://schemas.openxmlformats.org/drawingml/2006/main">
              <a:ext uri="{FF2B5EF4-FFF2-40B4-BE49-F238E27FC236}">
                <a16:creationId xmlns:a16="http://schemas.microsoft.com/office/drawing/2014/main" id="{0BC40C2D-8B10-4F0A-A6C7-FEA036A1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37752" y="4726715"/>
            <a:ext cx="761046" cy="3333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Eligible</a:t>
            </a:r>
          </a:p>
        </p:txBody>
      </p:sp>
      <p:sp>
        <p:nvSpPr>
          <p:cNvPr id="88" name="text-64 files">
            <a:extLst xmlns:a="http://schemas.openxmlformats.org/drawingml/2006/main">
              <a:ext uri="{FF2B5EF4-FFF2-40B4-BE49-F238E27FC236}">
                <a16:creationId xmlns:a16="http://schemas.microsoft.com/office/drawing/2014/main" id="{4E368214-825E-4D64-89EB-B246C0D9A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09650" y="4725742"/>
            <a:ext cx="445762" cy="3346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89" name="text-65 One">
            <a:extLst xmlns:a="http://schemas.openxmlformats.org/drawingml/2006/main">
              <a:ext uri="{FF2B5EF4-FFF2-40B4-BE49-F238E27FC236}">
                <a16:creationId xmlns:a16="http://schemas.microsoft.com/office/drawing/2014/main" id="{8EDFE55C-4F6F-4C55-A5D0-38F23626C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71903" y="5373599"/>
            <a:ext cx="415265" cy="3114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751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One</a:t>
            </a:r>
          </a:p>
        </p:txBody>
      </p:sp>
      <p:sp>
        <p:nvSpPr>
          <p:cNvPr id="90" name="text-65 source">
            <a:extLst xmlns:a="http://schemas.openxmlformats.org/drawingml/2006/main">
              <a:ext uri="{FF2B5EF4-FFF2-40B4-BE49-F238E27FC236}">
                <a16:creationId xmlns:a16="http://schemas.microsoft.com/office/drawing/2014/main" id="{81EDC432-3BC2-45D1-A353-1388FA270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7374" y="5372896"/>
            <a:ext cx="641701" cy="31239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757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91" name="text-65 collection">
            <a:extLst xmlns:a="http://schemas.openxmlformats.org/drawingml/2006/main">
              <a:ext uri="{FF2B5EF4-FFF2-40B4-BE49-F238E27FC236}">
                <a16:creationId xmlns:a16="http://schemas.microsoft.com/office/drawing/2014/main" id="{E875B084-10F8-4F81-B726-3275578F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49154" y="5372490"/>
            <a:ext cx="926192" cy="3129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0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0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760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collection</a:t>
            </a:r>
          </a:p>
        </p:txBody>
      </p:sp>
      <p:sp>
        <p:nvSpPr>
          <p:cNvPr id="92" name="path-66">
            <a:extLst xmlns:a="http://schemas.openxmlformats.org/drawingml/2006/main">
              <a:ext uri="{FF2B5EF4-FFF2-40B4-BE49-F238E27FC236}">
                <a16:creationId xmlns:a16="http://schemas.microsoft.com/office/drawing/2014/main" id="{59A4AE17-15C6-4DEF-A5DE-FD9AF9E1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96" y="1736446"/>
            <a:ext cx="2654970" cy="798026"/>
          </a:xfrm>
          <a:custGeom xmlns:a="http://schemas.openxmlformats.org/drawingml/2006/main">
            <a:pathLst>
              <a:path w="2654970" h="798026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713619"/>
                </a:lnTo>
                <a:cubicBezTo>
                  <a:pt x="2654970" y="769890"/>
                  <a:pt x="2626834" y="798026"/>
                  <a:pt x="2570564" y="798026"/>
                </a:cubicBezTo>
                <a:lnTo>
                  <a:pt x="84406" y="798026"/>
                </a:lnTo>
                <a:cubicBezTo>
                  <a:pt x="28135" y="798026"/>
                  <a:pt x="0" y="769890"/>
                  <a:pt x="0" y="7136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pic>
        <p:nvPic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6A489CB-57D0-402B-B662-B7ACF62A55A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e13311f5c74d3a"/>
          <a:stretch xmlns:a="http://schemas.openxmlformats.org/drawingml/2006/main"/>
        </p:blipFill>
        <p:spPr>
          <a:xfrm xmlns:a="http://schemas.openxmlformats.org/drawingml/2006/main">
            <a:off x="3384414" y="180889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94" name="text-68 Job">
            <a:extLst xmlns:a="http://schemas.openxmlformats.org/drawingml/2006/main">
              <a:ext uri="{FF2B5EF4-FFF2-40B4-BE49-F238E27FC236}">
                <a16:creationId xmlns:a16="http://schemas.microsoft.com/office/drawing/2014/main" id="{8728CFD1-C3CD-4E4A-9231-9102B7882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389" y="1818421"/>
            <a:ext cx="372468" cy="3330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Job</a:t>
            </a:r>
          </a:p>
        </p:txBody>
      </p:sp>
      <p:sp>
        <p:nvSpPr>
          <p:cNvPr id="95" name="text-68 Skills">
            <a:extLst xmlns:a="http://schemas.openxmlformats.org/drawingml/2006/main">
              <a:ext uri="{FF2B5EF4-FFF2-40B4-BE49-F238E27FC236}">
                <a16:creationId xmlns:a16="http://schemas.microsoft.com/office/drawing/2014/main" id="{1339648C-5A36-48C6-8521-9ED37844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59840" y="1818272"/>
            <a:ext cx="536915" cy="3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96" name="text-69 Professional">
            <a:extLst xmlns:a="http://schemas.openxmlformats.org/drawingml/2006/main">
              <a:ext uri="{FF2B5EF4-FFF2-40B4-BE49-F238E27FC236}">
                <a16:creationId xmlns:a16="http://schemas.microsoft.com/office/drawing/2014/main" id="{08BA1753-3AA8-46B5-9849-C173B41DD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03205" y="2178576"/>
            <a:ext cx="1177272" cy="32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9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Professional</a:t>
            </a:r>
          </a:p>
        </p:txBody>
      </p:sp>
      <p:sp>
        <p:nvSpPr>
          <p:cNvPr id="97" name="text-69 goal">
            <a:extLst xmlns:a="http://schemas.openxmlformats.org/drawingml/2006/main">
              <a:ext uri="{FF2B5EF4-FFF2-40B4-BE49-F238E27FC236}">
                <a16:creationId xmlns:a16="http://schemas.microsoft.com/office/drawing/2014/main" id="{603275EF-DED9-4CFC-8FC7-65A1582E0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90806" y="2179345"/>
            <a:ext cx="449012" cy="3223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98" name="path-70">
            <a:extLst xmlns:a="http://schemas.openxmlformats.org/drawingml/2006/main">
              <a:ext uri="{FF2B5EF4-FFF2-40B4-BE49-F238E27FC236}">
                <a16:creationId xmlns:a16="http://schemas.microsoft.com/office/drawing/2014/main" id="{D074EF47-F4A1-4E5F-87D8-F5355BC2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1" y="2534472"/>
            <a:ext cx="191" cy="115100"/>
          </a:xfrm>
          <a:custGeom xmlns:a="http://schemas.openxmlformats.org/drawingml/2006/main">
            <a:pathLst>
              <a:path w="191" h="115100">
                <a:moveTo>
                  <a:pt x="0" y="0"/>
                </a:moveTo>
                <a:lnTo>
                  <a:pt x="0" y="11510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99" name="path-71">
            <a:extLst xmlns:a="http://schemas.openxmlformats.org/drawingml/2006/main">
              <a:ext uri="{FF2B5EF4-FFF2-40B4-BE49-F238E27FC236}">
                <a16:creationId xmlns:a16="http://schemas.microsoft.com/office/drawing/2014/main" id="{5A7D8964-B409-40D4-B150-3C607271E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6294" y="2641898"/>
            <a:ext cx="122774" cy="107426"/>
          </a:xfrm>
          <a:custGeom xmlns:a="http://schemas.openxmlformats.org/drawingml/2006/main">
            <a:pathLst>
              <a:path w="122774" h="107426">
                <a:moveTo>
                  <a:pt x="61387" y="107426"/>
                </a:moveTo>
                <a:lnTo>
                  <a:pt x="0" y="0"/>
                </a:lnTo>
                <a:lnTo>
                  <a:pt x="122774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65D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path-72">
            <a:extLst xmlns:a="http://schemas.openxmlformats.org/drawingml/2006/main">
              <a:ext uri="{FF2B5EF4-FFF2-40B4-BE49-F238E27FC236}">
                <a16:creationId xmlns:a16="http://schemas.microsoft.com/office/drawing/2014/main" id="{3A1743EA-F8D3-42DC-8158-0EDAB24D1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96" y="2749325"/>
            <a:ext cx="2654970" cy="798025"/>
          </a:xfrm>
          <a:custGeom xmlns:a="http://schemas.openxmlformats.org/drawingml/2006/main">
            <a:pathLst>
              <a:path w="2654970" h="798025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713619"/>
                </a:lnTo>
                <a:cubicBezTo>
                  <a:pt x="2654970" y="769890"/>
                  <a:pt x="2626834" y="798025"/>
                  <a:pt x="2570564" y="798025"/>
                </a:cubicBezTo>
                <a:lnTo>
                  <a:pt x="84406" y="798025"/>
                </a:lnTo>
                <a:cubicBezTo>
                  <a:pt x="28135" y="798025"/>
                  <a:pt x="0" y="769890"/>
                  <a:pt x="0" y="7136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pic>
        <p:nvPic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EDD8BB5-B2AB-4021-B5FF-6858388903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8fa96cf617433a"/>
          <a:stretch xmlns:a="http://schemas.openxmlformats.org/drawingml/2006/main"/>
        </p:blipFill>
        <p:spPr>
          <a:xfrm xmlns:a="http://schemas.openxmlformats.org/drawingml/2006/main">
            <a:off x="3384414" y="281854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02" name="text-74 File">
            <a:extLst xmlns:a="http://schemas.openxmlformats.org/drawingml/2006/main">
              <a:ext uri="{FF2B5EF4-FFF2-40B4-BE49-F238E27FC236}">
                <a16:creationId xmlns:a16="http://schemas.microsoft.com/office/drawing/2014/main" id="{6AD27341-0F27-4371-B37A-0A1E18F37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876389" y="2831114"/>
            <a:ext cx="385912" cy="3332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03" name="text-74 Skills">
            <a:extLst xmlns:a="http://schemas.openxmlformats.org/drawingml/2006/main">
              <a:ext uri="{FF2B5EF4-FFF2-40B4-BE49-F238E27FC236}">
                <a16:creationId xmlns:a16="http://schemas.microsoft.com/office/drawing/2014/main" id="{692F7DCF-5A4B-4CFF-B603-F75D3741E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3161" y="2831150"/>
            <a:ext cx="536916" cy="3332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104" name="text-75 File">
            <a:extLst xmlns:a="http://schemas.openxmlformats.org/drawingml/2006/main">
              <a:ext uri="{FF2B5EF4-FFF2-40B4-BE49-F238E27FC236}">
                <a16:creationId xmlns:a16="http://schemas.microsoft.com/office/drawing/2014/main" id="{D31FE834-631A-4B27-BEDC-0CB4BE80E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13776" y="3192054"/>
            <a:ext cx="362438" cy="32211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05" name="text-75 operations">
            <a:extLst xmlns:a="http://schemas.openxmlformats.org/drawingml/2006/main">
              <a:ext uri="{FF2B5EF4-FFF2-40B4-BE49-F238E27FC236}">
                <a16:creationId xmlns:a16="http://schemas.microsoft.com/office/drawing/2014/main" id="{A0B02155-A9AF-44FF-9BB3-7F8B046E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86930" y="3191475"/>
            <a:ext cx="1041083" cy="3229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6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6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6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operations</a:t>
            </a:r>
          </a:p>
        </p:txBody>
      </p:sp>
      <p:sp>
        <p:nvSpPr>
          <p:cNvPr id="106" name="path-76">
            <a:extLst xmlns:a="http://schemas.openxmlformats.org/drawingml/2006/main">
              <a:ext uri="{FF2B5EF4-FFF2-40B4-BE49-F238E27FC236}">
                <a16:creationId xmlns:a16="http://schemas.microsoft.com/office/drawing/2014/main" id="{CE33A611-3197-455B-B059-62A8E9962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0196" y="4038443"/>
            <a:ext cx="2654970" cy="798026"/>
          </a:xfrm>
          <a:custGeom xmlns:a="http://schemas.openxmlformats.org/drawingml/2006/main">
            <a:pathLst>
              <a:path w="2654970" h="798026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70" y="28136"/>
                  <a:pt x="2654970" y="84407"/>
                </a:cubicBezTo>
                <a:lnTo>
                  <a:pt x="2654970" y="713620"/>
                </a:lnTo>
                <a:cubicBezTo>
                  <a:pt x="2654970" y="769890"/>
                  <a:pt x="2626834" y="798026"/>
                  <a:pt x="2570564" y="798026"/>
                </a:cubicBezTo>
                <a:lnTo>
                  <a:pt x="84406" y="798026"/>
                </a:lnTo>
                <a:cubicBezTo>
                  <a:pt x="28135" y="798026"/>
                  <a:pt x="0" y="769890"/>
                  <a:pt x="0" y="713620"/>
                </a:cubicBezTo>
                <a:lnTo>
                  <a:pt x="0" y="84407"/>
                </a:lnTo>
                <a:cubicBezTo>
                  <a:pt x="0" y="28136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EFF9FA"/>
          </a:solidFill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pic>
        <p:nvPic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CD77368-4FCF-4CDE-BFE9-8D2741D38A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29260725b43ee"/>
          <a:stretch xmlns:a="http://schemas.openxmlformats.org/drawingml/2006/main"/>
        </p:blipFill>
        <p:spPr>
          <a:xfrm xmlns:a="http://schemas.openxmlformats.org/drawingml/2006/main">
            <a:off x="3384414" y="4132993"/>
            <a:ext cx="400050" cy="409575"/>
          </a:xfrm>
          <a:prstGeom xmlns:a="http://schemas.openxmlformats.org/drawingml/2006/main" prst="rect">
            <a:avLst/>
          </a:prstGeom>
        </p:spPr>
      </p:pic>
      <p:sp>
        <p:nvSpPr>
          <p:cNvPr id="108" name="text-78 App">
            <a:extLst xmlns:a="http://schemas.openxmlformats.org/drawingml/2006/main">
              <a:ext uri="{FF2B5EF4-FFF2-40B4-BE49-F238E27FC236}">
                <a16:creationId xmlns:a16="http://schemas.microsoft.com/office/drawing/2014/main" id="{17CB5DB0-0E90-4F22-B0EB-92083F75A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272744" y="4087198"/>
            <a:ext cx="452287" cy="344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109" name="text-78 Skills">
            <a:extLst xmlns:a="http://schemas.openxmlformats.org/drawingml/2006/main">
              <a:ext uri="{FF2B5EF4-FFF2-40B4-BE49-F238E27FC236}">
                <a16:creationId xmlns:a16="http://schemas.microsoft.com/office/drawing/2014/main" id="{31914F81-B293-4F26-B600-0BA395A4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36335" y="4087124"/>
            <a:ext cx="554253" cy="3441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935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Skills</a:t>
            </a:r>
          </a:p>
        </p:txBody>
      </p:sp>
      <p:sp>
        <p:nvSpPr>
          <p:cNvPr id="110" name="text-79 When">
            <a:extLst xmlns:a="http://schemas.openxmlformats.org/drawingml/2006/main">
              <a:ext uri="{FF2B5EF4-FFF2-40B4-BE49-F238E27FC236}">
                <a16:creationId xmlns:a16="http://schemas.microsoft.com/office/drawing/2014/main" id="{72C585FE-24C6-4A21-AF76-3997A2B6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922102" y="4475523"/>
            <a:ext cx="573271" cy="31159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When</a:t>
            </a:r>
          </a:p>
        </p:txBody>
      </p:sp>
      <p:sp>
        <p:nvSpPr>
          <p:cNvPr id="111" name="text-79 required">
            <a:extLst xmlns:a="http://schemas.openxmlformats.org/drawingml/2006/main">
              <a:ext uri="{FF2B5EF4-FFF2-40B4-BE49-F238E27FC236}">
                <a16:creationId xmlns:a16="http://schemas.microsoft.com/office/drawing/2014/main" id="{CB45B131-01E5-4DC4-BA99-F46D94537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505566" y="4475508"/>
            <a:ext cx="799582" cy="311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53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sp>
        <p:nvSpPr>
          <p:cNvPr id="112" name="path-80">
            <a:extLst xmlns:a="http://schemas.openxmlformats.org/drawingml/2006/main">
              <a:ext uri="{FF2B5EF4-FFF2-40B4-BE49-F238E27FC236}">
                <a16:creationId xmlns:a16="http://schemas.microsoft.com/office/drawing/2014/main" id="{CE2C8C4F-A14E-4DF0-973B-2995CC4AE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5166" y="3148338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113" name="path-81">
            <a:extLst xmlns:a="http://schemas.openxmlformats.org/drawingml/2006/main">
              <a:ext uri="{FF2B5EF4-FFF2-40B4-BE49-F238E27FC236}">
                <a16:creationId xmlns:a16="http://schemas.microsoft.com/office/drawing/2014/main" id="{5FB56087-CC64-4025-9E1C-97F456900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99" y="2626551"/>
            <a:ext cx="191" cy="521786"/>
          </a:xfrm>
          <a:custGeom xmlns:a="http://schemas.openxmlformats.org/drawingml/2006/main">
            <a:pathLst>
              <a:path w="191" h="521786">
                <a:moveTo>
                  <a:pt x="0" y="521786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114" name="path-82">
            <a:extLst xmlns:a="http://schemas.openxmlformats.org/drawingml/2006/main">
              <a:ext uri="{FF2B5EF4-FFF2-40B4-BE49-F238E27FC236}">
                <a16:creationId xmlns:a16="http://schemas.microsoft.com/office/drawing/2014/main" id="{BAF7E57D-8BD2-4D91-AF28-D5FE25739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999" y="2626551"/>
            <a:ext cx="92079" cy="191"/>
          </a:xfrm>
          <a:custGeom xmlns:a="http://schemas.openxmlformats.org/drawingml/2006/main">
            <a:pathLst>
              <a:path w="92079" h="191">
                <a:moveTo>
                  <a:pt x="0" y="0"/>
                </a:moveTo>
                <a:lnTo>
                  <a:pt x="92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5D1D2"/>
            </a:solidFill>
            <a:prstDash val="solid"/>
          </a:ln>
        </p:spPr>
      </p:sp>
      <p:sp>
        <p:nvSpPr>
          <p:cNvPr id="115" name="path-83">
            <a:extLst xmlns:a="http://schemas.openxmlformats.org/drawingml/2006/main">
              <a:ext uri="{FF2B5EF4-FFF2-40B4-BE49-F238E27FC236}">
                <a16:creationId xmlns:a16="http://schemas.microsoft.com/office/drawing/2014/main" id="{D2C15DD7-5D77-457A-803E-F04EB11F5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405" y="2565165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5D1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path-84">
            <a:extLst xmlns:a="http://schemas.openxmlformats.org/drawingml/2006/main">
              <a:ext uri="{FF2B5EF4-FFF2-40B4-BE49-F238E27FC236}">
                <a16:creationId xmlns:a16="http://schemas.microsoft.com/office/drawing/2014/main" id="{7EFED434-7B8E-4BB8-B81D-A632A6B0B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1736446"/>
            <a:ext cx="828719" cy="368319"/>
          </a:xfrm>
          <a:custGeom xmlns:a="http://schemas.openxmlformats.org/drawingml/2006/main">
            <a:pathLst>
              <a:path w="828719" h="368319">
                <a:moveTo>
                  <a:pt x="61386" y="0"/>
                </a:moveTo>
                <a:lnTo>
                  <a:pt x="767331" y="0"/>
                </a:lnTo>
                <a:cubicBezTo>
                  <a:pt x="808257" y="0"/>
                  <a:pt x="828719" y="20462"/>
                  <a:pt x="828719" y="61387"/>
                </a:cubicBezTo>
                <a:lnTo>
                  <a:pt x="828719" y="306933"/>
                </a:lnTo>
                <a:cubicBezTo>
                  <a:pt x="828719" y="347857"/>
                  <a:pt x="808257" y="368319"/>
                  <a:pt x="767331" y="368319"/>
                </a:cubicBezTo>
                <a:lnTo>
                  <a:pt x="61386" y="368319"/>
                </a:lnTo>
                <a:cubicBezTo>
                  <a:pt x="20462" y="368319"/>
                  <a:pt x="0" y="347857"/>
                  <a:pt x="0" y="306933"/>
                </a:cubicBezTo>
                <a:lnTo>
                  <a:pt x="0" y="61387"/>
                </a:lnTo>
                <a:cubicBezTo>
                  <a:pt x="0" y="20462"/>
                  <a:pt x="20462" y="0"/>
                  <a:pt x="6138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B8C0CD"/>
            </a:solidFill>
            <a:prstDash val="solid"/>
          </a:ln>
        </p:spPr>
      </p:sp>
      <p:sp>
        <p:nvSpPr>
          <p:cNvPr id="117" name="text-85 Annotate">
            <a:extLst xmlns:a="http://schemas.openxmlformats.org/drawingml/2006/main">
              <a:ext uri="{FF2B5EF4-FFF2-40B4-BE49-F238E27FC236}">
                <a16:creationId xmlns:a16="http://schemas.microsoft.com/office/drawing/2014/main" id="{23F07DD9-C3C2-422B-B2DB-5A9D0BE2E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359675" y="1781130"/>
            <a:ext cx="762284" cy="2628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478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Annotate</a:t>
            </a:r>
          </a:p>
        </p:txBody>
      </p:sp>
      <p:sp>
        <p:nvSpPr>
          <p:cNvPr id="118" name="path-86">
            <a:extLst xmlns:a="http://schemas.openxmlformats.org/drawingml/2006/main">
              <a:ext uri="{FF2B5EF4-FFF2-40B4-BE49-F238E27FC236}">
                <a16:creationId xmlns:a16="http://schemas.microsoft.com/office/drawing/2014/main" id="{53802BEA-B53F-442E-A666-1E117B18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1957" y="1736446"/>
            <a:ext cx="828720" cy="368319"/>
          </a:xfrm>
          <a:custGeom xmlns:a="http://schemas.openxmlformats.org/drawingml/2006/main">
            <a:pathLst>
              <a:path w="828720" h="368319">
                <a:moveTo>
                  <a:pt x="61387" y="0"/>
                </a:moveTo>
                <a:lnTo>
                  <a:pt x="767332" y="0"/>
                </a:lnTo>
                <a:cubicBezTo>
                  <a:pt x="808257" y="0"/>
                  <a:pt x="828720" y="20462"/>
                  <a:pt x="828720" y="61387"/>
                </a:cubicBezTo>
                <a:lnTo>
                  <a:pt x="828720" y="306933"/>
                </a:lnTo>
                <a:cubicBezTo>
                  <a:pt x="828720" y="347857"/>
                  <a:pt x="808257" y="368319"/>
                  <a:pt x="767332" y="368319"/>
                </a:cubicBezTo>
                <a:lnTo>
                  <a:pt x="61387" y="368319"/>
                </a:lnTo>
                <a:cubicBezTo>
                  <a:pt x="20462" y="368319"/>
                  <a:pt x="0" y="347857"/>
                  <a:pt x="0" y="306933"/>
                </a:cubicBezTo>
                <a:lnTo>
                  <a:pt x="0" y="61387"/>
                </a:lnTo>
                <a:cubicBezTo>
                  <a:pt x="0" y="20462"/>
                  <a:pt x="20462" y="0"/>
                  <a:pt x="61387" y="0"/>
                </a:cubicBezTo>
              </a:path>
            </a:pathLst>
          </a:custGeom>
          <a:solidFill xmlns:a="http://schemas.openxmlformats.org/drawingml/2006/main">
            <a:srgbClr val="F3FBF6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19" name="text-87 Reconcile">
            <a:extLst xmlns:a="http://schemas.openxmlformats.org/drawingml/2006/main">
              <a:ext uri="{FF2B5EF4-FFF2-40B4-BE49-F238E27FC236}">
                <a16:creationId xmlns:a16="http://schemas.microsoft.com/office/drawing/2014/main" id="{2234A3CB-ADBB-429C-B0A7-85CC8E6D3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71134" y="1781521"/>
            <a:ext cx="762423" cy="2623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75" b="1" i="1">
                <a:solidFill>
                  <a:srgbClr val="386B5D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75" b="1" i="1">
                <a:solidFill>
                  <a:srgbClr val="386B5D"/>
                </a:solidFill>
                <a:latin typeface="Calibri"/>
                <a:ea typeface="Calibri"/>
                <a:cs typeface="Calibri"/>
              </a:defRPr>
            </a:pPr>
            <a:r>
              <a:rPr sz="1475" b="1" i="1">
                <a:solidFill>
                  <a:srgbClr val="386B5D"/>
                </a:solidFill>
                <a:latin typeface="Calibri"/>
                <a:ea typeface="Calibri"/>
                <a:cs typeface="Calibri"/>
              </a:rPr>
              <a:t>Reconcile</a:t>
            </a:r>
          </a:p>
        </p:txBody>
      </p:sp>
      <p:sp>
        <p:nvSpPr>
          <p:cNvPr id="120" name="path-88">
            <a:extLst xmlns:a="http://schemas.openxmlformats.org/drawingml/2006/main">
              <a:ext uri="{FF2B5EF4-FFF2-40B4-BE49-F238E27FC236}">
                <a16:creationId xmlns:a16="http://schemas.microsoft.com/office/drawing/2014/main" id="{9E2421C6-D071-4FE9-B024-5451FD644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5082" y="1736446"/>
            <a:ext cx="828720" cy="368319"/>
          </a:xfrm>
          <a:custGeom xmlns:a="http://schemas.openxmlformats.org/drawingml/2006/main">
            <a:pathLst>
              <a:path w="828720" h="368319">
                <a:moveTo>
                  <a:pt x="61388" y="0"/>
                </a:moveTo>
                <a:lnTo>
                  <a:pt x="767333" y="0"/>
                </a:lnTo>
                <a:cubicBezTo>
                  <a:pt x="808258" y="0"/>
                  <a:pt x="828720" y="20462"/>
                  <a:pt x="828720" y="61387"/>
                </a:cubicBezTo>
                <a:lnTo>
                  <a:pt x="828720" y="306933"/>
                </a:lnTo>
                <a:cubicBezTo>
                  <a:pt x="828720" y="347857"/>
                  <a:pt x="808258" y="368319"/>
                  <a:pt x="767333" y="368319"/>
                </a:cubicBezTo>
                <a:lnTo>
                  <a:pt x="61388" y="368319"/>
                </a:lnTo>
                <a:cubicBezTo>
                  <a:pt x="20463" y="368319"/>
                  <a:pt x="0" y="347857"/>
                  <a:pt x="0" y="306933"/>
                </a:cubicBezTo>
                <a:lnTo>
                  <a:pt x="0" y="61387"/>
                </a:lnTo>
                <a:cubicBezTo>
                  <a:pt x="0" y="20462"/>
                  <a:pt x="20463" y="0"/>
                  <a:pt x="61388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B8C0CD"/>
            </a:solidFill>
            <a:prstDash val="solid"/>
          </a:ln>
        </p:spPr>
      </p:sp>
      <p:sp>
        <p:nvSpPr>
          <p:cNvPr id="121" name="text-89 Revise">
            <a:extLst xmlns:a="http://schemas.openxmlformats.org/drawingml/2006/main">
              <a:ext uri="{FF2B5EF4-FFF2-40B4-BE49-F238E27FC236}">
                <a16:creationId xmlns:a16="http://schemas.microsoft.com/office/drawing/2014/main" id="{86B0E2CC-3F00-4BBA-BB80-A18799BE3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73515" y="1765228"/>
            <a:ext cx="587518" cy="2925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6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6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46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Revise</a:t>
            </a:r>
          </a:p>
        </p:txBody>
      </p:sp>
      <p:sp>
        <p:nvSpPr>
          <p:cNvPr id="122" name="path-90">
            <a:extLst xmlns:a="http://schemas.openxmlformats.org/drawingml/2006/main">
              <a:ext uri="{FF2B5EF4-FFF2-40B4-BE49-F238E27FC236}">
                <a16:creationId xmlns:a16="http://schemas.microsoft.com/office/drawing/2014/main" id="{9D06DDE0-E723-423D-86DC-80E09381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17" y="2104765"/>
            <a:ext cx="191" cy="122773"/>
          </a:xfrm>
          <a:custGeom xmlns:a="http://schemas.openxmlformats.org/drawingml/2006/main">
            <a:pathLst>
              <a:path w="191" h="122773">
                <a:moveTo>
                  <a:pt x="0" y="0"/>
                </a:moveTo>
                <a:lnTo>
                  <a:pt x="0" y="122773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23" name="path-91">
            <a:extLst xmlns:a="http://schemas.openxmlformats.org/drawingml/2006/main">
              <a:ext uri="{FF2B5EF4-FFF2-40B4-BE49-F238E27FC236}">
                <a16:creationId xmlns:a16="http://schemas.microsoft.com/office/drawing/2014/main" id="{C8413D63-BE48-4E06-A52A-F37D44BDB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30" y="2219865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7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7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path-92">
            <a:extLst xmlns:a="http://schemas.openxmlformats.org/drawingml/2006/main">
              <a:ext uri="{FF2B5EF4-FFF2-40B4-BE49-F238E27FC236}">
                <a16:creationId xmlns:a16="http://schemas.microsoft.com/office/drawing/2014/main" id="{7A7C0BB3-74E4-4D6D-BCEC-E68F16C9E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2327292"/>
            <a:ext cx="2654970" cy="1028225"/>
          </a:xfrm>
          <a:custGeom xmlns:a="http://schemas.openxmlformats.org/drawingml/2006/main">
            <a:pathLst>
              <a:path w="2654970" h="1028225">
                <a:moveTo>
                  <a:pt x="84406" y="0"/>
                </a:moveTo>
                <a:lnTo>
                  <a:pt x="2570563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943819"/>
                </a:lnTo>
                <a:cubicBezTo>
                  <a:pt x="2654970" y="1000090"/>
                  <a:pt x="2626834" y="1028225"/>
                  <a:pt x="2570563" y="1028225"/>
                </a:cubicBezTo>
                <a:lnTo>
                  <a:pt x="84406" y="1028225"/>
                </a:lnTo>
                <a:cubicBezTo>
                  <a:pt x="28135" y="1028225"/>
                  <a:pt x="0" y="1000090"/>
                  <a:pt x="0" y="9438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pic>
        <p:nvPic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EB773A8C-E2AA-44D2-9322-2724F925942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273e0644a4500"/>
          <a:stretch xmlns:a="http://schemas.openxmlformats.org/drawingml/2006/main"/>
        </p:blipFill>
        <p:spPr>
          <a:xfrm xmlns:a="http://schemas.openxmlformats.org/drawingml/2006/main">
            <a:off x="6422889" y="239944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26" name="text-94 Branch">
            <a:extLst xmlns:a="http://schemas.openxmlformats.org/drawingml/2006/main">
              <a:ext uri="{FF2B5EF4-FFF2-40B4-BE49-F238E27FC236}">
                <a16:creationId xmlns:a16="http://schemas.microsoft.com/office/drawing/2014/main" id="{6AB5D5FD-9516-4D65-AF30-D9AC70801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24" y="2409173"/>
            <a:ext cx="734412" cy="333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27" name="text-94 Plan">
            <a:extLst xmlns:a="http://schemas.openxmlformats.org/drawingml/2006/main">
              <a:ext uri="{FF2B5EF4-FFF2-40B4-BE49-F238E27FC236}">
                <a16:creationId xmlns:a16="http://schemas.microsoft.com/office/drawing/2014/main" id="{F33D59C9-DBFD-43EC-920C-2BDDA4F0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0280" y="2409181"/>
            <a:ext cx="478935" cy="3331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Plan</a:t>
            </a:r>
          </a:p>
        </p:txBody>
      </p:sp>
      <p:sp>
        <p:nvSpPr>
          <p:cNvPr id="128" name="text-95 File">
            <a:extLst xmlns:a="http://schemas.openxmlformats.org/drawingml/2006/main">
              <a:ext uri="{FF2B5EF4-FFF2-40B4-BE49-F238E27FC236}">
                <a16:creationId xmlns:a16="http://schemas.microsoft.com/office/drawing/2014/main" id="{1C0DD1E0-D836-4697-870F-64566D98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2756945"/>
            <a:ext cx="350340" cy="3112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1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29" name="text-95 roles">
            <a:extLst xmlns:a="http://schemas.openxmlformats.org/drawingml/2006/main">
              <a:ext uri="{FF2B5EF4-FFF2-40B4-BE49-F238E27FC236}">
                <a16:creationId xmlns:a16="http://schemas.microsoft.com/office/drawing/2014/main" id="{6D2F005A-386E-46F7-BE86-2427F5C43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799993" y="2756704"/>
            <a:ext cx="474468" cy="31158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roles</a:t>
            </a:r>
          </a:p>
        </p:txBody>
      </p:sp>
      <p:sp>
        <p:nvSpPr>
          <p:cNvPr id="130" name="text-96 Operation">
            <a:extLst xmlns:a="http://schemas.openxmlformats.org/drawingml/2006/main">
              <a:ext uri="{FF2B5EF4-FFF2-40B4-BE49-F238E27FC236}">
                <a16:creationId xmlns:a16="http://schemas.microsoft.com/office/drawing/2014/main" id="{3CAFE040-B5D5-4911-9F54-745B9443D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3017237"/>
            <a:ext cx="951185" cy="3120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5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Operation</a:t>
            </a:r>
          </a:p>
        </p:txBody>
      </p:sp>
      <p:sp>
        <p:nvSpPr>
          <p:cNvPr id="131" name="text-96 dependencies">
            <a:extLst xmlns:a="http://schemas.openxmlformats.org/drawingml/2006/main">
              <a:ext uri="{FF2B5EF4-FFF2-40B4-BE49-F238E27FC236}">
                <a16:creationId xmlns:a16="http://schemas.microsoft.com/office/drawing/2014/main" id="{76D5D3E5-0E73-4C5D-9DB1-FCC055C72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00592" y="3017579"/>
            <a:ext cx="1267556" cy="3116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dependencies</a:t>
            </a:r>
          </a:p>
        </p:txBody>
      </p:sp>
      <p:sp>
        <p:nvSpPr>
          <p:cNvPr id="132" name="path-97">
            <a:extLst xmlns:a="http://schemas.openxmlformats.org/drawingml/2006/main">
              <a:ext uri="{FF2B5EF4-FFF2-40B4-BE49-F238E27FC236}">
                <a16:creationId xmlns:a16="http://schemas.microsoft.com/office/drawing/2014/main" id="{C630217E-658E-454A-9177-62B4B7AC1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17" y="3355517"/>
            <a:ext cx="191" cy="184160"/>
          </a:xfrm>
          <a:custGeom xmlns:a="http://schemas.openxmlformats.org/drawingml/2006/main">
            <a:pathLst>
              <a:path w="191" h="184160">
                <a:moveTo>
                  <a:pt x="0" y="0"/>
                </a:moveTo>
                <a:lnTo>
                  <a:pt x="0" y="18416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33" name="path-98">
            <a:extLst xmlns:a="http://schemas.openxmlformats.org/drawingml/2006/main">
              <a:ext uri="{FF2B5EF4-FFF2-40B4-BE49-F238E27FC236}">
                <a16:creationId xmlns:a16="http://schemas.microsoft.com/office/drawing/2014/main" id="{2F28882E-0DBA-40D7-B123-C389A1333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30" y="3532004"/>
            <a:ext cx="122773" cy="107426"/>
          </a:xfrm>
          <a:custGeom xmlns:a="http://schemas.openxmlformats.org/drawingml/2006/main">
            <a:pathLst>
              <a:path w="122773" h="107426">
                <a:moveTo>
                  <a:pt x="61387" y="107426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text-99 Branch">
            <a:extLst xmlns:a="http://schemas.openxmlformats.org/drawingml/2006/main">
              <a:ext uri="{FF2B5EF4-FFF2-40B4-BE49-F238E27FC236}">
                <a16:creationId xmlns:a16="http://schemas.microsoft.com/office/drawing/2014/main" id="{0D92E739-2AB1-49DA-AE95-24CBFC7A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12803" y="3319097"/>
            <a:ext cx="580350" cy="26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51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35" name="text-99 gate">
            <a:extLst xmlns:a="http://schemas.openxmlformats.org/drawingml/2006/main">
              <a:ext uri="{FF2B5EF4-FFF2-40B4-BE49-F238E27FC236}">
                <a16:creationId xmlns:a16="http://schemas.microsoft.com/office/drawing/2014/main" id="{B539CE10-DB46-471D-AFB4-52AF22F39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401923" y="3317994"/>
            <a:ext cx="387829" cy="2703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2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20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520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gate</a:t>
            </a:r>
          </a:p>
        </p:txBody>
      </p:sp>
      <p:sp>
        <p:nvSpPr>
          <p:cNvPr id="136" name="path-100">
            <a:extLst xmlns:a="http://schemas.openxmlformats.org/drawingml/2006/main">
              <a:ext uri="{FF2B5EF4-FFF2-40B4-BE49-F238E27FC236}">
                <a16:creationId xmlns:a16="http://schemas.microsoft.com/office/drawing/2014/main" id="{FBD6E46E-3BDA-4D6C-A359-3D6ACD724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3639430"/>
            <a:ext cx="2654970" cy="498766"/>
          </a:xfrm>
          <a:custGeom xmlns:a="http://schemas.openxmlformats.org/drawingml/2006/main">
            <a:pathLst>
              <a:path w="2654970" h="498766">
                <a:moveTo>
                  <a:pt x="84406" y="0"/>
                </a:moveTo>
                <a:lnTo>
                  <a:pt x="2570563" y="0"/>
                </a:lnTo>
                <a:cubicBezTo>
                  <a:pt x="2626834" y="0"/>
                  <a:pt x="2654970" y="28135"/>
                  <a:pt x="2654970" y="84407"/>
                </a:cubicBezTo>
                <a:lnTo>
                  <a:pt x="2654970" y="414359"/>
                </a:lnTo>
                <a:cubicBezTo>
                  <a:pt x="2654970" y="470631"/>
                  <a:pt x="2626834" y="498766"/>
                  <a:pt x="2570563" y="498766"/>
                </a:cubicBezTo>
                <a:lnTo>
                  <a:pt x="84406" y="498766"/>
                </a:lnTo>
                <a:cubicBezTo>
                  <a:pt x="28135" y="498766"/>
                  <a:pt x="0" y="470631"/>
                  <a:pt x="0" y="414359"/>
                </a:cubicBezTo>
                <a:lnTo>
                  <a:pt x="0" y="84407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pic>
        <p:nvPic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5EAD515E-0D4C-46FC-BAD2-9BCA568EE0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5b10fabd9043d0"/>
          <a:stretch xmlns:a="http://schemas.openxmlformats.org/drawingml/2006/main"/>
        </p:blipFill>
        <p:spPr>
          <a:xfrm xmlns:a="http://schemas.openxmlformats.org/drawingml/2006/main">
            <a:off x="6422889" y="3694843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138" name="text-102 Branch">
            <a:extLst xmlns:a="http://schemas.openxmlformats.org/drawingml/2006/main">
              <a:ext uri="{FF2B5EF4-FFF2-40B4-BE49-F238E27FC236}">
                <a16:creationId xmlns:a16="http://schemas.microsoft.com/office/drawing/2014/main" id="{53C82F9F-80C8-4064-A9CB-26B52E605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24" y="3675272"/>
            <a:ext cx="734412" cy="33314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Branch</a:t>
            </a:r>
          </a:p>
        </p:txBody>
      </p:sp>
      <p:sp>
        <p:nvSpPr>
          <p:cNvPr id="139" name="text-102 workspace">
            <a:extLst xmlns:a="http://schemas.openxmlformats.org/drawingml/2006/main">
              <a:ext uri="{FF2B5EF4-FFF2-40B4-BE49-F238E27FC236}">
                <a16:creationId xmlns:a16="http://schemas.microsoft.com/office/drawing/2014/main" id="{E638D4C9-01B9-4EE0-9424-88696794D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60280" y="3674475"/>
            <a:ext cx="1103226" cy="3342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workspace</a:t>
            </a:r>
          </a:p>
        </p:txBody>
      </p:sp>
      <p:sp>
        <p:nvSpPr>
          <p:cNvPr id="140" name="path-103">
            <a:extLst xmlns:a="http://schemas.openxmlformats.org/drawingml/2006/main">
              <a:ext uri="{FF2B5EF4-FFF2-40B4-BE49-F238E27FC236}">
                <a16:creationId xmlns:a16="http://schemas.microsoft.com/office/drawing/2014/main" id="{B846FF5E-19E4-4955-869C-DCC6EDFB1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6317" y="4138196"/>
            <a:ext cx="191" cy="138120"/>
          </a:xfrm>
          <a:custGeom xmlns:a="http://schemas.openxmlformats.org/drawingml/2006/main">
            <a:pathLst>
              <a:path w="191" h="138120">
                <a:moveTo>
                  <a:pt x="0" y="0"/>
                </a:moveTo>
                <a:lnTo>
                  <a:pt x="0" y="13812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41" name="path-104">
            <a:extLst xmlns:a="http://schemas.openxmlformats.org/drawingml/2006/main">
              <a:ext uri="{FF2B5EF4-FFF2-40B4-BE49-F238E27FC236}">
                <a16:creationId xmlns:a16="http://schemas.microsoft.com/office/drawing/2014/main" id="{19E60904-CDBC-4ECC-BD06-0AE0C7EC4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4930" y="4268643"/>
            <a:ext cx="122773" cy="107426"/>
          </a:xfrm>
          <a:custGeom xmlns:a="http://schemas.openxmlformats.org/drawingml/2006/main">
            <a:pathLst>
              <a:path w="122773" h="107426">
                <a:moveTo>
                  <a:pt x="61387" y="107426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path-105">
            <a:extLst xmlns:a="http://schemas.openxmlformats.org/drawingml/2006/main">
              <a:ext uri="{FF2B5EF4-FFF2-40B4-BE49-F238E27FC236}">
                <a16:creationId xmlns:a16="http://schemas.microsoft.com/office/drawing/2014/main" id="{C0589EC0-AF21-49CD-B030-543067AA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833" y="4376069"/>
            <a:ext cx="2654970" cy="1258425"/>
          </a:xfrm>
          <a:custGeom xmlns:a="http://schemas.openxmlformats.org/drawingml/2006/main">
            <a:pathLst>
              <a:path w="2654970" h="1258425">
                <a:moveTo>
                  <a:pt x="84406" y="0"/>
                </a:moveTo>
                <a:lnTo>
                  <a:pt x="2570563" y="0"/>
                </a:lnTo>
                <a:cubicBezTo>
                  <a:pt x="2626834" y="0"/>
                  <a:pt x="2654970" y="28135"/>
                  <a:pt x="2654970" y="84406"/>
                </a:cubicBezTo>
                <a:lnTo>
                  <a:pt x="2654970" y="1174019"/>
                </a:lnTo>
                <a:cubicBezTo>
                  <a:pt x="2654970" y="1230290"/>
                  <a:pt x="2626834" y="1258425"/>
                  <a:pt x="2570563" y="1258425"/>
                </a:cubicBezTo>
                <a:lnTo>
                  <a:pt x="84406" y="1258425"/>
                </a:lnTo>
                <a:cubicBezTo>
                  <a:pt x="28135" y="1258425"/>
                  <a:pt x="0" y="1230290"/>
                  <a:pt x="0" y="1174019"/>
                </a:cubicBezTo>
                <a:lnTo>
                  <a:pt x="0" y="84406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pic>
        <p:nvPic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8459C2E7-5775-406B-A531-74A11CD716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65110d3dc94113"/>
          <a:stretch xmlns:a="http://schemas.openxmlformats.org/drawingml/2006/main"/>
        </p:blipFill>
        <p:spPr>
          <a:xfrm xmlns:a="http://schemas.openxmlformats.org/drawingml/2006/main">
            <a:off x="6422889" y="4447318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44" name="text-107 Task">
            <a:extLst xmlns:a="http://schemas.openxmlformats.org/drawingml/2006/main">
              <a:ext uri="{FF2B5EF4-FFF2-40B4-BE49-F238E27FC236}">
                <a16:creationId xmlns:a16="http://schemas.microsoft.com/office/drawing/2014/main" id="{9FF5FBDA-1FE2-4946-B216-6712B8FD5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15024" y="4448239"/>
            <a:ext cx="495822" cy="3467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95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145" name="text-107 Blueprint">
            <a:extLst xmlns:a="http://schemas.openxmlformats.org/drawingml/2006/main">
              <a:ext uri="{FF2B5EF4-FFF2-40B4-BE49-F238E27FC236}">
                <a16:creationId xmlns:a16="http://schemas.microsoft.com/office/drawing/2014/main" id="{968467D8-B823-4B1A-9280-A25BD111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420029" y="4457374"/>
            <a:ext cx="952725" cy="3339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Blueprint</a:t>
            </a:r>
          </a:p>
        </p:txBody>
      </p:sp>
      <p:sp>
        <p:nvSpPr>
          <p:cNvPr id="146" name="text-108 Deliverables">
            <a:extLst xmlns:a="http://schemas.openxmlformats.org/drawingml/2006/main">
              <a:ext uri="{FF2B5EF4-FFF2-40B4-BE49-F238E27FC236}">
                <a16:creationId xmlns:a16="http://schemas.microsoft.com/office/drawing/2014/main" id="{1B531662-06CA-4C6C-800D-632DB3E2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4774802"/>
            <a:ext cx="1139819" cy="3115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Deliverables</a:t>
            </a:r>
          </a:p>
        </p:txBody>
      </p:sp>
      <p:sp>
        <p:nvSpPr>
          <p:cNvPr id="147" name="text-109 Preservation">
            <a:extLst xmlns:a="http://schemas.openxmlformats.org/drawingml/2006/main">
              <a:ext uri="{FF2B5EF4-FFF2-40B4-BE49-F238E27FC236}">
                <a16:creationId xmlns:a16="http://schemas.microsoft.com/office/drawing/2014/main" id="{C6652733-B6D8-4909-9FCE-0DF12F1AA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5043411"/>
            <a:ext cx="1174749" cy="3115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Preservation</a:t>
            </a:r>
          </a:p>
        </p:txBody>
      </p:sp>
      <p:sp>
        <p:nvSpPr>
          <p:cNvPr id="148" name="text-109 rules">
            <a:extLst xmlns:a="http://schemas.openxmlformats.org/drawingml/2006/main">
              <a:ext uri="{FF2B5EF4-FFF2-40B4-BE49-F238E27FC236}">
                <a16:creationId xmlns:a16="http://schemas.microsoft.com/office/drawing/2014/main" id="{F210BDBF-BA09-4950-BF93-608DF9FA7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624232" y="5043338"/>
            <a:ext cx="474693" cy="3116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rules</a:t>
            </a:r>
          </a:p>
        </p:txBody>
      </p:sp>
      <p:sp>
        <p:nvSpPr>
          <p:cNvPr id="149" name="text-110 Outcome">
            <a:extLst xmlns:a="http://schemas.openxmlformats.org/drawingml/2006/main">
              <a:ext uri="{FF2B5EF4-FFF2-40B4-BE49-F238E27FC236}">
                <a16:creationId xmlns:a16="http://schemas.microsoft.com/office/drawing/2014/main" id="{193C1A83-D572-4EC5-8C53-BE0FCCF7E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39278" y="5310782"/>
            <a:ext cx="863733" cy="31317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1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61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Outcome</a:t>
            </a:r>
          </a:p>
        </p:txBody>
      </p:sp>
      <p:sp>
        <p:nvSpPr>
          <p:cNvPr id="150" name="text-110 checks">
            <a:extLst xmlns:a="http://schemas.openxmlformats.org/drawingml/2006/main">
              <a:ext uri="{FF2B5EF4-FFF2-40B4-BE49-F238E27FC236}">
                <a16:creationId xmlns:a16="http://schemas.microsoft.com/office/drawing/2014/main" id="{09670D4A-2E70-4DBA-8610-EC3F450CF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13140" y="5311079"/>
            <a:ext cx="633947" cy="312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9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checks</a:t>
            </a:r>
          </a:p>
        </p:txBody>
      </p:sp>
      <p:sp>
        <p:nvSpPr>
          <p:cNvPr id="151" name="path-111">
            <a:extLst xmlns:a="http://schemas.openxmlformats.org/drawingml/2006/main">
              <a:ext uri="{FF2B5EF4-FFF2-40B4-BE49-F238E27FC236}">
                <a16:creationId xmlns:a16="http://schemas.microsoft.com/office/drawing/2014/main" id="{87A02E18-E391-4D2E-8A1A-1BF382C4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468" y="1736446"/>
            <a:ext cx="2654971" cy="882432"/>
          </a:xfrm>
          <a:custGeom xmlns:a="http://schemas.openxmlformats.org/drawingml/2006/main">
            <a:pathLst>
              <a:path w="2654971" h="882432">
                <a:moveTo>
                  <a:pt x="84407" y="0"/>
                </a:moveTo>
                <a:lnTo>
                  <a:pt x="2570564" y="0"/>
                </a:lnTo>
                <a:cubicBezTo>
                  <a:pt x="2626835" y="0"/>
                  <a:pt x="2654971" y="28135"/>
                  <a:pt x="2654971" y="84406"/>
                </a:cubicBezTo>
                <a:lnTo>
                  <a:pt x="2654971" y="798026"/>
                </a:lnTo>
                <a:cubicBezTo>
                  <a:pt x="2654971" y="854297"/>
                  <a:pt x="2626835" y="882432"/>
                  <a:pt x="2570564" y="882432"/>
                </a:cubicBezTo>
                <a:lnTo>
                  <a:pt x="84407" y="882432"/>
                </a:lnTo>
                <a:cubicBezTo>
                  <a:pt x="28136" y="882432"/>
                  <a:pt x="0" y="854297"/>
                  <a:pt x="0" y="798026"/>
                </a:cubicBezTo>
                <a:lnTo>
                  <a:pt x="0" y="84406"/>
                </a:lnTo>
                <a:cubicBezTo>
                  <a:pt x="0" y="28135"/>
                  <a:pt x="28136" y="0"/>
                  <a:pt x="8440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07F0F"/>
            </a:solidFill>
            <a:prstDash val="solid"/>
          </a:ln>
        </p:spPr>
      </p:sp>
      <p:pic>
        <p:nvPic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D64AC78A-0F11-460F-8A0B-10704442C3A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f217c97d4d4119"/>
          <a:stretch xmlns:a="http://schemas.openxmlformats.org/drawingml/2006/main"/>
        </p:blipFill>
        <p:spPr>
          <a:xfrm xmlns:a="http://schemas.openxmlformats.org/drawingml/2006/main">
            <a:off x="9461364" y="1808893"/>
            <a:ext cx="371475" cy="381000"/>
          </a:xfrm>
          <a:prstGeom xmlns:a="http://schemas.openxmlformats.org/drawingml/2006/main" prst="rect">
            <a:avLst/>
          </a:prstGeom>
        </p:spPr>
      </p:pic>
      <p:sp>
        <p:nvSpPr>
          <p:cNvPr id="153" name="text-113 New">
            <a:extLst xmlns:a="http://schemas.openxmlformats.org/drawingml/2006/main">
              <a:ext uri="{FF2B5EF4-FFF2-40B4-BE49-F238E27FC236}">
                <a16:creationId xmlns:a16="http://schemas.microsoft.com/office/drawing/2014/main" id="{CD510CDA-E43C-46E7-86E7-FC52D7570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53661" y="1817440"/>
            <a:ext cx="493076" cy="3343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New</a:t>
            </a:r>
          </a:p>
        </p:txBody>
      </p:sp>
      <p:sp>
        <p:nvSpPr>
          <p:cNvPr id="154" name="text-113 instruction">
            <a:extLst xmlns:a="http://schemas.openxmlformats.org/drawingml/2006/main">
              <a:ext uri="{FF2B5EF4-FFF2-40B4-BE49-F238E27FC236}">
                <a16:creationId xmlns:a16="http://schemas.microsoft.com/office/drawing/2014/main" id="{92781C57-3F6C-4E3E-A6DC-6EB1D95E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57475" y="1817338"/>
            <a:ext cx="1102105" cy="3345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155" name="text-114 Goal">
            <a:extLst xmlns:a="http://schemas.openxmlformats.org/drawingml/2006/main">
              <a:ext uri="{FF2B5EF4-FFF2-40B4-BE49-F238E27FC236}">
                <a16:creationId xmlns:a16="http://schemas.microsoft.com/office/drawing/2014/main" id="{EDC687F9-2687-49E8-92D7-AA83D9EA5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77234" y="2263383"/>
            <a:ext cx="475951" cy="3223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Goal</a:t>
            </a:r>
          </a:p>
        </p:txBody>
      </p:sp>
      <p:sp>
        <p:nvSpPr>
          <p:cNvPr id="156" name="text-114 and">
            <a:extLst xmlns:a="http://schemas.openxmlformats.org/drawingml/2006/main">
              <a:ext uri="{FF2B5EF4-FFF2-40B4-BE49-F238E27FC236}">
                <a16:creationId xmlns:a16="http://schemas.microsoft.com/office/drawing/2014/main" id="{EEFA0096-CD38-4B1E-AAA9-59383FA94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63646" y="2263401"/>
            <a:ext cx="396452" cy="3223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157" name="text-114 outcomes">
            <a:extLst xmlns:a="http://schemas.openxmlformats.org/drawingml/2006/main">
              <a:ext uri="{FF2B5EF4-FFF2-40B4-BE49-F238E27FC236}">
                <a16:creationId xmlns:a16="http://schemas.microsoft.com/office/drawing/2014/main" id="{D20B4ACA-B3AE-410B-A0D5-0FE7F2892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70639" y="2262223"/>
            <a:ext cx="950756" cy="3240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0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2" b="0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outcomes</a:t>
            </a:r>
          </a:p>
        </p:txBody>
      </p:sp>
      <p:sp>
        <p:nvSpPr>
          <p:cNvPr id="158" name="path-115">
            <a:extLst xmlns:a="http://schemas.openxmlformats.org/drawingml/2006/main">
              <a:ext uri="{FF2B5EF4-FFF2-40B4-BE49-F238E27FC236}">
                <a16:creationId xmlns:a16="http://schemas.microsoft.com/office/drawing/2014/main" id="{797887A4-370B-492E-B9E4-90D74D2E1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74953" y="2618878"/>
            <a:ext cx="191" cy="130447"/>
          </a:xfrm>
          <a:custGeom xmlns:a="http://schemas.openxmlformats.org/drawingml/2006/main">
            <a:pathLst>
              <a:path w="191" h="130447">
                <a:moveTo>
                  <a:pt x="0" y="0"/>
                </a:moveTo>
                <a:lnTo>
                  <a:pt x="0" y="130447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07F0F"/>
            </a:solidFill>
            <a:prstDash val="solid"/>
          </a:ln>
        </p:spPr>
      </p:sp>
      <p:sp>
        <p:nvSpPr>
          <p:cNvPr id="159" name="path-116">
            <a:extLst xmlns:a="http://schemas.openxmlformats.org/drawingml/2006/main">
              <a:ext uri="{FF2B5EF4-FFF2-40B4-BE49-F238E27FC236}">
                <a16:creationId xmlns:a16="http://schemas.microsoft.com/office/drawing/2014/main" id="{BF929D58-5380-484C-B453-4E62DB37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13567" y="2741651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7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7"/>
                </a:lnTo>
              </a:path>
            </a:pathLst>
          </a:custGeom>
          <a:solidFill xmlns:a="http://schemas.openxmlformats.org/drawingml/2006/main">
            <a:srgbClr val="F07F0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0" name="path-117">
            <a:extLst xmlns:a="http://schemas.openxmlformats.org/drawingml/2006/main">
              <a:ext uri="{FF2B5EF4-FFF2-40B4-BE49-F238E27FC236}">
                <a16:creationId xmlns:a16="http://schemas.microsoft.com/office/drawing/2014/main" id="{2B3F747E-5680-4600-9F9B-D3AFE62CB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468" y="2849078"/>
            <a:ext cx="2654971" cy="2363383"/>
          </a:xfrm>
          <a:custGeom xmlns:a="http://schemas.openxmlformats.org/drawingml/2006/main">
            <a:pathLst>
              <a:path w="2654971" h="2363383">
                <a:moveTo>
                  <a:pt x="84407" y="0"/>
                </a:moveTo>
                <a:lnTo>
                  <a:pt x="2570564" y="0"/>
                </a:lnTo>
                <a:cubicBezTo>
                  <a:pt x="2626835" y="0"/>
                  <a:pt x="2654971" y="28135"/>
                  <a:pt x="2654971" y="84406"/>
                </a:cubicBezTo>
                <a:lnTo>
                  <a:pt x="2654971" y="2278977"/>
                </a:lnTo>
                <a:cubicBezTo>
                  <a:pt x="2654971" y="2335248"/>
                  <a:pt x="2626835" y="2363383"/>
                  <a:pt x="2570564" y="2363383"/>
                </a:cubicBezTo>
                <a:lnTo>
                  <a:pt x="84407" y="2363383"/>
                </a:lnTo>
                <a:cubicBezTo>
                  <a:pt x="28136" y="2363383"/>
                  <a:pt x="0" y="2335248"/>
                  <a:pt x="0" y="2278977"/>
                </a:cubicBezTo>
                <a:lnTo>
                  <a:pt x="0" y="84406"/>
                </a:lnTo>
                <a:cubicBezTo>
                  <a:pt x="0" y="28135"/>
                  <a:pt x="28136" y="0"/>
                  <a:pt x="8440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07F0F"/>
            </a:solidFill>
            <a:prstDash val="solid"/>
          </a:ln>
        </p:spPr>
      </p:sp>
      <p:pic>
        <p:nvPic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24DBAB7F-BF7B-4073-A310-44F0084C4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6fb66306ad4e51"/>
          <a:stretch xmlns:a="http://schemas.openxmlformats.org/drawingml/2006/main"/>
        </p:blipFill>
        <p:spPr>
          <a:xfrm xmlns:a="http://schemas.openxmlformats.org/drawingml/2006/main">
            <a:off x="9461364" y="2942368"/>
            <a:ext cx="400050" cy="390525"/>
          </a:xfrm>
          <a:prstGeom xmlns:a="http://schemas.openxmlformats.org/drawingml/2006/main" prst="rect">
            <a:avLst/>
          </a:prstGeom>
        </p:spPr>
      </p:pic>
      <p:sp>
        <p:nvSpPr>
          <p:cNvPr id="162" name="text-119 Starter">
            <a:extLst xmlns:a="http://schemas.openxmlformats.org/drawingml/2006/main">
              <a:ext uri="{FF2B5EF4-FFF2-40B4-BE49-F238E27FC236}">
                <a16:creationId xmlns:a16="http://schemas.microsoft.com/office/drawing/2014/main" id="{7D5A3EA8-6FE6-4823-8B49-E733A4F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197369" y="2957502"/>
            <a:ext cx="775713" cy="3571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0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0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0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163" name="text-119 State">
            <a:extLst xmlns:a="http://schemas.openxmlformats.org/drawingml/2006/main">
              <a:ext uri="{FF2B5EF4-FFF2-40B4-BE49-F238E27FC236}">
                <a16:creationId xmlns:a16="http://schemas.microsoft.com/office/drawing/2014/main" id="{66251DF0-06D6-4693-A0D5-EE0A4751B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84375" y="2956846"/>
            <a:ext cx="597605" cy="35807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01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64" name="path-120">
            <a:extLst xmlns:a="http://schemas.openxmlformats.org/drawingml/2006/main">
              <a:ext uri="{FF2B5EF4-FFF2-40B4-BE49-F238E27FC236}">
                <a16:creationId xmlns:a16="http://schemas.microsoft.com/office/drawing/2014/main" id="{222133E2-B4D5-4403-9560-4E5AB11E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15" y="3447597"/>
            <a:ext cx="2394076" cy="414359"/>
          </a:xfrm>
          <a:custGeom xmlns:a="http://schemas.openxmlformats.org/drawingml/2006/main">
            <a:pathLst>
              <a:path w="2394076" h="414359">
                <a:moveTo>
                  <a:pt x="69060" y="0"/>
                </a:moveTo>
                <a:lnTo>
                  <a:pt x="2325017" y="0"/>
                </a:lnTo>
                <a:cubicBezTo>
                  <a:pt x="2371058" y="0"/>
                  <a:pt x="2394076" y="23020"/>
                  <a:pt x="2394076" y="69061"/>
                </a:cubicBezTo>
                <a:lnTo>
                  <a:pt x="2394076" y="345300"/>
                </a:lnTo>
                <a:cubicBezTo>
                  <a:pt x="2394076" y="391340"/>
                  <a:pt x="2371058" y="414359"/>
                  <a:pt x="2325017" y="414359"/>
                </a:cubicBezTo>
                <a:lnTo>
                  <a:pt x="69060" y="414359"/>
                </a:lnTo>
                <a:cubicBezTo>
                  <a:pt x="23020" y="414359"/>
                  <a:pt x="0" y="391340"/>
                  <a:pt x="0" y="345300"/>
                </a:cubicBezTo>
                <a:lnTo>
                  <a:pt x="0" y="69061"/>
                </a:lnTo>
                <a:cubicBezTo>
                  <a:pt x="0" y="23020"/>
                  <a:pt x="23020" y="0"/>
                  <a:pt x="69060" y="0"/>
                </a:cubicBez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65" name="text-121 Selected">
            <a:extLst xmlns:a="http://schemas.openxmlformats.org/drawingml/2006/main">
              <a:ext uri="{FF2B5EF4-FFF2-40B4-BE49-F238E27FC236}">
                <a16:creationId xmlns:a16="http://schemas.microsoft.com/office/drawing/2014/main" id="{BF983F08-53BB-4EAE-B674-2D30E5C0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035676" y="3475528"/>
            <a:ext cx="868553" cy="33394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Selected</a:t>
            </a:r>
          </a:p>
        </p:txBody>
      </p:sp>
      <p:sp>
        <p:nvSpPr>
          <p:cNvPr id="166" name="text-121 files">
            <a:extLst xmlns:a="http://schemas.openxmlformats.org/drawingml/2006/main">
              <a:ext uri="{FF2B5EF4-FFF2-40B4-BE49-F238E27FC236}">
                <a16:creationId xmlns:a16="http://schemas.microsoft.com/office/drawing/2014/main" id="{C9A687F6-E192-4EDB-8D34-2529D857D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15093" y="3474990"/>
            <a:ext cx="445763" cy="33469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files</a:t>
            </a:r>
          </a:p>
        </p:txBody>
      </p:sp>
      <p:sp>
        <p:nvSpPr>
          <p:cNvPr id="167" name="path-122">
            <a:extLst xmlns:a="http://schemas.openxmlformats.org/drawingml/2006/main">
              <a:ext uri="{FF2B5EF4-FFF2-40B4-BE49-F238E27FC236}">
                <a16:creationId xmlns:a16="http://schemas.microsoft.com/office/drawing/2014/main" id="{CB68EB8A-7C1B-49D0-B8FF-F723880C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15" y="4023096"/>
            <a:ext cx="1150999" cy="337626"/>
          </a:xfrm>
          <a:custGeom xmlns:a="http://schemas.openxmlformats.org/drawingml/2006/main">
            <a:pathLst>
              <a:path w="1150999" h="337626">
                <a:moveTo>
                  <a:pt x="53714" y="0"/>
                </a:moveTo>
                <a:lnTo>
                  <a:pt x="1097286" y="0"/>
                </a:lnTo>
                <a:cubicBezTo>
                  <a:pt x="1133095" y="0"/>
                  <a:pt x="1150999" y="17904"/>
                  <a:pt x="1150999" y="53713"/>
                </a:cubicBezTo>
                <a:lnTo>
                  <a:pt x="1150999" y="283913"/>
                </a:lnTo>
                <a:cubicBezTo>
                  <a:pt x="1150999" y="319722"/>
                  <a:pt x="1133095" y="337626"/>
                  <a:pt x="1097286" y="337626"/>
                </a:cubicBezTo>
                <a:lnTo>
                  <a:pt x="53714" y="337626"/>
                </a:lnTo>
                <a:cubicBezTo>
                  <a:pt x="17904" y="337626"/>
                  <a:pt x="0" y="319722"/>
                  <a:pt x="0" y="283913"/>
                </a:cubicBezTo>
                <a:lnTo>
                  <a:pt x="0" y="53713"/>
                </a:lnTo>
                <a:cubicBezTo>
                  <a:pt x="0" y="17904"/>
                  <a:pt x="17904" y="0"/>
                  <a:pt x="53714" y="0"/>
                </a:cubicBezTo>
              </a:path>
            </a:pathLst>
          </a:custGeom>
          <a:solidFill xmlns:a="http://schemas.openxmlformats.org/drawingml/2006/main">
            <a:srgbClr val="FFF3EC"/>
          </a:solidFill>
          <a:ln xmlns:a="http://schemas.openxmlformats.org/drawingml/2006/main" w="42630">
            <a:solidFill>
              <a:srgbClr val="AD5D0B"/>
            </a:solidFill>
            <a:prstDash val="solid"/>
          </a:ln>
        </p:spPr>
      </p:sp>
      <p:sp>
        <p:nvSpPr>
          <p:cNvPr id="168" name="text-123 Editable">
            <a:extLst xmlns:a="http://schemas.openxmlformats.org/drawingml/2006/main">
              <a:ext uri="{FF2B5EF4-FFF2-40B4-BE49-F238E27FC236}">
                <a16:creationId xmlns:a16="http://schemas.microsoft.com/office/drawing/2014/main" id="{195DB5EB-B9A0-424E-969B-27ADFDB6D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687898" y="4029693"/>
            <a:ext cx="766163" cy="3021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1">
                <a:solidFill>
                  <a:srgbClr val="AD5D0B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1">
                <a:solidFill>
                  <a:srgbClr val="AD5D0B"/>
                </a:solidFill>
                <a:latin typeface="Calibri"/>
                <a:ea typeface="Calibri"/>
                <a:cs typeface="Calibri"/>
              </a:defRPr>
            </a:pPr>
            <a:r>
              <a:rPr sz="1700" b="1" i="1">
                <a:solidFill>
                  <a:srgbClr val="AD5D0B"/>
                </a:solidFill>
                <a:latin typeface="Calibri"/>
                <a:ea typeface="Calibri"/>
                <a:cs typeface="Calibri"/>
              </a:rPr>
              <a:t>Editable</a:t>
            </a:r>
          </a:p>
        </p:txBody>
      </p:sp>
      <p:sp>
        <p:nvSpPr>
          <p:cNvPr id="169" name="path-124">
            <a:extLst xmlns:a="http://schemas.openxmlformats.org/drawingml/2006/main">
              <a:ext uri="{FF2B5EF4-FFF2-40B4-BE49-F238E27FC236}">
                <a16:creationId xmlns:a16="http://schemas.microsoft.com/office/drawing/2014/main" id="{83B0F6E7-D551-4B69-A1D2-EBCC91C4D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993" y="4023096"/>
            <a:ext cx="1150998" cy="337626"/>
          </a:xfrm>
          <a:custGeom xmlns:a="http://schemas.openxmlformats.org/drawingml/2006/main">
            <a:pathLst>
              <a:path w="1150998" h="337626">
                <a:moveTo>
                  <a:pt x="53713" y="0"/>
                </a:moveTo>
                <a:lnTo>
                  <a:pt x="1097286" y="0"/>
                </a:lnTo>
                <a:cubicBezTo>
                  <a:pt x="1133095" y="0"/>
                  <a:pt x="1150998" y="17904"/>
                  <a:pt x="1150998" y="53713"/>
                </a:cubicBezTo>
                <a:lnTo>
                  <a:pt x="1150998" y="283913"/>
                </a:lnTo>
                <a:cubicBezTo>
                  <a:pt x="1150998" y="319722"/>
                  <a:pt x="1133095" y="337626"/>
                  <a:pt x="1097286" y="337626"/>
                </a:cubicBezTo>
                <a:lnTo>
                  <a:pt x="53713" y="337626"/>
                </a:lnTo>
                <a:cubicBezTo>
                  <a:pt x="17904" y="337626"/>
                  <a:pt x="0" y="319722"/>
                  <a:pt x="0" y="283913"/>
                </a:cubicBezTo>
                <a:lnTo>
                  <a:pt x="0" y="53713"/>
                </a:lnTo>
                <a:cubicBezTo>
                  <a:pt x="0" y="17904"/>
                  <a:pt x="17904" y="0"/>
                  <a:pt x="53713" y="0"/>
                </a:cubicBezTo>
              </a:path>
            </a:pathLst>
          </a:custGeom>
          <a:solidFill xmlns:a="http://schemas.openxmlformats.org/drawingml/2006/main">
            <a:srgbClr val="EEF8F2"/>
          </a:solidFill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170" name="text-125 Protected">
            <a:extLst xmlns:a="http://schemas.openxmlformats.org/drawingml/2006/main">
              <a:ext uri="{FF2B5EF4-FFF2-40B4-BE49-F238E27FC236}">
                <a16:creationId xmlns:a16="http://schemas.microsoft.com/office/drawing/2014/main" id="{D78DF504-A2B4-4474-A41F-1B8316F1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61871" y="4029649"/>
            <a:ext cx="904037" cy="30223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0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0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700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Protected</a:t>
            </a:r>
          </a:p>
        </p:txBody>
      </p:sp>
      <p:sp>
        <p:nvSpPr>
          <p:cNvPr id="171" name="path-126">
            <a:extLst xmlns:a="http://schemas.openxmlformats.org/drawingml/2006/main">
              <a:ext uri="{FF2B5EF4-FFF2-40B4-BE49-F238E27FC236}">
                <a16:creationId xmlns:a16="http://schemas.microsoft.com/office/drawing/2014/main" id="{0FCD7424-6885-47EF-AEEC-C13470265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915" y="4606269"/>
            <a:ext cx="2394076" cy="468073"/>
          </a:xfrm>
          <a:custGeom xmlns:a="http://schemas.openxmlformats.org/drawingml/2006/main">
            <a:pathLst>
              <a:path w="2394076" h="468073">
                <a:moveTo>
                  <a:pt x="69060" y="0"/>
                </a:moveTo>
                <a:lnTo>
                  <a:pt x="2325017" y="0"/>
                </a:lnTo>
                <a:cubicBezTo>
                  <a:pt x="2371058" y="0"/>
                  <a:pt x="2394076" y="23020"/>
                  <a:pt x="2394076" y="69060"/>
                </a:cubicBezTo>
                <a:lnTo>
                  <a:pt x="2394076" y="399013"/>
                </a:lnTo>
                <a:cubicBezTo>
                  <a:pt x="2394076" y="445053"/>
                  <a:pt x="2371058" y="468073"/>
                  <a:pt x="2325017" y="468073"/>
                </a:cubicBezTo>
                <a:lnTo>
                  <a:pt x="69060" y="468073"/>
                </a:lnTo>
                <a:cubicBezTo>
                  <a:pt x="23020" y="468073"/>
                  <a:pt x="0" y="445053"/>
                  <a:pt x="0" y="399013"/>
                </a:cubicBezTo>
                <a:lnTo>
                  <a:pt x="0" y="69060"/>
                </a:lnTo>
                <a:cubicBezTo>
                  <a:pt x="0" y="23020"/>
                  <a:pt x="23020" y="0"/>
                  <a:pt x="69060" y="0"/>
                </a:cubicBezTo>
              </a:path>
            </a:pathLst>
          </a:custGeom>
          <a:solidFill xmlns:a="http://schemas.openxmlformats.org/drawingml/2006/main">
            <a:srgbClr val="EFF9FA"/>
          </a:solidFill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pic>
        <p:nvPic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C387A971-8715-411F-8642-466E9DC256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96ca439beb48ff"/>
          <a:stretch xmlns:a="http://schemas.openxmlformats.org/drawingml/2006/main"/>
        </p:blipFill>
        <p:spPr>
          <a:xfrm xmlns:a="http://schemas.openxmlformats.org/drawingml/2006/main">
            <a:off x="9566139" y="4694968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73" name="text-128 Required">
            <a:extLst xmlns:a="http://schemas.openxmlformats.org/drawingml/2006/main">
              <a:ext uri="{FF2B5EF4-FFF2-40B4-BE49-F238E27FC236}">
                <a16:creationId xmlns:a16="http://schemas.microsoft.com/office/drawing/2014/main" id="{C3FA83B9-B0BE-4337-886A-1DAA3D9B2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40013" y="4666679"/>
            <a:ext cx="869309" cy="312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759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Required</a:t>
            </a:r>
          </a:p>
        </p:txBody>
      </p:sp>
      <p:sp>
        <p:nvSpPr>
          <p:cNvPr id="174" name="text-128 app">
            <a:extLst xmlns:a="http://schemas.openxmlformats.org/drawingml/2006/main">
              <a:ext uri="{FF2B5EF4-FFF2-40B4-BE49-F238E27FC236}">
                <a16:creationId xmlns:a16="http://schemas.microsoft.com/office/drawing/2014/main" id="{3BA66637-AB83-4BAC-87CB-4712C71C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19437" y="4667490"/>
            <a:ext cx="392512" cy="3116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175" name="text-128 state">
            <a:extLst xmlns:a="http://schemas.openxmlformats.org/drawingml/2006/main">
              <a:ext uri="{FF2B5EF4-FFF2-40B4-BE49-F238E27FC236}">
                <a16:creationId xmlns:a16="http://schemas.microsoft.com/office/drawing/2014/main" id="{3820D877-0D58-4B0E-962D-063881E72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22210" y="4663982"/>
            <a:ext cx="509609" cy="31654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0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0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780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176" name="text-129 Solver-visible">
            <a:extLst xmlns:a="http://schemas.openxmlformats.org/drawingml/2006/main">
              <a:ext uri="{FF2B5EF4-FFF2-40B4-BE49-F238E27FC236}">
                <a16:creationId xmlns:a16="http://schemas.microsoft.com/office/drawing/2014/main" id="{AAF09D41-B333-43C3-BFA5-6F94F3A08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749425" y="5372675"/>
            <a:ext cx="1258807" cy="3127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759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Solver-visible</a:t>
            </a:r>
          </a:p>
        </p:txBody>
      </p:sp>
      <p:sp>
        <p:nvSpPr>
          <p:cNvPr id="177" name="text-129 inputs">
            <a:extLst xmlns:a="http://schemas.openxmlformats.org/drawingml/2006/main">
              <a:ext uri="{FF2B5EF4-FFF2-40B4-BE49-F238E27FC236}">
                <a16:creationId xmlns:a16="http://schemas.microsoft.com/office/drawing/2014/main" id="{D44D830A-3155-4D31-887C-251AA7EF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8271" y="5373475"/>
            <a:ext cx="611740" cy="31158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752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178" name="path-130">
            <a:extLst xmlns:a="http://schemas.openxmlformats.org/drawingml/2006/main">
              <a:ext uri="{FF2B5EF4-FFF2-40B4-BE49-F238E27FC236}">
                <a16:creationId xmlns:a16="http://schemas.microsoft.com/office/drawing/2014/main" id="{F70D22D7-9BE8-43B0-9332-8F4498AE1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530" y="2925811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79" name="path-131">
            <a:extLst xmlns:a="http://schemas.openxmlformats.org/drawingml/2006/main">
              <a:ext uri="{FF2B5EF4-FFF2-40B4-BE49-F238E27FC236}">
                <a16:creationId xmlns:a16="http://schemas.microsoft.com/office/drawing/2014/main" id="{22B394AD-1FE1-422E-B532-8DBC73BDD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2005012"/>
            <a:ext cx="191" cy="920799"/>
          </a:xfrm>
          <a:custGeom xmlns:a="http://schemas.openxmlformats.org/drawingml/2006/main">
            <a:pathLst>
              <a:path w="191" h="920799">
                <a:moveTo>
                  <a:pt x="0" y="920799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0" name="path-132">
            <a:extLst xmlns:a="http://schemas.openxmlformats.org/drawingml/2006/main">
              <a:ext uri="{FF2B5EF4-FFF2-40B4-BE49-F238E27FC236}">
                <a16:creationId xmlns:a16="http://schemas.microsoft.com/office/drawing/2014/main" id="{E1E340D0-6021-48BB-AFC4-8CC977354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2005012"/>
            <a:ext cx="92079" cy="191"/>
          </a:xfrm>
          <a:custGeom xmlns:a="http://schemas.openxmlformats.org/drawingml/2006/main">
            <a:pathLst>
              <a:path w="92079" h="191">
                <a:moveTo>
                  <a:pt x="0" y="0"/>
                </a:moveTo>
                <a:lnTo>
                  <a:pt x="92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1" name="path-133">
            <a:extLst xmlns:a="http://schemas.openxmlformats.org/drawingml/2006/main">
              <a:ext uri="{FF2B5EF4-FFF2-40B4-BE49-F238E27FC236}">
                <a16:creationId xmlns:a16="http://schemas.microsoft.com/office/drawing/2014/main" id="{EBF60CEC-6FAA-4C63-A057-943EF3C6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769" y="1943626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2" name="path-134">
            <a:extLst xmlns:a="http://schemas.openxmlformats.org/drawingml/2006/main">
              <a:ext uri="{FF2B5EF4-FFF2-40B4-BE49-F238E27FC236}">
                <a16:creationId xmlns:a16="http://schemas.microsoft.com/office/drawing/2014/main" id="{059340A9-510D-457D-8A7D-DC702F79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6530" y="4943895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3" name="path-135">
            <a:extLst xmlns:a="http://schemas.openxmlformats.org/drawingml/2006/main">
              <a:ext uri="{FF2B5EF4-FFF2-40B4-BE49-F238E27FC236}">
                <a16:creationId xmlns:a16="http://schemas.microsoft.com/office/drawing/2014/main" id="{97CDF16B-21C2-413D-9E6B-03E2B2822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3808243"/>
            <a:ext cx="191" cy="1135652"/>
          </a:xfrm>
          <a:custGeom xmlns:a="http://schemas.openxmlformats.org/drawingml/2006/main">
            <a:pathLst>
              <a:path w="191" h="1135652">
                <a:moveTo>
                  <a:pt x="0" y="1135652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4" name="path-136">
            <a:extLst xmlns:a="http://schemas.openxmlformats.org/drawingml/2006/main">
              <a:ext uri="{FF2B5EF4-FFF2-40B4-BE49-F238E27FC236}">
                <a16:creationId xmlns:a16="http://schemas.microsoft.com/office/drawing/2014/main" id="{748E880B-F330-4E8E-BDB4-01E0ECBB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8363" y="3808243"/>
            <a:ext cx="3130716" cy="191"/>
          </a:xfrm>
          <a:custGeom xmlns:a="http://schemas.openxmlformats.org/drawingml/2006/main">
            <a:pathLst>
              <a:path w="3130716" h="191">
                <a:moveTo>
                  <a:pt x="0" y="0"/>
                </a:moveTo>
                <a:lnTo>
                  <a:pt x="313071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185" name="path-137">
            <a:extLst xmlns:a="http://schemas.openxmlformats.org/drawingml/2006/main">
              <a:ext uri="{FF2B5EF4-FFF2-40B4-BE49-F238E27FC236}">
                <a16:creationId xmlns:a16="http://schemas.microsoft.com/office/drawing/2014/main" id="{1A7EF91D-BB7C-482C-8000-4C4C0299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1405" y="3746857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6" name="text-138 File">
            <a:extLst xmlns:a="http://schemas.openxmlformats.org/drawingml/2006/main">
              <a:ext uri="{FF2B5EF4-FFF2-40B4-BE49-F238E27FC236}">
                <a16:creationId xmlns:a16="http://schemas.microsoft.com/office/drawing/2014/main" id="{64A05BAE-B809-4DF6-98B5-3ADDC8F1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84294" y="3541690"/>
            <a:ext cx="311237" cy="26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512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File</a:t>
            </a:r>
          </a:p>
        </p:txBody>
      </p:sp>
      <p:sp>
        <p:nvSpPr>
          <p:cNvPr id="187" name="text-138 selection">
            <a:extLst xmlns:a="http://schemas.openxmlformats.org/drawingml/2006/main">
              <a:ext uri="{FF2B5EF4-FFF2-40B4-BE49-F238E27FC236}">
                <a16:creationId xmlns:a16="http://schemas.microsoft.com/office/drawing/2014/main" id="{35119C87-E8DA-4AAF-AE50-D20D2740B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404272" y="3541404"/>
            <a:ext cx="740828" cy="2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15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15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515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selection</a:t>
            </a:r>
          </a:p>
        </p:txBody>
      </p:sp>
      <p:sp>
        <p:nvSpPr>
          <p:cNvPr id="188" name="path-139">
            <a:extLst xmlns:a="http://schemas.openxmlformats.org/drawingml/2006/main">
              <a:ext uri="{FF2B5EF4-FFF2-40B4-BE49-F238E27FC236}">
                <a16:creationId xmlns:a16="http://schemas.microsoft.com/office/drawing/2014/main" id="{92736633-66CF-4C21-B8D1-7DA7B6B7A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802" y="4683002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89" name="path-140">
            <a:extLst xmlns:a="http://schemas.openxmlformats.org/drawingml/2006/main">
              <a:ext uri="{FF2B5EF4-FFF2-40B4-BE49-F238E27FC236}">
                <a16:creationId xmlns:a16="http://schemas.microsoft.com/office/drawing/2014/main" id="{65BA4B0A-F4FB-4293-9A68-A8E3F2F26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36" y="2005012"/>
            <a:ext cx="191" cy="2677990"/>
          </a:xfrm>
          <a:custGeom xmlns:a="http://schemas.openxmlformats.org/drawingml/2006/main">
            <a:pathLst>
              <a:path w="191" h="2677990">
                <a:moveTo>
                  <a:pt x="0" y="267799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90" name="path-141">
            <a:extLst xmlns:a="http://schemas.openxmlformats.org/drawingml/2006/main">
              <a:ext uri="{FF2B5EF4-FFF2-40B4-BE49-F238E27FC236}">
                <a16:creationId xmlns:a16="http://schemas.microsoft.com/office/drawing/2014/main" id="{90D92689-B7FA-4DC1-8E23-B5D941F77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5636" y="2005012"/>
            <a:ext cx="92079" cy="191"/>
          </a:xfrm>
          <a:custGeom xmlns:a="http://schemas.openxmlformats.org/drawingml/2006/main">
            <a:pathLst>
              <a:path w="92079" h="191">
                <a:moveTo>
                  <a:pt x="0" y="0"/>
                </a:moveTo>
                <a:lnTo>
                  <a:pt x="92079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6D28E"/>
            </a:solidFill>
            <a:prstDash val="solid"/>
          </a:ln>
        </p:spPr>
      </p:sp>
      <p:sp>
        <p:nvSpPr>
          <p:cNvPr id="191" name="path-142">
            <a:extLst xmlns:a="http://schemas.openxmlformats.org/drawingml/2006/main">
              <a:ext uri="{FF2B5EF4-FFF2-40B4-BE49-F238E27FC236}">
                <a16:creationId xmlns:a16="http://schemas.microsoft.com/office/drawing/2014/main" id="{405C3009-2CB6-495A-9F7B-694AB268D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40042" y="1943626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66D28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2" name="path-143">
            <a:extLst xmlns:a="http://schemas.openxmlformats.org/drawingml/2006/main">
              <a:ext uri="{FF2B5EF4-FFF2-40B4-BE49-F238E27FC236}">
                <a16:creationId xmlns:a16="http://schemas.microsoft.com/office/drawing/2014/main" id="{4FF7D967-C7B1-413A-9435-5E303F91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1736446"/>
            <a:ext cx="2654969" cy="491092"/>
          </a:xfrm>
          <a:custGeom xmlns:a="http://schemas.openxmlformats.org/drawingml/2006/main">
            <a:pathLst>
              <a:path w="2654969" h="491092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69" y="28135"/>
                  <a:pt x="2654969" y="84406"/>
                </a:cubicBezTo>
                <a:lnTo>
                  <a:pt x="2654969" y="406686"/>
                </a:lnTo>
                <a:cubicBezTo>
                  <a:pt x="2654969" y="462957"/>
                  <a:pt x="2626834" y="491092"/>
                  <a:pt x="2570564" y="491092"/>
                </a:cubicBezTo>
                <a:lnTo>
                  <a:pt x="84406" y="491092"/>
                </a:lnTo>
                <a:cubicBezTo>
                  <a:pt x="28134" y="491092"/>
                  <a:pt x="0" y="462957"/>
                  <a:pt x="0" y="406686"/>
                </a:cubicBezTo>
                <a:lnTo>
                  <a:pt x="0" y="84406"/>
                </a:lnTo>
                <a:cubicBezTo>
                  <a:pt x="0" y="28135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pic>
        <p:nvPic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08A67427-8BD1-4885-81DC-A748606EA74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1938b4e2d24b66"/>
          <a:stretch xmlns:a="http://schemas.openxmlformats.org/drawingml/2006/main"/>
        </p:blipFill>
        <p:spPr>
          <a:xfrm xmlns:a="http://schemas.openxmlformats.org/drawingml/2006/main">
            <a:off x="12499839" y="1789843"/>
            <a:ext cx="314325" cy="323850"/>
          </a:xfrm>
          <a:prstGeom xmlns:a="http://schemas.openxmlformats.org/drawingml/2006/main" prst="rect">
            <a:avLst/>
          </a:prstGeom>
        </p:spPr>
      </p:pic>
      <p:sp>
        <p:nvSpPr>
          <p:cNvPr id="194" name="text-145 Fresh">
            <a:extLst xmlns:a="http://schemas.openxmlformats.org/drawingml/2006/main">
              <a:ext uri="{FF2B5EF4-FFF2-40B4-BE49-F238E27FC236}">
                <a16:creationId xmlns:a16="http://schemas.microsoft.com/office/drawing/2014/main" id="{1571913A-5919-4330-8E4C-02014F569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298" y="1776566"/>
            <a:ext cx="559344" cy="327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4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40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40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Fresh</a:t>
            </a:r>
          </a:p>
        </p:txBody>
      </p:sp>
      <p:sp>
        <p:nvSpPr>
          <p:cNvPr id="195" name="text-145 Demonstrator">
            <a:extLst xmlns:a="http://schemas.openxmlformats.org/drawingml/2006/main">
              <a:ext uri="{FF2B5EF4-FFF2-40B4-BE49-F238E27FC236}">
                <a16:creationId xmlns:a16="http://schemas.microsoft.com/office/drawing/2014/main" id="{6592353C-D365-4FC5-98F8-961BEBF2F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2080" y="1776673"/>
            <a:ext cx="1397527" cy="3270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3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3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3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Demonstrator</a:t>
            </a:r>
          </a:p>
        </p:txBody>
      </p:sp>
      <p:sp>
        <p:nvSpPr>
          <p:cNvPr id="196" name="path-146">
            <a:extLst xmlns:a="http://schemas.openxmlformats.org/drawingml/2006/main">
              <a:ext uri="{FF2B5EF4-FFF2-40B4-BE49-F238E27FC236}">
                <a16:creationId xmlns:a16="http://schemas.microsoft.com/office/drawing/2014/main" id="{51151BB0-EC9E-4596-B758-5CA8B0D3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3590" y="2227538"/>
            <a:ext cx="191" cy="92080"/>
          </a:xfrm>
          <a:custGeom xmlns:a="http://schemas.openxmlformats.org/drawingml/2006/main">
            <a:pathLst>
              <a:path w="191" h="92080">
                <a:moveTo>
                  <a:pt x="0" y="0"/>
                </a:moveTo>
                <a:lnTo>
                  <a:pt x="0" y="9208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197" name="path-147">
            <a:extLst xmlns:a="http://schemas.openxmlformats.org/drawingml/2006/main">
              <a:ext uri="{FF2B5EF4-FFF2-40B4-BE49-F238E27FC236}">
                <a16:creationId xmlns:a16="http://schemas.microsoft.com/office/drawing/2014/main" id="{B691CC98-F0A2-4414-83A3-A9BE8D31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52203" y="2311945"/>
            <a:ext cx="122773" cy="107427"/>
          </a:xfrm>
          <a:custGeom xmlns:a="http://schemas.openxmlformats.org/drawingml/2006/main">
            <a:pathLst>
              <a:path w="122773" h="107427">
                <a:moveTo>
                  <a:pt x="61387" y="107427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7"/>
                </a:lnTo>
              </a:path>
            </a:pathLst>
          </a:custGeom>
          <a:solidFill xmlns:a="http://schemas.openxmlformats.org/drawingml/2006/main">
            <a:srgbClr val="F7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path-148">
            <a:extLst xmlns:a="http://schemas.openxmlformats.org/drawingml/2006/main">
              <a:ext uri="{FF2B5EF4-FFF2-40B4-BE49-F238E27FC236}">
                <a16:creationId xmlns:a16="http://schemas.microsoft.com/office/drawing/2014/main" id="{00FD4992-1B72-4AD8-AF9B-3CDA69B7E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2419372"/>
            <a:ext cx="2654969" cy="644559"/>
          </a:xfrm>
          <a:custGeom xmlns:a="http://schemas.openxmlformats.org/drawingml/2006/main">
            <a:pathLst>
              <a:path w="2654969" h="644559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69" y="28136"/>
                  <a:pt x="2654969" y="84406"/>
                </a:cubicBezTo>
                <a:lnTo>
                  <a:pt x="2654969" y="560153"/>
                </a:lnTo>
                <a:cubicBezTo>
                  <a:pt x="2654969" y="616423"/>
                  <a:pt x="2626834" y="644559"/>
                  <a:pt x="2570564" y="644559"/>
                </a:cubicBezTo>
                <a:lnTo>
                  <a:pt x="84406" y="644559"/>
                </a:lnTo>
                <a:cubicBezTo>
                  <a:pt x="28134" y="644559"/>
                  <a:pt x="0" y="616423"/>
                  <a:pt x="0" y="560153"/>
                </a:cubicBezTo>
                <a:lnTo>
                  <a:pt x="0" y="84406"/>
                </a:lnTo>
                <a:cubicBezTo>
                  <a:pt x="0" y="28136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pic>
        <p:nvPic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F7825CC9-AF00-491C-9632-98E14C77F2A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35796a9824ee4"/>
          <a:stretch xmlns:a="http://schemas.openxmlformats.org/drawingml/2006/main"/>
        </p:blipFill>
        <p:spPr>
          <a:xfrm xmlns:a="http://schemas.openxmlformats.org/drawingml/2006/main">
            <a:off x="12499839" y="2475643"/>
            <a:ext cx="314325" cy="314325"/>
          </a:xfrm>
          <a:prstGeom xmlns:a="http://schemas.openxmlformats.org/drawingml/2006/main" prst="rect">
            <a:avLst/>
          </a:prstGeom>
        </p:spPr>
      </p:pic>
      <p:sp>
        <p:nvSpPr>
          <p:cNvPr id="200" name="text-150 Reference">
            <a:extLst xmlns:a="http://schemas.openxmlformats.org/drawingml/2006/main">
              <a:ext uri="{FF2B5EF4-FFF2-40B4-BE49-F238E27FC236}">
                <a16:creationId xmlns:a16="http://schemas.microsoft.com/office/drawing/2014/main" id="{6C1D7068-A733-4C70-9C54-86C7C5716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2298" y="2453551"/>
            <a:ext cx="1026609" cy="33593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8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8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8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201" name="text-150 State">
            <a:extLst xmlns:a="http://schemas.openxmlformats.org/drawingml/2006/main">
              <a:ext uri="{FF2B5EF4-FFF2-40B4-BE49-F238E27FC236}">
                <a16:creationId xmlns:a16="http://schemas.microsoft.com/office/drawing/2014/main" id="{B47DFEDB-7F21-4422-BBCF-8D9092CE7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9424" y="2453259"/>
            <a:ext cx="561381" cy="3363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02" name="text-151 Recomputable">
            <a:extLst xmlns:a="http://schemas.openxmlformats.org/drawingml/2006/main">
              <a:ext uri="{FF2B5EF4-FFF2-40B4-BE49-F238E27FC236}">
                <a16:creationId xmlns:a16="http://schemas.microsoft.com/office/drawing/2014/main" id="{1D7EE765-4417-4985-8A6E-EE0AF60BD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75492" y="2747550"/>
            <a:ext cx="1339557" cy="313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6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6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64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Recomputable</a:t>
            </a:r>
          </a:p>
        </p:txBody>
      </p:sp>
      <p:sp>
        <p:nvSpPr>
          <p:cNvPr id="203" name="text-151 anchors">
            <a:extLst xmlns:a="http://schemas.openxmlformats.org/drawingml/2006/main">
              <a:ext uri="{FF2B5EF4-FFF2-40B4-BE49-F238E27FC236}">
                <a16:creationId xmlns:a16="http://schemas.microsoft.com/office/drawing/2014/main" id="{6D273D19-E8C6-4F9A-B4A9-EAFAF0607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25115" y="2749055"/>
            <a:ext cx="752844" cy="31155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5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anchors</a:t>
            </a:r>
          </a:p>
        </p:txBody>
      </p:sp>
      <p:sp>
        <p:nvSpPr>
          <p:cNvPr id="204" name="path-152">
            <a:extLst xmlns:a="http://schemas.openxmlformats.org/drawingml/2006/main">
              <a:ext uri="{FF2B5EF4-FFF2-40B4-BE49-F238E27FC236}">
                <a16:creationId xmlns:a16="http://schemas.microsoft.com/office/drawing/2014/main" id="{6EC5E8BA-879A-4008-9DB0-D716B3C75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3186704"/>
            <a:ext cx="2654969" cy="537133"/>
          </a:xfrm>
          <a:custGeom xmlns:a="http://schemas.openxmlformats.org/drawingml/2006/main">
            <a:pathLst>
              <a:path w="2654969" h="537133">
                <a:moveTo>
                  <a:pt x="84406" y="0"/>
                </a:moveTo>
                <a:lnTo>
                  <a:pt x="2570564" y="0"/>
                </a:lnTo>
                <a:cubicBezTo>
                  <a:pt x="2626834" y="0"/>
                  <a:pt x="2654969" y="28136"/>
                  <a:pt x="2654969" y="84406"/>
                </a:cubicBezTo>
                <a:lnTo>
                  <a:pt x="2654969" y="452726"/>
                </a:lnTo>
                <a:cubicBezTo>
                  <a:pt x="2654969" y="508997"/>
                  <a:pt x="2626834" y="537133"/>
                  <a:pt x="2570564" y="537133"/>
                </a:cubicBezTo>
                <a:lnTo>
                  <a:pt x="84406" y="537133"/>
                </a:lnTo>
                <a:cubicBezTo>
                  <a:pt x="28134" y="537133"/>
                  <a:pt x="0" y="508997"/>
                  <a:pt x="0" y="452726"/>
                </a:cubicBezTo>
                <a:lnTo>
                  <a:pt x="0" y="84406"/>
                </a:lnTo>
                <a:cubicBezTo>
                  <a:pt x="0" y="28136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EFF9FA"/>
          </a:solidFill>
          <a:ln xmlns:a="http://schemas.openxmlformats.org/drawingml/2006/main" w="42630">
            <a:solidFill>
              <a:srgbClr val="078A9A"/>
            </a:solidFill>
            <a:prstDash val="solid"/>
          </a:ln>
        </p:spPr>
      </p:sp>
      <p:sp>
        <p:nvSpPr>
          <p:cNvPr id="205" name="text-153 Instruction">
            <a:extLst xmlns:a="http://schemas.openxmlformats.org/drawingml/2006/main">
              <a:ext uri="{FF2B5EF4-FFF2-40B4-BE49-F238E27FC236}">
                <a16:creationId xmlns:a16="http://schemas.microsoft.com/office/drawing/2014/main" id="{1D67886C-C082-4C29-89EF-F41D6BE9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93716" y="3179134"/>
            <a:ext cx="1071399" cy="3238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Instruction</a:t>
            </a:r>
          </a:p>
        </p:txBody>
      </p:sp>
      <p:sp>
        <p:nvSpPr>
          <p:cNvPr id="206" name="text-153 and">
            <a:extLst xmlns:a="http://schemas.openxmlformats.org/drawingml/2006/main">
              <a:ext uri="{FF2B5EF4-FFF2-40B4-BE49-F238E27FC236}">
                <a16:creationId xmlns:a16="http://schemas.microsoft.com/office/drawing/2014/main" id="{1BBBC62B-C5B3-41A6-949F-8A88DB2DE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5425" y="3180167"/>
            <a:ext cx="405818" cy="32239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07" name="text-154 visible">
            <a:extLst xmlns:a="http://schemas.openxmlformats.org/drawingml/2006/main">
              <a:ext uri="{FF2B5EF4-FFF2-40B4-BE49-F238E27FC236}">
                <a16:creationId xmlns:a16="http://schemas.microsoft.com/office/drawing/2014/main" id="{E6C82FDE-833B-4DCD-817F-7CB73360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10455" y="3387588"/>
            <a:ext cx="644644" cy="32256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1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visible</a:t>
            </a:r>
          </a:p>
        </p:txBody>
      </p:sp>
      <p:sp>
        <p:nvSpPr>
          <p:cNvPr id="208" name="text-154 invariants">
            <a:extLst xmlns:a="http://schemas.openxmlformats.org/drawingml/2006/main">
              <a:ext uri="{FF2B5EF4-FFF2-40B4-BE49-F238E27FC236}">
                <a16:creationId xmlns:a16="http://schemas.microsoft.com/office/drawing/2014/main" id="{4967757D-A7B9-454C-88BA-6E3BFA06A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565604" y="3386324"/>
            <a:ext cx="1000261" cy="3243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2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invariants</a:t>
            </a:r>
          </a:p>
        </p:txBody>
      </p:sp>
      <p:sp>
        <p:nvSpPr>
          <p:cNvPr id="209" name="path-155">
            <a:extLst xmlns:a="http://schemas.openxmlformats.org/drawingml/2006/main">
              <a:ext uri="{FF2B5EF4-FFF2-40B4-BE49-F238E27FC236}">
                <a16:creationId xmlns:a16="http://schemas.microsoft.com/office/drawing/2014/main" id="{4F8D05EF-E1F9-4FB6-B072-7ED353ECF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480" y="3723837"/>
            <a:ext cx="191" cy="130446"/>
          </a:xfrm>
          <a:custGeom xmlns:a="http://schemas.openxmlformats.org/drawingml/2006/main">
            <a:pathLst>
              <a:path w="191" h="130446">
                <a:moveTo>
                  <a:pt x="0" y="0"/>
                </a:moveTo>
                <a:lnTo>
                  <a:pt x="0" y="13044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solid"/>
          </a:ln>
        </p:spPr>
      </p:sp>
      <p:sp>
        <p:nvSpPr>
          <p:cNvPr id="210" name="path-156">
            <a:extLst xmlns:a="http://schemas.openxmlformats.org/drawingml/2006/main">
              <a:ext uri="{FF2B5EF4-FFF2-40B4-BE49-F238E27FC236}">
                <a16:creationId xmlns:a16="http://schemas.microsoft.com/office/drawing/2014/main" id="{95D55A30-8DB6-43BC-BC94-57A7138D9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0093" y="3846610"/>
            <a:ext cx="122773" cy="107426"/>
          </a:xfrm>
          <a:custGeom xmlns:a="http://schemas.openxmlformats.org/drawingml/2006/main">
            <a:pathLst>
              <a:path w="122773" h="107426">
                <a:moveTo>
                  <a:pt x="61387" y="107426"/>
                </a:moveTo>
                <a:lnTo>
                  <a:pt x="0" y="0"/>
                </a:lnTo>
                <a:lnTo>
                  <a:pt x="122773" y="0"/>
                </a:lnTo>
                <a:lnTo>
                  <a:pt x="61387" y="107426"/>
                </a:lnTo>
              </a:path>
            </a:pathLst>
          </a:custGeom>
          <a:solidFill xmlns:a="http://schemas.openxmlformats.org/drawingml/2006/main">
            <a:srgbClr val="07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1" name="path-157">
            <a:extLst xmlns:a="http://schemas.openxmlformats.org/drawingml/2006/main">
              <a:ext uri="{FF2B5EF4-FFF2-40B4-BE49-F238E27FC236}">
                <a16:creationId xmlns:a16="http://schemas.microsoft.com/office/drawing/2014/main" id="{FA0F3D1D-8B72-4EA5-A041-A6485C3E7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3954036"/>
            <a:ext cx="1250752" cy="491093"/>
          </a:xfrm>
          <a:custGeom xmlns:a="http://schemas.openxmlformats.org/drawingml/2006/main">
            <a:pathLst>
              <a:path w="1250752" h="491093">
                <a:moveTo>
                  <a:pt x="84406" y="0"/>
                </a:moveTo>
                <a:lnTo>
                  <a:pt x="1166345" y="0"/>
                </a:lnTo>
                <a:cubicBezTo>
                  <a:pt x="1222615" y="0"/>
                  <a:pt x="1250752" y="28135"/>
                  <a:pt x="1250752" y="84406"/>
                </a:cubicBezTo>
                <a:lnTo>
                  <a:pt x="1250752" y="406686"/>
                </a:lnTo>
                <a:cubicBezTo>
                  <a:pt x="1250752" y="462958"/>
                  <a:pt x="1222615" y="491093"/>
                  <a:pt x="1166345" y="491093"/>
                </a:cubicBezTo>
                <a:lnTo>
                  <a:pt x="84406" y="491093"/>
                </a:lnTo>
                <a:cubicBezTo>
                  <a:pt x="28134" y="491093"/>
                  <a:pt x="0" y="462958"/>
                  <a:pt x="0" y="406686"/>
                </a:cubicBezTo>
                <a:lnTo>
                  <a:pt x="0" y="84406"/>
                </a:lnTo>
                <a:cubicBezTo>
                  <a:pt x="0" y="28135"/>
                  <a:pt x="28134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12" name="text-158 Evaluation">
            <a:extLst xmlns:a="http://schemas.openxmlformats.org/drawingml/2006/main">
              <a:ext uri="{FF2B5EF4-FFF2-40B4-BE49-F238E27FC236}">
                <a16:creationId xmlns:a16="http://schemas.microsoft.com/office/drawing/2014/main" id="{3A0963D1-2412-453B-8E4E-7A3EE752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18243" y="3936116"/>
            <a:ext cx="1021003" cy="3121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Evaluation</a:t>
            </a:r>
          </a:p>
        </p:txBody>
      </p:sp>
      <p:sp>
        <p:nvSpPr>
          <p:cNvPr id="213" name="text-159 Contract">
            <a:extLst xmlns:a="http://schemas.openxmlformats.org/drawingml/2006/main">
              <a:ext uri="{FF2B5EF4-FFF2-40B4-BE49-F238E27FC236}">
                <a16:creationId xmlns:a16="http://schemas.microsoft.com/office/drawing/2014/main" id="{0AF7D94B-2835-4B6B-9B56-6A16C8BC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13161" y="4124186"/>
            <a:ext cx="832071" cy="3124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7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7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7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Contract</a:t>
            </a:r>
          </a:p>
        </p:txBody>
      </p:sp>
      <p:sp>
        <p:nvSpPr>
          <p:cNvPr id="214" name="path-160">
            <a:extLst xmlns:a="http://schemas.openxmlformats.org/drawingml/2006/main">
              <a:ext uri="{FF2B5EF4-FFF2-40B4-BE49-F238E27FC236}">
                <a16:creationId xmlns:a16="http://schemas.microsoft.com/office/drawing/2014/main" id="{E7C8ED8C-A0B2-4354-87FD-DA019AF1A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22" y="3954036"/>
            <a:ext cx="1250752" cy="491093"/>
          </a:xfrm>
          <a:custGeom xmlns:a="http://schemas.openxmlformats.org/drawingml/2006/main">
            <a:pathLst>
              <a:path w="1250752" h="491093">
                <a:moveTo>
                  <a:pt x="84407" y="0"/>
                </a:moveTo>
                <a:lnTo>
                  <a:pt x="1166347" y="0"/>
                </a:lnTo>
                <a:cubicBezTo>
                  <a:pt x="1222617" y="0"/>
                  <a:pt x="1250752" y="28135"/>
                  <a:pt x="1250752" y="84406"/>
                </a:cubicBezTo>
                <a:lnTo>
                  <a:pt x="1250752" y="406686"/>
                </a:lnTo>
                <a:cubicBezTo>
                  <a:pt x="1250752" y="462958"/>
                  <a:pt x="1222617" y="491093"/>
                  <a:pt x="1166347" y="491093"/>
                </a:cubicBezTo>
                <a:lnTo>
                  <a:pt x="84407" y="491093"/>
                </a:lnTo>
                <a:cubicBezTo>
                  <a:pt x="28136" y="491093"/>
                  <a:pt x="0" y="462958"/>
                  <a:pt x="0" y="406686"/>
                </a:cubicBezTo>
                <a:lnTo>
                  <a:pt x="0" y="84406"/>
                </a:lnTo>
                <a:cubicBezTo>
                  <a:pt x="0" y="28135"/>
                  <a:pt x="28136" y="0"/>
                  <a:pt x="84407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15" name="text-161 Compiled">
            <a:extLst xmlns:a="http://schemas.openxmlformats.org/drawingml/2006/main">
              <a:ext uri="{FF2B5EF4-FFF2-40B4-BE49-F238E27FC236}">
                <a16:creationId xmlns:a16="http://schemas.microsoft.com/office/drawing/2014/main" id="{80BE255C-4812-49C9-A7D5-E549A93A7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0577" y="3935735"/>
            <a:ext cx="905441" cy="3116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Compiled</a:t>
            </a:r>
          </a:p>
        </p:txBody>
      </p:sp>
      <p:sp>
        <p:nvSpPr>
          <p:cNvPr id="216" name="text-162 Verifier">
            <a:extLst xmlns:a="http://schemas.openxmlformats.org/drawingml/2006/main">
              <a:ext uri="{FF2B5EF4-FFF2-40B4-BE49-F238E27FC236}">
                <a16:creationId xmlns:a16="http://schemas.microsoft.com/office/drawing/2014/main" id="{2805AD24-118A-4CFA-B41C-60ADCAAB1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70333" y="4120825"/>
            <a:ext cx="727342" cy="317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8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8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8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Verifier</a:t>
            </a:r>
          </a:p>
        </p:txBody>
      </p:sp>
      <p:sp>
        <p:nvSpPr>
          <p:cNvPr id="217" name="path-163">
            <a:extLst xmlns:a="http://schemas.openxmlformats.org/drawingml/2006/main">
              <a:ext uri="{FF2B5EF4-FFF2-40B4-BE49-F238E27FC236}">
                <a16:creationId xmlns:a16="http://schemas.microsoft.com/office/drawing/2014/main" id="{9B672B81-F317-468B-8943-643886CD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6857" y="4199583"/>
            <a:ext cx="53712" cy="191"/>
          </a:xfrm>
          <a:custGeom xmlns:a="http://schemas.openxmlformats.org/drawingml/2006/main">
            <a:pathLst>
              <a:path w="53712" h="191">
                <a:moveTo>
                  <a:pt x="0" y="0"/>
                </a:moveTo>
                <a:lnTo>
                  <a:pt x="537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18" name="path-164">
            <a:extLst xmlns:a="http://schemas.openxmlformats.org/drawingml/2006/main">
              <a:ext uri="{FF2B5EF4-FFF2-40B4-BE49-F238E27FC236}">
                <a16:creationId xmlns:a16="http://schemas.microsoft.com/office/drawing/2014/main" id="{CDECB3B9-C716-4F52-A592-70011D2BB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82896" y="4138196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F766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9" name="path-165">
            <a:extLst xmlns:a="http://schemas.openxmlformats.org/drawingml/2006/main">
              <a:ext uri="{FF2B5EF4-FFF2-40B4-BE49-F238E27FC236}">
                <a16:creationId xmlns:a16="http://schemas.microsoft.com/office/drawing/2014/main" id="{D4F04773-848B-4411-A4E7-95D4BEC7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044" y="2741651"/>
            <a:ext cx="69061" cy="191"/>
          </a:xfrm>
          <a:custGeom xmlns:a="http://schemas.openxmlformats.org/drawingml/2006/main">
            <a:pathLst>
              <a:path w="69061" h="191">
                <a:moveTo>
                  <a:pt x="69061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dash"/>
          </a:ln>
        </p:spPr>
      </p:sp>
      <p:sp>
        <p:nvSpPr>
          <p:cNvPr id="220" name="path-166">
            <a:extLst xmlns:a="http://schemas.openxmlformats.org/drawingml/2006/main">
              <a:ext uri="{FF2B5EF4-FFF2-40B4-BE49-F238E27FC236}">
                <a16:creationId xmlns:a16="http://schemas.microsoft.com/office/drawing/2014/main" id="{6A6CD129-D180-4A8B-A212-75F0EF77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044" y="2741651"/>
            <a:ext cx="191" cy="1457932"/>
          </a:xfrm>
          <a:custGeom xmlns:a="http://schemas.openxmlformats.org/drawingml/2006/main">
            <a:pathLst>
              <a:path w="191" h="1457932">
                <a:moveTo>
                  <a:pt x="0" y="0"/>
                </a:moveTo>
                <a:lnTo>
                  <a:pt x="0" y="1457932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dash"/>
          </a:ln>
        </p:spPr>
      </p:sp>
      <p:sp>
        <p:nvSpPr>
          <p:cNvPr id="221" name="path-167">
            <a:extLst xmlns:a="http://schemas.openxmlformats.org/drawingml/2006/main">
              <a:ext uri="{FF2B5EF4-FFF2-40B4-BE49-F238E27FC236}">
                <a16:creationId xmlns:a16="http://schemas.microsoft.com/office/drawing/2014/main" id="{016709FD-19A1-4D9E-969D-9C44D2AB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17044" y="4199583"/>
            <a:ext cx="28392" cy="191"/>
          </a:xfrm>
          <a:custGeom xmlns:a="http://schemas.openxmlformats.org/drawingml/2006/main">
            <a:pathLst>
              <a:path w="28392" h="191">
                <a:moveTo>
                  <a:pt x="0" y="0"/>
                </a:moveTo>
                <a:lnTo>
                  <a:pt x="2839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dash"/>
          </a:ln>
        </p:spPr>
      </p:sp>
      <p:sp>
        <p:nvSpPr>
          <p:cNvPr id="222" name="path-168">
            <a:extLst xmlns:a="http://schemas.openxmlformats.org/drawingml/2006/main">
              <a:ext uri="{FF2B5EF4-FFF2-40B4-BE49-F238E27FC236}">
                <a16:creationId xmlns:a16="http://schemas.microsoft.com/office/drawing/2014/main" id="{9F018F5C-76C9-4781-A9E4-F1246A701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7763" y="4170578"/>
            <a:ext cx="48342" cy="58011"/>
          </a:xfrm>
          <a:custGeom xmlns:a="http://schemas.openxmlformats.org/drawingml/2006/main">
            <a:pathLst>
              <a:path w="48342" h="58011">
                <a:moveTo>
                  <a:pt x="48342" y="29005"/>
                </a:moveTo>
                <a:lnTo>
                  <a:pt x="0" y="58011"/>
                </a:lnTo>
                <a:lnTo>
                  <a:pt x="0" y="0"/>
                </a:lnTo>
                <a:lnTo>
                  <a:pt x="48342" y="29005"/>
                </a:lnTo>
              </a:path>
            </a:pathLst>
          </a:custGeom>
          <a:solidFill xmlns:a="http://schemas.openxmlformats.org/drawingml/2006/main">
            <a:srgbClr val="1683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3" name="text-169 Acceptance">
            <a:extLst xmlns:a="http://schemas.openxmlformats.org/drawingml/2006/main">
              <a:ext uri="{FF2B5EF4-FFF2-40B4-BE49-F238E27FC236}">
                <a16:creationId xmlns:a16="http://schemas.microsoft.com/office/drawing/2014/main" id="{5C1877F0-D48D-4D0D-8E08-BDCA63A8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963242" y="4419974"/>
            <a:ext cx="1060498" cy="3036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8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8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08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Acceptance</a:t>
            </a:r>
          </a:p>
        </p:txBody>
      </p:sp>
      <p:sp>
        <p:nvSpPr>
          <p:cNvPr id="224" name="text-169 tests">
            <a:extLst xmlns:a="http://schemas.openxmlformats.org/drawingml/2006/main">
              <a:ext uri="{FF2B5EF4-FFF2-40B4-BE49-F238E27FC236}">
                <a16:creationId xmlns:a16="http://schemas.microsoft.com/office/drawing/2014/main" id="{AC38B31B-9454-42C2-B45F-372C4F1D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33210" y="4419596"/>
            <a:ext cx="463025" cy="3041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1" i="1">
                <a:solidFill>
                  <a:srgbClr val="753E4C"/>
                </a:solidFill>
                <a:latin typeface="Calibri"/>
                <a:ea typeface="Calibri"/>
                <a:cs typeface="Calibri"/>
              </a:defRPr>
            </a:pPr>
            <a:r>
              <a:rPr sz="1711" b="1" i="1">
                <a:solidFill>
                  <a:srgbClr val="753E4C"/>
                </a:solidFill>
                <a:latin typeface="Calibri"/>
                <a:ea typeface="Calibri"/>
                <a:cs typeface="Calibri"/>
              </a:rPr>
              <a:t>tests</a:t>
            </a:r>
          </a:p>
        </p:txBody>
      </p:sp>
      <p:sp>
        <p:nvSpPr>
          <p:cNvPr id="225" name="path-170">
            <a:extLst xmlns:a="http://schemas.openxmlformats.org/drawingml/2006/main">
              <a:ext uri="{FF2B5EF4-FFF2-40B4-BE49-F238E27FC236}">
                <a16:creationId xmlns:a16="http://schemas.microsoft.com/office/drawing/2014/main" id="{C2FAB3FB-69CE-4551-A757-A02BFA129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4721369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0" y="0"/>
                </a:moveTo>
                <a:lnTo>
                  <a:pt x="1204711" y="0"/>
                </a:lnTo>
                <a:cubicBezTo>
                  <a:pt x="1235404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4" y="383666"/>
                  <a:pt x="1204711" y="383666"/>
                </a:cubicBezTo>
                <a:lnTo>
                  <a:pt x="46040" y="383666"/>
                </a:lnTo>
                <a:cubicBezTo>
                  <a:pt x="15346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6" y="0"/>
                  <a:pt x="4604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26" name="text-171 Starter">
            <a:extLst xmlns:a="http://schemas.openxmlformats.org/drawingml/2006/main">
              <a:ext uri="{FF2B5EF4-FFF2-40B4-BE49-F238E27FC236}">
                <a16:creationId xmlns:a16="http://schemas.microsoft.com/office/drawing/2014/main" id="{3058C598-4E6C-4ECE-821B-77276F55A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81608" y="4675596"/>
            <a:ext cx="611172" cy="28143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8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Starter</a:t>
            </a:r>
          </a:p>
        </p:txBody>
      </p:sp>
      <p:sp>
        <p:nvSpPr>
          <p:cNvPr id="227" name="text-172 state">
            <a:extLst xmlns:a="http://schemas.openxmlformats.org/drawingml/2006/main">
              <a:ext uri="{FF2B5EF4-FFF2-40B4-BE49-F238E27FC236}">
                <a16:creationId xmlns:a16="http://schemas.microsoft.com/office/drawing/2014/main" id="{A3163CC0-F331-461B-9FF8-2FBA86D75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9041" y="4843613"/>
            <a:ext cx="456898" cy="2838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28" name="path-173">
            <a:extLst xmlns:a="http://schemas.openxmlformats.org/drawingml/2006/main">
              <a:ext uri="{FF2B5EF4-FFF2-40B4-BE49-F238E27FC236}">
                <a16:creationId xmlns:a16="http://schemas.microsoft.com/office/drawing/2014/main" id="{674F6DBF-B0CA-40B3-A84B-4BA3958AA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4849667"/>
            <a:ext cx="127071" cy="127071"/>
          </a:xfrm>
          <a:custGeom xmlns:a="http://schemas.openxmlformats.org/drawingml/2006/main">
            <a:pathLst>
              <a:path w="127071" h="127071">
                <a:moveTo>
                  <a:pt x="0" y="0"/>
                </a:moveTo>
                <a:lnTo>
                  <a:pt x="127071" y="127071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29" name="path-174">
            <a:extLst xmlns:a="http://schemas.openxmlformats.org/drawingml/2006/main">
              <a:ext uri="{FF2B5EF4-FFF2-40B4-BE49-F238E27FC236}">
                <a16:creationId xmlns:a16="http://schemas.microsoft.com/office/drawing/2014/main" id="{7AC5B5C4-3565-403F-BA41-BD45BBC89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4849667"/>
            <a:ext cx="127071" cy="127071"/>
          </a:xfrm>
          <a:custGeom xmlns:a="http://schemas.openxmlformats.org/drawingml/2006/main">
            <a:pathLst>
              <a:path w="127071" h="127071">
                <a:moveTo>
                  <a:pt x="0" y="127071"/>
                </a:moveTo>
                <a:lnTo>
                  <a:pt x="1270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30" name="path-175">
            <a:extLst xmlns:a="http://schemas.openxmlformats.org/drawingml/2006/main">
              <a:ext uri="{FF2B5EF4-FFF2-40B4-BE49-F238E27FC236}">
                <a16:creationId xmlns:a16="http://schemas.microsoft.com/office/drawing/2014/main" id="{5257F9A8-C366-4D0F-9052-21304B6D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22" y="4721369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1" y="0"/>
                </a:moveTo>
                <a:lnTo>
                  <a:pt x="1204713" y="0"/>
                </a:lnTo>
                <a:cubicBezTo>
                  <a:pt x="1235407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7" y="383666"/>
                  <a:pt x="1204713" y="383666"/>
                </a:cubicBezTo>
                <a:lnTo>
                  <a:pt x="46041" y="383666"/>
                </a:lnTo>
                <a:cubicBezTo>
                  <a:pt x="15348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8" y="0"/>
                  <a:pt x="4604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31" name="text-176 Reference">
            <a:extLst xmlns:a="http://schemas.openxmlformats.org/drawingml/2006/main">
              <a:ext uri="{FF2B5EF4-FFF2-40B4-BE49-F238E27FC236}">
                <a16:creationId xmlns:a16="http://schemas.microsoft.com/office/drawing/2014/main" id="{2E7E8E31-3C4F-4C0E-8A81-57FAA9ACB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60436" y="4675507"/>
            <a:ext cx="861032" cy="2817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8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Reference</a:t>
            </a:r>
          </a:p>
        </p:txBody>
      </p:sp>
      <p:sp>
        <p:nvSpPr>
          <p:cNvPr id="232" name="text-177 state">
            <a:extLst xmlns:a="http://schemas.openxmlformats.org/drawingml/2006/main">
              <a:ext uri="{FF2B5EF4-FFF2-40B4-BE49-F238E27FC236}">
                <a16:creationId xmlns:a16="http://schemas.microsoft.com/office/drawing/2014/main" id="{C000D0FF-FB0D-4B98-ADD4-D6325167B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63259" y="4844114"/>
            <a:ext cx="456896" cy="2838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9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state</a:t>
            </a:r>
          </a:p>
        </p:txBody>
      </p:sp>
      <p:sp>
        <p:nvSpPr>
          <p:cNvPr id="233" name="path-178">
            <a:extLst xmlns:a="http://schemas.openxmlformats.org/drawingml/2006/main">
              <a:ext uri="{FF2B5EF4-FFF2-40B4-BE49-F238E27FC236}">
                <a16:creationId xmlns:a16="http://schemas.microsoft.com/office/drawing/2014/main" id="{62B7A2CC-C0AB-4488-B549-568544103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015" y="4913202"/>
            <a:ext cx="58241" cy="52946"/>
          </a:xfrm>
          <a:custGeom xmlns:a="http://schemas.openxmlformats.org/drawingml/2006/main">
            <a:pathLst>
              <a:path w="58241" h="52946">
                <a:moveTo>
                  <a:pt x="0" y="0"/>
                </a:moveTo>
                <a:lnTo>
                  <a:pt x="58241" y="5294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34" name="path-179">
            <a:extLst xmlns:a="http://schemas.openxmlformats.org/drawingml/2006/main">
              <a:ext uri="{FF2B5EF4-FFF2-40B4-BE49-F238E27FC236}">
                <a16:creationId xmlns:a16="http://schemas.microsoft.com/office/drawing/2014/main" id="{6F9F31D7-00AC-41A7-8451-61E2B17B0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256" y="4844372"/>
            <a:ext cx="100596" cy="121775"/>
          </a:xfrm>
          <a:custGeom xmlns:a="http://schemas.openxmlformats.org/drawingml/2006/main">
            <a:pathLst>
              <a:path w="100596" h="121775">
                <a:moveTo>
                  <a:pt x="0" y="121775"/>
                </a:moveTo>
                <a:lnTo>
                  <a:pt x="100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35" name="path-180">
            <a:extLst xmlns:a="http://schemas.openxmlformats.org/drawingml/2006/main">
              <a:ext uri="{FF2B5EF4-FFF2-40B4-BE49-F238E27FC236}">
                <a16:creationId xmlns:a16="http://schemas.microsoft.com/office/drawing/2014/main" id="{E2906719-C086-493A-8A05-4B98993B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5151075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0" y="0"/>
                </a:moveTo>
                <a:lnTo>
                  <a:pt x="1204711" y="0"/>
                </a:lnTo>
                <a:cubicBezTo>
                  <a:pt x="1235404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4" y="383666"/>
                  <a:pt x="1204711" y="383666"/>
                </a:cubicBezTo>
                <a:lnTo>
                  <a:pt x="46040" y="383666"/>
                </a:lnTo>
                <a:cubicBezTo>
                  <a:pt x="15346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6" y="0"/>
                  <a:pt x="46040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36" name="text-181 Violating">
            <a:extLst xmlns:a="http://schemas.openxmlformats.org/drawingml/2006/main">
              <a:ext uri="{FF2B5EF4-FFF2-40B4-BE49-F238E27FC236}">
                <a16:creationId xmlns:a16="http://schemas.microsoft.com/office/drawing/2014/main" id="{B938AED9-6C40-48E9-AAF0-B9745CB4B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491520" y="5106183"/>
            <a:ext cx="791294" cy="279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7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7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Violating</a:t>
            </a:r>
          </a:p>
        </p:txBody>
      </p:sp>
      <p:sp>
        <p:nvSpPr>
          <p:cNvPr id="237" name="text-182 mutants">
            <a:extLst xmlns:a="http://schemas.openxmlformats.org/drawingml/2006/main">
              <a:ext uri="{FF2B5EF4-FFF2-40B4-BE49-F238E27FC236}">
                <a16:creationId xmlns:a16="http://schemas.microsoft.com/office/drawing/2014/main" id="{E530073E-3F32-44C2-B371-85D04AC57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22660" y="5275419"/>
            <a:ext cx="729241" cy="2811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81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581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mutants</a:t>
            </a:r>
          </a:p>
        </p:txBody>
      </p:sp>
      <p:sp>
        <p:nvSpPr>
          <p:cNvPr id="238" name="path-183">
            <a:extLst xmlns:a="http://schemas.openxmlformats.org/drawingml/2006/main">
              <a:ext uri="{FF2B5EF4-FFF2-40B4-BE49-F238E27FC236}">
                <a16:creationId xmlns:a16="http://schemas.microsoft.com/office/drawing/2014/main" id="{46DF547F-C777-4D20-AD49-6514593C3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5279373"/>
            <a:ext cx="127071" cy="127070"/>
          </a:xfrm>
          <a:custGeom xmlns:a="http://schemas.openxmlformats.org/drawingml/2006/main">
            <a:pathLst>
              <a:path w="127071" h="127070">
                <a:moveTo>
                  <a:pt x="0" y="0"/>
                </a:moveTo>
                <a:lnTo>
                  <a:pt x="127071" y="12707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39" name="path-184">
            <a:extLst xmlns:a="http://schemas.openxmlformats.org/drawingml/2006/main">
              <a:ext uri="{FF2B5EF4-FFF2-40B4-BE49-F238E27FC236}">
                <a16:creationId xmlns:a16="http://schemas.microsoft.com/office/drawing/2014/main" id="{BA201557-F3F7-4111-97A2-BACCC266F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9854" y="5279373"/>
            <a:ext cx="127071" cy="127070"/>
          </a:xfrm>
          <a:custGeom xmlns:a="http://schemas.openxmlformats.org/drawingml/2006/main">
            <a:pathLst>
              <a:path w="127071" h="127070">
                <a:moveTo>
                  <a:pt x="0" y="127070"/>
                </a:moveTo>
                <a:lnTo>
                  <a:pt x="12707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C83843"/>
            </a:solidFill>
            <a:prstDash val="solid"/>
          </a:ln>
        </p:spPr>
      </p:sp>
      <p:sp>
        <p:nvSpPr>
          <p:cNvPr id="240" name="path-185">
            <a:extLst xmlns:a="http://schemas.openxmlformats.org/drawingml/2006/main">
              <a:ext uri="{FF2B5EF4-FFF2-40B4-BE49-F238E27FC236}">
                <a16:creationId xmlns:a16="http://schemas.microsoft.com/office/drawing/2014/main" id="{01CA2B6E-A309-4F16-8905-6507A36B0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322" y="5151075"/>
            <a:ext cx="1250752" cy="383666"/>
          </a:xfrm>
          <a:custGeom xmlns:a="http://schemas.openxmlformats.org/drawingml/2006/main">
            <a:pathLst>
              <a:path w="1250752" h="383666">
                <a:moveTo>
                  <a:pt x="46041" y="0"/>
                </a:moveTo>
                <a:lnTo>
                  <a:pt x="1204713" y="0"/>
                </a:lnTo>
                <a:cubicBezTo>
                  <a:pt x="1235407" y="0"/>
                  <a:pt x="1250752" y="15346"/>
                  <a:pt x="1250752" y="46040"/>
                </a:cubicBezTo>
                <a:lnTo>
                  <a:pt x="1250752" y="337626"/>
                </a:lnTo>
                <a:cubicBezTo>
                  <a:pt x="1250752" y="368319"/>
                  <a:pt x="1235407" y="383666"/>
                  <a:pt x="1204713" y="383666"/>
                </a:cubicBezTo>
                <a:lnTo>
                  <a:pt x="46041" y="383666"/>
                </a:lnTo>
                <a:cubicBezTo>
                  <a:pt x="15348" y="383666"/>
                  <a:pt x="0" y="368319"/>
                  <a:pt x="0" y="337626"/>
                </a:cubicBezTo>
                <a:lnTo>
                  <a:pt x="0" y="46040"/>
                </a:lnTo>
                <a:cubicBezTo>
                  <a:pt x="0" y="15346"/>
                  <a:pt x="15348" y="0"/>
                  <a:pt x="46041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F76666"/>
            </a:solidFill>
            <a:prstDash val="solid"/>
          </a:ln>
        </p:spPr>
      </p:sp>
      <p:sp>
        <p:nvSpPr>
          <p:cNvPr id="241" name="text-186 Valid">
            <a:extLst xmlns:a="http://schemas.openxmlformats.org/drawingml/2006/main">
              <a:ext uri="{FF2B5EF4-FFF2-40B4-BE49-F238E27FC236}">
                <a16:creationId xmlns:a16="http://schemas.microsoft.com/office/drawing/2014/main" id="{62E8098A-7C90-4006-B187-7592F536C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085573" y="5131521"/>
            <a:ext cx="405601" cy="2502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4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408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408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Valid</a:t>
            </a:r>
          </a:p>
        </p:txBody>
      </p:sp>
      <p:sp>
        <p:nvSpPr>
          <p:cNvPr id="242" name="text-187 alternatives">
            <a:extLst xmlns:a="http://schemas.openxmlformats.org/drawingml/2006/main">
              <a:ext uri="{FF2B5EF4-FFF2-40B4-BE49-F238E27FC236}">
                <a16:creationId xmlns:a16="http://schemas.microsoft.com/office/drawing/2014/main" id="{4C653952-BD27-4333-A5D7-CB720B5E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36956" y="5285942"/>
            <a:ext cx="898566" cy="2452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3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3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37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alternatives</a:t>
            </a:r>
          </a:p>
        </p:txBody>
      </p:sp>
      <p:sp>
        <p:nvSpPr>
          <p:cNvPr id="243" name="path-188">
            <a:extLst xmlns:a="http://schemas.openxmlformats.org/drawingml/2006/main">
              <a:ext uri="{FF2B5EF4-FFF2-40B4-BE49-F238E27FC236}">
                <a16:creationId xmlns:a16="http://schemas.microsoft.com/office/drawing/2014/main" id="{1326FC6D-1360-4F36-8A03-CBB851C60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7015" y="5342908"/>
            <a:ext cx="58241" cy="52946"/>
          </a:xfrm>
          <a:custGeom xmlns:a="http://schemas.openxmlformats.org/drawingml/2006/main">
            <a:pathLst>
              <a:path w="58241" h="52946">
                <a:moveTo>
                  <a:pt x="0" y="0"/>
                </a:moveTo>
                <a:lnTo>
                  <a:pt x="58241" y="5294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44" name="path-189">
            <a:extLst xmlns:a="http://schemas.openxmlformats.org/drawingml/2006/main">
              <a:ext uri="{FF2B5EF4-FFF2-40B4-BE49-F238E27FC236}">
                <a16:creationId xmlns:a16="http://schemas.microsoft.com/office/drawing/2014/main" id="{A7968CEC-20C7-4470-AD14-FB411D470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75256" y="5274079"/>
            <a:ext cx="100596" cy="121775"/>
          </a:xfrm>
          <a:custGeom xmlns:a="http://schemas.openxmlformats.org/drawingml/2006/main">
            <a:pathLst>
              <a:path w="100596" h="121775">
                <a:moveTo>
                  <a:pt x="0" y="121775"/>
                </a:moveTo>
                <a:lnTo>
                  <a:pt x="10059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45" name="path-190">
            <a:extLst xmlns:a="http://schemas.openxmlformats.org/drawingml/2006/main">
              <a:ext uri="{FF2B5EF4-FFF2-40B4-BE49-F238E27FC236}">
                <a16:creationId xmlns:a16="http://schemas.microsoft.com/office/drawing/2014/main" id="{E05BD644-04A6-489A-AA5B-8CE8C68C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105" y="5596128"/>
            <a:ext cx="2654969" cy="260893"/>
          </a:xfrm>
          <a:custGeom xmlns:a="http://schemas.openxmlformats.org/drawingml/2006/main">
            <a:pathLst>
              <a:path w="2654969" h="260893">
                <a:moveTo>
                  <a:pt x="53712" y="0"/>
                </a:moveTo>
                <a:lnTo>
                  <a:pt x="2601257" y="0"/>
                </a:lnTo>
                <a:cubicBezTo>
                  <a:pt x="2637066" y="0"/>
                  <a:pt x="2654969" y="17904"/>
                  <a:pt x="2654969" y="53713"/>
                </a:cubicBezTo>
                <a:lnTo>
                  <a:pt x="2654969" y="207179"/>
                </a:lnTo>
                <a:cubicBezTo>
                  <a:pt x="2654969" y="242989"/>
                  <a:pt x="2637066" y="260893"/>
                  <a:pt x="2601257" y="260893"/>
                </a:cubicBezTo>
                <a:lnTo>
                  <a:pt x="53712" y="260893"/>
                </a:lnTo>
                <a:cubicBezTo>
                  <a:pt x="17903" y="260893"/>
                  <a:pt x="0" y="242989"/>
                  <a:pt x="0" y="207179"/>
                </a:cubicBezTo>
                <a:lnTo>
                  <a:pt x="0" y="53713"/>
                </a:lnTo>
                <a:cubicBezTo>
                  <a:pt x="0" y="17904"/>
                  <a:pt x="17903" y="0"/>
                  <a:pt x="53712" y="0"/>
                </a:cubicBezTo>
              </a:path>
            </a:pathLst>
          </a:custGeom>
          <a:solidFill xmlns:a="http://schemas.openxmlformats.org/drawingml/2006/main">
            <a:srgbClr val="EEF8F2"/>
          </a:solidFill>
          <a:ln xmlns:a="http://schemas.openxmlformats.org/drawingml/2006/main" w="42630">
            <a:solidFill>
              <a:srgbClr val="16834A"/>
            </a:solidFill>
            <a:prstDash val="solid"/>
          </a:ln>
        </p:spPr>
      </p:sp>
      <p:sp>
        <p:nvSpPr>
          <p:cNvPr id="246" name="text-191 Admitted">
            <a:extLst xmlns:a="http://schemas.openxmlformats.org/drawingml/2006/main">
              <a:ext uri="{FF2B5EF4-FFF2-40B4-BE49-F238E27FC236}">
                <a16:creationId xmlns:a16="http://schemas.microsoft.com/office/drawing/2014/main" id="{3E2DF3D4-4BA8-476E-A411-F0D4F1967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03787" y="5570464"/>
            <a:ext cx="845096" cy="2936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1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1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51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Admitted</a:t>
            </a:r>
          </a:p>
        </p:txBody>
      </p:sp>
      <p:sp>
        <p:nvSpPr>
          <p:cNvPr id="247" name="text-191 task">
            <a:extLst xmlns:a="http://schemas.openxmlformats.org/drawingml/2006/main">
              <a:ext uri="{FF2B5EF4-FFF2-40B4-BE49-F238E27FC236}">
                <a16:creationId xmlns:a16="http://schemas.microsoft.com/office/drawing/2014/main" id="{86255510-D50F-43B7-AD58-0489580D6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57989" y="5571576"/>
            <a:ext cx="399905" cy="29206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4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4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4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48" name="path-192">
            <a:extLst xmlns:a="http://schemas.openxmlformats.org/drawingml/2006/main">
              <a:ext uri="{FF2B5EF4-FFF2-40B4-BE49-F238E27FC236}">
                <a16:creationId xmlns:a16="http://schemas.microsoft.com/office/drawing/2014/main" id="{0B501238-BE32-48BD-B3B4-C64D3DE1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1" y="4836469"/>
            <a:ext cx="191" cy="1327485"/>
          </a:xfrm>
          <a:custGeom xmlns:a="http://schemas.openxmlformats.org/drawingml/2006/main">
            <a:pathLst>
              <a:path w="191" h="1327485">
                <a:moveTo>
                  <a:pt x="0" y="0"/>
                </a:moveTo>
                <a:lnTo>
                  <a:pt x="0" y="1327485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49" name="path-193">
            <a:extLst xmlns:a="http://schemas.openxmlformats.org/drawingml/2006/main">
              <a:ext uri="{FF2B5EF4-FFF2-40B4-BE49-F238E27FC236}">
                <a16:creationId xmlns:a16="http://schemas.microsoft.com/office/drawing/2014/main" id="{EFD3D263-DD72-4801-BD7C-3D26CEDAC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7681" y="6163954"/>
            <a:ext cx="7596591" cy="191"/>
          </a:xfrm>
          <a:custGeom xmlns:a="http://schemas.openxmlformats.org/drawingml/2006/main">
            <a:pathLst>
              <a:path w="7596591" h="191">
                <a:moveTo>
                  <a:pt x="0" y="0"/>
                </a:moveTo>
                <a:lnTo>
                  <a:pt x="7596591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50" name="path-194">
            <a:extLst xmlns:a="http://schemas.openxmlformats.org/drawingml/2006/main">
              <a:ext uri="{FF2B5EF4-FFF2-40B4-BE49-F238E27FC236}">
                <a16:creationId xmlns:a16="http://schemas.microsoft.com/office/drawing/2014/main" id="{48989B4B-AA96-476B-82D2-2EF431335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4272" y="4836469"/>
            <a:ext cx="191" cy="1327485"/>
          </a:xfrm>
          <a:custGeom xmlns:a="http://schemas.openxmlformats.org/drawingml/2006/main">
            <a:pathLst>
              <a:path w="191" h="1327485">
                <a:moveTo>
                  <a:pt x="0" y="1327485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51" name="path-195">
            <a:extLst xmlns:a="http://schemas.openxmlformats.org/drawingml/2006/main">
              <a:ext uri="{FF2B5EF4-FFF2-40B4-BE49-F238E27FC236}">
                <a16:creationId xmlns:a16="http://schemas.microsoft.com/office/drawing/2014/main" id="{B3B7915F-1997-468A-A50F-B1D6DF15F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71746" y="4836469"/>
            <a:ext cx="222526" cy="191"/>
          </a:xfrm>
          <a:custGeom xmlns:a="http://schemas.openxmlformats.org/drawingml/2006/main">
            <a:pathLst>
              <a:path w="222526" h="191">
                <a:moveTo>
                  <a:pt x="222526" y="0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078A9A"/>
            </a:solidFill>
            <a:prstDash val="dash"/>
          </a:ln>
        </p:spPr>
      </p:sp>
      <p:sp>
        <p:nvSpPr>
          <p:cNvPr id="252" name="path-196">
            <a:extLst xmlns:a="http://schemas.openxmlformats.org/drawingml/2006/main">
              <a:ext uri="{FF2B5EF4-FFF2-40B4-BE49-F238E27FC236}">
                <a16:creationId xmlns:a16="http://schemas.microsoft.com/office/drawing/2014/main" id="{65718EAA-6FC9-40DF-B494-6B598DAAE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1991" y="4775082"/>
            <a:ext cx="107427" cy="122773"/>
          </a:xfrm>
          <a:custGeom xmlns:a="http://schemas.openxmlformats.org/drawingml/2006/main">
            <a:pathLst>
              <a:path w="107427" h="122773">
                <a:moveTo>
                  <a:pt x="0" y="61387"/>
                </a:moveTo>
                <a:lnTo>
                  <a:pt x="107427" y="0"/>
                </a:lnTo>
                <a:lnTo>
                  <a:pt x="107427" y="122773"/>
                </a:lnTo>
                <a:lnTo>
                  <a:pt x="0" y="61387"/>
                </a:lnTo>
              </a:path>
            </a:pathLst>
          </a:custGeom>
          <a:solidFill xmlns:a="http://schemas.openxmlformats.org/drawingml/2006/main">
            <a:srgbClr val="078A9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3" name="path-197">
            <a:extLst xmlns:a="http://schemas.openxmlformats.org/drawingml/2006/main">
              <a:ext uri="{FF2B5EF4-FFF2-40B4-BE49-F238E27FC236}">
                <a16:creationId xmlns:a16="http://schemas.microsoft.com/office/drawing/2014/main" id="{71C001BC-3BA7-40B3-B1C6-75CACC64B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0818" y="5926081"/>
            <a:ext cx="2102491" cy="214853"/>
          </a:xfrm>
          <a:custGeom xmlns:a="http://schemas.openxmlformats.org/drawingml/2006/main">
            <a:pathLst>
              <a:path w="2102491" h="214853">
                <a:moveTo>
                  <a:pt x="30693" y="0"/>
                </a:moveTo>
                <a:lnTo>
                  <a:pt x="2071797" y="0"/>
                </a:lnTo>
                <a:cubicBezTo>
                  <a:pt x="2092259" y="0"/>
                  <a:pt x="2102491" y="10231"/>
                  <a:pt x="2102491" y="30693"/>
                </a:cubicBezTo>
                <a:lnTo>
                  <a:pt x="2102491" y="184160"/>
                </a:lnTo>
                <a:cubicBezTo>
                  <a:pt x="2102491" y="204622"/>
                  <a:pt x="2092259" y="214853"/>
                  <a:pt x="2071797" y="214853"/>
                </a:cubicBezTo>
                <a:lnTo>
                  <a:pt x="30693" y="214853"/>
                </a:lnTo>
                <a:cubicBezTo>
                  <a:pt x="10231" y="214853"/>
                  <a:pt x="0" y="204622"/>
                  <a:pt x="0" y="184160"/>
                </a:cubicBezTo>
                <a:lnTo>
                  <a:pt x="0" y="30693"/>
                </a:lnTo>
                <a:cubicBezTo>
                  <a:pt x="0" y="10231"/>
                  <a:pt x="10231" y="0"/>
                  <a:pt x="3069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4" name="text-198 Bind">
            <a:extLst xmlns:a="http://schemas.openxmlformats.org/drawingml/2006/main">
              <a:ext uri="{FF2B5EF4-FFF2-40B4-BE49-F238E27FC236}">
                <a16:creationId xmlns:a16="http://schemas.microsoft.com/office/drawing/2014/main" id="{0D6B3594-7E33-4AC4-9DA9-452626E3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64880" y="5879860"/>
            <a:ext cx="423042" cy="2901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Bind</a:t>
            </a:r>
          </a:p>
        </p:txBody>
      </p:sp>
      <p:sp>
        <p:nvSpPr>
          <p:cNvPr id="255" name="text-198 App">
            <a:extLst xmlns:a="http://schemas.openxmlformats.org/drawingml/2006/main">
              <a:ext uri="{FF2B5EF4-FFF2-40B4-BE49-F238E27FC236}">
                <a16:creationId xmlns:a16="http://schemas.microsoft.com/office/drawing/2014/main" id="{ACD8587F-A161-4F9D-9698-234FAA38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797471" y="5879908"/>
            <a:ext cx="381598" cy="29010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632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App</a:t>
            </a:r>
          </a:p>
        </p:txBody>
      </p:sp>
      <p:sp>
        <p:nvSpPr>
          <p:cNvPr id="256" name="text-198 Context">
            <a:extLst xmlns:a="http://schemas.openxmlformats.org/drawingml/2006/main">
              <a:ext uri="{FF2B5EF4-FFF2-40B4-BE49-F238E27FC236}">
                <a16:creationId xmlns:a16="http://schemas.microsoft.com/office/drawing/2014/main" id="{1B17672A-B29F-4BC3-9E2C-647901E6E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188626" y="5877289"/>
            <a:ext cx="704202" cy="2937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2" b="1" i="1">
                <a:solidFill>
                  <a:srgbClr val="078A9A"/>
                </a:solidFill>
                <a:latin typeface="Calibri"/>
                <a:ea typeface="Calibri"/>
                <a:cs typeface="Calibri"/>
              </a:defRPr>
            </a:pPr>
            <a:r>
              <a:rPr sz="1652" b="1" i="1">
                <a:solidFill>
                  <a:srgbClr val="078A9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57" name="path-199">
            <a:extLst xmlns:a="http://schemas.openxmlformats.org/drawingml/2006/main">
              <a:ext uri="{FF2B5EF4-FFF2-40B4-BE49-F238E27FC236}">
                <a16:creationId xmlns:a16="http://schemas.microsoft.com/office/drawing/2014/main" id="{75A13311-E53A-4123-A9C5-F7909035C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0" y="6363460"/>
            <a:ext cx="15039715" cy="391339"/>
          </a:xfrm>
          <a:custGeom xmlns:a="http://schemas.openxmlformats.org/drawingml/2006/main">
            <a:pathLst>
              <a:path w="15039715" h="391339">
                <a:moveTo>
                  <a:pt x="76733" y="0"/>
                </a:moveTo>
                <a:lnTo>
                  <a:pt x="14962980" y="0"/>
                </a:lnTo>
                <a:cubicBezTo>
                  <a:pt x="15014136" y="0"/>
                  <a:pt x="15039715" y="25578"/>
                  <a:pt x="15039715" y="76734"/>
                </a:cubicBezTo>
                <a:lnTo>
                  <a:pt x="15039715" y="314607"/>
                </a:lnTo>
                <a:cubicBezTo>
                  <a:pt x="15039715" y="365762"/>
                  <a:pt x="15014136" y="391339"/>
                  <a:pt x="14962980" y="391339"/>
                </a:cubicBezTo>
                <a:lnTo>
                  <a:pt x="76733" y="391339"/>
                </a:lnTo>
                <a:cubicBezTo>
                  <a:pt x="25578" y="391339"/>
                  <a:pt x="0" y="365762"/>
                  <a:pt x="0" y="314607"/>
                </a:cubicBezTo>
                <a:lnTo>
                  <a:pt x="0" y="76734"/>
                </a:lnTo>
                <a:cubicBezTo>
                  <a:pt x="0" y="25578"/>
                  <a:pt x="25578" y="0"/>
                  <a:pt x="76733" y="0"/>
                </a:cubicBezTo>
              </a:path>
            </a:pathLst>
          </a:custGeom>
          <a:solidFill xmlns:a="http://schemas.openxmlformats.org/drawingml/2006/main">
            <a:srgbClr val="F3F5F8"/>
          </a:solidFill>
          <a:ln xmlns:a="http://schemas.openxmlformats.org/drawingml/2006/main" w="42630">
            <a:solidFill>
              <a:srgbClr val="9AA6B8"/>
            </a:solidFill>
            <a:prstDash val="dash"/>
          </a:ln>
        </p:spPr>
      </p:sp>
      <p:sp>
        <p:nvSpPr>
          <p:cNvPr id="258" name="text-200 Original">
            <a:extLst xmlns:a="http://schemas.openxmlformats.org/drawingml/2006/main">
              <a:ext uri="{FF2B5EF4-FFF2-40B4-BE49-F238E27FC236}">
                <a16:creationId xmlns:a16="http://schemas.microsoft.com/office/drawing/2014/main" id="{F7721BD0-E64A-4911-B57C-4E00805F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92946" y="6397607"/>
            <a:ext cx="756435" cy="30096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Original</a:t>
            </a:r>
          </a:p>
        </p:txBody>
      </p:sp>
      <p:sp>
        <p:nvSpPr>
          <p:cNvPr id="259" name="text-200 query:">
            <a:extLst xmlns:a="http://schemas.openxmlformats.org/drawingml/2006/main">
              <a:ext uri="{FF2B5EF4-FFF2-40B4-BE49-F238E27FC236}">
                <a16:creationId xmlns:a16="http://schemas.microsoft.com/office/drawing/2014/main" id="{4B2EAA42-8F25-4E0A-86B4-D6C15BE7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9327" y="6398208"/>
            <a:ext cx="606633" cy="3001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8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88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88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query:</a:t>
            </a:r>
          </a:p>
        </p:txBody>
      </p:sp>
      <p:sp>
        <p:nvSpPr>
          <p:cNvPr id="260" name="text-200 construction">
            <a:extLst xmlns:a="http://schemas.openxmlformats.org/drawingml/2006/main">
              <a:ext uri="{FF2B5EF4-FFF2-40B4-BE49-F238E27FC236}">
                <a16:creationId xmlns:a16="http://schemas.microsoft.com/office/drawing/2014/main" id="{8B0281BD-2B19-41C2-B16A-4E542A5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5955" y="6396460"/>
            <a:ext cx="1144394" cy="30257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02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construction</a:t>
            </a:r>
          </a:p>
        </p:txBody>
      </p:sp>
      <p:sp>
        <p:nvSpPr>
          <p:cNvPr id="261" name="text-200 context">
            <a:extLst xmlns:a="http://schemas.openxmlformats.org/drawingml/2006/main">
              <a:ext uri="{FF2B5EF4-FFF2-40B4-BE49-F238E27FC236}">
                <a16:creationId xmlns:a16="http://schemas.microsoft.com/office/drawing/2014/main" id="{D0802E5B-291F-4C6F-A796-6CD9258C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829931" y="6394136"/>
            <a:ext cx="707445" cy="3058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0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0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20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context</a:t>
            </a:r>
          </a:p>
        </p:txBody>
      </p:sp>
      <p:sp>
        <p:nvSpPr>
          <p:cNvPr id="262" name="text-200 only">
            <a:extLst xmlns:a="http://schemas.openxmlformats.org/drawingml/2006/main">
              <a:ext uri="{FF2B5EF4-FFF2-40B4-BE49-F238E27FC236}">
                <a16:creationId xmlns:a16="http://schemas.microsoft.com/office/drawing/2014/main" id="{151724DF-E681-49A1-A107-3225DEE2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546681" y="6397675"/>
            <a:ext cx="419020" cy="30087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1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only</a:t>
            </a:r>
          </a:p>
        </p:txBody>
      </p:sp>
      <p:sp>
        <p:nvSpPr>
          <p:cNvPr id="263" name="text-201 Internal">
            <a:extLst xmlns:a="http://schemas.openxmlformats.org/drawingml/2006/main">
              <a:ext uri="{FF2B5EF4-FFF2-40B4-BE49-F238E27FC236}">
                <a16:creationId xmlns:a16="http://schemas.microsoft.com/office/drawing/2014/main" id="{AA853B07-BAFF-4ED8-851D-ECE845C62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16259" y="6396225"/>
            <a:ext cx="722068" cy="30290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0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04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04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Internal</a:t>
            </a:r>
          </a:p>
        </p:txBody>
      </p:sp>
      <p:sp>
        <p:nvSpPr>
          <p:cNvPr id="264" name="text-201 records">
            <a:extLst xmlns:a="http://schemas.openxmlformats.org/drawingml/2006/main">
              <a:ext uri="{FF2B5EF4-FFF2-40B4-BE49-F238E27FC236}">
                <a16:creationId xmlns:a16="http://schemas.microsoft.com/office/drawing/2014/main" id="{FA280077-7C56-40F1-9409-6F5F6C6BD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47833" y="6396985"/>
            <a:ext cx="682542" cy="3018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8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records</a:t>
            </a:r>
          </a:p>
        </p:txBody>
      </p:sp>
      <p:sp>
        <p:nvSpPr>
          <p:cNvPr id="265" name="text-201 and">
            <a:extLst xmlns:a="http://schemas.openxmlformats.org/drawingml/2006/main">
              <a:ext uri="{FF2B5EF4-FFF2-40B4-BE49-F238E27FC236}">
                <a16:creationId xmlns:a16="http://schemas.microsoft.com/office/drawing/2014/main" id="{7771AA59-6698-4EA1-B400-1A8EB2A2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840090" y="6397693"/>
            <a:ext cx="370018" cy="300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66" name="text-201 hidden">
            <a:extLst xmlns:a="http://schemas.openxmlformats.org/drawingml/2006/main">
              <a:ext uri="{FF2B5EF4-FFF2-40B4-BE49-F238E27FC236}">
                <a16:creationId xmlns:a16="http://schemas.microsoft.com/office/drawing/2014/main" id="{3E6CF16B-106C-429E-A5BB-66084C71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219950" y="6397669"/>
            <a:ext cx="632358" cy="3008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hidden</a:t>
            </a:r>
          </a:p>
        </p:txBody>
      </p:sp>
      <p:sp>
        <p:nvSpPr>
          <p:cNvPr id="267" name="text-201 evaluations">
            <a:extLst xmlns:a="http://schemas.openxmlformats.org/drawingml/2006/main">
              <a:ext uri="{FF2B5EF4-FFF2-40B4-BE49-F238E27FC236}">
                <a16:creationId xmlns:a16="http://schemas.microsoft.com/office/drawing/2014/main" id="{5C859776-038C-412A-8CBD-E4BC8E10C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862146" y="6397064"/>
            <a:ext cx="1043266" cy="3017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7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evaluations</a:t>
            </a:r>
          </a:p>
        </p:txBody>
      </p:sp>
      <p:sp>
        <p:nvSpPr>
          <p:cNvPr id="268" name="text-201 stay">
            <a:extLst xmlns:a="http://schemas.openxmlformats.org/drawingml/2006/main">
              <a:ext uri="{FF2B5EF4-FFF2-40B4-BE49-F238E27FC236}">
                <a16:creationId xmlns:a16="http://schemas.microsoft.com/office/drawing/2014/main" id="{C595010E-D7D9-4558-A654-6001E2C94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15141" y="6394436"/>
            <a:ext cx="401351" cy="3054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8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18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stay</a:t>
            </a:r>
          </a:p>
        </p:txBody>
      </p:sp>
      <p:sp>
        <p:nvSpPr>
          <p:cNvPr id="269" name="text-201 outside">
            <a:extLst xmlns:a="http://schemas.openxmlformats.org/drawingml/2006/main">
              <a:ext uri="{FF2B5EF4-FFF2-40B4-BE49-F238E27FC236}">
                <a16:creationId xmlns:a16="http://schemas.microsoft.com/office/drawing/2014/main" id="{7C2CAEE3-523F-4CC3-A551-2F7B4A531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25726" y="6397704"/>
            <a:ext cx="677122" cy="3008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outside</a:t>
            </a:r>
          </a:p>
        </p:txBody>
      </p:sp>
      <p:sp>
        <p:nvSpPr>
          <p:cNvPr id="270" name="text-201 Solver">
            <a:extLst xmlns:a="http://schemas.openxmlformats.org/drawingml/2006/main">
              <a:ext uri="{FF2B5EF4-FFF2-40B4-BE49-F238E27FC236}">
                <a16:creationId xmlns:a16="http://schemas.microsoft.com/office/drawing/2014/main" id="{FAEE5B06-A3DC-4002-BCAF-CF8AC58FA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12825" y="6397664"/>
            <a:ext cx="567391" cy="3008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Solver</a:t>
            </a:r>
          </a:p>
        </p:txBody>
      </p:sp>
      <p:sp>
        <p:nvSpPr>
          <p:cNvPr id="271" name="text-201 inputs">
            <a:extLst xmlns:a="http://schemas.openxmlformats.org/drawingml/2006/main">
              <a:ext uri="{FF2B5EF4-FFF2-40B4-BE49-F238E27FC236}">
                <a16:creationId xmlns:a16="http://schemas.microsoft.com/office/drawing/2014/main" id="{ABC621F6-FF7E-457E-91F0-D3BA2C94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590136" y="6397721"/>
            <a:ext cx="574767" cy="300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272" name="path-202">
            <a:extLst xmlns:a="http://schemas.openxmlformats.org/drawingml/2006/main">
              <a:ext uri="{FF2B5EF4-FFF2-40B4-BE49-F238E27FC236}">
                <a16:creationId xmlns:a16="http://schemas.microsoft.com/office/drawing/2014/main" id="{CBD5E2B8-7ADF-40B0-A873-860E3AF6C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60" y="6915940"/>
            <a:ext cx="15039715" cy="2194570"/>
          </a:xfrm>
          <a:custGeom xmlns:a="http://schemas.openxmlformats.org/drawingml/2006/main">
            <a:pathLst>
              <a:path w="15039715" h="2194570">
                <a:moveTo>
                  <a:pt x="99753" y="0"/>
                </a:moveTo>
                <a:lnTo>
                  <a:pt x="14939961" y="0"/>
                </a:lnTo>
                <a:cubicBezTo>
                  <a:pt x="15006464" y="0"/>
                  <a:pt x="15039715" y="33251"/>
                  <a:pt x="15039715" y="99753"/>
                </a:cubicBezTo>
                <a:lnTo>
                  <a:pt x="15039715" y="2094818"/>
                </a:lnTo>
                <a:cubicBezTo>
                  <a:pt x="15039715" y="2161319"/>
                  <a:pt x="15006464" y="2194570"/>
                  <a:pt x="14939961" y="2194570"/>
                </a:cubicBezTo>
                <a:lnTo>
                  <a:pt x="99753" y="2194570"/>
                </a:lnTo>
                <a:cubicBezTo>
                  <a:pt x="33251" y="2194570"/>
                  <a:pt x="0" y="2161319"/>
                  <a:pt x="0" y="2094818"/>
                </a:cubicBezTo>
                <a:lnTo>
                  <a:pt x="0" y="99753"/>
                </a:lnTo>
                <a:cubicBezTo>
                  <a:pt x="0" y="33251"/>
                  <a:pt x="33251" y="0"/>
                  <a:pt x="99753" y="0"/>
                </a:cubicBez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42630">
            <a:solidFill>
              <a:srgbClr val="619FD2"/>
            </a:solidFill>
            <a:prstDash val="dash"/>
          </a:ln>
        </p:spPr>
      </p:sp>
      <p:sp>
        <p:nvSpPr>
          <p:cNvPr id="273" name="text-203 Proposed">
            <a:extLst xmlns:a="http://schemas.openxmlformats.org/drawingml/2006/main">
              <a:ext uri="{FF2B5EF4-FFF2-40B4-BE49-F238E27FC236}">
                <a16:creationId xmlns:a16="http://schemas.microsoft.com/office/drawing/2014/main" id="{32417789-33DD-48E6-87E9-683751248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77599" y="6936797"/>
            <a:ext cx="934352" cy="32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Proposed</a:t>
            </a:r>
          </a:p>
        </p:txBody>
      </p:sp>
      <p:sp>
        <p:nvSpPr>
          <p:cNvPr id="274" name="text-203 task">
            <a:extLst xmlns:a="http://schemas.openxmlformats.org/drawingml/2006/main">
              <a:ext uri="{FF2B5EF4-FFF2-40B4-BE49-F238E27FC236}">
                <a16:creationId xmlns:a16="http://schemas.microsoft.com/office/drawing/2014/main" id="{2B79B1F5-3498-4552-8B6F-305541669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22569" y="6935103"/>
            <a:ext cx="444366" cy="3247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6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6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26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task</a:t>
            </a:r>
          </a:p>
        </p:txBody>
      </p:sp>
      <p:sp>
        <p:nvSpPr>
          <p:cNvPr id="275" name="text-203 from">
            <a:extLst xmlns:a="http://schemas.openxmlformats.org/drawingml/2006/main">
              <a:ext uri="{FF2B5EF4-FFF2-40B4-BE49-F238E27FC236}">
                <a16:creationId xmlns:a16="http://schemas.microsoft.com/office/drawing/2014/main" id="{C22532D8-C5B0-456E-A1AF-BA2B7D9D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7214" y="6936832"/>
            <a:ext cx="501542" cy="3223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13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from</a:t>
            </a:r>
          </a:p>
        </p:txBody>
      </p:sp>
      <p:sp>
        <p:nvSpPr>
          <p:cNvPr id="276" name="text-203 case">
            <a:extLst xmlns:a="http://schemas.openxmlformats.org/drawingml/2006/main">
              <a:ext uri="{FF2B5EF4-FFF2-40B4-BE49-F238E27FC236}">
                <a16:creationId xmlns:a16="http://schemas.microsoft.com/office/drawing/2014/main" id="{900A757F-46C4-4CF0-A3B2-6DEF68354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189408" y="6935692"/>
            <a:ext cx="461808" cy="3239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2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22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22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case</a:t>
            </a:r>
          </a:p>
        </p:txBody>
      </p:sp>
      <p:sp>
        <p:nvSpPr>
          <p:cNvPr id="277" name="text-203 1781">
            <a:extLst xmlns:a="http://schemas.openxmlformats.org/drawingml/2006/main">
              <a:ext uri="{FF2B5EF4-FFF2-40B4-BE49-F238E27FC236}">
                <a16:creationId xmlns:a16="http://schemas.microsoft.com/office/drawing/2014/main" id="{7D946072-11D2-4FAD-8818-1A41F984B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661548" y="6936673"/>
            <a:ext cx="508276" cy="3225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14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14" b="1" i="1">
                <a:solidFill>
                  <a:srgbClr val="36567A"/>
                </a:solidFill>
                <a:latin typeface="Calibri"/>
                <a:ea typeface="Calibri"/>
                <a:cs typeface="Calibri"/>
              </a:defRPr>
            </a:pPr>
            <a:r>
              <a:rPr sz="1814" b="1" i="1">
                <a:solidFill>
                  <a:srgbClr val="36567A"/>
                </a:solidFill>
                <a:latin typeface="Calibri"/>
                <a:ea typeface="Calibri"/>
                <a:cs typeface="Calibri"/>
              </a:rPr>
              <a:t>1781</a:t>
            </a:r>
          </a:p>
        </p:txBody>
      </p:sp>
      <p:sp>
        <p:nvSpPr>
          <p:cNvPr id="278" name="text-204 Output">
            <a:extLst xmlns:a="http://schemas.openxmlformats.org/drawingml/2006/main">
              <a:ext uri="{FF2B5EF4-FFF2-40B4-BE49-F238E27FC236}">
                <a16:creationId xmlns:a16="http://schemas.microsoft.com/office/drawing/2014/main" id="{FFE99D34-720F-4E85-95F1-04B778AB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745734" y="6946350"/>
            <a:ext cx="654439" cy="3008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Output</a:t>
            </a:r>
          </a:p>
        </p:txBody>
      </p:sp>
      <p:sp>
        <p:nvSpPr>
          <p:cNvPr id="279" name="text-204 layout">
            <a:extLst xmlns:a="http://schemas.openxmlformats.org/drawingml/2006/main">
              <a:ext uri="{FF2B5EF4-FFF2-40B4-BE49-F238E27FC236}">
                <a16:creationId xmlns:a16="http://schemas.microsoft.com/office/drawing/2014/main" id="{7705BC01-F406-4EB8-8F9A-168518070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10060" y="6946395"/>
            <a:ext cx="586967" cy="300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layout</a:t>
            </a:r>
          </a:p>
        </p:txBody>
      </p:sp>
      <p:sp>
        <p:nvSpPr>
          <p:cNvPr id="280" name="path-205">
            <a:extLst xmlns:a="http://schemas.openxmlformats.org/drawingml/2006/main">
              <a:ext uri="{FF2B5EF4-FFF2-40B4-BE49-F238E27FC236}">
                <a16:creationId xmlns:a16="http://schemas.microsoft.com/office/drawing/2014/main" id="{26E14DA2-64EA-4633-89AC-243837CBE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" y="7407033"/>
            <a:ext cx="3483689" cy="598519"/>
          </a:xfrm>
          <a:custGeom xmlns:a="http://schemas.openxmlformats.org/drawingml/2006/main">
            <a:pathLst>
              <a:path w="3483689" h="598519">
                <a:moveTo>
                  <a:pt x="76733" y="0"/>
                </a:moveTo>
                <a:lnTo>
                  <a:pt x="3406956" y="0"/>
                </a:lnTo>
                <a:cubicBezTo>
                  <a:pt x="3458111" y="0"/>
                  <a:pt x="3483689" y="25578"/>
                  <a:pt x="3483689" y="76733"/>
                </a:cubicBezTo>
                <a:lnTo>
                  <a:pt x="3483689" y="521786"/>
                </a:lnTo>
                <a:cubicBezTo>
                  <a:pt x="3483689" y="572941"/>
                  <a:pt x="3458111" y="598519"/>
                  <a:pt x="3406956" y="598519"/>
                </a:cubicBezTo>
                <a:lnTo>
                  <a:pt x="76733" y="598519"/>
                </a:lnTo>
                <a:cubicBezTo>
                  <a:pt x="25578" y="598519"/>
                  <a:pt x="0" y="572941"/>
                  <a:pt x="0" y="521786"/>
                </a:cubicBezTo>
                <a:lnTo>
                  <a:pt x="0" y="76733"/>
                </a:lnTo>
                <a:cubicBezTo>
                  <a:pt x="0" y="25578"/>
                  <a:pt x="25578" y="0"/>
                  <a:pt x="7673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281" name="">
            <a:extLst xmlns:a="http://schemas.openxmlformats.org/drawingml/2006/main">
              <a:ext uri="{FF2B5EF4-FFF2-40B4-BE49-F238E27FC236}">
                <a16:creationId xmlns:a16="http://schemas.microsoft.com/office/drawing/2014/main" id="{D871DF0B-20B8-4A9D-8559-A21629F7333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82ec8efc1421a"/>
          <a:stretch xmlns:a="http://schemas.openxmlformats.org/drawingml/2006/main"/>
        </p:blipFill>
        <p:spPr>
          <a:xfrm xmlns:a="http://schemas.openxmlformats.org/drawingml/2006/main">
            <a:off x="384039" y="7485793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82" name="text-207 Household">
            <a:extLst xmlns:a="http://schemas.openxmlformats.org/drawingml/2006/main">
              <a:ext uri="{FF2B5EF4-FFF2-40B4-BE49-F238E27FC236}">
                <a16:creationId xmlns:a16="http://schemas.microsoft.com/office/drawing/2014/main" id="{B7F4B9B5-550B-4CBB-8EFE-37CA20B5C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7419964"/>
            <a:ext cx="1088939" cy="33299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Household</a:t>
            </a:r>
          </a:p>
        </p:txBody>
      </p:sp>
      <p:sp>
        <p:nvSpPr>
          <p:cNvPr id="283" name="text-207 totals">
            <a:extLst xmlns:a="http://schemas.openxmlformats.org/drawingml/2006/main">
              <a:ext uri="{FF2B5EF4-FFF2-40B4-BE49-F238E27FC236}">
                <a16:creationId xmlns:a16="http://schemas.microsoft.com/office/drawing/2014/main" id="{715D6E87-4C91-4AE5-9B0C-604F58253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45103" y="7417554"/>
            <a:ext cx="611536" cy="33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9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totals</a:t>
            </a:r>
          </a:p>
        </p:txBody>
      </p:sp>
      <p:sp>
        <p:nvSpPr>
          <p:cNvPr id="284" name="text-208 IPSS">
            <a:extLst xmlns:a="http://schemas.openxmlformats.org/drawingml/2006/main">
              <a:ext uri="{FF2B5EF4-FFF2-40B4-BE49-F238E27FC236}">
                <a16:creationId xmlns:a16="http://schemas.microsoft.com/office/drawing/2014/main" id="{74A13DE6-92AF-4034-8ED7-ABAEE2037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7698285"/>
            <a:ext cx="383948" cy="29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IPSS</a:t>
            </a:r>
          </a:p>
        </p:txBody>
      </p:sp>
      <p:sp>
        <p:nvSpPr>
          <p:cNvPr id="285" name="text-208 workbook">
            <a:extLst xmlns:a="http://schemas.openxmlformats.org/drawingml/2006/main">
              <a:ext uri="{FF2B5EF4-FFF2-40B4-BE49-F238E27FC236}">
                <a16:creationId xmlns:a16="http://schemas.microsoft.com/office/drawing/2014/main" id="{E17D18E6-6B1D-48B1-905D-370329B17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613" y="7698352"/>
            <a:ext cx="870278" cy="29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workbook</a:t>
            </a:r>
          </a:p>
        </p:txBody>
      </p:sp>
      <p:sp>
        <p:nvSpPr>
          <p:cNvPr id="286" name="text-208 1">
            <a:extLst xmlns:a="http://schemas.openxmlformats.org/drawingml/2006/main">
              <a:ext uri="{FF2B5EF4-FFF2-40B4-BE49-F238E27FC236}">
                <a16:creationId xmlns:a16="http://schemas.microsoft.com/office/drawing/2014/main" id="{CA1F0049-2C85-479D-ADAA-BCD7DF297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505" y="7698278"/>
            <a:ext cx="142313" cy="29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87" name="path-209">
            <a:extLst xmlns:a="http://schemas.openxmlformats.org/drawingml/2006/main">
              <a:ext uri="{FF2B5EF4-FFF2-40B4-BE49-F238E27FC236}">
                <a16:creationId xmlns:a16="http://schemas.microsoft.com/office/drawing/2014/main" id="{D1AE1CB2-1B33-4B9B-9B46-83979723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273" y="8128324"/>
            <a:ext cx="3483689" cy="598520"/>
          </a:xfrm>
          <a:custGeom xmlns:a="http://schemas.openxmlformats.org/drawingml/2006/main">
            <a:pathLst>
              <a:path w="3483689" h="598520">
                <a:moveTo>
                  <a:pt x="76733" y="0"/>
                </a:moveTo>
                <a:lnTo>
                  <a:pt x="3406956" y="0"/>
                </a:lnTo>
                <a:cubicBezTo>
                  <a:pt x="3458111" y="0"/>
                  <a:pt x="3483689" y="25579"/>
                  <a:pt x="3483689" y="76734"/>
                </a:cubicBezTo>
                <a:lnTo>
                  <a:pt x="3483689" y="521787"/>
                </a:lnTo>
                <a:cubicBezTo>
                  <a:pt x="3483689" y="572942"/>
                  <a:pt x="3458111" y="598520"/>
                  <a:pt x="3406956" y="598520"/>
                </a:cubicBezTo>
                <a:lnTo>
                  <a:pt x="76733" y="598520"/>
                </a:lnTo>
                <a:cubicBezTo>
                  <a:pt x="25578" y="598520"/>
                  <a:pt x="0" y="572942"/>
                  <a:pt x="0" y="521787"/>
                </a:cubicBezTo>
                <a:lnTo>
                  <a:pt x="0" y="76734"/>
                </a:lnTo>
                <a:cubicBezTo>
                  <a:pt x="0" y="25579"/>
                  <a:pt x="25578" y="0"/>
                  <a:pt x="76733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288" name="">
            <a:extLst xmlns:a="http://schemas.openxmlformats.org/drawingml/2006/main">
              <a:ext uri="{FF2B5EF4-FFF2-40B4-BE49-F238E27FC236}">
                <a16:creationId xmlns:a16="http://schemas.microsoft.com/office/drawing/2014/main" id="{6847D10F-B559-4E21-8D0A-B620AC1EF7C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4507332214686"/>
          <a:stretch xmlns:a="http://schemas.openxmlformats.org/drawingml/2006/main"/>
        </p:blipFill>
        <p:spPr>
          <a:xfrm xmlns:a="http://schemas.openxmlformats.org/drawingml/2006/main">
            <a:off x="384039" y="8209693"/>
            <a:ext cx="447675" cy="438150"/>
          </a:xfrm>
          <a:prstGeom xmlns:a="http://schemas.openxmlformats.org/drawingml/2006/main" prst="rect">
            <a:avLst/>
          </a:prstGeom>
        </p:spPr>
      </p:pic>
      <p:sp>
        <p:nvSpPr>
          <p:cNvPr id="289" name="text-211 Age">
            <a:extLst xmlns:a="http://schemas.openxmlformats.org/drawingml/2006/main">
              <a:ext uri="{FF2B5EF4-FFF2-40B4-BE49-F238E27FC236}">
                <a16:creationId xmlns:a16="http://schemas.microsoft.com/office/drawing/2014/main" id="{DB5394A2-581B-4C1C-BFDA-4873C147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8141465"/>
            <a:ext cx="429429" cy="333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Age</a:t>
            </a:r>
          </a:p>
        </p:txBody>
      </p:sp>
      <p:sp>
        <p:nvSpPr>
          <p:cNvPr id="290" name="text-211 and">
            <a:extLst xmlns:a="http://schemas.openxmlformats.org/drawingml/2006/main">
              <a:ext uri="{FF2B5EF4-FFF2-40B4-BE49-F238E27FC236}">
                <a16:creationId xmlns:a16="http://schemas.microsoft.com/office/drawing/2014/main" id="{5C361DE1-F333-42A4-8590-29611A6E2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85482" y="8141573"/>
            <a:ext cx="419329" cy="3330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291" name="text-211 family">
            <a:extLst xmlns:a="http://schemas.openxmlformats.org/drawingml/2006/main">
              <a:ext uri="{FF2B5EF4-FFF2-40B4-BE49-F238E27FC236}">
                <a16:creationId xmlns:a16="http://schemas.microsoft.com/office/drawing/2014/main" id="{B9BC1ED5-145B-48D1-8D93-1F29AE91F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15794" y="8140775"/>
            <a:ext cx="663860" cy="334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family</a:t>
            </a:r>
          </a:p>
        </p:txBody>
      </p:sp>
      <p:sp>
        <p:nvSpPr>
          <p:cNvPr id="292" name="text-211 groups">
            <a:extLst xmlns:a="http://schemas.openxmlformats.org/drawingml/2006/main">
              <a:ext uri="{FF2B5EF4-FFF2-40B4-BE49-F238E27FC236}">
                <a16:creationId xmlns:a16="http://schemas.microsoft.com/office/drawing/2014/main" id="{E8260EB8-BFB7-4212-9B67-AEF18961A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490402" y="8141147"/>
            <a:ext cx="722268" cy="3336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7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87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groups</a:t>
            </a:r>
          </a:p>
        </p:txBody>
      </p:sp>
      <p:sp>
        <p:nvSpPr>
          <p:cNvPr id="293" name="text-212 IPSS">
            <a:extLst xmlns:a="http://schemas.openxmlformats.org/drawingml/2006/main">
              <a:ext uri="{FF2B5EF4-FFF2-40B4-BE49-F238E27FC236}">
                <a16:creationId xmlns:a16="http://schemas.microsoft.com/office/drawing/2014/main" id="{934CD84B-9358-4532-B921-73A3F62D9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5179" y="8419577"/>
            <a:ext cx="383948" cy="2901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IPSS</a:t>
            </a:r>
          </a:p>
        </p:txBody>
      </p:sp>
      <p:sp>
        <p:nvSpPr>
          <p:cNvPr id="294" name="text-212 workbook">
            <a:extLst xmlns:a="http://schemas.openxmlformats.org/drawingml/2006/main">
              <a:ext uri="{FF2B5EF4-FFF2-40B4-BE49-F238E27FC236}">
                <a16:creationId xmlns:a16="http://schemas.microsoft.com/office/drawing/2014/main" id="{2BB61908-8004-4C0F-863A-BC5BCE6F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613" y="8419645"/>
            <a:ext cx="870278" cy="2900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1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workbook</a:t>
            </a:r>
          </a:p>
        </p:txBody>
      </p:sp>
      <p:sp>
        <p:nvSpPr>
          <p:cNvPr id="295" name="text-212 2">
            <a:extLst xmlns:a="http://schemas.openxmlformats.org/drawingml/2006/main">
              <a:ext uri="{FF2B5EF4-FFF2-40B4-BE49-F238E27FC236}">
                <a16:creationId xmlns:a16="http://schemas.microsoft.com/office/drawing/2014/main" id="{5D748910-6A00-422D-91EF-DF275017F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218505" y="8419570"/>
            <a:ext cx="142313" cy="2901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3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6" name="text-213 Both">
            <a:extLst xmlns:a="http://schemas.openxmlformats.org/drawingml/2006/main">
              <a:ext uri="{FF2B5EF4-FFF2-40B4-BE49-F238E27FC236}">
                <a16:creationId xmlns:a16="http://schemas.microsoft.com/office/drawing/2014/main" id="{0E8EDCBA-89BD-4857-851C-AA3B3E3C8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017" y="8764833"/>
            <a:ext cx="460310" cy="3009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Both</a:t>
            </a:r>
          </a:p>
        </p:txBody>
      </p:sp>
      <p:sp>
        <p:nvSpPr>
          <p:cNvPr id="297" name="text-213 inputs">
            <a:extLst xmlns:a="http://schemas.openxmlformats.org/drawingml/2006/main">
              <a:ext uri="{FF2B5EF4-FFF2-40B4-BE49-F238E27FC236}">
                <a16:creationId xmlns:a16="http://schemas.microsoft.com/office/drawing/2014/main" id="{FB57AC5F-A527-454F-AC85-10142767E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3115" y="8764842"/>
            <a:ext cx="590660" cy="3009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inputs</a:t>
            </a:r>
          </a:p>
        </p:txBody>
      </p:sp>
      <p:sp>
        <p:nvSpPr>
          <p:cNvPr id="298" name="text-213 unchanged">
            <a:extLst xmlns:a="http://schemas.openxmlformats.org/drawingml/2006/main">
              <a:ext uri="{FF2B5EF4-FFF2-40B4-BE49-F238E27FC236}">
                <a16:creationId xmlns:a16="http://schemas.microsoft.com/office/drawing/2014/main" id="{41FD8A02-3082-4152-A064-B6DAF1C5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3630" y="8764900"/>
            <a:ext cx="1025896" cy="3008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unchanged</a:t>
            </a:r>
          </a:p>
        </p:txBody>
      </p:sp>
      <p:sp>
        <p:nvSpPr>
          <p:cNvPr id="299" name="path-214">
            <a:extLst xmlns:a="http://schemas.openxmlformats.org/drawingml/2006/main">
              <a:ext uri="{FF2B5EF4-FFF2-40B4-BE49-F238E27FC236}">
                <a16:creationId xmlns:a16="http://schemas.microsoft.com/office/drawing/2014/main" id="{63FF66C9-996C-4FE5-83F3-A67F9EC2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135" y="7483765"/>
            <a:ext cx="3944088" cy="1074265"/>
          </a:xfrm>
          <a:custGeom xmlns:a="http://schemas.openxmlformats.org/drawingml/2006/main">
            <a:pathLst>
              <a:path w="3944088" h="1074265">
                <a:moveTo>
                  <a:pt x="84406" y="0"/>
                </a:moveTo>
                <a:lnTo>
                  <a:pt x="3859682" y="0"/>
                </a:lnTo>
                <a:cubicBezTo>
                  <a:pt x="3915953" y="0"/>
                  <a:pt x="3944088" y="28136"/>
                  <a:pt x="3944088" y="84407"/>
                </a:cubicBezTo>
                <a:lnTo>
                  <a:pt x="3944088" y="989859"/>
                </a:lnTo>
                <a:cubicBezTo>
                  <a:pt x="3944088" y="1046130"/>
                  <a:pt x="3915953" y="1074265"/>
                  <a:pt x="3859682" y="1074265"/>
                </a:cubicBezTo>
                <a:lnTo>
                  <a:pt x="84406" y="1074265"/>
                </a:lnTo>
                <a:cubicBezTo>
                  <a:pt x="28135" y="1074265"/>
                  <a:pt x="0" y="1046130"/>
                  <a:pt x="0" y="989859"/>
                </a:cubicBezTo>
                <a:lnTo>
                  <a:pt x="0" y="84407"/>
                </a:lnTo>
                <a:cubicBezTo>
                  <a:pt x="0" y="28136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00" name="text-215 Compare">
            <a:extLst xmlns:a="http://schemas.openxmlformats.org/drawingml/2006/main">
              <a:ext uri="{FF2B5EF4-FFF2-40B4-BE49-F238E27FC236}">
                <a16:creationId xmlns:a16="http://schemas.microsoft.com/office/drawing/2014/main" id="{0A902686-C5A5-4066-A5BF-89C22C8A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9618" y="7499798"/>
            <a:ext cx="1055277" cy="3761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6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116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Compare</a:t>
            </a:r>
          </a:p>
        </p:txBody>
      </p:sp>
      <p:sp>
        <p:nvSpPr>
          <p:cNvPr id="301" name="text-216 single-person">
            <a:extLst xmlns:a="http://schemas.openxmlformats.org/drawingml/2006/main">
              <a:ext uri="{FF2B5EF4-FFF2-40B4-BE49-F238E27FC236}">
                <a16:creationId xmlns:a16="http://schemas.microsoft.com/office/drawing/2014/main" id="{47C19958-3B0A-4C1D-9DA3-108E1253C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914738" y="7744873"/>
            <a:ext cx="1540868" cy="376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single-person</a:t>
            </a:r>
          </a:p>
        </p:txBody>
      </p:sp>
      <p:sp>
        <p:nvSpPr>
          <p:cNvPr id="302" name="text-216 households">
            <a:extLst xmlns:a="http://schemas.openxmlformats.org/drawingml/2006/main">
              <a:ext uri="{FF2B5EF4-FFF2-40B4-BE49-F238E27FC236}">
                <a16:creationId xmlns:a16="http://schemas.microsoft.com/office/drawing/2014/main" id="{70DE1CC9-84FA-40C5-A3AC-3955CF35E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467858" y="7744924"/>
            <a:ext cx="1307394" cy="37600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211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households</a:t>
            </a:r>
          </a:p>
        </p:txBody>
      </p:sp>
      <p:sp>
        <p:nvSpPr>
          <p:cNvPr id="303" name="text-217 Align">
            <a:extLst xmlns:a="http://schemas.openxmlformats.org/drawingml/2006/main">
              <a:ext uri="{FF2B5EF4-FFF2-40B4-BE49-F238E27FC236}">
                <a16:creationId xmlns:a16="http://schemas.microsoft.com/office/drawing/2014/main" id="{98F7CE12-CF6C-4CD8-B3AD-09889A22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852293" y="8181763"/>
            <a:ext cx="482382" cy="3008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Align</a:t>
            </a:r>
          </a:p>
        </p:txBody>
      </p:sp>
      <p:sp>
        <p:nvSpPr>
          <p:cNvPr id="304" name="text-217 years">
            <a:extLst xmlns:a="http://schemas.openxmlformats.org/drawingml/2006/main">
              <a:ext uri="{FF2B5EF4-FFF2-40B4-BE49-F238E27FC236}">
                <a16:creationId xmlns:a16="http://schemas.microsoft.com/office/drawing/2014/main" id="{1B4CF58B-1043-4883-A0CC-038FC906D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44521" y="8181671"/>
            <a:ext cx="505173" cy="30094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3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years</a:t>
            </a:r>
          </a:p>
        </p:txBody>
      </p:sp>
      <p:sp>
        <p:nvSpPr>
          <p:cNvPr id="305" name="text-217 and">
            <a:extLst xmlns:a="http://schemas.openxmlformats.org/drawingml/2006/main">
              <a:ext uri="{FF2B5EF4-FFF2-40B4-BE49-F238E27FC236}">
                <a16:creationId xmlns:a16="http://schemas.microsoft.com/office/drawing/2014/main" id="{17A2F95E-F04A-47C2-B292-16B4D64B7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59524" y="8181740"/>
            <a:ext cx="370018" cy="30084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306" name="text-217 cross-check">
            <a:extLst xmlns:a="http://schemas.openxmlformats.org/drawingml/2006/main">
              <a:ext uri="{FF2B5EF4-FFF2-40B4-BE49-F238E27FC236}">
                <a16:creationId xmlns:a16="http://schemas.microsoft.com/office/drawing/2014/main" id="{26B2BE19-6C0C-4806-B50F-E5F957F79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239384" y="8181693"/>
            <a:ext cx="1034446" cy="30091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692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cross-check</a:t>
            </a:r>
          </a:p>
        </p:txBody>
      </p:sp>
      <p:sp>
        <p:nvSpPr>
          <p:cNvPr id="307" name="text-217 totals">
            <a:extLst xmlns:a="http://schemas.openxmlformats.org/drawingml/2006/main">
              <a:ext uri="{FF2B5EF4-FFF2-40B4-BE49-F238E27FC236}">
                <a16:creationId xmlns:a16="http://schemas.microsoft.com/office/drawing/2014/main" id="{FD664C11-478F-406E-A5F4-1F5DB4E8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283786" y="8179313"/>
            <a:ext cx="536536" cy="304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1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11" b="0" i="1">
                <a:solidFill>
                  <a:srgbClr val="59647A"/>
                </a:solidFill>
                <a:latin typeface="Calibri"/>
                <a:ea typeface="Calibri"/>
                <a:cs typeface="Calibri"/>
              </a:defRPr>
            </a:pPr>
            <a:r>
              <a:rPr sz="1711" b="0" i="1">
                <a:solidFill>
                  <a:srgbClr val="59647A"/>
                </a:solidFill>
                <a:latin typeface="Calibri"/>
                <a:ea typeface="Calibri"/>
                <a:cs typeface="Calibri"/>
              </a:rPr>
              <a:t>totals</a:t>
            </a:r>
          </a:p>
        </p:txBody>
      </p:sp>
      <p:sp>
        <p:nvSpPr>
          <p:cNvPr id="308" name="path-218">
            <a:extLst xmlns:a="http://schemas.openxmlformats.org/drawingml/2006/main">
              <a:ext uri="{FF2B5EF4-FFF2-40B4-BE49-F238E27FC236}">
                <a16:creationId xmlns:a16="http://schemas.microsoft.com/office/drawing/2014/main" id="{B143F62B-12CD-4400-BFB2-5D5E9D87E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62" y="7706292"/>
            <a:ext cx="291586" cy="191"/>
          </a:xfrm>
          <a:custGeom xmlns:a="http://schemas.openxmlformats.org/drawingml/2006/main">
            <a:pathLst>
              <a:path w="291586" h="191">
                <a:moveTo>
                  <a:pt x="0" y="0"/>
                </a:moveTo>
                <a:lnTo>
                  <a:pt x="291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09" name="path-219">
            <a:extLst xmlns:a="http://schemas.openxmlformats.org/drawingml/2006/main">
              <a:ext uri="{FF2B5EF4-FFF2-40B4-BE49-F238E27FC236}">
                <a16:creationId xmlns:a16="http://schemas.microsoft.com/office/drawing/2014/main" id="{19C5DAAA-4372-46A3-9394-5F87F4982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7706292"/>
            <a:ext cx="191" cy="314606"/>
          </a:xfrm>
          <a:custGeom xmlns:a="http://schemas.openxmlformats.org/drawingml/2006/main">
            <a:pathLst>
              <a:path w="191" h="314606">
                <a:moveTo>
                  <a:pt x="0" y="0"/>
                </a:moveTo>
                <a:lnTo>
                  <a:pt x="0" y="314606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0" name="path-220">
            <a:extLst xmlns:a="http://schemas.openxmlformats.org/drawingml/2006/main">
              <a:ext uri="{FF2B5EF4-FFF2-40B4-BE49-F238E27FC236}">
                <a16:creationId xmlns:a16="http://schemas.microsoft.com/office/drawing/2014/main" id="{4413571C-6DC7-46C2-BC17-3D5386F5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8020898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1" name="path-221">
            <a:extLst xmlns:a="http://schemas.openxmlformats.org/drawingml/2006/main">
              <a:ext uri="{FF2B5EF4-FFF2-40B4-BE49-F238E27FC236}">
                <a16:creationId xmlns:a16="http://schemas.microsoft.com/office/drawing/2014/main" id="{22CFC9D2-E5E2-43D0-AF70-65F9416D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708" y="7959511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2" name="path-222">
            <a:extLst xmlns:a="http://schemas.openxmlformats.org/drawingml/2006/main">
              <a:ext uri="{FF2B5EF4-FFF2-40B4-BE49-F238E27FC236}">
                <a16:creationId xmlns:a16="http://schemas.microsoft.com/office/drawing/2014/main" id="{C6129DC9-3DA6-41D5-B5EA-BA929AFE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8962" y="8427585"/>
            <a:ext cx="291586" cy="191"/>
          </a:xfrm>
          <a:custGeom xmlns:a="http://schemas.openxmlformats.org/drawingml/2006/main">
            <a:pathLst>
              <a:path w="291586" h="191">
                <a:moveTo>
                  <a:pt x="0" y="0"/>
                </a:moveTo>
                <a:lnTo>
                  <a:pt x="291586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3" name="path-223">
            <a:extLst xmlns:a="http://schemas.openxmlformats.org/drawingml/2006/main">
              <a:ext uri="{FF2B5EF4-FFF2-40B4-BE49-F238E27FC236}">
                <a16:creationId xmlns:a16="http://schemas.microsoft.com/office/drawing/2014/main" id="{3B0A0F17-6B0A-4A80-8088-58EC8BC14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8020898"/>
            <a:ext cx="191" cy="406687"/>
          </a:xfrm>
          <a:custGeom xmlns:a="http://schemas.openxmlformats.org/drawingml/2006/main">
            <a:pathLst>
              <a:path w="191" h="406687">
                <a:moveTo>
                  <a:pt x="0" y="406687"/>
                </a:moveTo>
                <a:lnTo>
                  <a:pt x="0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4" name="path-224">
            <a:extLst xmlns:a="http://schemas.openxmlformats.org/drawingml/2006/main">
              <a:ext uri="{FF2B5EF4-FFF2-40B4-BE49-F238E27FC236}">
                <a16:creationId xmlns:a16="http://schemas.microsoft.com/office/drawing/2014/main" id="{60C7FA52-1E61-4F33-9BE2-8C6AA772F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548" y="8020898"/>
            <a:ext cx="191833" cy="191"/>
          </a:xfrm>
          <a:custGeom xmlns:a="http://schemas.openxmlformats.org/drawingml/2006/main">
            <a:pathLst>
              <a:path w="191833" h="191">
                <a:moveTo>
                  <a:pt x="0" y="0"/>
                </a:moveTo>
                <a:lnTo>
                  <a:pt x="191833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15" name="path-225">
            <a:extLst xmlns:a="http://schemas.openxmlformats.org/drawingml/2006/main">
              <a:ext uri="{FF2B5EF4-FFF2-40B4-BE49-F238E27FC236}">
                <a16:creationId xmlns:a16="http://schemas.microsoft.com/office/drawing/2014/main" id="{5726FE74-4313-4F1A-A511-6E5EA8AA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4708" y="7959511"/>
            <a:ext cx="107427" cy="122773"/>
          </a:xfrm>
          <a:custGeom xmlns:a="http://schemas.openxmlformats.org/drawingml/2006/main">
            <a:pathLst>
              <a:path w="107427" h="122773">
                <a:moveTo>
                  <a:pt x="107427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7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6" name="path-226">
            <a:extLst xmlns:a="http://schemas.openxmlformats.org/drawingml/2006/main">
              <a:ext uri="{FF2B5EF4-FFF2-40B4-BE49-F238E27FC236}">
                <a16:creationId xmlns:a16="http://schemas.microsoft.com/office/drawing/2014/main" id="{865D5DB3-7D62-43ED-873C-02EFB4D17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02" y="7322626"/>
            <a:ext cx="6138660" cy="1488625"/>
          </a:xfrm>
          <a:custGeom xmlns:a="http://schemas.openxmlformats.org/drawingml/2006/main">
            <a:pathLst>
              <a:path w="6138660" h="1488625">
                <a:moveTo>
                  <a:pt x="84406" y="0"/>
                </a:moveTo>
                <a:lnTo>
                  <a:pt x="6054251" y="0"/>
                </a:lnTo>
                <a:cubicBezTo>
                  <a:pt x="6110524" y="0"/>
                  <a:pt x="6138660" y="28135"/>
                  <a:pt x="6138660" y="84407"/>
                </a:cubicBezTo>
                <a:lnTo>
                  <a:pt x="6138660" y="1404219"/>
                </a:lnTo>
                <a:cubicBezTo>
                  <a:pt x="6138660" y="1460490"/>
                  <a:pt x="6110524" y="1488625"/>
                  <a:pt x="6054251" y="1488625"/>
                </a:cubicBezTo>
                <a:lnTo>
                  <a:pt x="84406" y="1488625"/>
                </a:lnTo>
                <a:cubicBezTo>
                  <a:pt x="28135" y="1488625"/>
                  <a:pt x="0" y="1460490"/>
                  <a:pt x="0" y="1404219"/>
                </a:cubicBezTo>
                <a:lnTo>
                  <a:pt x="0" y="84407"/>
                </a:lnTo>
                <a:cubicBezTo>
                  <a:pt x="0" y="28135"/>
                  <a:pt x="28135" y="0"/>
                  <a:pt x="84406" y="0"/>
                </a:cubicBez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pic>
        <p:nvPicPr>
          <p:cNvPr id="317" name="">
            <a:extLst xmlns:a="http://schemas.openxmlformats.org/drawingml/2006/main">
              <a:ext uri="{FF2B5EF4-FFF2-40B4-BE49-F238E27FC236}">
                <a16:creationId xmlns:a16="http://schemas.microsoft.com/office/drawing/2014/main" id="{22F19FAB-BF06-4B93-9C8E-B634144CDA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727d83e441495e"/>
          <a:stretch xmlns:a="http://schemas.openxmlformats.org/drawingml/2006/main"/>
        </p:blipFill>
        <p:spPr>
          <a:xfrm xmlns:a="http://schemas.openxmlformats.org/drawingml/2006/main">
            <a:off x="8975589" y="7400068"/>
            <a:ext cx="333375" cy="333375"/>
          </a:xfrm>
          <a:prstGeom xmlns:a="http://schemas.openxmlformats.org/drawingml/2006/main" prst="rect">
            <a:avLst/>
          </a:prstGeom>
        </p:spPr>
      </p:pic>
      <p:sp>
        <p:nvSpPr>
          <p:cNvPr id="318" name="text-228 Comparison">
            <a:extLst xmlns:a="http://schemas.openxmlformats.org/drawingml/2006/main">
              <a:ext uri="{FF2B5EF4-FFF2-40B4-BE49-F238E27FC236}">
                <a16:creationId xmlns:a16="http://schemas.microsoft.com/office/drawing/2014/main" id="{8683C495-1AE6-4C01-B783-B79AD29A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416528" y="7371389"/>
            <a:ext cx="1260259" cy="34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5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935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Comparison</a:t>
            </a:r>
          </a:p>
        </p:txBody>
      </p:sp>
      <p:sp>
        <p:nvSpPr>
          <p:cNvPr id="319" name="text-228 workbook">
            <a:extLst xmlns:a="http://schemas.openxmlformats.org/drawingml/2006/main">
              <a:ext uri="{FF2B5EF4-FFF2-40B4-BE49-F238E27FC236}">
                <a16:creationId xmlns:a16="http://schemas.microsoft.com/office/drawing/2014/main" id="{602A3D74-7C25-4DC9-8EFE-4EC61119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687967" y="7371498"/>
            <a:ext cx="1067150" cy="343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3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34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934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workbook</a:t>
            </a:r>
          </a:p>
        </p:txBody>
      </p:sp>
      <p:sp>
        <p:nvSpPr>
          <p:cNvPr id="320" name="path-229">
            <a:extLst xmlns:a="http://schemas.openxmlformats.org/drawingml/2006/main">
              <a:ext uri="{FF2B5EF4-FFF2-40B4-BE49-F238E27FC236}">
                <a16:creationId xmlns:a16="http://schemas.microsoft.com/office/drawing/2014/main" id="{A61B7FA5-7A29-4E76-964F-1E16458CF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7798372"/>
            <a:ext cx="5893112" cy="276239"/>
          </a:xfrm>
          <a:custGeom xmlns:a="http://schemas.openxmlformats.org/drawingml/2006/main">
            <a:pathLst>
              <a:path w="5893112" h="276239">
                <a:moveTo>
                  <a:pt x="0" y="0"/>
                </a:moveTo>
                <a:lnTo>
                  <a:pt x="5893112" y="0"/>
                </a:lnTo>
                <a:lnTo>
                  <a:pt x="5893112" y="276239"/>
                </a:lnTo>
                <a:lnTo>
                  <a:pt x="0" y="27623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2F7F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1" name="path-230">
            <a:extLst xmlns:a="http://schemas.openxmlformats.org/drawingml/2006/main">
              <a:ext uri="{FF2B5EF4-FFF2-40B4-BE49-F238E27FC236}">
                <a16:creationId xmlns:a16="http://schemas.microsoft.com/office/drawing/2014/main" id="{7E203D41-000B-4B39-9254-6F71AFE71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074611"/>
            <a:ext cx="5893112" cy="276240"/>
          </a:xfrm>
          <a:custGeom xmlns:a="http://schemas.openxmlformats.org/drawingml/2006/main">
            <a:pathLst>
              <a:path w="5893112" h="276240">
                <a:moveTo>
                  <a:pt x="0" y="0"/>
                </a:moveTo>
                <a:lnTo>
                  <a:pt x="5893112" y="0"/>
                </a:lnTo>
                <a:lnTo>
                  <a:pt x="5893112" y="276240"/>
                </a:lnTo>
                <a:lnTo>
                  <a:pt x="0" y="276240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2" name="path-231">
            <a:extLst xmlns:a="http://schemas.openxmlformats.org/drawingml/2006/main">
              <a:ext uri="{FF2B5EF4-FFF2-40B4-BE49-F238E27FC236}">
                <a16:creationId xmlns:a16="http://schemas.microsoft.com/office/drawing/2014/main" id="{E52E1EBA-76D7-461A-9800-6CDAEC8C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350851"/>
            <a:ext cx="5893112" cy="276239"/>
          </a:xfrm>
          <a:custGeom xmlns:a="http://schemas.openxmlformats.org/drawingml/2006/main">
            <a:pathLst>
              <a:path w="5893112" h="276239">
                <a:moveTo>
                  <a:pt x="0" y="0"/>
                </a:moveTo>
                <a:lnTo>
                  <a:pt x="5893112" y="0"/>
                </a:lnTo>
                <a:lnTo>
                  <a:pt x="5893112" y="276239"/>
                </a:lnTo>
                <a:lnTo>
                  <a:pt x="0" y="276239"/>
                </a:lnTo>
                <a:lnTo>
                  <a:pt x="0" y="0"/>
                </a:lnTo>
              </a:path>
            </a:pathLst>
          </a:custGeom>
          <a:solidFill xmlns:a="http://schemas.openxmlformats.org/drawingml/2006/main">
            <a:srgbClr val="EEF8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3" name="path-232">
            <a:extLst xmlns:a="http://schemas.openxmlformats.org/drawingml/2006/main">
              <a:ext uri="{FF2B5EF4-FFF2-40B4-BE49-F238E27FC236}">
                <a16:creationId xmlns:a16="http://schemas.microsoft.com/office/drawing/2014/main" id="{D8560229-D51F-4D91-B965-7D29200E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7798372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4" name="path-233">
            <a:extLst xmlns:a="http://schemas.openxmlformats.org/drawingml/2006/main">
              <a:ext uri="{FF2B5EF4-FFF2-40B4-BE49-F238E27FC236}">
                <a16:creationId xmlns:a16="http://schemas.microsoft.com/office/drawing/2014/main" id="{1CD0B818-FA1B-45C0-960F-85B05F4E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1194" y="7798372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5" name="path-234">
            <a:extLst xmlns:a="http://schemas.openxmlformats.org/drawingml/2006/main">
              <a:ext uri="{FF2B5EF4-FFF2-40B4-BE49-F238E27FC236}">
                <a16:creationId xmlns:a16="http://schemas.microsoft.com/office/drawing/2014/main" id="{3B0D55AE-B457-4849-BACE-F4217D634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5657" y="7798372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6" name="path-235">
            <a:extLst xmlns:a="http://schemas.openxmlformats.org/drawingml/2006/main">
              <a:ext uri="{FF2B5EF4-FFF2-40B4-BE49-F238E27FC236}">
                <a16:creationId xmlns:a16="http://schemas.microsoft.com/office/drawing/2014/main" id="{46AE21B9-409B-4A69-A870-06EF0701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0122" y="7798372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7" name="path-236">
            <a:extLst xmlns:a="http://schemas.openxmlformats.org/drawingml/2006/main">
              <a:ext uri="{FF2B5EF4-FFF2-40B4-BE49-F238E27FC236}">
                <a16:creationId xmlns:a16="http://schemas.microsoft.com/office/drawing/2014/main" id="{FCFB5637-7EAA-4FCC-88A6-498491C74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64587" y="7798372"/>
            <a:ext cx="191" cy="828719"/>
          </a:xfrm>
          <a:custGeom xmlns:a="http://schemas.openxmlformats.org/drawingml/2006/main">
            <a:pathLst>
              <a:path w="191" h="828719">
                <a:moveTo>
                  <a:pt x="0" y="0"/>
                </a:moveTo>
                <a:lnTo>
                  <a:pt x="0" y="828719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8" name="path-237">
            <a:extLst xmlns:a="http://schemas.openxmlformats.org/drawingml/2006/main">
              <a:ext uri="{FF2B5EF4-FFF2-40B4-BE49-F238E27FC236}">
                <a16:creationId xmlns:a16="http://schemas.microsoft.com/office/drawing/2014/main" id="{AA386597-2046-4C04-B076-4C59E5B1B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7798372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29" name="path-238">
            <a:extLst xmlns:a="http://schemas.openxmlformats.org/drawingml/2006/main">
              <a:ext uri="{FF2B5EF4-FFF2-40B4-BE49-F238E27FC236}">
                <a16:creationId xmlns:a16="http://schemas.microsoft.com/office/drawing/2014/main" id="{13A4397A-FD32-4E47-9B74-2083DF2F2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074611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30" name="path-239">
            <a:extLst xmlns:a="http://schemas.openxmlformats.org/drawingml/2006/main">
              <a:ext uri="{FF2B5EF4-FFF2-40B4-BE49-F238E27FC236}">
                <a16:creationId xmlns:a16="http://schemas.microsoft.com/office/drawing/2014/main" id="{C829646B-6D48-4F5F-A018-2CA1AE38C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350851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31" name="path-240">
            <a:extLst xmlns:a="http://schemas.openxmlformats.org/drawingml/2006/main">
              <a:ext uri="{FF2B5EF4-FFF2-40B4-BE49-F238E27FC236}">
                <a16:creationId xmlns:a16="http://schemas.microsoft.com/office/drawing/2014/main" id="{74E21105-A78A-4D1E-9651-48F2477E3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1476" y="8627091"/>
            <a:ext cx="5893112" cy="191"/>
          </a:xfrm>
          <a:custGeom xmlns:a="http://schemas.openxmlformats.org/drawingml/2006/main">
            <a:pathLst>
              <a:path w="5893112" h="191">
                <a:moveTo>
                  <a:pt x="0" y="0"/>
                </a:moveTo>
                <a:lnTo>
                  <a:pt x="5893112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32" name="text-241 2020">
            <a:extLst xmlns:a="http://schemas.openxmlformats.org/drawingml/2006/main">
              <a:ext uri="{FF2B5EF4-FFF2-40B4-BE49-F238E27FC236}">
                <a16:creationId xmlns:a16="http://schemas.microsoft.com/office/drawing/2014/main" id="{37321489-E3F6-497B-B748-D60E725D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76290" y="7767515"/>
            <a:ext cx="491314" cy="31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2020</a:t>
            </a:r>
          </a:p>
        </p:txBody>
      </p:sp>
      <p:sp>
        <p:nvSpPr>
          <p:cNvPr id="333" name="path-242">
            <a:extLst xmlns:a="http://schemas.openxmlformats.org/drawingml/2006/main">
              <a:ext uri="{FF2B5EF4-FFF2-40B4-BE49-F238E27FC236}">
                <a16:creationId xmlns:a16="http://schemas.microsoft.com/office/drawing/2014/main" id="{3D682294-4C26-45CD-85FD-FB5F5564D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432" y="8182038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4" y="0"/>
                </a:moveTo>
                <a:lnTo>
                  <a:pt x="721294" y="0"/>
                </a:lnTo>
                <a:cubicBezTo>
                  <a:pt x="741756" y="0"/>
                  <a:pt x="751986" y="10231"/>
                  <a:pt x="751986" y="30693"/>
                </a:cubicBezTo>
                <a:cubicBezTo>
                  <a:pt x="751986" y="51155"/>
                  <a:pt x="741756" y="61387"/>
                  <a:pt x="721294" y="61387"/>
                </a:cubicBezTo>
                <a:lnTo>
                  <a:pt x="30694" y="61387"/>
                </a:lnTo>
                <a:cubicBezTo>
                  <a:pt x="10233" y="61387"/>
                  <a:pt x="0" y="51155"/>
                  <a:pt x="0" y="30693"/>
                </a:cubicBezTo>
                <a:cubicBezTo>
                  <a:pt x="0" y="10231"/>
                  <a:pt x="10233" y="0"/>
                  <a:pt x="30694" y="0"/>
                </a:cubicBezTo>
              </a:path>
            </a:pathLst>
          </a:custGeom>
          <a:solidFill xmlns:a="http://schemas.openxmlformats.org/drawingml/2006/main">
            <a:srgbClr val="C8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4" name="path-243">
            <a:extLst xmlns:a="http://schemas.openxmlformats.org/drawingml/2006/main">
              <a:ext uri="{FF2B5EF4-FFF2-40B4-BE49-F238E27FC236}">
                <a16:creationId xmlns:a16="http://schemas.microsoft.com/office/drawing/2014/main" id="{439EC942-949D-4925-830F-0CE7AFE4B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7432" y="8458278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4" y="0"/>
                </a:moveTo>
                <a:lnTo>
                  <a:pt x="721294" y="0"/>
                </a:lnTo>
                <a:cubicBezTo>
                  <a:pt x="741756" y="0"/>
                  <a:pt x="751986" y="10231"/>
                  <a:pt x="751986" y="30694"/>
                </a:cubicBezTo>
                <a:cubicBezTo>
                  <a:pt x="751986" y="51156"/>
                  <a:pt x="741756" y="61387"/>
                  <a:pt x="721294" y="61387"/>
                </a:cubicBezTo>
                <a:lnTo>
                  <a:pt x="30694" y="61387"/>
                </a:lnTo>
                <a:cubicBezTo>
                  <a:pt x="10233" y="61387"/>
                  <a:pt x="0" y="51156"/>
                  <a:pt x="0" y="30694"/>
                </a:cubicBezTo>
                <a:cubicBezTo>
                  <a:pt x="0" y="10231"/>
                  <a:pt x="10233" y="0"/>
                  <a:pt x="30694" y="0"/>
                </a:cubicBezTo>
              </a:path>
            </a:pathLst>
          </a:custGeom>
          <a:solidFill xmlns:a="http://schemas.openxmlformats.org/drawingml/2006/main">
            <a:srgbClr val="ADD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5" name="text-244 2030">
            <a:extLst xmlns:a="http://schemas.openxmlformats.org/drawingml/2006/main">
              <a:ext uri="{FF2B5EF4-FFF2-40B4-BE49-F238E27FC236}">
                <a16:creationId xmlns:a16="http://schemas.microsoft.com/office/drawing/2014/main" id="{0E3CCDD6-9AC0-4F04-AD7B-78C2E767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80755" y="7767515"/>
            <a:ext cx="491314" cy="31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2030</a:t>
            </a:r>
          </a:p>
        </p:txBody>
      </p:sp>
      <p:sp>
        <p:nvSpPr>
          <p:cNvPr id="336" name="path-245">
            <a:extLst xmlns:a="http://schemas.openxmlformats.org/drawingml/2006/main">
              <a:ext uri="{FF2B5EF4-FFF2-40B4-BE49-F238E27FC236}">
                <a16:creationId xmlns:a16="http://schemas.microsoft.com/office/drawing/2014/main" id="{5AEEA718-2992-4CFA-9FD3-634DFA2C1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98" y="8182038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3" y="0"/>
                </a:moveTo>
                <a:lnTo>
                  <a:pt x="721293" y="0"/>
                </a:lnTo>
                <a:cubicBezTo>
                  <a:pt x="741754" y="0"/>
                  <a:pt x="751986" y="10231"/>
                  <a:pt x="751986" y="30693"/>
                </a:cubicBezTo>
                <a:cubicBezTo>
                  <a:pt x="751986" y="51155"/>
                  <a:pt x="741754" y="61387"/>
                  <a:pt x="721293" y="61387"/>
                </a:cubicBezTo>
                <a:lnTo>
                  <a:pt x="30693" y="61387"/>
                </a:lnTo>
                <a:cubicBezTo>
                  <a:pt x="10231" y="61387"/>
                  <a:pt x="0" y="51155"/>
                  <a:pt x="0" y="30693"/>
                </a:cubicBezTo>
                <a:cubicBezTo>
                  <a:pt x="0" y="10231"/>
                  <a:pt x="10231" y="0"/>
                  <a:pt x="30693" y="0"/>
                </a:cubicBezTo>
              </a:path>
            </a:pathLst>
          </a:custGeom>
          <a:solidFill xmlns:a="http://schemas.openxmlformats.org/drawingml/2006/main">
            <a:srgbClr val="C8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7" name="path-246">
            <a:extLst xmlns:a="http://schemas.openxmlformats.org/drawingml/2006/main">
              <a:ext uri="{FF2B5EF4-FFF2-40B4-BE49-F238E27FC236}">
                <a16:creationId xmlns:a16="http://schemas.microsoft.com/office/drawing/2014/main" id="{8D6B05A5-6B65-40CA-8F34-92A579519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31898" y="8458278"/>
            <a:ext cx="751986" cy="61387"/>
          </a:xfrm>
          <a:custGeom xmlns:a="http://schemas.openxmlformats.org/drawingml/2006/main">
            <a:pathLst>
              <a:path w="751986" h="61387">
                <a:moveTo>
                  <a:pt x="30693" y="0"/>
                </a:moveTo>
                <a:lnTo>
                  <a:pt x="721293" y="0"/>
                </a:lnTo>
                <a:cubicBezTo>
                  <a:pt x="741754" y="0"/>
                  <a:pt x="751986" y="10231"/>
                  <a:pt x="751986" y="30694"/>
                </a:cubicBezTo>
                <a:cubicBezTo>
                  <a:pt x="751986" y="51156"/>
                  <a:pt x="741754" y="61387"/>
                  <a:pt x="721293" y="61387"/>
                </a:cubicBezTo>
                <a:lnTo>
                  <a:pt x="30693" y="61387"/>
                </a:lnTo>
                <a:cubicBezTo>
                  <a:pt x="10231" y="61387"/>
                  <a:pt x="0" y="51156"/>
                  <a:pt x="0" y="30694"/>
                </a:cubicBezTo>
                <a:cubicBezTo>
                  <a:pt x="0" y="10231"/>
                  <a:pt x="10231" y="0"/>
                  <a:pt x="30693" y="0"/>
                </a:cubicBezTo>
              </a:path>
            </a:pathLst>
          </a:custGeom>
          <a:solidFill xmlns:a="http://schemas.openxmlformats.org/drawingml/2006/main">
            <a:srgbClr val="ADD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8" name="text-247 2050">
            <a:extLst xmlns:a="http://schemas.openxmlformats.org/drawingml/2006/main">
              <a:ext uri="{FF2B5EF4-FFF2-40B4-BE49-F238E27FC236}">
                <a16:creationId xmlns:a16="http://schemas.microsoft.com/office/drawing/2014/main" id="{550A8EFA-2668-4E60-A925-BE3F7EE77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985221" y="7767515"/>
            <a:ext cx="491314" cy="31163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3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2050</a:t>
            </a:r>
          </a:p>
        </p:txBody>
      </p:sp>
      <p:sp>
        <p:nvSpPr>
          <p:cNvPr id="339" name="path-248">
            <a:extLst xmlns:a="http://schemas.openxmlformats.org/drawingml/2006/main">
              <a:ext uri="{FF2B5EF4-FFF2-40B4-BE49-F238E27FC236}">
                <a16:creationId xmlns:a16="http://schemas.microsoft.com/office/drawing/2014/main" id="{5AAB5DFE-7611-4E8D-9F71-211D5AC7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363" y="8182038"/>
            <a:ext cx="751984" cy="61387"/>
          </a:xfrm>
          <a:custGeom xmlns:a="http://schemas.openxmlformats.org/drawingml/2006/main">
            <a:pathLst>
              <a:path w="751984" h="61387">
                <a:moveTo>
                  <a:pt x="30694" y="0"/>
                </a:moveTo>
                <a:lnTo>
                  <a:pt x="721291" y="0"/>
                </a:lnTo>
                <a:cubicBezTo>
                  <a:pt x="741754" y="0"/>
                  <a:pt x="751984" y="10231"/>
                  <a:pt x="751984" y="30693"/>
                </a:cubicBezTo>
                <a:cubicBezTo>
                  <a:pt x="751984" y="51155"/>
                  <a:pt x="741754" y="61387"/>
                  <a:pt x="721291" y="61387"/>
                </a:cubicBezTo>
                <a:lnTo>
                  <a:pt x="30694" y="61387"/>
                </a:lnTo>
                <a:cubicBezTo>
                  <a:pt x="10231" y="61387"/>
                  <a:pt x="0" y="51155"/>
                  <a:pt x="0" y="30693"/>
                </a:cubicBezTo>
                <a:cubicBezTo>
                  <a:pt x="0" y="10231"/>
                  <a:pt x="10231" y="0"/>
                  <a:pt x="30694" y="0"/>
                </a:cubicBezTo>
              </a:path>
            </a:pathLst>
          </a:custGeom>
          <a:solidFill xmlns:a="http://schemas.openxmlformats.org/drawingml/2006/main">
            <a:srgbClr val="C8DDE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0" name="path-249">
            <a:extLst xmlns:a="http://schemas.openxmlformats.org/drawingml/2006/main">
              <a:ext uri="{FF2B5EF4-FFF2-40B4-BE49-F238E27FC236}">
                <a16:creationId xmlns:a16="http://schemas.microsoft.com/office/drawing/2014/main" id="{8C8C9224-EEF2-440C-BED5-581701FC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363" y="8458278"/>
            <a:ext cx="751984" cy="61387"/>
          </a:xfrm>
          <a:custGeom xmlns:a="http://schemas.openxmlformats.org/drawingml/2006/main">
            <a:pathLst>
              <a:path w="751984" h="61387">
                <a:moveTo>
                  <a:pt x="30694" y="0"/>
                </a:moveTo>
                <a:lnTo>
                  <a:pt x="721291" y="0"/>
                </a:lnTo>
                <a:cubicBezTo>
                  <a:pt x="741754" y="0"/>
                  <a:pt x="751984" y="10231"/>
                  <a:pt x="751984" y="30694"/>
                </a:cubicBezTo>
                <a:cubicBezTo>
                  <a:pt x="751984" y="51156"/>
                  <a:pt x="741754" y="61387"/>
                  <a:pt x="721291" y="61387"/>
                </a:cubicBezTo>
                <a:lnTo>
                  <a:pt x="30694" y="61387"/>
                </a:lnTo>
                <a:cubicBezTo>
                  <a:pt x="10231" y="61387"/>
                  <a:pt x="0" y="51156"/>
                  <a:pt x="0" y="30694"/>
                </a:cubicBezTo>
                <a:cubicBezTo>
                  <a:pt x="0" y="10231"/>
                  <a:pt x="10231" y="0"/>
                  <a:pt x="30694" y="0"/>
                </a:cubicBezTo>
              </a:path>
            </a:pathLst>
          </a:custGeom>
          <a:solidFill xmlns:a="http://schemas.openxmlformats.org/drawingml/2006/main">
            <a:srgbClr val="ADD4C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1" name="text-250 Count">
            <a:extLst xmlns:a="http://schemas.openxmlformats.org/drawingml/2006/main">
              <a:ext uri="{FF2B5EF4-FFF2-40B4-BE49-F238E27FC236}">
                <a16:creationId xmlns:a16="http://schemas.microsoft.com/office/drawing/2014/main" id="{9697A436-C621-4EA0-85FA-8051CC353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249" y="8043004"/>
            <a:ext cx="584654" cy="31268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9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9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Count</a:t>
            </a:r>
          </a:p>
        </p:txBody>
      </p:sp>
      <p:sp>
        <p:nvSpPr>
          <p:cNvPr id="342" name="text-251 Share">
            <a:extLst xmlns:a="http://schemas.openxmlformats.org/drawingml/2006/main">
              <a:ext uri="{FF2B5EF4-FFF2-40B4-BE49-F238E27FC236}">
                <a16:creationId xmlns:a16="http://schemas.microsoft.com/office/drawing/2014/main" id="{DB9392C5-488F-4586-A3B4-81F394D70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94249" y="8320104"/>
            <a:ext cx="565925" cy="311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5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52" b="1" i="1">
                <a:solidFill>
                  <a:srgbClr val="17213A"/>
                </a:solidFill>
                <a:latin typeface="Calibri"/>
                <a:ea typeface="Calibri"/>
                <a:cs typeface="Calibri"/>
              </a:defRPr>
            </a:pPr>
            <a:r>
              <a:rPr sz="1752" b="1" i="1">
                <a:solidFill>
                  <a:srgbClr val="17213A"/>
                </a:solidFill>
                <a:latin typeface="Calibri"/>
                <a:ea typeface="Calibri"/>
                <a:cs typeface="Calibri"/>
              </a:rPr>
              <a:t>Share</a:t>
            </a:r>
          </a:p>
        </p:txBody>
      </p:sp>
      <p:sp>
        <p:nvSpPr>
          <p:cNvPr id="343" name="path-252">
            <a:extLst xmlns:a="http://schemas.openxmlformats.org/drawingml/2006/main">
              <a:ext uri="{FF2B5EF4-FFF2-40B4-BE49-F238E27FC236}">
                <a16:creationId xmlns:a16="http://schemas.microsoft.com/office/drawing/2014/main" id="{337BF1C1-7008-498F-8C4C-A7DB93F66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23" y="8020898"/>
            <a:ext cx="452727" cy="191"/>
          </a:xfrm>
          <a:custGeom xmlns:a="http://schemas.openxmlformats.org/drawingml/2006/main">
            <a:pathLst>
              <a:path w="452727" h="191">
                <a:moveTo>
                  <a:pt x="0" y="0"/>
                </a:moveTo>
                <a:lnTo>
                  <a:pt x="452727" y="0"/>
                </a:lnTo>
              </a:path>
            </a:pathLst>
          </a:custGeom>
          <a:noFill xmlns:a="http://schemas.openxmlformats.org/drawingml/2006/main"/>
          <a:ln xmlns:a="http://schemas.openxmlformats.org/drawingml/2006/main" w="42630">
            <a:solidFill>
              <a:srgbClr val="619FD2"/>
            </a:solidFill>
            <a:prstDash val="solid"/>
          </a:ln>
        </p:spPr>
      </p:sp>
      <p:sp>
        <p:nvSpPr>
          <p:cNvPr id="344" name="path-253">
            <a:extLst xmlns:a="http://schemas.openxmlformats.org/drawingml/2006/main">
              <a:ext uri="{FF2B5EF4-FFF2-40B4-BE49-F238E27FC236}">
                <a16:creationId xmlns:a16="http://schemas.microsoft.com/office/drawing/2014/main" id="{6AD95058-6A4A-4CB0-A276-1F667543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1276" y="7959511"/>
            <a:ext cx="107426" cy="122773"/>
          </a:xfrm>
          <a:custGeom xmlns:a="http://schemas.openxmlformats.org/drawingml/2006/main">
            <a:pathLst>
              <a:path w="107426" h="122773">
                <a:moveTo>
                  <a:pt x="107426" y="61387"/>
                </a:moveTo>
                <a:lnTo>
                  <a:pt x="0" y="122773"/>
                </a:lnTo>
                <a:lnTo>
                  <a:pt x="0" y="0"/>
                </a:lnTo>
                <a:lnTo>
                  <a:pt x="107426" y="61387"/>
                </a:lnTo>
              </a:path>
            </a:pathLst>
          </a:custGeom>
          <a:solidFill xmlns:a="http://schemas.openxmlformats.org/drawingml/2006/main">
            <a:srgbClr val="619FD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5" name="text-254 Units">
            <a:extLst xmlns:a="http://schemas.openxmlformats.org/drawingml/2006/main">
              <a:ext uri="{FF2B5EF4-FFF2-40B4-BE49-F238E27FC236}">
                <a16:creationId xmlns:a16="http://schemas.microsoft.com/office/drawing/2014/main" id="{1FB4C272-8601-4275-BC50-28819F56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441317" y="8764979"/>
            <a:ext cx="504294" cy="3009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3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Units</a:t>
            </a:r>
          </a:p>
        </p:txBody>
      </p:sp>
      <p:sp>
        <p:nvSpPr>
          <p:cNvPr id="346" name="text-254 and">
            <a:extLst xmlns:a="http://schemas.openxmlformats.org/drawingml/2006/main">
              <a:ext uri="{FF2B5EF4-FFF2-40B4-BE49-F238E27FC236}">
                <a16:creationId xmlns:a16="http://schemas.microsoft.com/office/drawing/2014/main" id="{346F8460-2A6F-4D03-AFD8-5FFBF4351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955460" y="8765036"/>
            <a:ext cx="378765" cy="30090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2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and</a:t>
            </a:r>
          </a:p>
        </p:txBody>
      </p:sp>
      <p:sp>
        <p:nvSpPr>
          <p:cNvPr id="347" name="text-254 source">
            <a:extLst xmlns:a="http://schemas.openxmlformats.org/drawingml/2006/main">
              <a:ext uri="{FF2B5EF4-FFF2-40B4-BE49-F238E27FC236}">
                <a16:creationId xmlns:a16="http://schemas.microsoft.com/office/drawing/2014/main" id="{DC1B887E-F2BA-444E-A4D5-84EE4A6E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344129" y="8764462"/>
            <a:ext cx="619585" cy="3017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source</a:t>
            </a:r>
          </a:p>
        </p:txBody>
      </p:sp>
      <p:sp>
        <p:nvSpPr>
          <p:cNvPr id="348" name="text-254 sheets">
            <a:extLst xmlns:a="http://schemas.openxmlformats.org/drawingml/2006/main">
              <a:ext uri="{FF2B5EF4-FFF2-40B4-BE49-F238E27FC236}">
                <a16:creationId xmlns:a16="http://schemas.microsoft.com/office/drawing/2014/main" id="{F52E6C6E-81FD-42FA-86F0-7A91A321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973434" y="8764500"/>
            <a:ext cx="606865" cy="3016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sheets</a:t>
            </a:r>
          </a:p>
        </p:txBody>
      </p:sp>
      <p:sp>
        <p:nvSpPr>
          <p:cNvPr id="349" name="text-254 recorded">
            <a:extLst xmlns:a="http://schemas.openxmlformats.org/drawingml/2006/main">
              <a:ext uri="{FF2B5EF4-FFF2-40B4-BE49-F238E27FC236}">
                <a16:creationId xmlns:a16="http://schemas.microsoft.com/office/drawing/2014/main" id="{07557F01-07EB-4E71-B4BD-AD395D0D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590063" y="8764501"/>
            <a:ext cx="829622" cy="30165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def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defRPr>
            </a:pPr>
            <a:r>
              <a:rPr sz="1697" b="1" i="1">
                <a:solidFill>
                  <a:srgbClr val="16834A"/>
                </a:solidFill>
                <a:latin typeface="Calibri"/>
                <a:ea typeface="Calibri"/>
                <a:cs typeface="Calibri"/>
              </a:rPr>
              <a:t>recorded</a:t>
            </a:r>
          </a:p>
        </p:txBody>
      </p:sp>
    </p:spTree>
    <p:extLst>
      <p:ext uri="{BB962C8B-B14F-4D97-AF65-F5344CB8AC3E}">
        <p14:creationId xmlns:p14="http://schemas.microsoft.com/office/powerpoint/2010/main" val="1816780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2026-10-15T09:22:42.6790000Z</dcterms:created>
  <dcterms:modified xsi:type="dcterms:W3CDTF">2026-10-15T09:22:42.6790000Z</dcterms:modified>
</coreProperties>
</file>